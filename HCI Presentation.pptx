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 id="214748367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Albert Sans ExtraBold"/>
      <p:bold r:id="rId58"/>
      <p:boldItalic r:id="rId59"/>
    </p:embeddedFont>
    <p:embeddedFont>
      <p:font typeface="Outfit"/>
      <p:regular r:id="rId60"/>
      <p:bold r:id="rId61"/>
    </p:embeddedFont>
    <p:embeddedFont>
      <p:font typeface="Proxima Nova Semibold"/>
      <p:regular r:id="rId62"/>
      <p:bold r:id="rId63"/>
      <p:boldItalic r:id="rId64"/>
    </p:embeddedFont>
    <p:embeddedFont>
      <p:font typeface="Outfit SemiBold"/>
      <p:regular r:id="rId65"/>
      <p:bold r:id="rId66"/>
    </p:embeddedFont>
    <p:embeddedFont>
      <p:font typeface="Albert Sans"/>
      <p:regular r:id="rId67"/>
      <p:bold r:id="rId68"/>
      <p:italic r:id="rId69"/>
      <p:boldItalic r:id="rId70"/>
    </p:embeddedFont>
    <p:embeddedFont>
      <p:font typeface="PT Sans"/>
      <p:regular r:id="rId71"/>
      <p:bold r:id="rId72"/>
      <p:italic r:id="rId73"/>
      <p:boldItalic r:id="rId74"/>
    </p:embeddedFont>
    <p:embeddedFont>
      <p:font typeface="Nanum Gothic"/>
      <p:regular r:id="rId75"/>
      <p:bold r:id="rId76"/>
    </p:embeddedFont>
    <p:embeddedFont>
      <p:font typeface="Merriweather"/>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 uri="GoogleSlidesCustomDataVersion2">
      <go:slidesCustomData xmlns:go="http://customooxmlschemas.google.com/" r:id="rId81" roundtripDataSignature="AMtx7mi8sn1jkHrz5PhXGcJ6EsOtuBYUAw=="/>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14E0C3D-F56F-42B4-9A08-8F08CDF8F611}">
  <a:tblStyle styleId="{214E0C3D-F56F-42B4-9A08-8F08CDF8F611}" styleName="Table_0">
    <a:wholeTbl>
      <a:tcTxStyle b="off" i="off">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 styleId="{F00F4E0C-ED66-435D-9EEA-1E8C12176BB3}" styleName="Table_1">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Merriweather-boldItalic.fntdata"/><Relationship Id="rId81" Type="http://customschemas.google.com/relationships/presentationmetadata" Target="meta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slide" Target="slides/slide40.xml"/><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TSans-italic.fntdata"/><Relationship Id="rId72" Type="http://schemas.openxmlformats.org/officeDocument/2006/relationships/font" Target="fonts/PTSans-bold.fntdata"/><Relationship Id="rId31" Type="http://schemas.openxmlformats.org/officeDocument/2006/relationships/slide" Target="slides/slide24.xml"/><Relationship Id="rId75" Type="http://schemas.openxmlformats.org/officeDocument/2006/relationships/font" Target="fonts/NanumGothic-regular.fntdata"/><Relationship Id="rId30" Type="http://schemas.openxmlformats.org/officeDocument/2006/relationships/slide" Target="slides/slide23.xml"/><Relationship Id="rId74" Type="http://schemas.openxmlformats.org/officeDocument/2006/relationships/font" Target="fonts/PTSans-boldItalic.fntdata"/><Relationship Id="rId33" Type="http://schemas.openxmlformats.org/officeDocument/2006/relationships/slide" Target="slides/slide26.xml"/><Relationship Id="rId77" Type="http://schemas.openxmlformats.org/officeDocument/2006/relationships/font" Target="fonts/Merriweather-regular.fntdata"/><Relationship Id="rId32" Type="http://schemas.openxmlformats.org/officeDocument/2006/relationships/slide" Target="slides/slide25.xml"/><Relationship Id="rId76" Type="http://schemas.openxmlformats.org/officeDocument/2006/relationships/font" Target="fonts/NanumGothic-bold.fntdata"/><Relationship Id="rId35" Type="http://schemas.openxmlformats.org/officeDocument/2006/relationships/slide" Target="slides/slide28.xml"/><Relationship Id="rId79" Type="http://schemas.openxmlformats.org/officeDocument/2006/relationships/font" Target="fonts/Merriweather-italic.fntdata"/><Relationship Id="rId34" Type="http://schemas.openxmlformats.org/officeDocument/2006/relationships/slide" Target="slides/slide27.xml"/><Relationship Id="rId78" Type="http://schemas.openxmlformats.org/officeDocument/2006/relationships/font" Target="fonts/Merriweather-bold.fntdata"/><Relationship Id="rId71" Type="http://schemas.openxmlformats.org/officeDocument/2006/relationships/font" Target="fonts/PTSans-regular.fntdata"/><Relationship Id="rId70" Type="http://schemas.openxmlformats.org/officeDocument/2006/relationships/font" Target="fonts/AlbertSans-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Semibold-regular.fntdata"/><Relationship Id="rId61" Type="http://schemas.openxmlformats.org/officeDocument/2006/relationships/font" Target="fonts/Outfit-bold.fntdata"/><Relationship Id="rId20" Type="http://schemas.openxmlformats.org/officeDocument/2006/relationships/slide" Target="slides/slide13.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5.xml"/><Relationship Id="rId66" Type="http://schemas.openxmlformats.org/officeDocument/2006/relationships/font" Target="fonts/OutfitSemiBold-bold.fntdata"/><Relationship Id="rId21" Type="http://schemas.openxmlformats.org/officeDocument/2006/relationships/slide" Target="slides/slide14.xml"/><Relationship Id="rId65" Type="http://schemas.openxmlformats.org/officeDocument/2006/relationships/font" Target="fonts/OutfitSemiBold-regular.fntdata"/><Relationship Id="rId24" Type="http://schemas.openxmlformats.org/officeDocument/2006/relationships/slide" Target="slides/slide17.xml"/><Relationship Id="rId68" Type="http://schemas.openxmlformats.org/officeDocument/2006/relationships/font" Target="fonts/AlbertSans-bold.fntdata"/><Relationship Id="rId23" Type="http://schemas.openxmlformats.org/officeDocument/2006/relationships/slide" Target="slides/slide16.xml"/><Relationship Id="rId67" Type="http://schemas.openxmlformats.org/officeDocument/2006/relationships/font" Target="fonts/AlbertSans-regular.fntdata"/><Relationship Id="rId60" Type="http://schemas.openxmlformats.org/officeDocument/2006/relationships/font" Target="fonts/Outfit-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lbertSans-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4.xml"/><Relationship Id="rId55" Type="http://schemas.openxmlformats.org/officeDocument/2006/relationships/font" Target="fonts/RobotoMedium-boldItalic.fntdata"/><Relationship Id="rId10" Type="http://schemas.openxmlformats.org/officeDocument/2006/relationships/slide" Target="slides/slide3.xml"/><Relationship Id="rId54" Type="http://schemas.openxmlformats.org/officeDocument/2006/relationships/font" Target="fonts/RobotoMedium-italic.fntdata"/><Relationship Id="rId13" Type="http://schemas.openxmlformats.org/officeDocument/2006/relationships/slide" Target="slides/slide6.xml"/><Relationship Id="rId57" Type="http://schemas.openxmlformats.org/officeDocument/2006/relationships/font" Target="fonts/AmaticSC-bold.fntdata"/><Relationship Id="rId12" Type="http://schemas.openxmlformats.org/officeDocument/2006/relationships/slide" Target="slides/slide5.xml"/><Relationship Id="rId56" Type="http://schemas.openxmlformats.org/officeDocument/2006/relationships/font" Target="fonts/AmaticSC-regular.fntdata"/><Relationship Id="rId15" Type="http://schemas.openxmlformats.org/officeDocument/2006/relationships/slide" Target="slides/slide8.xml"/><Relationship Id="rId59" Type="http://schemas.openxmlformats.org/officeDocument/2006/relationships/font" Target="fonts/AlbertSansExtraBold-boldItalic.fntdata"/><Relationship Id="rId14" Type="http://schemas.openxmlformats.org/officeDocument/2006/relationships/slide" Target="slides/slide7.xml"/><Relationship Id="rId58" Type="http://schemas.openxmlformats.org/officeDocument/2006/relationships/font" Target="fonts/AlbertSansExtraBold-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p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67" name="Google Shape;767;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 name="Shape 989"/>
        <p:cNvGrpSpPr/>
        <p:nvPr/>
      </p:nvGrpSpPr>
      <p:grpSpPr>
        <a:xfrm>
          <a:off x="0" y="0"/>
          <a:ext cx="0" cy="0"/>
          <a:chOff x="0" y="0"/>
          <a:chExt cx="0" cy="0"/>
        </a:xfrm>
      </p:grpSpPr>
      <p:sp>
        <p:nvSpPr>
          <p:cNvPr id="990" name="Google Shape;990;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1" name="Google Shape;991;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8" name="Google Shape;998;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5" name="Google Shape;1125;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 name="Shape 1140"/>
        <p:cNvGrpSpPr/>
        <p:nvPr/>
      </p:nvGrpSpPr>
      <p:grpSpPr>
        <a:xfrm>
          <a:off x="0" y="0"/>
          <a:ext cx="0" cy="0"/>
          <a:chOff x="0" y="0"/>
          <a:chExt cx="0" cy="0"/>
        </a:xfrm>
      </p:grpSpPr>
      <p:sp>
        <p:nvSpPr>
          <p:cNvPr id="1141" name="Google Shape;1141;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42" name="Google Shape;1142;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 name="Shape 1145"/>
        <p:cNvGrpSpPr/>
        <p:nvPr/>
      </p:nvGrpSpPr>
      <p:grpSpPr>
        <a:xfrm>
          <a:off x="0" y="0"/>
          <a:ext cx="0" cy="0"/>
          <a:chOff x="0" y="0"/>
          <a:chExt cx="0" cy="0"/>
        </a:xfrm>
      </p:grpSpPr>
      <p:sp>
        <p:nvSpPr>
          <p:cNvPr id="1146" name="Google Shape;1146;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47" name="Google Shape;1147;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 name="Shape 1198"/>
        <p:cNvGrpSpPr/>
        <p:nvPr/>
      </p:nvGrpSpPr>
      <p:grpSpPr>
        <a:xfrm>
          <a:off x="0" y="0"/>
          <a:ext cx="0" cy="0"/>
          <a:chOff x="0" y="0"/>
          <a:chExt cx="0" cy="0"/>
        </a:xfrm>
      </p:grpSpPr>
      <p:sp>
        <p:nvSpPr>
          <p:cNvPr id="1199" name="Google Shape;1199;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0" name="Google Shape;1200;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8" name="Google Shape;1208;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 name="Shape 1256"/>
        <p:cNvGrpSpPr/>
        <p:nvPr/>
      </p:nvGrpSpPr>
      <p:grpSpPr>
        <a:xfrm>
          <a:off x="0" y="0"/>
          <a:ext cx="0" cy="0"/>
          <a:chOff x="0" y="0"/>
          <a:chExt cx="0" cy="0"/>
        </a:xfrm>
      </p:grpSpPr>
      <p:sp>
        <p:nvSpPr>
          <p:cNvPr id="1257" name="Google Shape;1257;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8" name="Google Shape;1258;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 name="Shape 1318"/>
        <p:cNvGrpSpPr/>
        <p:nvPr/>
      </p:nvGrpSpPr>
      <p:grpSpPr>
        <a:xfrm>
          <a:off x="0" y="0"/>
          <a:ext cx="0" cy="0"/>
          <a:chOff x="0" y="0"/>
          <a:chExt cx="0" cy="0"/>
        </a:xfrm>
      </p:grpSpPr>
      <p:sp>
        <p:nvSpPr>
          <p:cNvPr id="1319" name="Google Shape;1319;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20" name="Google Shape;1320;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28" name="Google Shape;1328;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5" name="Google Shape;1335;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0" name="Shape 1340"/>
        <p:cNvGrpSpPr/>
        <p:nvPr/>
      </p:nvGrpSpPr>
      <p:grpSpPr>
        <a:xfrm>
          <a:off x="0" y="0"/>
          <a:ext cx="0" cy="0"/>
          <a:chOff x="0" y="0"/>
          <a:chExt cx="0" cy="0"/>
        </a:xfrm>
      </p:grpSpPr>
      <p:sp>
        <p:nvSpPr>
          <p:cNvPr id="1341" name="Google Shape;1341;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2" name="Google Shape;1342;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 name="Shape 1349"/>
        <p:cNvGrpSpPr/>
        <p:nvPr/>
      </p:nvGrpSpPr>
      <p:grpSpPr>
        <a:xfrm>
          <a:off x="0" y="0"/>
          <a:ext cx="0" cy="0"/>
          <a:chOff x="0" y="0"/>
          <a:chExt cx="0" cy="0"/>
        </a:xfrm>
      </p:grpSpPr>
      <p:sp>
        <p:nvSpPr>
          <p:cNvPr id="1350" name="Google Shape;1350;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51" name="Google Shape;1351;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6" name="Shape 1356"/>
        <p:cNvGrpSpPr/>
        <p:nvPr/>
      </p:nvGrpSpPr>
      <p:grpSpPr>
        <a:xfrm>
          <a:off x="0" y="0"/>
          <a:ext cx="0" cy="0"/>
          <a:chOff x="0" y="0"/>
          <a:chExt cx="0" cy="0"/>
        </a:xfrm>
      </p:grpSpPr>
      <p:sp>
        <p:nvSpPr>
          <p:cNvPr id="1357" name="Google Shape;1357;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58" name="Google Shape;1358;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3" name="Shape 1363"/>
        <p:cNvGrpSpPr/>
        <p:nvPr/>
      </p:nvGrpSpPr>
      <p:grpSpPr>
        <a:xfrm>
          <a:off x="0" y="0"/>
          <a:ext cx="0" cy="0"/>
          <a:chOff x="0" y="0"/>
          <a:chExt cx="0" cy="0"/>
        </a:xfrm>
      </p:grpSpPr>
      <p:sp>
        <p:nvSpPr>
          <p:cNvPr id="1364" name="Google Shape;1364;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5" name="Google Shape;1365;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 name="Shape 1370"/>
        <p:cNvGrpSpPr/>
        <p:nvPr/>
      </p:nvGrpSpPr>
      <p:grpSpPr>
        <a:xfrm>
          <a:off x="0" y="0"/>
          <a:ext cx="0" cy="0"/>
          <a:chOff x="0" y="0"/>
          <a:chExt cx="0" cy="0"/>
        </a:xfrm>
      </p:grpSpPr>
      <p:sp>
        <p:nvSpPr>
          <p:cNvPr id="1371" name="Google Shape;1371;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72" name="Google Shape;1372;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6" name="Shape 1376"/>
        <p:cNvGrpSpPr/>
        <p:nvPr/>
      </p:nvGrpSpPr>
      <p:grpSpPr>
        <a:xfrm>
          <a:off x="0" y="0"/>
          <a:ext cx="0" cy="0"/>
          <a:chOff x="0" y="0"/>
          <a:chExt cx="0" cy="0"/>
        </a:xfrm>
      </p:grpSpPr>
      <p:sp>
        <p:nvSpPr>
          <p:cNvPr id="1377" name="Google Shape;1377;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78" name="Google Shape;1378;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1" name="Shape 1431"/>
        <p:cNvGrpSpPr/>
        <p:nvPr/>
      </p:nvGrpSpPr>
      <p:grpSpPr>
        <a:xfrm>
          <a:off x="0" y="0"/>
          <a:ext cx="0" cy="0"/>
          <a:chOff x="0" y="0"/>
          <a:chExt cx="0" cy="0"/>
        </a:xfrm>
      </p:grpSpPr>
      <p:sp>
        <p:nvSpPr>
          <p:cNvPr id="1432" name="Google Shape;1432;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3" name="Google Shape;1433;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 name="Shape 1546"/>
        <p:cNvGrpSpPr/>
        <p:nvPr/>
      </p:nvGrpSpPr>
      <p:grpSpPr>
        <a:xfrm>
          <a:off x="0" y="0"/>
          <a:ext cx="0" cy="0"/>
          <a:chOff x="0" y="0"/>
          <a:chExt cx="0" cy="0"/>
        </a:xfrm>
      </p:grpSpPr>
      <p:sp>
        <p:nvSpPr>
          <p:cNvPr id="1547" name="Google Shape;1547;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48" name="Google Shape;1548;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8" name="Shape 1558"/>
        <p:cNvGrpSpPr/>
        <p:nvPr/>
      </p:nvGrpSpPr>
      <p:grpSpPr>
        <a:xfrm>
          <a:off x="0" y="0"/>
          <a:ext cx="0" cy="0"/>
          <a:chOff x="0" y="0"/>
          <a:chExt cx="0" cy="0"/>
        </a:xfrm>
      </p:grpSpPr>
      <p:sp>
        <p:nvSpPr>
          <p:cNvPr id="1559" name="Google Shape;1559;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60" name="Google Shape;1560;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53" name="Google Shape;1953;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6" name="Shape 2106"/>
        <p:cNvGrpSpPr/>
        <p:nvPr/>
      </p:nvGrpSpPr>
      <p:grpSpPr>
        <a:xfrm>
          <a:off x="0" y="0"/>
          <a:ext cx="0" cy="0"/>
          <a:chOff x="0" y="0"/>
          <a:chExt cx="0" cy="0"/>
        </a:xfrm>
      </p:grpSpPr>
      <p:sp>
        <p:nvSpPr>
          <p:cNvPr id="2107" name="Google Shape;2107;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08" name="Google Shape;2108;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2" name="Shape 2112"/>
        <p:cNvGrpSpPr/>
        <p:nvPr/>
      </p:nvGrpSpPr>
      <p:grpSpPr>
        <a:xfrm>
          <a:off x="0" y="0"/>
          <a:ext cx="0" cy="0"/>
          <a:chOff x="0" y="0"/>
          <a:chExt cx="0" cy="0"/>
        </a:xfrm>
      </p:grpSpPr>
      <p:sp>
        <p:nvSpPr>
          <p:cNvPr id="2113" name="Google Shape;2113;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14" name="Google Shape;2114;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8" name="Shape 2118"/>
        <p:cNvGrpSpPr/>
        <p:nvPr/>
      </p:nvGrpSpPr>
      <p:grpSpPr>
        <a:xfrm>
          <a:off x="0" y="0"/>
          <a:ext cx="0" cy="0"/>
          <a:chOff x="0" y="0"/>
          <a:chExt cx="0" cy="0"/>
        </a:xfrm>
      </p:grpSpPr>
      <p:sp>
        <p:nvSpPr>
          <p:cNvPr id="2119" name="Google Shape;2119;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20" name="Google Shape;2120;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4" name="Shape 2144"/>
        <p:cNvGrpSpPr/>
        <p:nvPr/>
      </p:nvGrpSpPr>
      <p:grpSpPr>
        <a:xfrm>
          <a:off x="0" y="0"/>
          <a:ext cx="0" cy="0"/>
          <a:chOff x="0" y="0"/>
          <a:chExt cx="0" cy="0"/>
        </a:xfrm>
      </p:grpSpPr>
      <p:sp>
        <p:nvSpPr>
          <p:cNvPr id="2145" name="Google Shape;2145;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46" name="Google Shape;2146;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0" name="Shape 2160"/>
        <p:cNvGrpSpPr/>
        <p:nvPr/>
      </p:nvGrpSpPr>
      <p:grpSpPr>
        <a:xfrm>
          <a:off x="0" y="0"/>
          <a:ext cx="0" cy="0"/>
          <a:chOff x="0" y="0"/>
          <a:chExt cx="0" cy="0"/>
        </a:xfrm>
      </p:grpSpPr>
      <p:sp>
        <p:nvSpPr>
          <p:cNvPr id="2161" name="Google Shape;2161;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2" name="Google Shape;2162;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9" name="Shape 2499"/>
        <p:cNvGrpSpPr/>
        <p:nvPr/>
      </p:nvGrpSpPr>
      <p:grpSpPr>
        <a:xfrm>
          <a:off x="0" y="0"/>
          <a:ext cx="0" cy="0"/>
          <a:chOff x="0" y="0"/>
          <a:chExt cx="0" cy="0"/>
        </a:xfrm>
      </p:grpSpPr>
      <p:sp>
        <p:nvSpPr>
          <p:cNvPr id="2500" name="Google Shape;2500;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01" name="Google Shape;2501;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0" name="Shape 4700"/>
        <p:cNvGrpSpPr/>
        <p:nvPr/>
      </p:nvGrpSpPr>
      <p:grpSpPr>
        <a:xfrm>
          <a:off x="0" y="0"/>
          <a:ext cx="0" cy="0"/>
          <a:chOff x="0" y="0"/>
          <a:chExt cx="0" cy="0"/>
        </a:xfrm>
      </p:grpSpPr>
      <p:sp>
        <p:nvSpPr>
          <p:cNvPr id="4701" name="Google Shape;4701;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02" name="Google Shape;4702;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9" name="Shape 5119"/>
        <p:cNvGrpSpPr/>
        <p:nvPr/>
      </p:nvGrpSpPr>
      <p:grpSpPr>
        <a:xfrm>
          <a:off x="0" y="0"/>
          <a:ext cx="0" cy="0"/>
          <a:chOff x="0" y="0"/>
          <a:chExt cx="0" cy="0"/>
        </a:xfrm>
      </p:grpSpPr>
      <p:sp>
        <p:nvSpPr>
          <p:cNvPr id="5120" name="Google Shape;5120;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121" name="Google Shape;5121;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9" name="Shape 5289"/>
        <p:cNvGrpSpPr/>
        <p:nvPr/>
      </p:nvGrpSpPr>
      <p:grpSpPr>
        <a:xfrm>
          <a:off x="0" y="0"/>
          <a:ext cx="0" cy="0"/>
          <a:chOff x="0" y="0"/>
          <a:chExt cx="0" cy="0"/>
        </a:xfrm>
      </p:grpSpPr>
      <p:sp>
        <p:nvSpPr>
          <p:cNvPr id="5290" name="Google Shape;5290;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91" name="Google Shape;5291;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4" name="Shape 5694"/>
        <p:cNvGrpSpPr/>
        <p:nvPr/>
      </p:nvGrpSpPr>
      <p:grpSpPr>
        <a:xfrm>
          <a:off x="0" y="0"/>
          <a:ext cx="0" cy="0"/>
          <a:chOff x="0" y="0"/>
          <a:chExt cx="0" cy="0"/>
        </a:xfrm>
      </p:grpSpPr>
      <p:sp>
        <p:nvSpPr>
          <p:cNvPr id="5695" name="Google Shape;5695;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696" name="Google Shape;5696;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4" name="Shape 6074"/>
        <p:cNvGrpSpPr/>
        <p:nvPr/>
      </p:nvGrpSpPr>
      <p:grpSpPr>
        <a:xfrm>
          <a:off x="0" y="0"/>
          <a:ext cx="0" cy="0"/>
          <a:chOff x="0" y="0"/>
          <a:chExt cx="0" cy="0"/>
        </a:xfrm>
      </p:grpSpPr>
      <p:sp>
        <p:nvSpPr>
          <p:cNvPr id="6075" name="Google Shape;6075;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076" name="Google Shape;6076;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0" name="Shape 6500"/>
        <p:cNvGrpSpPr/>
        <p:nvPr/>
      </p:nvGrpSpPr>
      <p:grpSpPr>
        <a:xfrm>
          <a:off x="0" y="0"/>
          <a:ext cx="0" cy="0"/>
          <a:chOff x="0" y="0"/>
          <a:chExt cx="0" cy="0"/>
        </a:xfrm>
      </p:grpSpPr>
      <p:sp>
        <p:nvSpPr>
          <p:cNvPr id="6501" name="Google Shape;6501;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502" name="Google Shape;6502;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1" name="Shape 6861"/>
        <p:cNvGrpSpPr/>
        <p:nvPr/>
      </p:nvGrpSpPr>
      <p:grpSpPr>
        <a:xfrm>
          <a:off x="0" y="0"/>
          <a:ext cx="0" cy="0"/>
          <a:chOff x="0" y="0"/>
          <a:chExt cx="0" cy="0"/>
        </a:xfrm>
      </p:grpSpPr>
      <p:sp>
        <p:nvSpPr>
          <p:cNvPr id="6862" name="Google Shape;6862;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863" name="Google Shape;6863;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1" name="Shape 7371"/>
        <p:cNvGrpSpPr/>
        <p:nvPr/>
      </p:nvGrpSpPr>
      <p:grpSpPr>
        <a:xfrm>
          <a:off x="0" y="0"/>
          <a:ext cx="0" cy="0"/>
          <a:chOff x="0" y="0"/>
          <a:chExt cx="0" cy="0"/>
        </a:xfrm>
      </p:grpSpPr>
      <p:sp>
        <p:nvSpPr>
          <p:cNvPr id="7372" name="Google Shape;7372;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73" name="Google Shape;7373;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1" name="Shape 7991"/>
        <p:cNvGrpSpPr/>
        <p:nvPr/>
      </p:nvGrpSpPr>
      <p:grpSpPr>
        <a:xfrm>
          <a:off x="0" y="0"/>
          <a:ext cx="0" cy="0"/>
          <a:chOff x="0" y="0"/>
          <a:chExt cx="0" cy="0"/>
        </a:xfrm>
      </p:grpSpPr>
      <p:sp>
        <p:nvSpPr>
          <p:cNvPr id="7992" name="Google Shape;7992;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993" name="Google Shape;7993;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5" name="Shape 8585"/>
        <p:cNvGrpSpPr/>
        <p:nvPr/>
      </p:nvGrpSpPr>
      <p:grpSpPr>
        <a:xfrm>
          <a:off x="0" y="0"/>
          <a:ext cx="0" cy="0"/>
          <a:chOff x="0" y="0"/>
          <a:chExt cx="0" cy="0"/>
        </a:xfrm>
      </p:grpSpPr>
      <p:sp>
        <p:nvSpPr>
          <p:cNvPr id="8586" name="Google Shape;8586;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87" name="Google Shape;8587;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6" name="Shape 8906"/>
        <p:cNvGrpSpPr/>
        <p:nvPr/>
      </p:nvGrpSpPr>
      <p:grpSpPr>
        <a:xfrm>
          <a:off x="0" y="0"/>
          <a:ext cx="0" cy="0"/>
          <a:chOff x="0" y="0"/>
          <a:chExt cx="0" cy="0"/>
        </a:xfrm>
      </p:grpSpPr>
      <p:sp>
        <p:nvSpPr>
          <p:cNvPr id="8907" name="Google Shape;8907;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08" name="Google Shape;8908;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4" name="Shape 9214"/>
        <p:cNvGrpSpPr/>
        <p:nvPr/>
      </p:nvGrpSpPr>
      <p:grpSpPr>
        <a:xfrm>
          <a:off x="0" y="0"/>
          <a:ext cx="0" cy="0"/>
          <a:chOff x="0" y="0"/>
          <a:chExt cx="0" cy="0"/>
        </a:xfrm>
      </p:grpSpPr>
      <p:sp>
        <p:nvSpPr>
          <p:cNvPr id="9215" name="Google Shape;9215;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216" name="Google Shape;9216;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42"/>
          <p:cNvSpPr txBox="1"/>
          <p:nvPr>
            <p:ph type="ctrTitle"/>
          </p:nvPr>
        </p:nvSpPr>
        <p:spPr>
          <a:xfrm>
            <a:off x="720100" y="787094"/>
            <a:ext cx="4304400" cy="2224500"/>
          </a:xfrm>
          <a:prstGeom prst="rect">
            <a:avLst/>
          </a:prstGeom>
          <a:noFill/>
          <a:ln>
            <a:noFill/>
          </a:ln>
        </p:spPr>
        <p:txBody>
          <a:bodyPr anchorCtr="0" anchor="b" bIns="91425" lIns="91425" spcFirstLastPara="1" rIns="91425" wrap="square" tIns="91425">
            <a:noAutofit/>
          </a:bodyPr>
          <a:lstStyle>
            <a:lvl1pPr lvl="0" algn="l">
              <a:lnSpc>
                <a:spcPct val="85000"/>
              </a:lnSpc>
              <a:spcBef>
                <a:spcPts val="0"/>
              </a:spcBef>
              <a:spcAft>
                <a:spcPts val="0"/>
              </a:spcAft>
              <a:buSzPts val="4500"/>
              <a:buFont typeface="Loved by the King"/>
              <a:buNone/>
              <a:defRPr sz="6000"/>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p:txBody>
      </p:sp>
      <p:sp>
        <p:nvSpPr>
          <p:cNvPr id="10" name="Google Shape;10;p42"/>
          <p:cNvSpPr txBox="1"/>
          <p:nvPr>
            <p:ph idx="1" type="subTitle"/>
          </p:nvPr>
        </p:nvSpPr>
        <p:spPr>
          <a:xfrm>
            <a:off x="720122" y="3030406"/>
            <a:ext cx="4306800" cy="411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sz="1600"/>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grpSp>
        <p:nvGrpSpPr>
          <p:cNvPr id="11" name="Google Shape;11;p42"/>
          <p:cNvGrpSpPr/>
          <p:nvPr/>
        </p:nvGrpSpPr>
        <p:grpSpPr>
          <a:xfrm>
            <a:off x="50" y="3736600"/>
            <a:ext cx="9144000" cy="1407000"/>
            <a:chOff x="50" y="3736600"/>
            <a:chExt cx="9144000" cy="1407000"/>
          </a:xfrm>
        </p:grpSpPr>
        <p:sp>
          <p:nvSpPr>
            <p:cNvPr id="12" name="Google Shape;12;p42"/>
            <p:cNvSpPr/>
            <p:nvPr/>
          </p:nvSpPr>
          <p:spPr>
            <a:xfrm>
              <a:off x="50" y="3736600"/>
              <a:ext cx="9144000" cy="14070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13" name="Google Shape;13;p42"/>
            <p:cNvCxnSpPr/>
            <p:nvPr/>
          </p:nvCxnSpPr>
          <p:spPr>
            <a:xfrm rot="10800000">
              <a:off x="4729275" y="3736600"/>
              <a:ext cx="4205400" cy="0"/>
            </a:xfrm>
            <a:prstGeom prst="straightConnector1">
              <a:avLst/>
            </a:prstGeom>
            <a:noFill/>
            <a:ln cap="flat" cmpd="sng" w="9525">
              <a:solidFill>
                <a:schemeClr val="lt1"/>
              </a:solidFill>
              <a:prstDash val="solid"/>
              <a:round/>
              <a:headEnd len="sm" w="sm" type="none"/>
              <a:tailEnd len="sm" w="sm" type="none"/>
            </a:ln>
          </p:spPr>
        </p:cxnSp>
      </p:grpSp>
      <p:grpSp>
        <p:nvGrpSpPr>
          <p:cNvPr id="14" name="Google Shape;14;p42"/>
          <p:cNvGrpSpPr/>
          <p:nvPr/>
        </p:nvGrpSpPr>
        <p:grpSpPr>
          <a:xfrm flipH="1">
            <a:off x="33745" y="2908541"/>
            <a:ext cx="618902" cy="828066"/>
            <a:chOff x="150500" y="3822988"/>
            <a:chExt cx="569629" cy="762141"/>
          </a:xfrm>
        </p:grpSpPr>
        <p:sp>
          <p:nvSpPr>
            <p:cNvPr id="15" name="Google Shape;15;p42"/>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42"/>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42"/>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42"/>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42"/>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42"/>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42"/>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42"/>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42"/>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 name="Shape 24"/>
        <p:cNvGrpSpPr/>
        <p:nvPr/>
      </p:nvGrpSpPr>
      <p:grpSpPr>
        <a:xfrm>
          <a:off x="0" y="0"/>
          <a:ext cx="0" cy="0"/>
          <a:chOff x="0" y="0"/>
          <a:chExt cx="0" cy="0"/>
        </a:xfrm>
      </p:grpSpPr>
      <p:sp>
        <p:nvSpPr>
          <p:cNvPr id="25" name="Google Shape;25;p43"/>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Clr>
                <a:schemeClr val="lt1"/>
              </a:buClr>
              <a:buSzPts val="3500"/>
              <a:buNone/>
              <a:defRPr>
                <a:solidFill>
                  <a:schemeClr val="lt1"/>
                </a:solidFill>
              </a:defRPr>
            </a:lvl2pPr>
            <a:lvl3pPr lvl="2" algn="ctr">
              <a:lnSpc>
                <a:spcPct val="100000"/>
              </a:lnSpc>
              <a:spcBef>
                <a:spcPts val="0"/>
              </a:spcBef>
              <a:spcAft>
                <a:spcPts val="0"/>
              </a:spcAft>
              <a:buClr>
                <a:schemeClr val="lt1"/>
              </a:buClr>
              <a:buSzPts val="3500"/>
              <a:buNone/>
              <a:defRPr>
                <a:solidFill>
                  <a:schemeClr val="lt1"/>
                </a:solidFill>
              </a:defRPr>
            </a:lvl3pPr>
            <a:lvl4pPr lvl="3" algn="ctr">
              <a:lnSpc>
                <a:spcPct val="100000"/>
              </a:lnSpc>
              <a:spcBef>
                <a:spcPts val="0"/>
              </a:spcBef>
              <a:spcAft>
                <a:spcPts val="0"/>
              </a:spcAft>
              <a:buClr>
                <a:schemeClr val="lt1"/>
              </a:buClr>
              <a:buSzPts val="3500"/>
              <a:buNone/>
              <a:defRPr>
                <a:solidFill>
                  <a:schemeClr val="lt1"/>
                </a:solidFill>
              </a:defRPr>
            </a:lvl4pPr>
            <a:lvl5pPr lvl="4" algn="ctr">
              <a:lnSpc>
                <a:spcPct val="100000"/>
              </a:lnSpc>
              <a:spcBef>
                <a:spcPts val="0"/>
              </a:spcBef>
              <a:spcAft>
                <a:spcPts val="0"/>
              </a:spcAft>
              <a:buClr>
                <a:schemeClr val="lt1"/>
              </a:buClr>
              <a:buSzPts val="3500"/>
              <a:buNone/>
              <a:defRPr>
                <a:solidFill>
                  <a:schemeClr val="lt1"/>
                </a:solidFill>
              </a:defRPr>
            </a:lvl5pPr>
            <a:lvl6pPr lvl="5" algn="ctr">
              <a:lnSpc>
                <a:spcPct val="100000"/>
              </a:lnSpc>
              <a:spcBef>
                <a:spcPts val="0"/>
              </a:spcBef>
              <a:spcAft>
                <a:spcPts val="0"/>
              </a:spcAft>
              <a:buClr>
                <a:schemeClr val="lt1"/>
              </a:buClr>
              <a:buSzPts val="3500"/>
              <a:buNone/>
              <a:defRPr>
                <a:solidFill>
                  <a:schemeClr val="lt1"/>
                </a:solidFill>
              </a:defRPr>
            </a:lvl6pPr>
            <a:lvl7pPr lvl="6" algn="ctr">
              <a:lnSpc>
                <a:spcPct val="100000"/>
              </a:lnSpc>
              <a:spcBef>
                <a:spcPts val="0"/>
              </a:spcBef>
              <a:spcAft>
                <a:spcPts val="0"/>
              </a:spcAft>
              <a:buClr>
                <a:schemeClr val="lt1"/>
              </a:buClr>
              <a:buSzPts val="3500"/>
              <a:buNone/>
              <a:defRPr>
                <a:solidFill>
                  <a:schemeClr val="lt1"/>
                </a:solidFill>
              </a:defRPr>
            </a:lvl7pPr>
            <a:lvl8pPr lvl="7" algn="ctr">
              <a:lnSpc>
                <a:spcPct val="100000"/>
              </a:lnSpc>
              <a:spcBef>
                <a:spcPts val="0"/>
              </a:spcBef>
              <a:spcAft>
                <a:spcPts val="0"/>
              </a:spcAft>
              <a:buClr>
                <a:schemeClr val="lt1"/>
              </a:buClr>
              <a:buSzPts val="3500"/>
              <a:buNone/>
              <a:defRPr>
                <a:solidFill>
                  <a:schemeClr val="lt1"/>
                </a:solidFill>
              </a:defRPr>
            </a:lvl8pPr>
            <a:lvl9pPr lvl="8" algn="ctr">
              <a:lnSpc>
                <a:spcPct val="100000"/>
              </a:lnSpc>
              <a:spcBef>
                <a:spcPts val="0"/>
              </a:spcBef>
              <a:spcAft>
                <a:spcPts val="0"/>
              </a:spcAft>
              <a:buClr>
                <a:schemeClr val="lt1"/>
              </a:buClr>
              <a:buSzPts val="3500"/>
              <a:buNone/>
              <a:defRPr>
                <a:solidFill>
                  <a:schemeClr val="lt1"/>
                </a:solidFill>
              </a:defRPr>
            </a:lvl9pPr>
          </a:lstStyle>
          <a:p/>
        </p:txBody>
      </p:sp>
      <p:sp>
        <p:nvSpPr>
          <p:cNvPr id="26" name="Google Shape;26;p43"/>
          <p:cNvSpPr txBox="1"/>
          <p:nvPr>
            <p:ph idx="1" type="body"/>
          </p:nvPr>
        </p:nvSpPr>
        <p:spPr>
          <a:xfrm>
            <a:off x="716900" y="1128049"/>
            <a:ext cx="7704000" cy="365700"/>
          </a:xfrm>
          <a:prstGeom prst="rect">
            <a:avLst/>
          </a:prstGeom>
          <a:noFill/>
          <a:ln>
            <a:noFill/>
          </a:ln>
        </p:spPr>
        <p:txBody>
          <a:bodyPr anchorCtr="0" anchor="t" bIns="91425" lIns="91425" spcFirstLastPara="1" rIns="91425" wrap="square" tIns="91425">
            <a:noAutofit/>
          </a:bodyPr>
          <a:lstStyle>
            <a:lvl1pPr indent="-330200" lvl="0" marL="457200" algn="ctr">
              <a:lnSpc>
                <a:spcPct val="100000"/>
              </a:lnSpc>
              <a:spcBef>
                <a:spcPts val="0"/>
              </a:spcBef>
              <a:spcAft>
                <a:spcPts val="0"/>
              </a:spcAft>
              <a:buSzPts val="1600"/>
              <a:buFont typeface="Mulish SemiBold"/>
              <a:buAutoNum type="arabicPeriod"/>
              <a:defRPr/>
            </a:lvl1pPr>
            <a:lvl2pPr indent="-330200" lvl="1" marL="914400" algn="l">
              <a:lnSpc>
                <a:spcPct val="100000"/>
              </a:lnSpc>
              <a:spcBef>
                <a:spcPts val="0"/>
              </a:spcBef>
              <a:spcAft>
                <a:spcPts val="0"/>
              </a:spcAft>
              <a:buSzPts val="1600"/>
              <a:buFont typeface="Roboto Condensed Light"/>
              <a:buAutoNum type="alphaLcPeriod"/>
              <a:defRPr sz="1600"/>
            </a:lvl2pPr>
            <a:lvl3pPr indent="-330200" lvl="2" marL="1371600" algn="l">
              <a:lnSpc>
                <a:spcPct val="100000"/>
              </a:lnSpc>
              <a:spcBef>
                <a:spcPts val="0"/>
              </a:spcBef>
              <a:spcAft>
                <a:spcPts val="0"/>
              </a:spcAft>
              <a:buSzPts val="1600"/>
              <a:buFont typeface="Roboto Condensed Light"/>
              <a:buAutoNum type="romanLcPeriod"/>
              <a:defRPr sz="1600"/>
            </a:lvl3pPr>
            <a:lvl4pPr indent="-330200" lvl="3" marL="1828800" algn="l">
              <a:lnSpc>
                <a:spcPct val="100000"/>
              </a:lnSpc>
              <a:spcBef>
                <a:spcPts val="0"/>
              </a:spcBef>
              <a:spcAft>
                <a:spcPts val="0"/>
              </a:spcAft>
              <a:buSzPts val="1600"/>
              <a:buFont typeface="Roboto Condensed Light"/>
              <a:buAutoNum type="arabicPeriod"/>
              <a:defRPr sz="1600"/>
            </a:lvl4pPr>
            <a:lvl5pPr indent="-330200" lvl="4" marL="2286000" algn="l">
              <a:lnSpc>
                <a:spcPct val="100000"/>
              </a:lnSpc>
              <a:spcBef>
                <a:spcPts val="0"/>
              </a:spcBef>
              <a:spcAft>
                <a:spcPts val="0"/>
              </a:spcAft>
              <a:buSzPts val="1600"/>
              <a:buFont typeface="Roboto Condensed Light"/>
              <a:buAutoNum type="alphaLcPeriod"/>
              <a:defRPr sz="1600"/>
            </a:lvl5pPr>
            <a:lvl6pPr indent="-330200" lvl="5" marL="2743200" algn="l">
              <a:lnSpc>
                <a:spcPct val="100000"/>
              </a:lnSpc>
              <a:spcBef>
                <a:spcPts val="0"/>
              </a:spcBef>
              <a:spcAft>
                <a:spcPts val="0"/>
              </a:spcAft>
              <a:buSzPts val="1600"/>
              <a:buFont typeface="Roboto Condensed Light"/>
              <a:buAutoNum type="romanLcPeriod"/>
              <a:defRPr sz="1600"/>
            </a:lvl6pPr>
            <a:lvl7pPr indent="-330200" lvl="6" marL="3200400" algn="l">
              <a:lnSpc>
                <a:spcPct val="100000"/>
              </a:lnSpc>
              <a:spcBef>
                <a:spcPts val="0"/>
              </a:spcBef>
              <a:spcAft>
                <a:spcPts val="0"/>
              </a:spcAft>
              <a:buSzPts val="1600"/>
              <a:buFont typeface="Roboto Condensed Light"/>
              <a:buAutoNum type="arabicPeriod"/>
              <a:defRPr sz="1600"/>
            </a:lvl7pPr>
            <a:lvl8pPr indent="-330200" lvl="7" marL="3657600" algn="l">
              <a:lnSpc>
                <a:spcPct val="100000"/>
              </a:lnSpc>
              <a:spcBef>
                <a:spcPts val="0"/>
              </a:spcBef>
              <a:spcAft>
                <a:spcPts val="0"/>
              </a:spcAft>
              <a:buSzPts val="1600"/>
              <a:buFont typeface="Roboto Condensed Light"/>
              <a:buAutoNum type="alphaLcPeriod"/>
              <a:defRPr sz="1600"/>
            </a:lvl8pPr>
            <a:lvl9pPr indent="-330200" lvl="8" marL="4114800" algn="l">
              <a:lnSpc>
                <a:spcPct val="100000"/>
              </a:lnSpc>
              <a:spcBef>
                <a:spcPts val="0"/>
              </a:spcBef>
              <a:spcAft>
                <a:spcPts val="0"/>
              </a:spcAft>
              <a:buSzPts val="1600"/>
              <a:buFont typeface="Roboto Condensed Light"/>
              <a:buAutoNum type="romanLcPeriod"/>
              <a:defRPr sz="1600"/>
            </a:lvl9pPr>
          </a:lstStyle>
          <a:p/>
        </p:txBody>
      </p:sp>
      <p:sp>
        <p:nvSpPr>
          <p:cNvPr id="27" name="Google Shape;27;p43"/>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28" name="Google Shape;28;p43"/>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29" name="Google Shape;29;p43"/>
          <p:cNvGrpSpPr/>
          <p:nvPr/>
        </p:nvGrpSpPr>
        <p:grpSpPr>
          <a:xfrm>
            <a:off x="-404825" y="1128050"/>
            <a:ext cx="9490021" cy="3471382"/>
            <a:chOff x="-404825" y="1128050"/>
            <a:chExt cx="9490021" cy="3471382"/>
          </a:xfrm>
        </p:grpSpPr>
        <p:grpSp>
          <p:nvGrpSpPr>
            <p:cNvPr id="30" name="Google Shape;30;p43"/>
            <p:cNvGrpSpPr/>
            <p:nvPr/>
          </p:nvGrpSpPr>
          <p:grpSpPr>
            <a:xfrm>
              <a:off x="-404825" y="1128050"/>
              <a:ext cx="1124813" cy="885613"/>
              <a:chOff x="5284625" y="-234825"/>
              <a:chExt cx="1124813" cy="885613"/>
            </a:xfrm>
          </p:grpSpPr>
          <p:sp>
            <p:nvSpPr>
              <p:cNvPr id="31" name="Google Shape;31;p43"/>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43"/>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43"/>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43"/>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43"/>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43"/>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43"/>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43"/>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43"/>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43"/>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43"/>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43"/>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43"/>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43"/>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43"/>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43"/>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43"/>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43"/>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43"/>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43"/>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43"/>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43"/>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43"/>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 name="Google Shape;54;p43"/>
            <p:cNvGrpSpPr/>
            <p:nvPr/>
          </p:nvGrpSpPr>
          <p:grpSpPr>
            <a:xfrm flipH="1">
              <a:off x="101100" y="3293930"/>
              <a:ext cx="618900" cy="1305496"/>
              <a:chOff x="-2244625" y="2465880"/>
              <a:chExt cx="618900" cy="1305496"/>
            </a:xfrm>
          </p:grpSpPr>
          <p:sp>
            <p:nvSpPr>
              <p:cNvPr id="55" name="Google Shape;55;p43"/>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43"/>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43"/>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43"/>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 name="Google Shape;59;p43"/>
            <p:cNvGrpSpPr/>
            <p:nvPr/>
          </p:nvGrpSpPr>
          <p:grpSpPr>
            <a:xfrm>
              <a:off x="8466294" y="3771366"/>
              <a:ext cx="618902" cy="828066"/>
              <a:chOff x="150500" y="3822988"/>
              <a:chExt cx="569629" cy="762141"/>
            </a:xfrm>
          </p:grpSpPr>
          <p:sp>
            <p:nvSpPr>
              <p:cNvPr id="60" name="Google Shape;60;p43"/>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43"/>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43"/>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43"/>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 name="Google Shape;64;p43"/>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43"/>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43"/>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43"/>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43"/>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9" name="Shape 69"/>
        <p:cNvGrpSpPr/>
        <p:nvPr/>
      </p:nvGrpSpPr>
      <p:grpSpPr>
        <a:xfrm>
          <a:off x="0" y="0"/>
          <a:ext cx="0" cy="0"/>
          <a:chOff x="0" y="0"/>
          <a:chExt cx="0" cy="0"/>
        </a:xfrm>
      </p:grpSpPr>
      <p:sp>
        <p:nvSpPr>
          <p:cNvPr id="70" name="Google Shape;70;p44"/>
          <p:cNvSpPr txBox="1"/>
          <p:nvPr>
            <p:ph type="title"/>
          </p:nvPr>
        </p:nvSpPr>
        <p:spPr>
          <a:xfrm>
            <a:off x="2167742" y="1217238"/>
            <a:ext cx="2271600" cy="759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71" name="Google Shape;71;p44"/>
          <p:cNvSpPr txBox="1"/>
          <p:nvPr>
            <p:ph idx="2" type="title"/>
          </p:nvPr>
        </p:nvSpPr>
        <p:spPr>
          <a:xfrm flipH="1">
            <a:off x="5608667" y="1217238"/>
            <a:ext cx="2271600" cy="759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72" name="Google Shape;72;p44"/>
          <p:cNvSpPr txBox="1"/>
          <p:nvPr>
            <p:ph idx="3" type="title"/>
          </p:nvPr>
        </p:nvSpPr>
        <p:spPr>
          <a:xfrm>
            <a:off x="1263733" y="1217238"/>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73" name="Google Shape;73;p44"/>
          <p:cNvSpPr txBox="1"/>
          <p:nvPr>
            <p:ph idx="4" type="title"/>
          </p:nvPr>
        </p:nvSpPr>
        <p:spPr>
          <a:xfrm flipH="1">
            <a:off x="4713065" y="1217238"/>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74" name="Google Shape;74;p44"/>
          <p:cNvSpPr txBox="1"/>
          <p:nvPr>
            <p:ph idx="5"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75" name="Google Shape;75;p44"/>
          <p:cNvSpPr txBox="1"/>
          <p:nvPr>
            <p:ph idx="6" type="title"/>
          </p:nvPr>
        </p:nvSpPr>
        <p:spPr>
          <a:xfrm>
            <a:off x="2167742" y="2281050"/>
            <a:ext cx="2271600" cy="759000"/>
          </a:xfrm>
          <a:prstGeom prst="rect">
            <a:avLst/>
          </a:prstGeom>
          <a:noFill/>
          <a:ln>
            <a:noFill/>
          </a:ln>
        </p:spPr>
        <p:txBody>
          <a:bodyPr anchorCtr="0" anchor="ctr" bIns="91425" lIns="91425" spcFirstLastPara="1" rIns="91425" wrap="square" tIns="91425">
            <a:noAutofit/>
          </a:bodyPr>
          <a:lstStyle>
            <a:lvl1pPr lvl="0" algn="l">
              <a:lnSpc>
                <a:spcPct val="115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76" name="Google Shape;76;p44"/>
          <p:cNvSpPr txBox="1"/>
          <p:nvPr>
            <p:ph idx="7" type="title"/>
          </p:nvPr>
        </p:nvSpPr>
        <p:spPr>
          <a:xfrm flipH="1">
            <a:off x="5608667" y="3344838"/>
            <a:ext cx="2271600" cy="759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77" name="Google Shape;77;p44"/>
          <p:cNvSpPr txBox="1"/>
          <p:nvPr>
            <p:ph idx="8" type="title"/>
          </p:nvPr>
        </p:nvSpPr>
        <p:spPr>
          <a:xfrm>
            <a:off x="1263733" y="3344838"/>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78" name="Google Shape;78;p44"/>
          <p:cNvSpPr txBox="1"/>
          <p:nvPr>
            <p:ph idx="9" type="title"/>
          </p:nvPr>
        </p:nvSpPr>
        <p:spPr>
          <a:xfrm flipH="1">
            <a:off x="4713065" y="3344838"/>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79" name="Google Shape;79;p44"/>
          <p:cNvSpPr txBox="1"/>
          <p:nvPr>
            <p:ph idx="13" type="title"/>
          </p:nvPr>
        </p:nvSpPr>
        <p:spPr>
          <a:xfrm>
            <a:off x="2167742" y="3344838"/>
            <a:ext cx="2271600" cy="759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80" name="Google Shape;80;p44"/>
          <p:cNvSpPr txBox="1"/>
          <p:nvPr>
            <p:ph idx="14" type="title"/>
          </p:nvPr>
        </p:nvSpPr>
        <p:spPr>
          <a:xfrm flipH="1">
            <a:off x="5608667" y="2281050"/>
            <a:ext cx="2271600" cy="759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81" name="Google Shape;81;p44"/>
          <p:cNvSpPr txBox="1"/>
          <p:nvPr>
            <p:ph idx="15" type="title"/>
          </p:nvPr>
        </p:nvSpPr>
        <p:spPr>
          <a:xfrm>
            <a:off x="1263733" y="2281050"/>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82" name="Google Shape;82;p44"/>
          <p:cNvSpPr txBox="1"/>
          <p:nvPr>
            <p:ph idx="16" type="title"/>
          </p:nvPr>
        </p:nvSpPr>
        <p:spPr>
          <a:xfrm flipH="1">
            <a:off x="4713065" y="2281050"/>
            <a:ext cx="759000" cy="7590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b="1" sz="2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83" name="Google Shape;83;p44"/>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84" name="Google Shape;84;p44"/>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85" name="Google Shape;85;p44"/>
          <p:cNvGrpSpPr/>
          <p:nvPr/>
        </p:nvGrpSpPr>
        <p:grpSpPr>
          <a:xfrm>
            <a:off x="48994" y="1733850"/>
            <a:ext cx="9499819" cy="2865582"/>
            <a:chOff x="48994" y="1733850"/>
            <a:chExt cx="9499819" cy="2865582"/>
          </a:xfrm>
        </p:grpSpPr>
        <p:grpSp>
          <p:nvGrpSpPr>
            <p:cNvPr id="86" name="Google Shape;86;p44"/>
            <p:cNvGrpSpPr/>
            <p:nvPr/>
          </p:nvGrpSpPr>
          <p:grpSpPr>
            <a:xfrm>
              <a:off x="8424000" y="1733850"/>
              <a:ext cx="1124813" cy="885613"/>
              <a:chOff x="5284625" y="-234825"/>
              <a:chExt cx="1124813" cy="885613"/>
            </a:xfrm>
          </p:grpSpPr>
          <p:sp>
            <p:nvSpPr>
              <p:cNvPr id="87" name="Google Shape;87;p44"/>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44"/>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44"/>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44"/>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44"/>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44"/>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44"/>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44"/>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44"/>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44"/>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44"/>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44"/>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44"/>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44"/>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44"/>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44"/>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44"/>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44"/>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44"/>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44"/>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44"/>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44"/>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44"/>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 name="Google Shape;110;p44"/>
            <p:cNvGrpSpPr/>
            <p:nvPr/>
          </p:nvGrpSpPr>
          <p:grpSpPr>
            <a:xfrm>
              <a:off x="49000" y="1966600"/>
              <a:ext cx="569636" cy="387603"/>
              <a:chOff x="6884625" y="563500"/>
              <a:chExt cx="569636" cy="387603"/>
            </a:xfrm>
          </p:grpSpPr>
          <p:sp>
            <p:nvSpPr>
              <p:cNvPr id="111" name="Google Shape;111;p44"/>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44"/>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44"/>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44"/>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44"/>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44"/>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44"/>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44"/>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44"/>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44"/>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44"/>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 name="Google Shape;122;p44"/>
            <p:cNvGrpSpPr/>
            <p:nvPr/>
          </p:nvGrpSpPr>
          <p:grpSpPr>
            <a:xfrm>
              <a:off x="48994" y="3771366"/>
              <a:ext cx="618902" cy="828066"/>
              <a:chOff x="150500" y="3822988"/>
              <a:chExt cx="569629" cy="762141"/>
            </a:xfrm>
          </p:grpSpPr>
          <p:sp>
            <p:nvSpPr>
              <p:cNvPr id="123" name="Google Shape;123;p44"/>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44"/>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44"/>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44"/>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44"/>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44"/>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44"/>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44"/>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44"/>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 name="Google Shape;132;p44"/>
            <p:cNvGrpSpPr/>
            <p:nvPr/>
          </p:nvGrpSpPr>
          <p:grpSpPr>
            <a:xfrm>
              <a:off x="8448900" y="3293930"/>
              <a:ext cx="618900" cy="1305496"/>
              <a:chOff x="-2244625" y="2465880"/>
              <a:chExt cx="618900" cy="1305496"/>
            </a:xfrm>
          </p:grpSpPr>
          <p:sp>
            <p:nvSpPr>
              <p:cNvPr id="133" name="Google Shape;133;p44"/>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44"/>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44"/>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44"/>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7" name="Shape 137"/>
        <p:cNvGrpSpPr/>
        <p:nvPr/>
      </p:nvGrpSpPr>
      <p:grpSpPr>
        <a:xfrm>
          <a:off x="0" y="0"/>
          <a:ext cx="0" cy="0"/>
          <a:chOff x="0" y="0"/>
          <a:chExt cx="0" cy="0"/>
        </a:xfrm>
      </p:grpSpPr>
      <p:sp>
        <p:nvSpPr>
          <p:cNvPr id="138" name="Google Shape;138;p45"/>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Clr>
                <a:schemeClr val="lt1"/>
              </a:buClr>
              <a:buSzPts val="3500"/>
              <a:buNone/>
              <a:defRPr>
                <a:solidFill>
                  <a:schemeClr val="lt1"/>
                </a:solidFill>
              </a:defRPr>
            </a:lvl2pPr>
            <a:lvl3pPr lvl="2" algn="ctr">
              <a:lnSpc>
                <a:spcPct val="100000"/>
              </a:lnSpc>
              <a:spcBef>
                <a:spcPts val="0"/>
              </a:spcBef>
              <a:spcAft>
                <a:spcPts val="0"/>
              </a:spcAft>
              <a:buClr>
                <a:schemeClr val="lt1"/>
              </a:buClr>
              <a:buSzPts val="3500"/>
              <a:buNone/>
              <a:defRPr>
                <a:solidFill>
                  <a:schemeClr val="lt1"/>
                </a:solidFill>
              </a:defRPr>
            </a:lvl3pPr>
            <a:lvl4pPr lvl="3" algn="ctr">
              <a:lnSpc>
                <a:spcPct val="100000"/>
              </a:lnSpc>
              <a:spcBef>
                <a:spcPts val="0"/>
              </a:spcBef>
              <a:spcAft>
                <a:spcPts val="0"/>
              </a:spcAft>
              <a:buClr>
                <a:schemeClr val="lt1"/>
              </a:buClr>
              <a:buSzPts val="3500"/>
              <a:buNone/>
              <a:defRPr>
                <a:solidFill>
                  <a:schemeClr val="lt1"/>
                </a:solidFill>
              </a:defRPr>
            </a:lvl4pPr>
            <a:lvl5pPr lvl="4" algn="ctr">
              <a:lnSpc>
                <a:spcPct val="100000"/>
              </a:lnSpc>
              <a:spcBef>
                <a:spcPts val="0"/>
              </a:spcBef>
              <a:spcAft>
                <a:spcPts val="0"/>
              </a:spcAft>
              <a:buClr>
                <a:schemeClr val="lt1"/>
              </a:buClr>
              <a:buSzPts val="3500"/>
              <a:buNone/>
              <a:defRPr>
                <a:solidFill>
                  <a:schemeClr val="lt1"/>
                </a:solidFill>
              </a:defRPr>
            </a:lvl5pPr>
            <a:lvl6pPr lvl="5" algn="ctr">
              <a:lnSpc>
                <a:spcPct val="100000"/>
              </a:lnSpc>
              <a:spcBef>
                <a:spcPts val="0"/>
              </a:spcBef>
              <a:spcAft>
                <a:spcPts val="0"/>
              </a:spcAft>
              <a:buClr>
                <a:schemeClr val="lt1"/>
              </a:buClr>
              <a:buSzPts val="3500"/>
              <a:buNone/>
              <a:defRPr>
                <a:solidFill>
                  <a:schemeClr val="lt1"/>
                </a:solidFill>
              </a:defRPr>
            </a:lvl6pPr>
            <a:lvl7pPr lvl="6" algn="ctr">
              <a:lnSpc>
                <a:spcPct val="100000"/>
              </a:lnSpc>
              <a:spcBef>
                <a:spcPts val="0"/>
              </a:spcBef>
              <a:spcAft>
                <a:spcPts val="0"/>
              </a:spcAft>
              <a:buClr>
                <a:schemeClr val="lt1"/>
              </a:buClr>
              <a:buSzPts val="3500"/>
              <a:buNone/>
              <a:defRPr>
                <a:solidFill>
                  <a:schemeClr val="lt1"/>
                </a:solidFill>
              </a:defRPr>
            </a:lvl7pPr>
            <a:lvl8pPr lvl="7" algn="ctr">
              <a:lnSpc>
                <a:spcPct val="100000"/>
              </a:lnSpc>
              <a:spcBef>
                <a:spcPts val="0"/>
              </a:spcBef>
              <a:spcAft>
                <a:spcPts val="0"/>
              </a:spcAft>
              <a:buClr>
                <a:schemeClr val="lt1"/>
              </a:buClr>
              <a:buSzPts val="3500"/>
              <a:buNone/>
              <a:defRPr>
                <a:solidFill>
                  <a:schemeClr val="lt1"/>
                </a:solidFill>
              </a:defRPr>
            </a:lvl8pPr>
            <a:lvl9pPr lvl="8" algn="ctr">
              <a:lnSpc>
                <a:spcPct val="100000"/>
              </a:lnSpc>
              <a:spcBef>
                <a:spcPts val="0"/>
              </a:spcBef>
              <a:spcAft>
                <a:spcPts val="0"/>
              </a:spcAft>
              <a:buClr>
                <a:schemeClr val="lt1"/>
              </a:buClr>
              <a:buSzPts val="3500"/>
              <a:buNone/>
              <a:defRPr>
                <a:solidFill>
                  <a:schemeClr val="lt1"/>
                </a:solidFill>
              </a:defRPr>
            </a:lvl9pPr>
          </a:lstStyle>
          <a:p/>
        </p:txBody>
      </p:sp>
      <p:sp>
        <p:nvSpPr>
          <p:cNvPr id="139" name="Google Shape;139;p45"/>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140" name="Google Shape;140;p45"/>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141" name="Google Shape;141;p45"/>
          <p:cNvGrpSpPr/>
          <p:nvPr/>
        </p:nvGrpSpPr>
        <p:grpSpPr>
          <a:xfrm>
            <a:off x="-557225" y="1128050"/>
            <a:ext cx="9642421" cy="3471382"/>
            <a:chOff x="-557225" y="1128050"/>
            <a:chExt cx="9642421" cy="3471382"/>
          </a:xfrm>
        </p:grpSpPr>
        <p:grpSp>
          <p:nvGrpSpPr>
            <p:cNvPr id="142" name="Google Shape;142;p45"/>
            <p:cNvGrpSpPr/>
            <p:nvPr/>
          </p:nvGrpSpPr>
          <p:grpSpPr>
            <a:xfrm>
              <a:off x="-557225" y="1128050"/>
              <a:ext cx="1124813" cy="885613"/>
              <a:chOff x="5284625" y="-234825"/>
              <a:chExt cx="1124813" cy="885613"/>
            </a:xfrm>
          </p:grpSpPr>
          <p:sp>
            <p:nvSpPr>
              <p:cNvPr id="143" name="Google Shape;143;p45"/>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45"/>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45"/>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45"/>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45"/>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45"/>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45"/>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45"/>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45"/>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45"/>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45"/>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45"/>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45"/>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45"/>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45"/>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45"/>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45"/>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45"/>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45"/>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45"/>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45"/>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45"/>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45"/>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 name="Google Shape;166;p45"/>
            <p:cNvGrpSpPr/>
            <p:nvPr/>
          </p:nvGrpSpPr>
          <p:grpSpPr>
            <a:xfrm>
              <a:off x="8466294" y="3771366"/>
              <a:ext cx="618902" cy="828066"/>
              <a:chOff x="150500" y="3822988"/>
              <a:chExt cx="569629" cy="762141"/>
            </a:xfrm>
          </p:grpSpPr>
          <p:sp>
            <p:nvSpPr>
              <p:cNvPr id="167" name="Google Shape;167;p45"/>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45"/>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45"/>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45"/>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45"/>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45"/>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45"/>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45"/>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45"/>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 name="Google Shape;176;p45"/>
            <p:cNvGrpSpPr/>
            <p:nvPr/>
          </p:nvGrpSpPr>
          <p:grpSpPr>
            <a:xfrm flipH="1">
              <a:off x="101100" y="3293930"/>
              <a:ext cx="618900" cy="1305496"/>
              <a:chOff x="-2244625" y="2465880"/>
              <a:chExt cx="618900" cy="1305496"/>
            </a:xfrm>
          </p:grpSpPr>
          <p:sp>
            <p:nvSpPr>
              <p:cNvPr id="177" name="Google Shape;177;p45"/>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45"/>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45"/>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45"/>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1" name="Shape 181"/>
        <p:cNvGrpSpPr/>
        <p:nvPr/>
      </p:nvGrpSpPr>
      <p:grpSpPr>
        <a:xfrm>
          <a:off x="0" y="0"/>
          <a:ext cx="0" cy="0"/>
          <a:chOff x="0" y="0"/>
          <a:chExt cx="0" cy="0"/>
        </a:xfrm>
      </p:grpSpPr>
      <p:sp>
        <p:nvSpPr>
          <p:cNvPr id="182" name="Google Shape;182;p46"/>
          <p:cNvSpPr txBox="1"/>
          <p:nvPr>
            <p:ph type="title"/>
          </p:nvPr>
        </p:nvSpPr>
        <p:spPr>
          <a:xfrm>
            <a:off x="1914450" y="2273725"/>
            <a:ext cx="2420100" cy="365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sz="1800">
                <a:solidFill>
                  <a:schemeClr val="lt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83" name="Google Shape;183;p46"/>
          <p:cNvSpPr txBox="1"/>
          <p:nvPr>
            <p:ph idx="2" type="title"/>
          </p:nvPr>
        </p:nvSpPr>
        <p:spPr>
          <a:xfrm>
            <a:off x="4809600" y="2273725"/>
            <a:ext cx="2420100" cy="365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sz="1800">
                <a:solidFill>
                  <a:schemeClr val="lt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84" name="Google Shape;184;p46"/>
          <p:cNvSpPr txBox="1"/>
          <p:nvPr>
            <p:ph idx="1" type="subTitle"/>
          </p:nvPr>
        </p:nvSpPr>
        <p:spPr>
          <a:xfrm>
            <a:off x="4809600" y="2490350"/>
            <a:ext cx="2420100" cy="1554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85" name="Google Shape;185;p46"/>
          <p:cNvSpPr txBox="1"/>
          <p:nvPr>
            <p:ph idx="3" type="subTitle"/>
          </p:nvPr>
        </p:nvSpPr>
        <p:spPr>
          <a:xfrm>
            <a:off x="1914300" y="2490350"/>
            <a:ext cx="2420400" cy="1554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86" name="Google Shape;186;p46"/>
          <p:cNvSpPr txBox="1"/>
          <p:nvPr>
            <p:ph idx="4"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Clr>
                <a:schemeClr val="lt1"/>
              </a:buClr>
              <a:buSzPts val="3500"/>
              <a:buNone/>
              <a:defRPr>
                <a:solidFill>
                  <a:schemeClr val="lt1"/>
                </a:solidFill>
              </a:defRPr>
            </a:lvl2pPr>
            <a:lvl3pPr lvl="2" algn="ctr">
              <a:lnSpc>
                <a:spcPct val="100000"/>
              </a:lnSpc>
              <a:spcBef>
                <a:spcPts val="0"/>
              </a:spcBef>
              <a:spcAft>
                <a:spcPts val="0"/>
              </a:spcAft>
              <a:buClr>
                <a:schemeClr val="lt1"/>
              </a:buClr>
              <a:buSzPts val="3500"/>
              <a:buNone/>
              <a:defRPr>
                <a:solidFill>
                  <a:schemeClr val="lt1"/>
                </a:solidFill>
              </a:defRPr>
            </a:lvl3pPr>
            <a:lvl4pPr lvl="3" algn="ctr">
              <a:lnSpc>
                <a:spcPct val="100000"/>
              </a:lnSpc>
              <a:spcBef>
                <a:spcPts val="0"/>
              </a:spcBef>
              <a:spcAft>
                <a:spcPts val="0"/>
              </a:spcAft>
              <a:buClr>
                <a:schemeClr val="lt1"/>
              </a:buClr>
              <a:buSzPts val="3500"/>
              <a:buNone/>
              <a:defRPr>
                <a:solidFill>
                  <a:schemeClr val="lt1"/>
                </a:solidFill>
              </a:defRPr>
            </a:lvl4pPr>
            <a:lvl5pPr lvl="4" algn="ctr">
              <a:lnSpc>
                <a:spcPct val="100000"/>
              </a:lnSpc>
              <a:spcBef>
                <a:spcPts val="0"/>
              </a:spcBef>
              <a:spcAft>
                <a:spcPts val="0"/>
              </a:spcAft>
              <a:buClr>
                <a:schemeClr val="lt1"/>
              </a:buClr>
              <a:buSzPts val="3500"/>
              <a:buNone/>
              <a:defRPr>
                <a:solidFill>
                  <a:schemeClr val="lt1"/>
                </a:solidFill>
              </a:defRPr>
            </a:lvl5pPr>
            <a:lvl6pPr lvl="5" algn="ctr">
              <a:lnSpc>
                <a:spcPct val="100000"/>
              </a:lnSpc>
              <a:spcBef>
                <a:spcPts val="0"/>
              </a:spcBef>
              <a:spcAft>
                <a:spcPts val="0"/>
              </a:spcAft>
              <a:buClr>
                <a:schemeClr val="lt1"/>
              </a:buClr>
              <a:buSzPts val="3500"/>
              <a:buNone/>
              <a:defRPr>
                <a:solidFill>
                  <a:schemeClr val="lt1"/>
                </a:solidFill>
              </a:defRPr>
            </a:lvl6pPr>
            <a:lvl7pPr lvl="6" algn="ctr">
              <a:lnSpc>
                <a:spcPct val="100000"/>
              </a:lnSpc>
              <a:spcBef>
                <a:spcPts val="0"/>
              </a:spcBef>
              <a:spcAft>
                <a:spcPts val="0"/>
              </a:spcAft>
              <a:buClr>
                <a:schemeClr val="lt1"/>
              </a:buClr>
              <a:buSzPts val="3500"/>
              <a:buNone/>
              <a:defRPr>
                <a:solidFill>
                  <a:schemeClr val="lt1"/>
                </a:solidFill>
              </a:defRPr>
            </a:lvl7pPr>
            <a:lvl8pPr lvl="7" algn="ctr">
              <a:lnSpc>
                <a:spcPct val="100000"/>
              </a:lnSpc>
              <a:spcBef>
                <a:spcPts val="0"/>
              </a:spcBef>
              <a:spcAft>
                <a:spcPts val="0"/>
              </a:spcAft>
              <a:buClr>
                <a:schemeClr val="lt1"/>
              </a:buClr>
              <a:buSzPts val="3500"/>
              <a:buNone/>
              <a:defRPr>
                <a:solidFill>
                  <a:schemeClr val="lt1"/>
                </a:solidFill>
              </a:defRPr>
            </a:lvl8pPr>
            <a:lvl9pPr lvl="8" algn="ctr">
              <a:lnSpc>
                <a:spcPct val="100000"/>
              </a:lnSpc>
              <a:spcBef>
                <a:spcPts val="0"/>
              </a:spcBef>
              <a:spcAft>
                <a:spcPts val="0"/>
              </a:spcAft>
              <a:buClr>
                <a:schemeClr val="lt1"/>
              </a:buClr>
              <a:buSzPts val="3500"/>
              <a:buNone/>
              <a:defRPr>
                <a:solidFill>
                  <a:schemeClr val="lt1"/>
                </a:solidFill>
              </a:defRPr>
            </a:lvl9pPr>
          </a:lstStyle>
          <a:p/>
        </p:txBody>
      </p:sp>
      <p:grpSp>
        <p:nvGrpSpPr>
          <p:cNvPr id="187" name="Google Shape;187;p46"/>
          <p:cNvGrpSpPr/>
          <p:nvPr/>
        </p:nvGrpSpPr>
        <p:grpSpPr>
          <a:xfrm>
            <a:off x="101100" y="1921825"/>
            <a:ext cx="8984096" cy="2677607"/>
            <a:chOff x="101100" y="1921825"/>
            <a:chExt cx="8984096" cy="2677607"/>
          </a:xfrm>
        </p:grpSpPr>
        <p:grpSp>
          <p:nvGrpSpPr>
            <p:cNvPr id="188" name="Google Shape;188;p46"/>
            <p:cNvGrpSpPr/>
            <p:nvPr/>
          </p:nvGrpSpPr>
          <p:grpSpPr>
            <a:xfrm>
              <a:off x="150813" y="1921825"/>
              <a:ext cx="1124813" cy="885613"/>
              <a:chOff x="5284625" y="-234825"/>
              <a:chExt cx="1124813" cy="885613"/>
            </a:xfrm>
          </p:grpSpPr>
          <p:sp>
            <p:nvSpPr>
              <p:cNvPr id="189" name="Google Shape;189;p46"/>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46"/>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46"/>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46"/>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46"/>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46"/>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46"/>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46"/>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46"/>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46"/>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46"/>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46"/>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46"/>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46"/>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46"/>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46"/>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46"/>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46"/>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46"/>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46"/>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46"/>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46"/>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46"/>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 name="Google Shape;212;p46"/>
            <p:cNvGrpSpPr/>
            <p:nvPr/>
          </p:nvGrpSpPr>
          <p:grpSpPr>
            <a:xfrm flipH="1">
              <a:off x="101100" y="3293930"/>
              <a:ext cx="618900" cy="1305496"/>
              <a:chOff x="-2244625" y="2465880"/>
              <a:chExt cx="618900" cy="1305496"/>
            </a:xfrm>
          </p:grpSpPr>
          <p:sp>
            <p:nvSpPr>
              <p:cNvPr id="213" name="Google Shape;213;p46"/>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46"/>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46"/>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46"/>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 name="Google Shape;217;p46"/>
            <p:cNvGrpSpPr/>
            <p:nvPr/>
          </p:nvGrpSpPr>
          <p:grpSpPr>
            <a:xfrm>
              <a:off x="8466294" y="3771366"/>
              <a:ext cx="618902" cy="828066"/>
              <a:chOff x="150500" y="3822988"/>
              <a:chExt cx="569629" cy="762141"/>
            </a:xfrm>
          </p:grpSpPr>
          <p:sp>
            <p:nvSpPr>
              <p:cNvPr id="218" name="Google Shape;218;p46"/>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46"/>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46"/>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46"/>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46"/>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46"/>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46"/>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46"/>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46"/>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 name="Google Shape;227;p46"/>
          <p:cNvGrpSpPr/>
          <p:nvPr/>
        </p:nvGrpSpPr>
        <p:grpSpPr>
          <a:xfrm>
            <a:off x="50" y="4594900"/>
            <a:ext cx="9144000" cy="548700"/>
            <a:chOff x="50" y="4594900"/>
            <a:chExt cx="9144000" cy="548700"/>
          </a:xfrm>
        </p:grpSpPr>
        <p:sp>
          <p:nvSpPr>
            <p:cNvPr id="228" name="Google Shape;228;p46"/>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229" name="Google Shape;229;p46"/>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30" name="Shape 230"/>
        <p:cNvGrpSpPr/>
        <p:nvPr/>
      </p:nvGrpSpPr>
      <p:grpSpPr>
        <a:xfrm>
          <a:off x="0" y="0"/>
          <a:ext cx="0" cy="0"/>
          <a:chOff x="0" y="0"/>
          <a:chExt cx="0" cy="0"/>
        </a:xfrm>
      </p:grpSpPr>
      <p:sp>
        <p:nvSpPr>
          <p:cNvPr id="231" name="Google Shape;231;p47"/>
          <p:cNvSpPr txBox="1"/>
          <p:nvPr>
            <p:ph hasCustomPrompt="1" type="title"/>
          </p:nvPr>
        </p:nvSpPr>
        <p:spPr>
          <a:xfrm>
            <a:off x="3954369" y="1689125"/>
            <a:ext cx="4435200" cy="895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9600"/>
              <a:buNone/>
              <a:defRPr sz="63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232" name="Google Shape;232;p47"/>
          <p:cNvSpPr txBox="1"/>
          <p:nvPr>
            <p:ph idx="1" type="subTitle"/>
          </p:nvPr>
        </p:nvSpPr>
        <p:spPr>
          <a:xfrm>
            <a:off x="3952650" y="2509375"/>
            <a:ext cx="4439100" cy="411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233" name="Google Shape;233;p47"/>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234" name="Google Shape;234;p47"/>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235" name="Google Shape;235;p47"/>
          <p:cNvGrpSpPr/>
          <p:nvPr/>
        </p:nvGrpSpPr>
        <p:grpSpPr>
          <a:xfrm>
            <a:off x="8466294" y="3771366"/>
            <a:ext cx="618902" cy="828066"/>
            <a:chOff x="150500" y="3822988"/>
            <a:chExt cx="569629" cy="762141"/>
          </a:xfrm>
        </p:grpSpPr>
        <p:sp>
          <p:nvSpPr>
            <p:cNvPr id="236" name="Google Shape;236;p47"/>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47"/>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47"/>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47"/>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47"/>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47"/>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47"/>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47"/>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47"/>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4_1">
    <p:spTree>
      <p:nvGrpSpPr>
        <p:cNvPr id="245" name="Shape 245"/>
        <p:cNvGrpSpPr/>
        <p:nvPr/>
      </p:nvGrpSpPr>
      <p:grpSpPr>
        <a:xfrm>
          <a:off x="0" y="0"/>
          <a:ext cx="0" cy="0"/>
          <a:chOff x="0" y="0"/>
          <a:chExt cx="0" cy="0"/>
        </a:xfrm>
      </p:grpSpPr>
      <p:sp>
        <p:nvSpPr>
          <p:cNvPr id="246" name="Google Shape;246;p48"/>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247" name="Google Shape;247;p48"/>
          <p:cNvSpPr txBox="1"/>
          <p:nvPr>
            <p:ph idx="1" type="subTitle"/>
          </p:nvPr>
        </p:nvSpPr>
        <p:spPr>
          <a:xfrm>
            <a:off x="1010940" y="2451800"/>
            <a:ext cx="2029800" cy="1912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48" name="Google Shape;248;p48"/>
          <p:cNvSpPr txBox="1"/>
          <p:nvPr>
            <p:ph idx="2" type="subTitle"/>
          </p:nvPr>
        </p:nvSpPr>
        <p:spPr>
          <a:xfrm>
            <a:off x="3557100" y="2451800"/>
            <a:ext cx="2029800" cy="1912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49" name="Google Shape;249;p48"/>
          <p:cNvSpPr txBox="1"/>
          <p:nvPr>
            <p:ph idx="3" type="subTitle"/>
          </p:nvPr>
        </p:nvSpPr>
        <p:spPr>
          <a:xfrm>
            <a:off x="6103260" y="2451800"/>
            <a:ext cx="2029800" cy="1912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50" name="Google Shape;250;p48"/>
          <p:cNvSpPr txBox="1"/>
          <p:nvPr>
            <p:ph idx="4" type="title"/>
          </p:nvPr>
        </p:nvSpPr>
        <p:spPr>
          <a:xfrm>
            <a:off x="1009290" y="2050800"/>
            <a:ext cx="20331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sz="1800">
                <a:solidFill>
                  <a:schemeClr val="lt1"/>
                </a:solidFill>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251" name="Google Shape;251;p48"/>
          <p:cNvSpPr txBox="1"/>
          <p:nvPr>
            <p:ph idx="5" type="title"/>
          </p:nvPr>
        </p:nvSpPr>
        <p:spPr>
          <a:xfrm>
            <a:off x="3555450" y="2050800"/>
            <a:ext cx="20331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sz="1800">
                <a:solidFill>
                  <a:schemeClr val="lt1"/>
                </a:solidFill>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252" name="Google Shape;252;p48"/>
          <p:cNvSpPr txBox="1"/>
          <p:nvPr>
            <p:ph idx="6" type="title"/>
          </p:nvPr>
        </p:nvSpPr>
        <p:spPr>
          <a:xfrm>
            <a:off x="6101610" y="2050800"/>
            <a:ext cx="20331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sz="1800">
                <a:solidFill>
                  <a:schemeClr val="lt1"/>
                </a:solidFill>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253" name="Google Shape;253;p48"/>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254" name="Google Shape;254;p48"/>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255" name="Google Shape;255;p48"/>
          <p:cNvGrpSpPr/>
          <p:nvPr/>
        </p:nvGrpSpPr>
        <p:grpSpPr>
          <a:xfrm flipH="1">
            <a:off x="52376" y="1128050"/>
            <a:ext cx="9490021" cy="3471382"/>
            <a:chOff x="-404825" y="1128050"/>
            <a:chExt cx="9490021" cy="3471382"/>
          </a:xfrm>
        </p:grpSpPr>
        <p:grpSp>
          <p:nvGrpSpPr>
            <p:cNvPr id="256" name="Google Shape;256;p48"/>
            <p:cNvGrpSpPr/>
            <p:nvPr/>
          </p:nvGrpSpPr>
          <p:grpSpPr>
            <a:xfrm>
              <a:off x="-404825" y="1128050"/>
              <a:ext cx="1124813" cy="885613"/>
              <a:chOff x="5284625" y="-234825"/>
              <a:chExt cx="1124813" cy="885613"/>
            </a:xfrm>
          </p:grpSpPr>
          <p:sp>
            <p:nvSpPr>
              <p:cNvPr id="257" name="Google Shape;257;p48"/>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48"/>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48"/>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48"/>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48"/>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48"/>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48"/>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48"/>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48"/>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48"/>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48"/>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48"/>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48"/>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48"/>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48"/>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48"/>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48"/>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48"/>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48"/>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48"/>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48"/>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48"/>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48"/>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0" name="Google Shape;280;p48"/>
            <p:cNvGrpSpPr/>
            <p:nvPr/>
          </p:nvGrpSpPr>
          <p:grpSpPr>
            <a:xfrm>
              <a:off x="8466294" y="3771366"/>
              <a:ext cx="618902" cy="828066"/>
              <a:chOff x="150500" y="3822988"/>
              <a:chExt cx="569629" cy="762141"/>
            </a:xfrm>
          </p:grpSpPr>
          <p:sp>
            <p:nvSpPr>
              <p:cNvPr id="281" name="Google Shape;281;p48"/>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48"/>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48"/>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48"/>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48"/>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48"/>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48"/>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48"/>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48"/>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0" name="Google Shape;290;p48"/>
            <p:cNvGrpSpPr/>
            <p:nvPr/>
          </p:nvGrpSpPr>
          <p:grpSpPr>
            <a:xfrm flipH="1">
              <a:off x="101100" y="3293930"/>
              <a:ext cx="618900" cy="1305496"/>
              <a:chOff x="-2244625" y="2465880"/>
              <a:chExt cx="618900" cy="1305496"/>
            </a:xfrm>
          </p:grpSpPr>
          <p:sp>
            <p:nvSpPr>
              <p:cNvPr id="291" name="Google Shape;291;p48"/>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48"/>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48"/>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48"/>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95" name="Shape 295"/>
        <p:cNvGrpSpPr/>
        <p:nvPr/>
      </p:nvGrpSpPr>
      <p:grpSpPr>
        <a:xfrm>
          <a:off x="0" y="0"/>
          <a:ext cx="0" cy="0"/>
          <a:chOff x="0" y="0"/>
          <a:chExt cx="0" cy="0"/>
        </a:xfrm>
      </p:grpSpPr>
      <p:sp>
        <p:nvSpPr>
          <p:cNvPr id="296" name="Google Shape;296;p49"/>
          <p:cNvSpPr txBox="1"/>
          <p:nvPr>
            <p:ph type="title"/>
          </p:nvPr>
        </p:nvSpPr>
        <p:spPr>
          <a:xfrm>
            <a:off x="1403488" y="1018875"/>
            <a:ext cx="30168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97" name="Google Shape;297;p49"/>
          <p:cNvSpPr txBox="1"/>
          <p:nvPr>
            <p:ph idx="1" type="subTitle"/>
          </p:nvPr>
        </p:nvSpPr>
        <p:spPr>
          <a:xfrm>
            <a:off x="1403489" y="1418382"/>
            <a:ext cx="3016800" cy="1188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8" name="Google Shape;298;p49"/>
          <p:cNvSpPr txBox="1"/>
          <p:nvPr>
            <p:ph idx="2" type="title"/>
          </p:nvPr>
        </p:nvSpPr>
        <p:spPr>
          <a:xfrm>
            <a:off x="4723704" y="1018875"/>
            <a:ext cx="30168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99" name="Google Shape;299;p49"/>
          <p:cNvSpPr txBox="1"/>
          <p:nvPr>
            <p:ph idx="3" type="subTitle"/>
          </p:nvPr>
        </p:nvSpPr>
        <p:spPr>
          <a:xfrm>
            <a:off x="4723700" y="1418382"/>
            <a:ext cx="3016800" cy="1188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00" name="Google Shape;300;p49"/>
          <p:cNvSpPr txBox="1"/>
          <p:nvPr>
            <p:ph idx="4" type="title"/>
          </p:nvPr>
        </p:nvSpPr>
        <p:spPr>
          <a:xfrm>
            <a:off x="1403488" y="2925098"/>
            <a:ext cx="30117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01" name="Google Shape;301;p49"/>
          <p:cNvSpPr txBox="1"/>
          <p:nvPr>
            <p:ph idx="5" type="subTitle"/>
          </p:nvPr>
        </p:nvSpPr>
        <p:spPr>
          <a:xfrm>
            <a:off x="1403488" y="3324599"/>
            <a:ext cx="3016800" cy="1188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02" name="Google Shape;302;p49"/>
          <p:cNvSpPr txBox="1"/>
          <p:nvPr>
            <p:ph idx="6" type="title"/>
          </p:nvPr>
        </p:nvSpPr>
        <p:spPr>
          <a:xfrm>
            <a:off x="4723704" y="2925098"/>
            <a:ext cx="30168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03" name="Google Shape;303;p49"/>
          <p:cNvSpPr txBox="1"/>
          <p:nvPr>
            <p:ph idx="7" type="subTitle"/>
          </p:nvPr>
        </p:nvSpPr>
        <p:spPr>
          <a:xfrm>
            <a:off x="4723712" y="3324599"/>
            <a:ext cx="3016800" cy="1188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04" name="Google Shape;304;p49"/>
          <p:cNvSpPr txBox="1"/>
          <p:nvPr>
            <p:ph idx="8"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305" name="Google Shape;305;p49"/>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306" name="Google Shape;306;p49"/>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307" name="Google Shape;307;p49"/>
          <p:cNvGrpSpPr/>
          <p:nvPr/>
        </p:nvGrpSpPr>
        <p:grpSpPr>
          <a:xfrm>
            <a:off x="-382587" y="1540825"/>
            <a:ext cx="9467783" cy="3058607"/>
            <a:chOff x="-382587" y="1540825"/>
            <a:chExt cx="9467783" cy="3058607"/>
          </a:xfrm>
        </p:grpSpPr>
        <p:grpSp>
          <p:nvGrpSpPr>
            <p:cNvPr id="308" name="Google Shape;308;p49"/>
            <p:cNvGrpSpPr/>
            <p:nvPr/>
          </p:nvGrpSpPr>
          <p:grpSpPr>
            <a:xfrm>
              <a:off x="8466294" y="3771366"/>
              <a:ext cx="618902" cy="828066"/>
              <a:chOff x="150500" y="3822988"/>
              <a:chExt cx="569629" cy="762141"/>
            </a:xfrm>
          </p:grpSpPr>
          <p:sp>
            <p:nvSpPr>
              <p:cNvPr id="309" name="Google Shape;309;p49"/>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49"/>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49"/>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49"/>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49"/>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49"/>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49"/>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49"/>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49"/>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8" name="Google Shape;318;p49"/>
            <p:cNvGrpSpPr/>
            <p:nvPr/>
          </p:nvGrpSpPr>
          <p:grpSpPr>
            <a:xfrm flipH="1">
              <a:off x="101100" y="3293930"/>
              <a:ext cx="618900" cy="1305496"/>
              <a:chOff x="-2244625" y="2465880"/>
              <a:chExt cx="618900" cy="1305496"/>
            </a:xfrm>
          </p:grpSpPr>
          <p:sp>
            <p:nvSpPr>
              <p:cNvPr id="319" name="Google Shape;319;p49"/>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49"/>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49"/>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49"/>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3" name="Google Shape;323;p49"/>
            <p:cNvGrpSpPr/>
            <p:nvPr/>
          </p:nvGrpSpPr>
          <p:grpSpPr>
            <a:xfrm>
              <a:off x="-382587" y="1540825"/>
              <a:ext cx="1124813" cy="885613"/>
              <a:chOff x="5284625" y="-234825"/>
              <a:chExt cx="1124813" cy="885613"/>
            </a:xfrm>
          </p:grpSpPr>
          <p:sp>
            <p:nvSpPr>
              <p:cNvPr id="324" name="Google Shape;324;p49"/>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49"/>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49"/>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49"/>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49"/>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49"/>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49"/>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49"/>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49"/>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49"/>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49"/>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49"/>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49"/>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49"/>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49"/>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49"/>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49"/>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49"/>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49"/>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49"/>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49"/>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49"/>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49"/>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47" name="Shape 347"/>
        <p:cNvGrpSpPr/>
        <p:nvPr/>
      </p:nvGrpSpPr>
      <p:grpSpPr>
        <a:xfrm>
          <a:off x="0" y="0"/>
          <a:ext cx="0" cy="0"/>
          <a:chOff x="0" y="0"/>
          <a:chExt cx="0" cy="0"/>
        </a:xfrm>
      </p:grpSpPr>
      <p:sp>
        <p:nvSpPr>
          <p:cNvPr id="348" name="Google Shape;348;p50"/>
          <p:cNvSpPr txBox="1"/>
          <p:nvPr>
            <p:ph type="title"/>
          </p:nvPr>
        </p:nvSpPr>
        <p:spPr>
          <a:xfrm>
            <a:off x="1749407" y="1029265"/>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49" name="Google Shape;349;p50"/>
          <p:cNvSpPr txBox="1"/>
          <p:nvPr>
            <p:ph idx="1" type="subTitle"/>
          </p:nvPr>
        </p:nvSpPr>
        <p:spPr>
          <a:xfrm>
            <a:off x="1749407" y="1240785"/>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0" name="Google Shape;350;p50"/>
          <p:cNvSpPr txBox="1"/>
          <p:nvPr>
            <p:ph idx="2" type="title"/>
          </p:nvPr>
        </p:nvSpPr>
        <p:spPr>
          <a:xfrm>
            <a:off x="5580688" y="1029265"/>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51" name="Google Shape;351;p50"/>
          <p:cNvSpPr txBox="1"/>
          <p:nvPr>
            <p:ph idx="3" type="subTitle"/>
          </p:nvPr>
        </p:nvSpPr>
        <p:spPr>
          <a:xfrm>
            <a:off x="5580688" y="1240785"/>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2" name="Google Shape;352;p50"/>
          <p:cNvSpPr txBox="1"/>
          <p:nvPr>
            <p:ph idx="4" type="title"/>
          </p:nvPr>
        </p:nvSpPr>
        <p:spPr>
          <a:xfrm>
            <a:off x="1749407" y="2211957"/>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53" name="Google Shape;353;p50"/>
          <p:cNvSpPr txBox="1"/>
          <p:nvPr>
            <p:ph idx="5" type="subTitle"/>
          </p:nvPr>
        </p:nvSpPr>
        <p:spPr>
          <a:xfrm>
            <a:off x="1749407" y="2422835"/>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4" name="Google Shape;354;p50"/>
          <p:cNvSpPr txBox="1"/>
          <p:nvPr>
            <p:ph idx="6" type="title"/>
          </p:nvPr>
        </p:nvSpPr>
        <p:spPr>
          <a:xfrm>
            <a:off x="5580688" y="2211957"/>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55" name="Google Shape;355;p50"/>
          <p:cNvSpPr txBox="1"/>
          <p:nvPr>
            <p:ph idx="7" type="subTitle"/>
          </p:nvPr>
        </p:nvSpPr>
        <p:spPr>
          <a:xfrm>
            <a:off x="5580688" y="2422835"/>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6" name="Google Shape;356;p50"/>
          <p:cNvSpPr txBox="1"/>
          <p:nvPr>
            <p:ph idx="8" type="title"/>
          </p:nvPr>
        </p:nvSpPr>
        <p:spPr>
          <a:xfrm>
            <a:off x="5580688" y="3395801"/>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57" name="Google Shape;357;p50"/>
          <p:cNvSpPr txBox="1"/>
          <p:nvPr>
            <p:ph idx="9" type="subTitle"/>
          </p:nvPr>
        </p:nvSpPr>
        <p:spPr>
          <a:xfrm>
            <a:off x="5580688" y="3604840"/>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8" name="Google Shape;358;p50"/>
          <p:cNvSpPr txBox="1"/>
          <p:nvPr>
            <p:ph idx="13" type="title"/>
          </p:nvPr>
        </p:nvSpPr>
        <p:spPr>
          <a:xfrm>
            <a:off x="1749407" y="3395801"/>
            <a:ext cx="2638800" cy="365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b="1" sz="18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59" name="Google Shape;359;p50"/>
          <p:cNvSpPr txBox="1"/>
          <p:nvPr>
            <p:ph idx="14" type="subTitle"/>
          </p:nvPr>
        </p:nvSpPr>
        <p:spPr>
          <a:xfrm>
            <a:off x="1749407" y="3604840"/>
            <a:ext cx="2638800" cy="8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0" name="Google Shape;360;p50"/>
          <p:cNvSpPr txBox="1"/>
          <p:nvPr>
            <p:ph idx="15"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361" name="Google Shape;361;p50"/>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362" name="Google Shape;362;p50"/>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363" name="Google Shape;363;p50"/>
          <p:cNvGrpSpPr/>
          <p:nvPr/>
        </p:nvGrpSpPr>
        <p:grpSpPr>
          <a:xfrm>
            <a:off x="94320" y="3771366"/>
            <a:ext cx="8990876" cy="828066"/>
            <a:chOff x="94320" y="3771366"/>
            <a:chExt cx="8990876" cy="828066"/>
          </a:xfrm>
        </p:grpSpPr>
        <p:grpSp>
          <p:nvGrpSpPr>
            <p:cNvPr id="364" name="Google Shape;364;p50"/>
            <p:cNvGrpSpPr/>
            <p:nvPr/>
          </p:nvGrpSpPr>
          <p:grpSpPr>
            <a:xfrm>
              <a:off x="8466294" y="3771366"/>
              <a:ext cx="618902" cy="828066"/>
              <a:chOff x="150500" y="3822988"/>
              <a:chExt cx="569629" cy="762141"/>
            </a:xfrm>
          </p:grpSpPr>
          <p:sp>
            <p:nvSpPr>
              <p:cNvPr id="365" name="Google Shape;365;p50"/>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50"/>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50"/>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50"/>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50"/>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50"/>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50"/>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50"/>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50"/>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4" name="Google Shape;374;p50"/>
            <p:cNvGrpSpPr/>
            <p:nvPr/>
          </p:nvGrpSpPr>
          <p:grpSpPr>
            <a:xfrm flipH="1">
              <a:off x="94320" y="3771366"/>
              <a:ext cx="618902" cy="828066"/>
              <a:chOff x="150500" y="3822988"/>
              <a:chExt cx="569629" cy="762141"/>
            </a:xfrm>
          </p:grpSpPr>
          <p:sp>
            <p:nvSpPr>
              <p:cNvPr id="375" name="Google Shape;375;p50"/>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50"/>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50"/>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50"/>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50"/>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50"/>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50"/>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50"/>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50"/>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2">
    <p:spTree>
      <p:nvGrpSpPr>
        <p:cNvPr id="384" name="Shape 384"/>
        <p:cNvGrpSpPr/>
        <p:nvPr/>
      </p:nvGrpSpPr>
      <p:grpSpPr>
        <a:xfrm>
          <a:off x="0" y="0"/>
          <a:ext cx="0" cy="0"/>
          <a:chOff x="0" y="0"/>
          <a:chExt cx="0" cy="0"/>
        </a:xfrm>
      </p:grpSpPr>
      <p:sp>
        <p:nvSpPr>
          <p:cNvPr id="385" name="Google Shape;385;p51"/>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386" name="Google Shape;386;p51"/>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387" name="Google Shape;387;p51"/>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388" name="Google Shape;388;p51"/>
          <p:cNvGrpSpPr/>
          <p:nvPr/>
        </p:nvGrpSpPr>
        <p:grpSpPr>
          <a:xfrm flipH="1">
            <a:off x="128576" y="1128050"/>
            <a:ext cx="9490021" cy="3471382"/>
            <a:chOff x="-404825" y="1128050"/>
            <a:chExt cx="9490021" cy="3471382"/>
          </a:xfrm>
        </p:grpSpPr>
        <p:grpSp>
          <p:nvGrpSpPr>
            <p:cNvPr id="389" name="Google Shape;389;p51"/>
            <p:cNvGrpSpPr/>
            <p:nvPr/>
          </p:nvGrpSpPr>
          <p:grpSpPr>
            <a:xfrm>
              <a:off x="-404825" y="1128050"/>
              <a:ext cx="1124813" cy="885613"/>
              <a:chOff x="5284625" y="-234825"/>
              <a:chExt cx="1124813" cy="885613"/>
            </a:xfrm>
          </p:grpSpPr>
          <p:sp>
            <p:nvSpPr>
              <p:cNvPr id="390" name="Google Shape;390;p51"/>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51"/>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51"/>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51"/>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51"/>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51"/>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51"/>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51"/>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51"/>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51"/>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51"/>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51"/>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51"/>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51"/>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51"/>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51"/>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51"/>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51"/>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51"/>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51"/>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51"/>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51"/>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51"/>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3" name="Google Shape;413;p51"/>
            <p:cNvGrpSpPr/>
            <p:nvPr/>
          </p:nvGrpSpPr>
          <p:grpSpPr>
            <a:xfrm>
              <a:off x="8466294" y="3771366"/>
              <a:ext cx="618902" cy="828066"/>
              <a:chOff x="150500" y="3822988"/>
              <a:chExt cx="569629" cy="762141"/>
            </a:xfrm>
          </p:grpSpPr>
          <p:sp>
            <p:nvSpPr>
              <p:cNvPr id="414" name="Google Shape;414;p51"/>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51"/>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51"/>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51"/>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51"/>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51"/>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51"/>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51"/>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51"/>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3" name="Google Shape;423;p51"/>
            <p:cNvGrpSpPr/>
            <p:nvPr/>
          </p:nvGrpSpPr>
          <p:grpSpPr>
            <a:xfrm flipH="1">
              <a:off x="101100" y="3293930"/>
              <a:ext cx="618900" cy="1305496"/>
              <a:chOff x="-2244625" y="2465880"/>
              <a:chExt cx="618900" cy="1305496"/>
            </a:xfrm>
          </p:grpSpPr>
          <p:sp>
            <p:nvSpPr>
              <p:cNvPr id="424" name="Google Shape;424;p51"/>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51"/>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51"/>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51"/>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2_1">
    <p:spTree>
      <p:nvGrpSpPr>
        <p:cNvPr id="428" name="Shape 428"/>
        <p:cNvGrpSpPr/>
        <p:nvPr/>
      </p:nvGrpSpPr>
      <p:grpSpPr>
        <a:xfrm>
          <a:off x="0" y="0"/>
          <a:ext cx="0" cy="0"/>
          <a:chOff x="0" y="0"/>
          <a:chExt cx="0" cy="0"/>
        </a:xfrm>
      </p:grpSpPr>
      <p:sp>
        <p:nvSpPr>
          <p:cNvPr id="429" name="Google Shape;429;p52"/>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430" name="Google Shape;430;p52"/>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431" name="Google Shape;431;p52"/>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432" name="Google Shape;432;p52"/>
          <p:cNvGrpSpPr/>
          <p:nvPr/>
        </p:nvGrpSpPr>
        <p:grpSpPr>
          <a:xfrm>
            <a:off x="101094" y="3771366"/>
            <a:ext cx="618902" cy="828066"/>
            <a:chOff x="150500" y="3822988"/>
            <a:chExt cx="569629" cy="762141"/>
          </a:xfrm>
        </p:grpSpPr>
        <p:sp>
          <p:nvSpPr>
            <p:cNvPr id="433" name="Google Shape;433;p52"/>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52"/>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52"/>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52"/>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52"/>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52"/>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52"/>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52"/>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52"/>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2" name="Google Shape;442;p52"/>
          <p:cNvGrpSpPr/>
          <p:nvPr/>
        </p:nvGrpSpPr>
        <p:grpSpPr>
          <a:xfrm>
            <a:off x="8642300" y="1715050"/>
            <a:ext cx="1124813" cy="885613"/>
            <a:chOff x="5284625" y="-234825"/>
            <a:chExt cx="1124813" cy="885613"/>
          </a:xfrm>
        </p:grpSpPr>
        <p:sp>
          <p:nvSpPr>
            <p:cNvPr id="443" name="Google Shape;443;p52"/>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52"/>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52"/>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52"/>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52"/>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52"/>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52"/>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52"/>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52"/>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52"/>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52"/>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52"/>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52"/>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52"/>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52"/>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52"/>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52"/>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52"/>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52"/>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52"/>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52"/>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52"/>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52"/>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466" name="Shape 466"/>
        <p:cNvGrpSpPr/>
        <p:nvPr/>
      </p:nvGrpSpPr>
      <p:grpSpPr>
        <a:xfrm>
          <a:off x="0" y="0"/>
          <a:ext cx="0" cy="0"/>
          <a:chOff x="0" y="0"/>
          <a:chExt cx="0" cy="0"/>
        </a:xfrm>
      </p:grpSpPr>
      <p:sp>
        <p:nvSpPr>
          <p:cNvPr id="467" name="Google Shape;467;p53"/>
          <p:cNvSpPr txBox="1"/>
          <p:nvPr>
            <p:ph type="title"/>
          </p:nvPr>
        </p:nvSpPr>
        <p:spPr>
          <a:xfrm>
            <a:off x="953250" y="576050"/>
            <a:ext cx="4445400" cy="951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b="1" sz="6800"/>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68" name="Google Shape;468;p53"/>
          <p:cNvSpPr txBox="1"/>
          <p:nvPr>
            <p:ph idx="1" type="subTitle"/>
          </p:nvPr>
        </p:nvSpPr>
        <p:spPr>
          <a:xfrm>
            <a:off x="953250" y="1598399"/>
            <a:ext cx="4448700" cy="914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69" name="Google Shape;469;p53"/>
          <p:cNvSpPr txBox="1"/>
          <p:nvPr/>
        </p:nvSpPr>
        <p:spPr>
          <a:xfrm>
            <a:off x="953250" y="3377750"/>
            <a:ext cx="4085100" cy="457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rPr b="0" i="0" lang="en" sz="1000" u="none" cap="none" strike="noStrike">
                <a:solidFill>
                  <a:schemeClr val="lt1"/>
                </a:solidFill>
                <a:latin typeface="Outfit"/>
                <a:ea typeface="Outfit"/>
                <a:cs typeface="Outfit"/>
                <a:sym typeface="Outfit"/>
              </a:rPr>
              <a:t>CREDITS: This presentation template was created by </a:t>
            </a:r>
            <a:r>
              <a:rPr b="1" i="0" lang="en" sz="1000" u="sng" cap="none" strike="noStrike">
                <a:solidFill>
                  <a:schemeClr val="lt1"/>
                </a:solidFill>
                <a:latin typeface="Outfit"/>
                <a:ea typeface="Outfit"/>
                <a:cs typeface="Outfit"/>
                <a:sym typeface="Outfit"/>
                <a:hlinkClick r:id="rId2">
                  <a:extLst>
                    <a:ext uri="{A12FA001-AC4F-418D-AE19-62706E023703}">
                      <ahyp:hlinkClr val="tx"/>
                    </a:ext>
                  </a:extLst>
                </a:hlinkClick>
              </a:rPr>
              <a:t>Slidesgo</a:t>
            </a:r>
            <a:r>
              <a:rPr b="0" i="0" lang="en" sz="1000" u="none" cap="none" strike="noStrike">
                <a:solidFill>
                  <a:schemeClr val="lt1"/>
                </a:solidFill>
                <a:latin typeface="Outfit"/>
                <a:ea typeface="Outfit"/>
                <a:cs typeface="Outfit"/>
                <a:sym typeface="Outfit"/>
              </a:rPr>
              <a:t>, including icons by </a:t>
            </a:r>
            <a:r>
              <a:rPr b="1" i="0" lang="en" sz="1000" u="sng" cap="none" strike="noStrike">
                <a:solidFill>
                  <a:schemeClr val="lt1"/>
                </a:solidFill>
                <a:latin typeface="Outfit"/>
                <a:ea typeface="Outfit"/>
                <a:cs typeface="Outfit"/>
                <a:sym typeface="Outfit"/>
                <a:hlinkClick r:id="rId3">
                  <a:extLst>
                    <a:ext uri="{A12FA001-AC4F-418D-AE19-62706E023703}">
                      <ahyp:hlinkClr val="tx"/>
                    </a:ext>
                  </a:extLst>
                </a:hlinkClick>
              </a:rPr>
              <a:t>Flaticon</a:t>
            </a:r>
            <a:r>
              <a:rPr b="0" i="0" lang="en" sz="1000" u="none" cap="none" strike="noStrike">
                <a:solidFill>
                  <a:schemeClr val="lt1"/>
                </a:solidFill>
                <a:latin typeface="Outfit"/>
                <a:ea typeface="Outfit"/>
                <a:cs typeface="Outfit"/>
                <a:sym typeface="Outfit"/>
              </a:rPr>
              <a:t>, infographics &amp; images by </a:t>
            </a:r>
            <a:r>
              <a:rPr b="1" i="0" lang="en" sz="1000" u="sng" cap="none" strike="noStrike">
                <a:solidFill>
                  <a:schemeClr val="lt1"/>
                </a:solidFill>
                <a:latin typeface="Outfit"/>
                <a:ea typeface="Outfit"/>
                <a:cs typeface="Outfit"/>
                <a:sym typeface="Outfit"/>
                <a:hlinkClick r:id="rId4">
                  <a:extLst>
                    <a:ext uri="{A12FA001-AC4F-418D-AE19-62706E023703}">
                      <ahyp:hlinkClr val="tx"/>
                    </a:ext>
                  </a:extLst>
                </a:hlinkClick>
              </a:rPr>
              <a:t>Freepik</a:t>
            </a:r>
            <a:endParaRPr b="1" i="0" sz="1000" u="sng" cap="none" strike="noStrike">
              <a:solidFill>
                <a:schemeClr val="lt1"/>
              </a:solidFill>
              <a:latin typeface="Outfit"/>
              <a:ea typeface="Outfit"/>
              <a:cs typeface="Outfit"/>
              <a:sym typeface="Outfit"/>
            </a:endParaRPr>
          </a:p>
        </p:txBody>
      </p:sp>
      <p:sp>
        <p:nvSpPr>
          <p:cNvPr id="470" name="Google Shape;470;p53"/>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471" name="Google Shape;471;p53"/>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472" name="Google Shape;472;p53"/>
          <p:cNvGrpSpPr/>
          <p:nvPr/>
        </p:nvGrpSpPr>
        <p:grpSpPr>
          <a:xfrm>
            <a:off x="-404825" y="1128050"/>
            <a:ext cx="9490021" cy="3471382"/>
            <a:chOff x="-404825" y="1128050"/>
            <a:chExt cx="9490021" cy="3471382"/>
          </a:xfrm>
        </p:grpSpPr>
        <p:grpSp>
          <p:nvGrpSpPr>
            <p:cNvPr id="473" name="Google Shape;473;p53"/>
            <p:cNvGrpSpPr/>
            <p:nvPr/>
          </p:nvGrpSpPr>
          <p:grpSpPr>
            <a:xfrm>
              <a:off x="-404825" y="1128050"/>
              <a:ext cx="1124813" cy="885613"/>
              <a:chOff x="5284625" y="-234825"/>
              <a:chExt cx="1124813" cy="885613"/>
            </a:xfrm>
          </p:grpSpPr>
          <p:sp>
            <p:nvSpPr>
              <p:cNvPr id="474" name="Google Shape;474;p53"/>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53"/>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53"/>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53"/>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53"/>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53"/>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53"/>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53"/>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53"/>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53"/>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53"/>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53"/>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53"/>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53"/>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53"/>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53"/>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53"/>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53"/>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53"/>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53"/>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53"/>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53"/>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53"/>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7" name="Google Shape;497;p53"/>
            <p:cNvGrpSpPr/>
            <p:nvPr/>
          </p:nvGrpSpPr>
          <p:grpSpPr>
            <a:xfrm>
              <a:off x="8466294" y="3771366"/>
              <a:ext cx="618902" cy="828066"/>
              <a:chOff x="150500" y="3822988"/>
              <a:chExt cx="569629" cy="762141"/>
            </a:xfrm>
          </p:grpSpPr>
          <p:sp>
            <p:nvSpPr>
              <p:cNvPr id="498" name="Google Shape;498;p53"/>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53"/>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53"/>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53"/>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53"/>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53"/>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53"/>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53"/>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53"/>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 name="Google Shape;507;p53"/>
            <p:cNvGrpSpPr/>
            <p:nvPr/>
          </p:nvGrpSpPr>
          <p:grpSpPr>
            <a:xfrm flipH="1">
              <a:off x="101100" y="3293930"/>
              <a:ext cx="618900" cy="1305496"/>
              <a:chOff x="-2244625" y="2465880"/>
              <a:chExt cx="618900" cy="1305496"/>
            </a:xfrm>
          </p:grpSpPr>
          <p:sp>
            <p:nvSpPr>
              <p:cNvPr id="508" name="Google Shape;508;p53"/>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53"/>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53"/>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53"/>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12" name="Shape 512"/>
        <p:cNvGrpSpPr/>
        <p:nvPr/>
      </p:nvGrpSpPr>
      <p:grpSpPr>
        <a:xfrm>
          <a:off x="0" y="0"/>
          <a:ext cx="0" cy="0"/>
          <a:chOff x="0" y="0"/>
          <a:chExt cx="0" cy="0"/>
        </a:xfrm>
      </p:grpSpPr>
      <p:sp>
        <p:nvSpPr>
          <p:cNvPr id="513" name="Google Shape;513;p57"/>
          <p:cNvSpPr txBox="1"/>
          <p:nvPr>
            <p:ph type="title"/>
          </p:nvPr>
        </p:nvSpPr>
        <p:spPr>
          <a:xfrm flipH="1">
            <a:off x="3077250" y="2150750"/>
            <a:ext cx="5320800" cy="15381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600"/>
              <a:buNone/>
              <a:defRPr b="1" sz="5000"/>
            </a:lvl1pPr>
            <a:lvl2pPr lvl="1" algn="ctr">
              <a:lnSpc>
                <a:spcPct val="100000"/>
              </a:lnSpc>
              <a:spcBef>
                <a:spcPts val="0"/>
              </a:spcBef>
              <a:spcAft>
                <a:spcPts val="0"/>
              </a:spcAft>
              <a:buClr>
                <a:schemeClr val="lt1"/>
              </a:buClr>
              <a:buSzPts val="3600"/>
              <a:buNone/>
              <a:defRPr sz="3600">
                <a:solidFill>
                  <a:schemeClr val="lt1"/>
                </a:solidFill>
              </a:defRPr>
            </a:lvl2pPr>
            <a:lvl3pPr lvl="2" algn="ctr">
              <a:lnSpc>
                <a:spcPct val="100000"/>
              </a:lnSpc>
              <a:spcBef>
                <a:spcPts val="0"/>
              </a:spcBef>
              <a:spcAft>
                <a:spcPts val="0"/>
              </a:spcAft>
              <a:buClr>
                <a:schemeClr val="lt1"/>
              </a:buClr>
              <a:buSzPts val="3600"/>
              <a:buNone/>
              <a:defRPr sz="3600">
                <a:solidFill>
                  <a:schemeClr val="lt1"/>
                </a:solidFill>
              </a:defRPr>
            </a:lvl3pPr>
            <a:lvl4pPr lvl="3" algn="ctr">
              <a:lnSpc>
                <a:spcPct val="100000"/>
              </a:lnSpc>
              <a:spcBef>
                <a:spcPts val="0"/>
              </a:spcBef>
              <a:spcAft>
                <a:spcPts val="0"/>
              </a:spcAft>
              <a:buClr>
                <a:schemeClr val="lt1"/>
              </a:buClr>
              <a:buSzPts val="3600"/>
              <a:buNone/>
              <a:defRPr sz="3600">
                <a:solidFill>
                  <a:schemeClr val="lt1"/>
                </a:solidFill>
              </a:defRPr>
            </a:lvl4pPr>
            <a:lvl5pPr lvl="4" algn="ctr">
              <a:lnSpc>
                <a:spcPct val="100000"/>
              </a:lnSpc>
              <a:spcBef>
                <a:spcPts val="0"/>
              </a:spcBef>
              <a:spcAft>
                <a:spcPts val="0"/>
              </a:spcAft>
              <a:buClr>
                <a:schemeClr val="lt1"/>
              </a:buClr>
              <a:buSzPts val="3600"/>
              <a:buNone/>
              <a:defRPr sz="3600">
                <a:solidFill>
                  <a:schemeClr val="lt1"/>
                </a:solidFill>
              </a:defRPr>
            </a:lvl5pPr>
            <a:lvl6pPr lvl="5" algn="ctr">
              <a:lnSpc>
                <a:spcPct val="100000"/>
              </a:lnSpc>
              <a:spcBef>
                <a:spcPts val="0"/>
              </a:spcBef>
              <a:spcAft>
                <a:spcPts val="0"/>
              </a:spcAft>
              <a:buClr>
                <a:schemeClr val="lt1"/>
              </a:buClr>
              <a:buSzPts val="3600"/>
              <a:buNone/>
              <a:defRPr sz="3600">
                <a:solidFill>
                  <a:schemeClr val="lt1"/>
                </a:solidFill>
              </a:defRPr>
            </a:lvl6pPr>
            <a:lvl7pPr lvl="6" algn="ctr">
              <a:lnSpc>
                <a:spcPct val="100000"/>
              </a:lnSpc>
              <a:spcBef>
                <a:spcPts val="0"/>
              </a:spcBef>
              <a:spcAft>
                <a:spcPts val="0"/>
              </a:spcAft>
              <a:buClr>
                <a:schemeClr val="lt1"/>
              </a:buClr>
              <a:buSzPts val="3600"/>
              <a:buNone/>
              <a:defRPr sz="3600">
                <a:solidFill>
                  <a:schemeClr val="lt1"/>
                </a:solidFill>
              </a:defRPr>
            </a:lvl7pPr>
            <a:lvl8pPr lvl="7" algn="ctr">
              <a:lnSpc>
                <a:spcPct val="100000"/>
              </a:lnSpc>
              <a:spcBef>
                <a:spcPts val="0"/>
              </a:spcBef>
              <a:spcAft>
                <a:spcPts val="0"/>
              </a:spcAft>
              <a:buClr>
                <a:schemeClr val="lt1"/>
              </a:buClr>
              <a:buSzPts val="3600"/>
              <a:buNone/>
              <a:defRPr sz="3600">
                <a:solidFill>
                  <a:schemeClr val="lt1"/>
                </a:solidFill>
              </a:defRPr>
            </a:lvl8pPr>
            <a:lvl9pPr lvl="8" algn="ctr">
              <a:lnSpc>
                <a:spcPct val="100000"/>
              </a:lnSpc>
              <a:spcBef>
                <a:spcPts val="0"/>
              </a:spcBef>
              <a:spcAft>
                <a:spcPts val="0"/>
              </a:spcAft>
              <a:buClr>
                <a:schemeClr val="lt1"/>
              </a:buClr>
              <a:buSzPts val="3600"/>
              <a:buNone/>
              <a:defRPr sz="3600">
                <a:solidFill>
                  <a:schemeClr val="lt1"/>
                </a:solidFill>
              </a:defRPr>
            </a:lvl9pPr>
          </a:lstStyle>
          <a:p/>
        </p:txBody>
      </p:sp>
      <p:sp>
        <p:nvSpPr>
          <p:cNvPr id="514" name="Google Shape;514;p57"/>
          <p:cNvSpPr txBox="1"/>
          <p:nvPr>
            <p:ph idx="2" type="title"/>
          </p:nvPr>
        </p:nvSpPr>
        <p:spPr>
          <a:xfrm flipH="1">
            <a:off x="5188950" y="790000"/>
            <a:ext cx="1097400" cy="1097400"/>
          </a:xfrm>
          <a:prstGeom prst="rect">
            <a:avLst/>
          </a:prstGeom>
          <a:solidFill>
            <a:schemeClr val="lt2"/>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b="1" sz="5500"/>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515" name="Google Shape;515;p57"/>
          <p:cNvSpPr txBox="1"/>
          <p:nvPr>
            <p:ph idx="1" type="subTitle"/>
          </p:nvPr>
        </p:nvSpPr>
        <p:spPr>
          <a:xfrm flipH="1">
            <a:off x="3078900" y="3713300"/>
            <a:ext cx="5317500" cy="411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6" name="Google Shape;516;p57"/>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517" name="Google Shape;517;p57"/>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518" name="Google Shape;518;p57"/>
          <p:cNvGrpSpPr/>
          <p:nvPr/>
        </p:nvGrpSpPr>
        <p:grpSpPr>
          <a:xfrm>
            <a:off x="8430775" y="3293930"/>
            <a:ext cx="618900" cy="1305496"/>
            <a:chOff x="-2244625" y="2465880"/>
            <a:chExt cx="618900" cy="1305496"/>
          </a:xfrm>
        </p:grpSpPr>
        <p:sp>
          <p:nvSpPr>
            <p:cNvPr id="519" name="Google Shape;519;p57"/>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57"/>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57"/>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57"/>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23" name="Shape 523"/>
        <p:cNvGrpSpPr/>
        <p:nvPr/>
      </p:nvGrpSpPr>
      <p:grpSpPr>
        <a:xfrm>
          <a:off x="0" y="0"/>
          <a:ext cx="0" cy="0"/>
          <a:chOff x="0" y="0"/>
          <a:chExt cx="0" cy="0"/>
        </a:xfrm>
      </p:grpSpPr>
      <p:sp>
        <p:nvSpPr>
          <p:cNvPr id="524" name="Google Shape;524;p58"/>
          <p:cNvSpPr txBox="1"/>
          <p:nvPr>
            <p:ph idx="1" type="body"/>
          </p:nvPr>
        </p:nvSpPr>
        <p:spPr>
          <a:xfrm flipH="1">
            <a:off x="3910813" y="1677875"/>
            <a:ext cx="4437000" cy="21807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Clr>
                <a:schemeClr val="dk1"/>
              </a:buClr>
              <a:buSzPts val="1200"/>
              <a:buAutoNum type="arabicPeriod"/>
              <a:defRPr/>
            </a:lvl1pPr>
            <a:lvl2pPr indent="-330200" lvl="1" marL="914400" algn="l">
              <a:lnSpc>
                <a:spcPct val="100000"/>
              </a:lnSpc>
              <a:spcBef>
                <a:spcPts val="0"/>
              </a:spcBef>
              <a:spcAft>
                <a:spcPts val="0"/>
              </a:spcAft>
              <a:buSzPts val="1600"/>
              <a:buFont typeface="Nunito Light"/>
              <a:buAutoNum type="alphaLcPeriod"/>
              <a:defRPr/>
            </a:lvl2pPr>
            <a:lvl3pPr indent="-323850" lvl="2" marL="1371600" algn="l">
              <a:lnSpc>
                <a:spcPct val="100000"/>
              </a:lnSpc>
              <a:spcBef>
                <a:spcPts val="1600"/>
              </a:spcBef>
              <a:spcAft>
                <a:spcPts val="0"/>
              </a:spcAft>
              <a:buSzPts val="1500"/>
              <a:buFont typeface="Nunito Light"/>
              <a:buAutoNum type="romanLcPeriod"/>
              <a:defRPr/>
            </a:lvl3pPr>
            <a:lvl4pPr indent="-323850" lvl="3" marL="1828800" algn="l">
              <a:lnSpc>
                <a:spcPct val="100000"/>
              </a:lnSpc>
              <a:spcBef>
                <a:spcPts val="1600"/>
              </a:spcBef>
              <a:spcAft>
                <a:spcPts val="0"/>
              </a:spcAft>
              <a:buSzPts val="1500"/>
              <a:buFont typeface="Nunito Light"/>
              <a:buAutoNum type="arabicPeriod"/>
              <a:defRPr/>
            </a:lvl4pPr>
            <a:lvl5pPr indent="-304800" lvl="4" marL="2286000" algn="l">
              <a:lnSpc>
                <a:spcPct val="100000"/>
              </a:lnSpc>
              <a:spcBef>
                <a:spcPts val="1600"/>
              </a:spcBef>
              <a:spcAft>
                <a:spcPts val="0"/>
              </a:spcAft>
              <a:buSzPts val="1200"/>
              <a:buFont typeface="Nunito Light"/>
              <a:buAutoNum type="alphaLcPeriod"/>
              <a:defRPr/>
            </a:lvl5pPr>
            <a:lvl6pPr indent="-304800" lvl="5" marL="2743200" algn="l">
              <a:lnSpc>
                <a:spcPct val="100000"/>
              </a:lnSpc>
              <a:spcBef>
                <a:spcPts val="1600"/>
              </a:spcBef>
              <a:spcAft>
                <a:spcPts val="0"/>
              </a:spcAft>
              <a:buSzPts val="1200"/>
              <a:buFont typeface="Nunito Light"/>
              <a:buAutoNum type="romanLcPeriod"/>
              <a:defRPr/>
            </a:lvl6pPr>
            <a:lvl7pPr indent="-311150" lvl="6" marL="3200400" algn="l">
              <a:lnSpc>
                <a:spcPct val="100000"/>
              </a:lnSpc>
              <a:spcBef>
                <a:spcPts val="1600"/>
              </a:spcBef>
              <a:spcAft>
                <a:spcPts val="0"/>
              </a:spcAft>
              <a:buSzPts val="1300"/>
              <a:buFont typeface="Nunito Light"/>
              <a:buAutoNum type="arabicPeriod"/>
              <a:defRPr/>
            </a:lvl7pPr>
            <a:lvl8pPr indent="-311150" lvl="7" marL="3657600" algn="l">
              <a:lnSpc>
                <a:spcPct val="100000"/>
              </a:lnSpc>
              <a:spcBef>
                <a:spcPts val="1600"/>
              </a:spcBef>
              <a:spcAft>
                <a:spcPts val="0"/>
              </a:spcAft>
              <a:buSzPts val="1300"/>
              <a:buFont typeface="Nunito Light"/>
              <a:buAutoNum type="alphaLcPeriod"/>
              <a:defRPr/>
            </a:lvl8pPr>
            <a:lvl9pPr indent="-304800" lvl="8" marL="4114800" algn="l">
              <a:lnSpc>
                <a:spcPct val="100000"/>
              </a:lnSpc>
              <a:spcBef>
                <a:spcPts val="1600"/>
              </a:spcBef>
              <a:spcAft>
                <a:spcPts val="1600"/>
              </a:spcAft>
              <a:buSzPts val="1200"/>
              <a:buFont typeface="Nunito Light"/>
              <a:buAutoNum type="romanLcPeriod"/>
              <a:defRPr/>
            </a:lvl9pPr>
          </a:lstStyle>
          <a:p/>
        </p:txBody>
      </p:sp>
      <p:sp>
        <p:nvSpPr>
          <p:cNvPr id="525" name="Google Shape;525;p58"/>
          <p:cNvSpPr txBox="1"/>
          <p:nvPr>
            <p:ph type="title"/>
          </p:nvPr>
        </p:nvSpPr>
        <p:spPr>
          <a:xfrm flipH="1">
            <a:off x="3834163" y="365750"/>
            <a:ext cx="4590300" cy="914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526" name="Google Shape;526;p58"/>
          <p:cNvSpPr/>
          <p:nvPr>
            <p:ph idx="2" type="pic"/>
          </p:nvPr>
        </p:nvSpPr>
        <p:spPr>
          <a:xfrm>
            <a:off x="713225" y="541775"/>
            <a:ext cx="2843700" cy="3785700"/>
          </a:xfrm>
          <a:prstGeom prst="roundRect">
            <a:avLst>
              <a:gd fmla="val 0" name="adj"/>
            </a:avLst>
          </a:prstGeom>
          <a:noFill/>
          <a:ln cap="flat" cmpd="sng" w="19050">
            <a:solidFill>
              <a:schemeClr val="dk1"/>
            </a:solidFill>
            <a:prstDash val="solid"/>
            <a:round/>
            <a:headEnd len="sm" w="sm" type="none"/>
            <a:tailEnd len="sm" w="sm" type="none"/>
          </a:ln>
        </p:spPr>
      </p:sp>
      <p:sp>
        <p:nvSpPr>
          <p:cNvPr id="527" name="Google Shape;527;p58"/>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528" name="Google Shape;528;p58"/>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529" name="Google Shape;529;p58"/>
          <p:cNvGrpSpPr/>
          <p:nvPr/>
        </p:nvGrpSpPr>
        <p:grpSpPr>
          <a:xfrm>
            <a:off x="8466294" y="3771366"/>
            <a:ext cx="618902" cy="828066"/>
            <a:chOff x="150500" y="3822988"/>
            <a:chExt cx="569629" cy="762141"/>
          </a:xfrm>
        </p:grpSpPr>
        <p:sp>
          <p:nvSpPr>
            <p:cNvPr id="530" name="Google Shape;530;p58"/>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58"/>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58"/>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58"/>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58"/>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58"/>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58"/>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58"/>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58"/>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9" name="Shape 539"/>
        <p:cNvGrpSpPr/>
        <p:nvPr/>
      </p:nvGrpSpPr>
      <p:grpSpPr>
        <a:xfrm>
          <a:off x="0" y="0"/>
          <a:ext cx="0" cy="0"/>
          <a:chOff x="0" y="0"/>
          <a:chExt cx="0" cy="0"/>
        </a:xfrm>
      </p:grpSpPr>
      <p:grpSp>
        <p:nvGrpSpPr>
          <p:cNvPr id="540" name="Google Shape;540;p59"/>
          <p:cNvGrpSpPr/>
          <p:nvPr/>
        </p:nvGrpSpPr>
        <p:grpSpPr>
          <a:xfrm>
            <a:off x="50" y="3736600"/>
            <a:ext cx="9144000" cy="1407000"/>
            <a:chOff x="50" y="3736600"/>
            <a:chExt cx="9144000" cy="1407000"/>
          </a:xfrm>
        </p:grpSpPr>
        <p:sp>
          <p:nvSpPr>
            <p:cNvPr id="541" name="Google Shape;541;p59"/>
            <p:cNvSpPr/>
            <p:nvPr/>
          </p:nvSpPr>
          <p:spPr>
            <a:xfrm>
              <a:off x="50" y="3736600"/>
              <a:ext cx="9144000" cy="14070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542" name="Google Shape;542;p59"/>
            <p:cNvCxnSpPr/>
            <p:nvPr/>
          </p:nvCxnSpPr>
          <p:spPr>
            <a:xfrm rot="10800000">
              <a:off x="4729275" y="3736600"/>
              <a:ext cx="4205400" cy="0"/>
            </a:xfrm>
            <a:prstGeom prst="straightConnector1">
              <a:avLst/>
            </a:prstGeom>
            <a:noFill/>
            <a:ln cap="flat" cmpd="sng" w="9525">
              <a:solidFill>
                <a:schemeClr val="lt1"/>
              </a:solidFill>
              <a:prstDash val="solid"/>
              <a:round/>
              <a:headEnd len="sm" w="sm" type="none"/>
              <a:tailEnd len="sm" w="sm" type="none"/>
            </a:ln>
          </p:spPr>
        </p:cxnSp>
      </p:grpSp>
      <p:grpSp>
        <p:nvGrpSpPr>
          <p:cNvPr id="543" name="Google Shape;543;p59"/>
          <p:cNvGrpSpPr/>
          <p:nvPr/>
        </p:nvGrpSpPr>
        <p:grpSpPr>
          <a:xfrm flipH="1">
            <a:off x="33745" y="2908541"/>
            <a:ext cx="618902" cy="828066"/>
            <a:chOff x="150500" y="3822988"/>
            <a:chExt cx="569629" cy="762141"/>
          </a:xfrm>
        </p:grpSpPr>
        <p:sp>
          <p:nvSpPr>
            <p:cNvPr id="544" name="Google Shape;544;p59"/>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59"/>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59"/>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59"/>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59"/>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59"/>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59"/>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59"/>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59"/>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3" name="Google Shape;553;p59"/>
          <p:cNvSpPr txBox="1"/>
          <p:nvPr>
            <p:ph type="title"/>
          </p:nvPr>
        </p:nvSpPr>
        <p:spPr>
          <a:xfrm>
            <a:off x="1280250" y="1482300"/>
            <a:ext cx="6583500" cy="2178900"/>
          </a:xfrm>
          <a:prstGeom prst="rect">
            <a:avLst/>
          </a:prstGeom>
          <a:noFill/>
          <a:ln>
            <a:noFill/>
          </a:ln>
        </p:spPr>
        <p:txBody>
          <a:bodyPr anchorCtr="0" anchor="t" bIns="91425" lIns="91425" spcFirstLastPara="1" rIns="91425" wrap="square" tIns="91425">
            <a:noAutofit/>
          </a:bodyPr>
          <a:lstStyle>
            <a:lvl1pPr lvl="0" algn="ctr">
              <a:lnSpc>
                <a:spcPct val="80000"/>
              </a:lnSpc>
              <a:spcBef>
                <a:spcPts val="0"/>
              </a:spcBef>
              <a:spcAft>
                <a:spcPts val="0"/>
              </a:spcAft>
              <a:buSzPts val="6000"/>
              <a:buNone/>
              <a:defRPr sz="6000"/>
            </a:lvl1pPr>
            <a:lvl2pPr lvl="1" algn="l">
              <a:lnSpc>
                <a:spcPct val="100000"/>
              </a:lnSpc>
              <a:spcBef>
                <a:spcPts val="0"/>
              </a:spcBef>
              <a:spcAft>
                <a:spcPts val="0"/>
              </a:spcAft>
              <a:buSzPts val="6000"/>
              <a:buNone/>
              <a:defRPr sz="6000"/>
            </a:lvl2pPr>
            <a:lvl3pPr lvl="2" algn="l">
              <a:lnSpc>
                <a:spcPct val="100000"/>
              </a:lnSpc>
              <a:spcBef>
                <a:spcPts val="0"/>
              </a:spcBef>
              <a:spcAft>
                <a:spcPts val="0"/>
              </a:spcAft>
              <a:buSzPts val="6000"/>
              <a:buNone/>
              <a:defRPr sz="6000"/>
            </a:lvl3pPr>
            <a:lvl4pPr lvl="3" algn="l">
              <a:lnSpc>
                <a:spcPct val="100000"/>
              </a:lnSpc>
              <a:spcBef>
                <a:spcPts val="0"/>
              </a:spcBef>
              <a:spcAft>
                <a:spcPts val="0"/>
              </a:spcAft>
              <a:buSzPts val="6000"/>
              <a:buNone/>
              <a:defRPr sz="6000"/>
            </a:lvl4pPr>
            <a:lvl5pPr lvl="4" algn="l">
              <a:lnSpc>
                <a:spcPct val="100000"/>
              </a:lnSpc>
              <a:spcBef>
                <a:spcPts val="0"/>
              </a:spcBef>
              <a:spcAft>
                <a:spcPts val="0"/>
              </a:spcAft>
              <a:buSzPts val="6000"/>
              <a:buNone/>
              <a:defRPr sz="6000"/>
            </a:lvl5pPr>
            <a:lvl6pPr lvl="5" algn="l">
              <a:lnSpc>
                <a:spcPct val="100000"/>
              </a:lnSpc>
              <a:spcBef>
                <a:spcPts val="0"/>
              </a:spcBef>
              <a:spcAft>
                <a:spcPts val="0"/>
              </a:spcAft>
              <a:buSzPts val="6000"/>
              <a:buNone/>
              <a:defRPr sz="6000"/>
            </a:lvl6pPr>
            <a:lvl7pPr lvl="6" algn="l">
              <a:lnSpc>
                <a:spcPct val="100000"/>
              </a:lnSpc>
              <a:spcBef>
                <a:spcPts val="0"/>
              </a:spcBef>
              <a:spcAft>
                <a:spcPts val="0"/>
              </a:spcAft>
              <a:buSzPts val="6000"/>
              <a:buNone/>
              <a:defRPr sz="6000"/>
            </a:lvl7pPr>
            <a:lvl8pPr lvl="7" algn="l">
              <a:lnSpc>
                <a:spcPct val="100000"/>
              </a:lnSpc>
              <a:spcBef>
                <a:spcPts val="0"/>
              </a:spcBef>
              <a:spcAft>
                <a:spcPts val="0"/>
              </a:spcAft>
              <a:buSzPts val="6000"/>
              <a:buNone/>
              <a:defRPr sz="6000"/>
            </a:lvl8pPr>
            <a:lvl9pPr lvl="8" algn="l">
              <a:lnSpc>
                <a:spcPct val="100000"/>
              </a:lnSpc>
              <a:spcBef>
                <a:spcPts val="0"/>
              </a:spcBef>
              <a:spcAft>
                <a:spcPts val="0"/>
              </a:spcAft>
              <a:buSzPts val="6000"/>
              <a:buNone/>
              <a:defRPr sz="6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54" name="Shape 554"/>
        <p:cNvGrpSpPr/>
        <p:nvPr/>
      </p:nvGrpSpPr>
      <p:grpSpPr>
        <a:xfrm>
          <a:off x="0" y="0"/>
          <a:ext cx="0" cy="0"/>
          <a:chOff x="0" y="0"/>
          <a:chExt cx="0" cy="0"/>
        </a:xfrm>
      </p:grpSpPr>
      <p:sp>
        <p:nvSpPr>
          <p:cNvPr id="555" name="Google Shape;555;p60"/>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556" name="Google Shape;556;p60"/>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557" name="Google Shape;557;p60"/>
          <p:cNvGrpSpPr/>
          <p:nvPr/>
        </p:nvGrpSpPr>
        <p:grpSpPr>
          <a:xfrm>
            <a:off x="-557225" y="1128050"/>
            <a:ext cx="9642421" cy="3471382"/>
            <a:chOff x="-557225" y="1128050"/>
            <a:chExt cx="9642421" cy="3471382"/>
          </a:xfrm>
        </p:grpSpPr>
        <p:grpSp>
          <p:nvGrpSpPr>
            <p:cNvPr id="558" name="Google Shape;558;p60"/>
            <p:cNvGrpSpPr/>
            <p:nvPr/>
          </p:nvGrpSpPr>
          <p:grpSpPr>
            <a:xfrm>
              <a:off x="-557225" y="1128050"/>
              <a:ext cx="1124813" cy="885613"/>
              <a:chOff x="5284625" y="-234825"/>
              <a:chExt cx="1124813" cy="885613"/>
            </a:xfrm>
          </p:grpSpPr>
          <p:sp>
            <p:nvSpPr>
              <p:cNvPr id="559" name="Google Shape;559;p60"/>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60"/>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60"/>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60"/>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60"/>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60"/>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60"/>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60"/>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60"/>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60"/>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60"/>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60"/>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60"/>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60"/>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60"/>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60"/>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60"/>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60"/>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60"/>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60"/>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60"/>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60"/>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60"/>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2" name="Google Shape;582;p60"/>
            <p:cNvGrpSpPr/>
            <p:nvPr/>
          </p:nvGrpSpPr>
          <p:grpSpPr>
            <a:xfrm>
              <a:off x="8466294" y="3771366"/>
              <a:ext cx="618902" cy="828066"/>
              <a:chOff x="150500" y="3822988"/>
              <a:chExt cx="569629" cy="762141"/>
            </a:xfrm>
          </p:grpSpPr>
          <p:sp>
            <p:nvSpPr>
              <p:cNvPr id="583" name="Google Shape;583;p60"/>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60"/>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60"/>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60"/>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60"/>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60"/>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60"/>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60"/>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60"/>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2" name="Google Shape;592;p60"/>
            <p:cNvGrpSpPr/>
            <p:nvPr/>
          </p:nvGrpSpPr>
          <p:grpSpPr>
            <a:xfrm flipH="1">
              <a:off x="101100" y="3293930"/>
              <a:ext cx="618900" cy="1305496"/>
              <a:chOff x="-2244625" y="2465880"/>
              <a:chExt cx="618900" cy="1305496"/>
            </a:xfrm>
          </p:grpSpPr>
          <p:sp>
            <p:nvSpPr>
              <p:cNvPr id="593" name="Google Shape;593;p60"/>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60"/>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60"/>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0"/>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597" name="Google Shape;597;p60"/>
          <p:cNvSpPr txBox="1"/>
          <p:nvPr>
            <p:ph type="title"/>
          </p:nvPr>
        </p:nvSpPr>
        <p:spPr>
          <a:xfrm>
            <a:off x="1119450" y="1702500"/>
            <a:ext cx="6905100" cy="822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6500"/>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598" name="Google Shape;598;p60"/>
          <p:cNvSpPr txBox="1"/>
          <p:nvPr>
            <p:ph idx="1" type="subTitle"/>
          </p:nvPr>
        </p:nvSpPr>
        <p:spPr>
          <a:xfrm>
            <a:off x="1119450" y="2526598"/>
            <a:ext cx="6905100" cy="914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99" name="Shape 599"/>
        <p:cNvGrpSpPr/>
        <p:nvPr/>
      </p:nvGrpSpPr>
      <p:grpSpPr>
        <a:xfrm>
          <a:off x="0" y="0"/>
          <a:ext cx="0" cy="0"/>
          <a:chOff x="0" y="0"/>
          <a:chExt cx="0" cy="0"/>
        </a:xfrm>
      </p:grpSpPr>
      <p:sp>
        <p:nvSpPr>
          <p:cNvPr id="600" name="Google Shape;600;p61"/>
          <p:cNvSpPr/>
          <p:nvPr>
            <p:ph idx="2" type="pic"/>
          </p:nvPr>
        </p:nvSpPr>
        <p:spPr>
          <a:xfrm>
            <a:off x="0" y="0"/>
            <a:ext cx="9144000" cy="5143500"/>
          </a:xfrm>
          <a:prstGeom prst="rect">
            <a:avLst/>
          </a:prstGeom>
          <a:noFill/>
          <a:ln>
            <a:noFill/>
          </a:ln>
        </p:spPr>
      </p:sp>
      <p:sp>
        <p:nvSpPr>
          <p:cNvPr id="601" name="Google Shape;601;p61"/>
          <p:cNvSpPr txBox="1"/>
          <p:nvPr>
            <p:ph type="title"/>
          </p:nvPr>
        </p:nvSpPr>
        <p:spPr>
          <a:xfrm>
            <a:off x="4237400" y="3592925"/>
            <a:ext cx="4193400" cy="1006500"/>
          </a:xfrm>
          <a:prstGeom prst="rect">
            <a:avLst/>
          </a:prstGeom>
          <a:solidFill>
            <a:schemeClr val="dk2"/>
          </a:solid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02" name="Shape 602"/>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4">
    <p:spTree>
      <p:nvGrpSpPr>
        <p:cNvPr id="603" name="Shape 603"/>
        <p:cNvGrpSpPr/>
        <p:nvPr/>
      </p:nvGrpSpPr>
      <p:grpSpPr>
        <a:xfrm>
          <a:off x="0" y="0"/>
          <a:ext cx="0" cy="0"/>
          <a:chOff x="0" y="0"/>
          <a:chExt cx="0" cy="0"/>
        </a:xfrm>
      </p:grpSpPr>
      <p:sp>
        <p:nvSpPr>
          <p:cNvPr id="604" name="Google Shape;604;p63"/>
          <p:cNvSpPr txBox="1"/>
          <p:nvPr>
            <p:ph idx="1" type="subTitle"/>
          </p:nvPr>
        </p:nvSpPr>
        <p:spPr>
          <a:xfrm>
            <a:off x="3473598" y="2083885"/>
            <a:ext cx="4314300" cy="1891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1200"/>
              <a:buAutoNum type="arabicPeriod"/>
              <a:defRPr/>
            </a:lvl1pPr>
            <a:lvl2pPr lvl="1" algn="ctr">
              <a:lnSpc>
                <a:spcPct val="100000"/>
              </a:lnSpc>
              <a:spcBef>
                <a:spcPts val="0"/>
              </a:spcBef>
              <a:spcAft>
                <a:spcPts val="0"/>
              </a:spcAft>
              <a:buSzPts val="1200"/>
              <a:buAutoNum type="alphaLcPeriod"/>
              <a:defRPr/>
            </a:lvl2pPr>
            <a:lvl3pPr lvl="2" algn="ctr">
              <a:lnSpc>
                <a:spcPct val="100000"/>
              </a:lnSpc>
              <a:spcBef>
                <a:spcPts val="0"/>
              </a:spcBef>
              <a:spcAft>
                <a:spcPts val="0"/>
              </a:spcAft>
              <a:buSzPts val="1200"/>
              <a:buAutoNum type="romanLcPeriod"/>
              <a:defRPr/>
            </a:lvl3pPr>
            <a:lvl4pPr lvl="3" algn="ctr">
              <a:lnSpc>
                <a:spcPct val="100000"/>
              </a:lnSpc>
              <a:spcBef>
                <a:spcPts val="0"/>
              </a:spcBef>
              <a:spcAft>
                <a:spcPts val="0"/>
              </a:spcAft>
              <a:buSzPts val="1200"/>
              <a:buAutoNum type="arabicPeriod"/>
              <a:defRPr/>
            </a:lvl4pPr>
            <a:lvl5pPr lvl="4" algn="ctr">
              <a:lnSpc>
                <a:spcPct val="100000"/>
              </a:lnSpc>
              <a:spcBef>
                <a:spcPts val="0"/>
              </a:spcBef>
              <a:spcAft>
                <a:spcPts val="0"/>
              </a:spcAft>
              <a:buSzPts val="1200"/>
              <a:buAutoNum type="alphaLcPeriod"/>
              <a:defRPr/>
            </a:lvl5pPr>
            <a:lvl6pPr lvl="5" algn="ctr">
              <a:lnSpc>
                <a:spcPct val="100000"/>
              </a:lnSpc>
              <a:spcBef>
                <a:spcPts val="0"/>
              </a:spcBef>
              <a:spcAft>
                <a:spcPts val="0"/>
              </a:spcAft>
              <a:buSzPts val="1200"/>
              <a:buAutoNum type="romanLcPeriod"/>
              <a:defRPr/>
            </a:lvl6pPr>
            <a:lvl7pPr lvl="6" algn="ctr">
              <a:lnSpc>
                <a:spcPct val="100000"/>
              </a:lnSpc>
              <a:spcBef>
                <a:spcPts val="0"/>
              </a:spcBef>
              <a:spcAft>
                <a:spcPts val="0"/>
              </a:spcAft>
              <a:buSzPts val="1200"/>
              <a:buAutoNum type="arabicPeriod"/>
              <a:defRPr/>
            </a:lvl7pPr>
            <a:lvl8pPr lvl="7" algn="ctr">
              <a:lnSpc>
                <a:spcPct val="100000"/>
              </a:lnSpc>
              <a:spcBef>
                <a:spcPts val="0"/>
              </a:spcBef>
              <a:spcAft>
                <a:spcPts val="0"/>
              </a:spcAft>
              <a:buSzPts val="1200"/>
              <a:buAutoNum type="alphaLcPeriod"/>
              <a:defRPr/>
            </a:lvl8pPr>
            <a:lvl9pPr lvl="8" algn="ctr">
              <a:lnSpc>
                <a:spcPct val="100000"/>
              </a:lnSpc>
              <a:spcBef>
                <a:spcPts val="0"/>
              </a:spcBef>
              <a:spcAft>
                <a:spcPts val="0"/>
              </a:spcAft>
              <a:buSzPts val="1200"/>
              <a:buAutoNum type="romanLcPeriod"/>
              <a:defRPr/>
            </a:lvl9pPr>
          </a:lstStyle>
          <a:p/>
        </p:txBody>
      </p:sp>
      <p:sp>
        <p:nvSpPr>
          <p:cNvPr id="605" name="Google Shape;605;p63"/>
          <p:cNvSpPr txBox="1"/>
          <p:nvPr>
            <p:ph type="title"/>
          </p:nvPr>
        </p:nvSpPr>
        <p:spPr>
          <a:xfrm>
            <a:off x="3473599" y="1016015"/>
            <a:ext cx="4317300" cy="914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800"/>
              <a:buNone/>
              <a:defRPr b="1"/>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606" name="Google Shape;606;p63"/>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607" name="Google Shape;607;p63"/>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608" name="Google Shape;608;p63"/>
          <p:cNvGrpSpPr/>
          <p:nvPr/>
        </p:nvGrpSpPr>
        <p:grpSpPr>
          <a:xfrm>
            <a:off x="8466294" y="3771366"/>
            <a:ext cx="618902" cy="828066"/>
            <a:chOff x="150500" y="3822988"/>
            <a:chExt cx="569629" cy="762141"/>
          </a:xfrm>
        </p:grpSpPr>
        <p:sp>
          <p:nvSpPr>
            <p:cNvPr id="609" name="Google Shape;609;p63"/>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63"/>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63"/>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63"/>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63"/>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63"/>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63"/>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63"/>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63"/>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8" name="Google Shape;618;p63"/>
          <p:cNvGrpSpPr/>
          <p:nvPr/>
        </p:nvGrpSpPr>
        <p:grpSpPr>
          <a:xfrm>
            <a:off x="57000" y="2195750"/>
            <a:ext cx="569636" cy="387603"/>
            <a:chOff x="6884625" y="563500"/>
            <a:chExt cx="569636" cy="387603"/>
          </a:xfrm>
        </p:grpSpPr>
        <p:sp>
          <p:nvSpPr>
            <p:cNvPr id="619" name="Google Shape;619;p63"/>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63"/>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63"/>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63"/>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63"/>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63"/>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63"/>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63"/>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63"/>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63"/>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63"/>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_1">
    <p:spTree>
      <p:nvGrpSpPr>
        <p:cNvPr id="630" name="Shape 630"/>
        <p:cNvGrpSpPr/>
        <p:nvPr/>
      </p:nvGrpSpPr>
      <p:grpSpPr>
        <a:xfrm>
          <a:off x="0" y="0"/>
          <a:ext cx="0" cy="0"/>
          <a:chOff x="0" y="0"/>
          <a:chExt cx="0" cy="0"/>
        </a:xfrm>
      </p:grpSpPr>
      <p:sp>
        <p:nvSpPr>
          <p:cNvPr id="631" name="Google Shape;631;p64"/>
          <p:cNvSpPr txBox="1"/>
          <p:nvPr>
            <p:ph type="title"/>
          </p:nvPr>
        </p:nvSpPr>
        <p:spPr>
          <a:xfrm>
            <a:off x="3797250" y="3438275"/>
            <a:ext cx="4633800" cy="5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b="1"/>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632" name="Google Shape;632;p64"/>
          <p:cNvSpPr txBox="1"/>
          <p:nvPr>
            <p:ph idx="1" type="subTitle"/>
          </p:nvPr>
        </p:nvSpPr>
        <p:spPr>
          <a:xfrm>
            <a:off x="3797250" y="3824551"/>
            <a:ext cx="4631100" cy="64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33" name="Google Shape;633;p64"/>
          <p:cNvSpPr/>
          <p:nvPr>
            <p:ph idx="2" type="pic"/>
          </p:nvPr>
        </p:nvSpPr>
        <p:spPr>
          <a:xfrm>
            <a:off x="713225" y="541775"/>
            <a:ext cx="2843700" cy="3789300"/>
          </a:xfrm>
          <a:prstGeom prst="rect">
            <a:avLst/>
          </a:prstGeom>
          <a:noFill/>
          <a:ln cap="flat" cmpd="sng" w="19050">
            <a:solidFill>
              <a:schemeClr val="dk1"/>
            </a:solidFill>
            <a:prstDash val="solid"/>
            <a:round/>
            <a:headEnd len="sm" w="sm" type="none"/>
            <a:tailEnd len="sm" w="sm" type="none"/>
          </a:ln>
        </p:spPr>
      </p:sp>
      <p:sp>
        <p:nvSpPr>
          <p:cNvPr id="634" name="Google Shape;634;p64"/>
          <p:cNvSpPr/>
          <p:nvPr>
            <p:ph idx="3" type="pic"/>
          </p:nvPr>
        </p:nvSpPr>
        <p:spPr>
          <a:xfrm>
            <a:off x="3797225" y="541775"/>
            <a:ext cx="4633800" cy="2817300"/>
          </a:xfrm>
          <a:prstGeom prst="rect">
            <a:avLst/>
          </a:prstGeom>
          <a:noFill/>
          <a:ln cap="flat" cmpd="sng" w="19050">
            <a:solidFill>
              <a:schemeClr val="dk1"/>
            </a:solidFill>
            <a:prstDash val="solid"/>
            <a:round/>
            <a:headEnd len="sm" w="sm" type="none"/>
            <a:tailEnd len="sm" w="sm" type="none"/>
          </a:ln>
        </p:spPr>
      </p:sp>
      <p:sp>
        <p:nvSpPr>
          <p:cNvPr id="635" name="Google Shape;635;p64"/>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636" name="Google Shape;636;p64"/>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637" name="Google Shape;637;p64"/>
          <p:cNvGrpSpPr/>
          <p:nvPr/>
        </p:nvGrpSpPr>
        <p:grpSpPr>
          <a:xfrm>
            <a:off x="8466294" y="3771366"/>
            <a:ext cx="618902" cy="828066"/>
            <a:chOff x="150500" y="3822988"/>
            <a:chExt cx="569629" cy="762141"/>
          </a:xfrm>
        </p:grpSpPr>
        <p:sp>
          <p:nvSpPr>
            <p:cNvPr id="638" name="Google Shape;638;p64"/>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64"/>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64"/>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64"/>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64"/>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64"/>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64"/>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64"/>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64"/>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7" name="Google Shape;647;p64"/>
          <p:cNvGrpSpPr/>
          <p:nvPr/>
        </p:nvGrpSpPr>
        <p:grpSpPr>
          <a:xfrm>
            <a:off x="57000" y="2195750"/>
            <a:ext cx="569636" cy="387603"/>
            <a:chOff x="6884625" y="563500"/>
            <a:chExt cx="569636" cy="387603"/>
          </a:xfrm>
        </p:grpSpPr>
        <p:sp>
          <p:nvSpPr>
            <p:cNvPr id="648" name="Google Shape;648;p64"/>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64"/>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64"/>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64"/>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64"/>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64"/>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64"/>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64"/>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64"/>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64"/>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64"/>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59" name="Shape 659"/>
        <p:cNvGrpSpPr/>
        <p:nvPr/>
      </p:nvGrpSpPr>
      <p:grpSpPr>
        <a:xfrm>
          <a:off x="0" y="0"/>
          <a:ext cx="0" cy="0"/>
          <a:chOff x="0" y="0"/>
          <a:chExt cx="0" cy="0"/>
        </a:xfrm>
      </p:grpSpPr>
      <p:sp>
        <p:nvSpPr>
          <p:cNvPr id="660" name="Google Shape;660;p65"/>
          <p:cNvSpPr txBox="1"/>
          <p:nvPr>
            <p:ph type="title"/>
          </p:nvPr>
        </p:nvSpPr>
        <p:spPr>
          <a:xfrm>
            <a:off x="737700" y="892938"/>
            <a:ext cx="3706200" cy="640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6000"/>
              <a:buNone/>
              <a:defRPr b="1"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661" name="Google Shape;661;p65"/>
          <p:cNvSpPr txBox="1"/>
          <p:nvPr>
            <p:ph idx="1" type="subTitle"/>
          </p:nvPr>
        </p:nvSpPr>
        <p:spPr>
          <a:xfrm>
            <a:off x="738494" y="1478119"/>
            <a:ext cx="3704400" cy="411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PT Sans"/>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Font typeface="PT Sans"/>
              <a:buNone/>
              <a:defRPr sz="2100">
                <a:latin typeface="PT Sans"/>
                <a:ea typeface="PT Sans"/>
                <a:cs typeface="PT Sans"/>
                <a:sym typeface="PT Sans"/>
              </a:defRPr>
            </a:lvl4pPr>
            <a:lvl5pPr lvl="4" algn="ctr">
              <a:lnSpc>
                <a:spcPct val="100000"/>
              </a:lnSpc>
              <a:spcBef>
                <a:spcPts val="0"/>
              </a:spcBef>
              <a:spcAft>
                <a:spcPts val="0"/>
              </a:spcAft>
              <a:buSzPts val="2100"/>
              <a:buFont typeface="PT Sans"/>
              <a:buNone/>
              <a:defRPr sz="2100">
                <a:latin typeface="PT Sans"/>
                <a:ea typeface="PT Sans"/>
                <a:cs typeface="PT Sans"/>
                <a:sym typeface="PT Sans"/>
              </a:defRPr>
            </a:lvl5pPr>
            <a:lvl6pPr lvl="5" algn="ctr">
              <a:lnSpc>
                <a:spcPct val="100000"/>
              </a:lnSpc>
              <a:spcBef>
                <a:spcPts val="0"/>
              </a:spcBef>
              <a:spcAft>
                <a:spcPts val="0"/>
              </a:spcAft>
              <a:buSzPts val="2100"/>
              <a:buFont typeface="PT Sans"/>
              <a:buNone/>
              <a:defRPr sz="2100">
                <a:latin typeface="PT Sans"/>
                <a:ea typeface="PT Sans"/>
                <a:cs typeface="PT Sans"/>
                <a:sym typeface="PT Sans"/>
              </a:defRPr>
            </a:lvl6pPr>
            <a:lvl7pPr lvl="6" algn="ctr">
              <a:lnSpc>
                <a:spcPct val="100000"/>
              </a:lnSpc>
              <a:spcBef>
                <a:spcPts val="0"/>
              </a:spcBef>
              <a:spcAft>
                <a:spcPts val="0"/>
              </a:spcAft>
              <a:buSzPts val="2100"/>
              <a:buFont typeface="PT Sans"/>
              <a:buNone/>
              <a:defRPr sz="2100">
                <a:latin typeface="PT Sans"/>
                <a:ea typeface="PT Sans"/>
                <a:cs typeface="PT Sans"/>
                <a:sym typeface="PT Sans"/>
              </a:defRPr>
            </a:lvl7pPr>
            <a:lvl8pPr lvl="7" algn="ctr">
              <a:lnSpc>
                <a:spcPct val="100000"/>
              </a:lnSpc>
              <a:spcBef>
                <a:spcPts val="0"/>
              </a:spcBef>
              <a:spcAft>
                <a:spcPts val="0"/>
              </a:spcAft>
              <a:buSzPts val="2100"/>
              <a:buFont typeface="PT Sans"/>
              <a:buNone/>
              <a:defRPr sz="2100">
                <a:latin typeface="PT Sans"/>
                <a:ea typeface="PT Sans"/>
                <a:cs typeface="PT Sans"/>
                <a:sym typeface="PT Sans"/>
              </a:defRPr>
            </a:lvl8pPr>
            <a:lvl9pPr lvl="8"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62" name="Google Shape;662;p65"/>
          <p:cNvSpPr txBox="1"/>
          <p:nvPr>
            <p:ph idx="2" type="title"/>
          </p:nvPr>
        </p:nvSpPr>
        <p:spPr>
          <a:xfrm>
            <a:off x="737700" y="2149087"/>
            <a:ext cx="3706200" cy="640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6000"/>
              <a:buNone/>
              <a:defRPr b="1"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663" name="Google Shape;663;p65"/>
          <p:cNvSpPr txBox="1"/>
          <p:nvPr>
            <p:ph idx="3" type="subTitle"/>
          </p:nvPr>
        </p:nvSpPr>
        <p:spPr>
          <a:xfrm>
            <a:off x="738494" y="2734741"/>
            <a:ext cx="3704400" cy="411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PT Sans"/>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Font typeface="PT Sans"/>
              <a:buNone/>
              <a:defRPr sz="2100">
                <a:latin typeface="PT Sans"/>
                <a:ea typeface="PT Sans"/>
                <a:cs typeface="PT Sans"/>
                <a:sym typeface="PT Sans"/>
              </a:defRPr>
            </a:lvl4pPr>
            <a:lvl5pPr lvl="4" algn="ctr">
              <a:lnSpc>
                <a:spcPct val="100000"/>
              </a:lnSpc>
              <a:spcBef>
                <a:spcPts val="0"/>
              </a:spcBef>
              <a:spcAft>
                <a:spcPts val="0"/>
              </a:spcAft>
              <a:buSzPts val="2100"/>
              <a:buFont typeface="PT Sans"/>
              <a:buNone/>
              <a:defRPr sz="2100">
                <a:latin typeface="PT Sans"/>
                <a:ea typeface="PT Sans"/>
                <a:cs typeface="PT Sans"/>
                <a:sym typeface="PT Sans"/>
              </a:defRPr>
            </a:lvl5pPr>
            <a:lvl6pPr lvl="5" algn="ctr">
              <a:lnSpc>
                <a:spcPct val="100000"/>
              </a:lnSpc>
              <a:spcBef>
                <a:spcPts val="0"/>
              </a:spcBef>
              <a:spcAft>
                <a:spcPts val="0"/>
              </a:spcAft>
              <a:buSzPts val="2100"/>
              <a:buFont typeface="PT Sans"/>
              <a:buNone/>
              <a:defRPr sz="2100">
                <a:latin typeface="PT Sans"/>
                <a:ea typeface="PT Sans"/>
                <a:cs typeface="PT Sans"/>
                <a:sym typeface="PT Sans"/>
              </a:defRPr>
            </a:lvl6pPr>
            <a:lvl7pPr lvl="6" algn="ctr">
              <a:lnSpc>
                <a:spcPct val="100000"/>
              </a:lnSpc>
              <a:spcBef>
                <a:spcPts val="0"/>
              </a:spcBef>
              <a:spcAft>
                <a:spcPts val="0"/>
              </a:spcAft>
              <a:buSzPts val="2100"/>
              <a:buFont typeface="PT Sans"/>
              <a:buNone/>
              <a:defRPr sz="2100">
                <a:latin typeface="PT Sans"/>
                <a:ea typeface="PT Sans"/>
                <a:cs typeface="PT Sans"/>
                <a:sym typeface="PT Sans"/>
              </a:defRPr>
            </a:lvl7pPr>
            <a:lvl8pPr lvl="7" algn="ctr">
              <a:lnSpc>
                <a:spcPct val="100000"/>
              </a:lnSpc>
              <a:spcBef>
                <a:spcPts val="0"/>
              </a:spcBef>
              <a:spcAft>
                <a:spcPts val="0"/>
              </a:spcAft>
              <a:buSzPts val="2100"/>
              <a:buFont typeface="PT Sans"/>
              <a:buNone/>
              <a:defRPr sz="2100">
                <a:latin typeface="PT Sans"/>
                <a:ea typeface="PT Sans"/>
                <a:cs typeface="PT Sans"/>
                <a:sym typeface="PT Sans"/>
              </a:defRPr>
            </a:lvl8pPr>
            <a:lvl9pPr lvl="8"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64" name="Google Shape;664;p65"/>
          <p:cNvSpPr txBox="1"/>
          <p:nvPr>
            <p:ph idx="4" type="title"/>
          </p:nvPr>
        </p:nvSpPr>
        <p:spPr>
          <a:xfrm>
            <a:off x="737700" y="3405235"/>
            <a:ext cx="3706200" cy="640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6000"/>
              <a:buNone/>
              <a:defRPr b="1"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665" name="Google Shape;665;p65"/>
          <p:cNvSpPr txBox="1"/>
          <p:nvPr>
            <p:ph idx="5" type="subTitle"/>
          </p:nvPr>
        </p:nvSpPr>
        <p:spPr>
          <a:xfrm>
            <a:off x="738494" y="3991362"/>
            <a:ext cx="3704400" cy="411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PT Sans"/>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Font typeface="PT Sans"/>
              <a:buNone/>
              <a:defRPr sz="2100">
                <a:latin typeface="PT Sans"/>
                <a:ea typeface="PT Sans"/>
                <a:cs typeface="PT Sans"/>
                <a:sym typeface="PT Sans"/>
              </a:defRPr>
            </a:lvl4pPr>
            <a:lvl5pPr lvl="4" algn="ctr">
              <a:lnSpc>
                <a:spcPct val="100000"/>
              </a:lnSpc>
              <a:spcBef>
                <a:spcPts val="0"/>
              </a:spcBef>
              <a:spcAft>
                <a:spcPts val="0"/>
              </a:spcAft>
              <a:buSzPts val="2100"/>
              <a:buFont typeface="PT Sans"/>
              <a:buNone/>
              <a:defRPr sz="2100">
                <a:latin typeface="PT Sans"/>
                <a:ea typeface="PT Sans"/>
                <a:cs typeface="PT Sans"/>
                <a:sym typeface="PT Sans"/>
              </a:defRPr>
            </a:lvl5pPr>
            <a:lvl6pPr lvl="5" algn="ctr">
              <a:lnSpc>
                <a:spcPct val="100000"/>
              </a:lnSpc>
              <a:spcBef>
                <a:spcPts val="0"/>
              </a:spcBef>
              <a:spcAft>
                <a:spcPts val="0"/>
              </a:spcAft>
              <a:buSzPts val="2100"/>
              <a:buFont typeface="PT Sans"/>
              <a:buNone/>
              <a:defRPr sz="2100">
                <a:latin typeface="PT Sans"/>
                <a:ea typeface="PT Sans"/>
                <a:cs typeface="PT Sans"/>
                <a:sym typeface="PT Sans"/>
              </a:defRPr>
            </a:lvl6pPr>
            <a:lvl7pPr lvl="6" algn="ctr">
              <a:lnSpc>
                <a:spcPct val="100000"/>
              </a:lnSpc>
              <a:spcBef>
                <a:spcPts val="0"/>
              </a:spcBef>
              <a:spcAft>
                <a:spcPts val="0"/>
              </a:spcAft>
              <a:buSzPts val="2100"/>
              <a:buFont typeface="PT Sans"/>
              <a:buNone/>
              <a:defRPr sz="2100">
                <a:latin typeface="PT Sans"/>
                <a:ea typeface="PT Sans"/>
                <a:cs typeface="PT Sans"/>
                <a:sym typeface="PT Sans"/>
              </a:defRPr>
            </a:lvl7pPr>
            <a:lvl8pPr lvl="7" algn="ctr">
              <a:lnSpc>
                <a:spcPct val="100000"/>
              </a:lnSpc>
              <a:spcBef>
                <a:spcPts val="0"/>
              </a:spcBef>
              <a:spcAft>
                <a:spcPts val="0"/>
              </a:spcAft>
              <a:buSzPts val="2100"/>
              <a:buFont typeface="PT Sans"/>
              <a:buNone/>
              <a:defRPr sz="2100">
                <a:latin typeface="PT Sans"/>
                <a:ea typeface="PT Sans"/>
                <a:cs typeface="PT Sans"/>
                <a:sym typeface="PT Sans"/>
              </a:defRPr>
            </a:lvl8pPr>
            <a:lvl9pPr lvl="8"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66" name="Google Shape;666;p65"/>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667" name="Google Shape;667;p65"/>
          <p:cNvCxnSpPr/>
          <p:nvPr/>
        </p:nvCxnSpPr>
        <p:spPr>
          <a:xfrm rot="10800000">
            <a:off x="493865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668" name="Google Shape;668;p65"/>
          <p:cNvGrpSpPr/>
          <p:nvPr/>
        </p:nvGrpSpPr>
        <p:grpSpPr>
          <a:xfrm flipH="1">
            <a:off x="101100" y="3293930"/>
            <a:ext cx="618900" cy="1305496"/>
            <a:chOff x="-2244625" y="2465880"/>
            <a:chExt cx="618900" cy="1305496"/>
          </a:xfrm>
        </p:grpSpPr>
        <p:sp>
          <p:nvSpPr>
            <p:cNvPr id="669" name="Google Shape;669;p65"/>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65"/>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65"/>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65"/>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73" name="Shape 673"/>
        <p:cNvGrpSpPr/>
        <p:nvPr/>
      </p:nvGrpSpPr>
      <p:grpSpPr>
        <a:xfrm>
          <a:off x="0" y="0"/>
          <a:ext cx="0" cy="0"/>
          <a:chOff x="0" y="0"/>
          <a:chExt cx="0" cy="0"/>
        </a:xfrm>
      </p:grpSpPr>
      <p:sp>
        <p:nvSpPr>
          <p:cNvPr id="674" name="Google Shape;674;p66"/>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cxnSp>
        <p:nvCxnSpPr>
          <p:cNvPr id="675" name="Google Shape;675;p66"/>
          <p:cNvCxnSpPr/>
          <p:nvPr/>
        </p:nvCxnSpPr>
        <p:spPr>
          <a:xfrm rot="10800000">
            <a:off x="0" y="4599425"/>
            <a:ext cx="4205400" cy="0"/>
          </a:xfrm>
          <a:prstGeom prst="straightConnector1">
            <a:avLst/>
          </a:prstGeom>
          <a:noFill/>
          <a:ln cap="flat" cmpd="sng" w="9525">
            <a:solidFill>
              <a:schemeClr val="lt1"/>
            </a:solidFill>
            <a:prstDash val="solid"/>
            <a:round/>
            <a:headEnd len="sm" w="sm" type="none"/>
            <a:tailEnd len="sm" w="sm" type="none"/>
          </a:ln>
        </p:spPr>
      </p:cxnSp>
      <p:grpSp>
        <p:nvGrpSpPr>
          <p:cNvPr id="676" name="Google Shape;676;p66"/>
          <p:cNvGrpSpPr/>
          <p:nvPr/>
        </p:nvGrpSpPr>
        <p:grpSpPr>
          <a:xfrm flipH="1">
            <a:off x="52376" y="1128050"/>
            <a:ext cx="9490021" cy="3471382"/>
            <a:chOff x="-404825" y="1128050"/>
            <a:chExt cx="9490021" cy="3471382"/>
          </a:xfrm>
        </p:grpSpPr>
        <p:grpSp>
          <p:nvGrpSpPr>
            <p:cNvPr id="677" name="Google Shape;677;p66"/>
            <p:cNvGrpSpPr/>
            <p:nvPr/>
          </p:nvGrpSpPr>
          <p:grpSpPr>
            <a:xfrm>
              <a:off x="-404825" y="1128050"/>
              <a:ext cx="1124813" cy="885613"/>
              <a:chOff x="5284625" y="-234825"/>
              <a:chExt cx="1124813" cy="885613"/>
            </a:xfrm>
          </p:grpSpPr>
          <p:sp>
            <p:nvSpPr>
              <p:cNvPr id="678" name="Google Shape;678;p66"/>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66"/>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66"/>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66"/>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66"/>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66"/>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66"/>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66"/>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66"/>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66"/>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66"/>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66"/>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66"/>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66"/>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66"/>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66"/>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66"/>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66"/>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66"/>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66"/>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66"/>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66"/>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66"/>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1" name="Google Shape;701;p66"/>
            <p:cNvGrpSpPr/>
            <p:nvPr/>
          </p:nvGrpSpPr>
          <p:grpSpPr>
            <a:xfrm>
              <a:off x="8466294" y="3771366"/>
              <a:ext cx="618902" cy="828066"/>
              <a:chOff x="150500" y="3822988"/>
              <a:chExt cx="569629" cy="762141"/>
            </a:xfrm>
          </p:grpSpPr>
          <p:sp>
            <p:nvSpPr>
              <p:cNvPr id="702" name="Google Shape;702;p66"/>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66"/>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66"/>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66"/>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66"/>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66"/>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66"/>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66"/>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66"/>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1" name="Google Shape;711;p66"/>
            <p:cNvGrpSpPr/>
            <p:nvPr/>
          </p:nvGrpSpPr>
          <p:grpSpPr>
            <a:xfrm flipH="1">
              <a:off x="101100" y="3293930"/>
              <a:ext cx="618900" cy="1305496"/>
              <a:chOff x="-2244625" y="2465880"/>
              <a:chExt cx="618900" cy="1305496"/>
            </a:xfrm>
          </p:grpSpPr>
          <p:sp>
            <p:nvSpPr>
              <p:cNvPr id="712" name="Google Shape;712;p66"/>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66"/>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66"/>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66"/>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16" name="Shape 716"/>
        <p:cNvGrpSpPr/>
        <p:nvPr/>
      </p:nvGrpSpPr>
      <p:grpSpPr>
        <a:xfrm>
          <a:off x="0" y="0"/>
          <a:ext cx="0" cy="0"/>
          <a:chOff x="0" y="0"/>
          <a:chExt cx="0" cy="0"/>
        </a:xfrm>
      </p:grpSpPr>
      <p:sp>
        <p:nvSpPr>
          <p:cNvPr id="717" name="Google Shape;717;p67"/>
          <p:cNvSpPr/>
          <p:nvPr/>
        </p:nvSpPr>
        <p:spPr>
          <a:xfrm>
            <a:off x="50" y="4594900"/>
            <a:ext cx="9144000" cy="548700"/>
          </a:xfrm>
          <a:prstGeom prst="rect">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grpSp>
        <p:nvGrpSpPr>
          <p:cNvPr id="718" name="Google Shape;718;p67"/>
          <p:cNvGrpSpPr/>
          <p:nvPr/>
        </p:nvGrpSpPr>
        <p:grpSpPr>
          <a:xfrm>
            <a:off x="-404825" y="1128050"/>
            <a:ext cx="9490021" cy="3471382"/>
            <a:chOff x="-404825" y="1128050"/>
            <a:chExt cx="9490021" cy="3471382"/>
          </a:xfrm>
        </p:grpSpPr>
        <p:grpSp>
          <p:nvGrpSpPr>
            <p:cNvPr id="719" name="Google Shape;719;p67"/>
            <p:cNvGrpSpPr/>
            <p:nvPr/>
          </p:nvGrpSpPr>
          <p:grpSpPr>
            <a:xfrm>
              <a:off x="-404825" y="1128050"/>
              <a:ext cx="1124813" cy="885613"/>
              <a:chOff x="5284625" y="-234825"/>
              <a:chExt cx="1124813" cy="885613"/>
            </a:xfrm>
          </p:grpSpPr>
          <p:sp>
            <p:nvSpPr>
              <p:cNvPr id="720" name="Google Shape;720;p67"/>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67"/>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67"/>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67"/>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67"/>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67"/>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67"/>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67"/>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67"/>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67"/>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67"/>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67"/>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67"/>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67"/>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67"/>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67"/>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67"/>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67"/>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67"/>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67"/>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67"/>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67"/>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67"/>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3" name="Google Shape;743;p67"/>
            <p:cNvGrpSpPr/>
            <p:nvPr/>
          </p:nvGrpSpPr>
          <p:grpSpPr>
            <a:xfrm>
              <a:off x="8466294" y="3771366"/>
              <a:ext cx="618902" cy="828066"/>
              <a:chOff x="150500" y="3822988"/>
              <a:chExt cx="569629" cy="762141"/>
            </a:xfrm>
          </p:grpSpPr>
          <p:sp>
            <p:nvSpPr>
              <p:cNvPr id="744" name="Google Shape;744;p67"/>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67"/>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67"/>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67"/>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67"/>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67"/>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67"/>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67"/>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67"/>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 name="Google Shape;753;p67"/>
            <p:cNvGrpSpPr/>
            <p:nvPr/>
          </p:nvGrpSpPr>
          <p:grpSpPr>
            <a:xfrm flipH="1">
              <a:off x="101100" y="3293930"/>
              <a:ext cx="618900" cy="1305496"/>
              <a:chOff x="-2244625" y="2465880"/>
              <a:chExt cx="618900" cy="1305496"/>
            </a:xfrm>
          </p:grpSpPr>
          <p:sp>
            <p:nvSpPr>
              <p:cNvPr id="754" name="Google Shape;754;p67"/>
              <p:cNvSpPr/>
              <p:nvPr/>
            </p:nvSpPr>
            <p:spPr>
              <a:xfrm>
                <a:off x="-2197797" y="3142830"/>
                <a:ext cx="483826" cy="39301"/>
              </a:xfrm>
              <a:custGeom>
                <a:rect b="b" l="l" r="r" t="t"/>
                <a:pathLst>
                  <a:path extrusionOk="0" h="872" w="10735">
                    <a:moveTo>
                      <a:pt x="430" y="0"/>
                    </a:moveTo>
                    <a:lnTo>
                      <a:pt x="347" y="12"/>
                    </a:lnTo>
                    <a:lnTo>
                      <a:pt x="263" y="36"/>
                    </a:lnTo>
                    <a:lnTo>
                      <a:pt x="192" y="72"/>
                    </a:lnTo>
                    <a:lnTo>
                      <a:pt x="120" y="132"/>
                    </a:lnTo>
                    <a:lnTo>
                      <a:pt x="72" y="191"/>
                    </a:lnTo>
                    <a:lnTo>
                      <a:pt x="36" y="263"/>
                    </a:lnTo>
                    <a:lnTo>
                      <a:pt x="12" y="347"/>
                    </a:lnTo>
                    <a:lnTo>
                      <a:pt x="1" y="430"/>
                    </a:lnTo>
                    <a:lnTo>
                      <a:pt x="12" y="526"/>
                    </a:lnTo>
                    <a:lnTo>
                      <a:pt x="36" y="609"/>
                    </a:lnTo>
                    <a:lnTo>
                      <a:pt x="72" y="681"/>
                    </a:lnTo>
                    <a:lnTo>
                      <a:pt x="120" y="741"/>
                    </a:lnTo>
                    <a:lnTo>
                      <a:pt x="192" y="800"/>
                    </a:lnTo>
                    <a:lnTo>
                      <a:pt x="263" y="836"/>
                    </a:lnTo>
                    <a:lnTo>
                      <a:pt x="347" y="860"/>
                    </a:lnTo>
                    <a:lnTo>
                      <a:pt x="430" y="872"/>
                    </a:lnTo>
                    <a:lnTo>
                      <a:pt x="10304" y="872"/>
                    </a:lnTo>
                    <a:lnTo>
                      <a:pt x="10388" y="860"/>
                    </a:lnTo>
                    <a:lnTo>
                      <a:pt x="10472" y="836"/>
                    </a:lnTo>
                    <a:lnTo>
                      <a:pt x="10543" y="800"/>
                    </a:lnTo>
                    <a:lnTo>
                      <a:pt x="10615" y="741"/>
                    </a:lnTo>
                    <a:lnTo>
                      <a:pt x="10663" y="681"/>
                    </a:lnTo>
                    <a:lnTo>
                      <a:pt x="10710" y="609"/>
                    </a:lnTo>
                    <a:lnTo>
                      <a:pt x="10734" y="526"/>
                    </a:lnTo>
                    <a:lnTo>
                      <a:pt x="10734" y="430"/>
                    </a:lnTo>
                    <a:lnTo>
                      <a:pt x="10734" y="347"/>
                    </a:lnTo>
                    <a:lnTo>
                      <a:pt x="10710" y="263"/>
                    </a:lnTo>
                    <a:lnTo>
                      <a:pt x="10663" y="191"/>
                    </a:lnTo>
                    <a:lnTo>
                      <a:pt x="10615" y="132"/>
                    </a:lnTo>
                    <a:lnTo>
                      <a:pt x="10543" y="72"/>
                    </a:lnTo>
                    <a:lnTo>
                      <a:pt x="10472" y="36"/>
                    </a:lnTo>
                    <a:lnTo>
                      <a:pt x="10388" y="12"/>
                    </a:lnTo>
                    <a:lnTo>
                      <a:pt x="1030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67"/>
              <p:cNvSpPr/>
              <p:nvPr/>
            </p:nvSpPr>
            <p:spPr>
              <a:xfrm>
                <a:off x="-1747414" y="2465880"/>
                <a:ext cx="116821" cy="714134"/>
              </a:xfrm>
              <a:custGeom>
                <a:rect b="b" l="l" r="r" t="t"/>
                <a:pathLst>
                  <a:path extrusionOk="0" h="15845" w="2592">
                    <a:moveTo>
                      <a:pt x="2102" y="0"/>
                    </a:moveTo>
                    <a:lnTo>
                      <a:pt x="2019" y="12"/>
                    </a:lnTo>
                    <a:lnTo>
                      <a:pt x="1935" y="48"/>
                    </a:lnTo>
                    <a:lnTo>
                      <a:pt x="1864" y="96"/>
                    </a:lnTo>
                    <a:lnTo>
                      <a:pt x="1792" y="156"/>
                    </a:lnTo>
                    <a:lnTo>
                      <a:pt x="1744" y="227"/>
                    </a:lnTo>
                    <a:lnTo>
                      <a:pt x="1708" y="311"/>
                    </a:lnTo>
                    <a:lnTo>
                      <a:pt x="1696" y="394"/>
                    </a:lnTo>
                    <a:lnTo>
                      <a:pt x="1" y="15343"/>
                    </a:lnTo>
                    <a:lnTo>
                      <a:pt x="1" y="15426"/>
                    </a:lnTo>
                    <a:lnTo>
                      <a:pt x="25" y="15522"/>
                    </a:lnTo>
                    <a:lnTo>
                      <a:pt x="49" y="15605"/>
                    </a:lnTo>
                    <a:lnTo>
                      <a:pt x="96" y="15677"/>
                    </a:lnTo>
                    <a:lnTo>
                      <a:pt x="156" y="15737"/>
                    </a:lnTo>
                    <a:lnTo>
                      <a:pt x="228" y="15784"/>
                    </a:lnTo>
                    <a:lnTo>
                      <a:pt x="311" y="15820"/>
                    </a:lnTo>
                    <a:lnTo>
                      <a:pt x="407" y="15844"/>
                    </a:lnTo>
                    <a:lnTo>
                      <a:pt x="502" y="15844"/>
                    </a:lnTo>
                    <a:lnTo>
                      <a:pt x="586" y="15820"/>
                    </a:lnTo>
                    <a:lnTo>
                      <a:pt x="670" y="15796"/>
                    </a:lnTo>
                    <a:lnTo>
                      <a:pt x="741" y="15749"/>
                    </a:lnTo>
                    <a:lnTo>
                      <a:pt x="801" y="15689"/>
                    </a:lnTo>
                    <a:lnTo>
                      <a:pt x="849" y="15617"/>
                    </a:lnTo>
                    <a:lnTo>
                      <a:pt x="884" y="15534"/>
                    </a:lnTo>
                    <a:lnTo>
                      <a:pt x="908" y="15438"/>
                    </a:lnTo>
                    <a:lnTo>
                      <a:pt x="2592" y="502"/>
                    </a:lnTo>
                    <a:lnTo>
                      <a:pt x="2592" y="406"/>
                    </a:lnTo>
                    <a:lnTo>
                      <a:pt x="2580" y="323"/>
                    </a:lnTo>
                    <a:lnTo>
                      <a:pt x="2544" y="239"/>
                    </a:lnTo>
                    <a:lnTo>
                      <a:pt x="2496" y="168"/>
                    </a:lnTo>
                    <a:lnTo>
                      <a:pt x="2437" y="108"/>
                    </a:lnTo>
                    <a:lnTo>
                      <a:pt x="2365" y="48"/>
                    </a:lnTo>
                    <a:lnTo>
                      <a:pt x="2281" y="12"/>
                    </a:lnTo>
                    <a:lnTo>
                      <a:pt x="219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67"/>
              <p:cNvSpPr/>
              <p:nvPr/>
            </p:nvSpPr>
            <p:spPr>
              <a:xfrm>
                <a:off x="-1750614" y="3183708"/>
                <a:ext cx="124889" cy="586586"/>
              </a:xfrm>
              <a:custGeom>
                <a:rect b="b" l="l" r="r" t="t"/>
                <a:pathLst>
                  <a:path extrusionOk="0" h="13015" w="2771">
                    <a:moveTo>
                      <a:pt x="12" y="1"/>
                    </a:moveTo>
                    <a:lnTo>
                      <a:pt x="12" y="13"/>
                    </a:lnTo>
                    <a:lnTo>
                      <a:pt x="0" y="25"/>
                    </a:lnTo>
                    <a:lnTo>
                      <a:pt x="72" y="371"/>
                    </a:lnTo>
                    <a:lnTo>
                      <a:pt x="275" y="1314"/>
                    </a:lnTo>
                    <a:lnTo>
                      <a:pt x="573" y="2711"/>
                    </a:lnTo>
                    <a:lnTo>
                      <a:pt x="932" y="4418"/>
                    </a:lnTo>
                    <a:lnTo>
                      <a:pt x="1326" y="6281"/>
                    </a:lnTo>
                    <a:lnTo>
                      <a:pt x="1720" y="8167"/>
                    </a:lnTo>
                    <a:lnTo>
                      <a:pt x="2090" y="9923"/>
                    </a:lnTo>
                    <a:lnTo>
                      <a:pt x="2400" y="11403"/>
                    </a:lnTo>
                    <a:lnTo>
                      <a:pt x="2627" y="12478"/>
                    </a:lnTo>
                    <a:lnTo>
                      <a:pt x="2723" y="12979"/>
                    </a:lnTo>
                    <a:lnTo>
                      <a:pt x="2734" y="13003"/>
                    </a:lnTo>
                    <a:lnTo>
                      <a:pt x="2734" y="13015"/>
                    </a:lnTo>
                    <a:lnTo>
                      <a:pt x="2758" y="13015"/>
                    </a:lnTo>
                    <a:lnTo>
                      <a:pt x="2758" y="13003"/>
                    </a:lnTo>
                    <a:lnTo>
                      <a:pt x="2770" y="12991"/>
                    </a:lnTo>
                    <a:lnTo>
                      <a:pt x="2699" y="12645"/>
                    </a:lnTo>
                    <a:lnTo>
                      <a:pt x="2496" y="11702"/>
                    </a:lnTo>
                    <a:lnTo>
                      <a:pt x="2197" y="10305"/>
                    </a:lnTo>
                    <a:lnTo>
                      <a:pt x="1839" y="8597"/>
                    </a:lnTo>
                    <a:lnTo>
                      <a:pt x="1445" y="6735"/>
                    </a:lnTo>
                    <a:lnTo>
                      <a:pt x="1051" y="4848"/>
                    </a:lnTo>
                    <a:lnTo>
                      <a:pt x="681" y="3093"/>
                    </a:lnTo>
                    <a:lnTo>
                      <a:pt x="370" y="1613"/>
                    </a:lnTo>
                    <a:lnTo>
                      <a:pt x="156" y="538"/>
                    </a:lnTo>
                    <a:lnTo>
                      <a:pt x="48" y="37"/>
                    </a:lnTo>
                    <a:lnTo>
                      <a:pt x="36" y="13"/>
                    </a:lnTo>
                    <a:lnTo>
                      <a:pt x="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67"/>
              <p:cNvSpPr/>
              <p:nvPr/>
            </p:nvSpPr>
            <p:spPr>
              <a:xfrm>
                <a:off x="-2244625" y="3184249"/>
                <a:ext cx="109836" cy="587127"/>
              </a:xfrm>
              <a:custGeom>
                <a:rect b="b" l="l" r="r" t="t"/>
                <a:pathLst>
                  <a:path extrusionOk="0" h="13027" w="2437">
                    <a:moveTo>
                      <a:pt x="2413" y="1"/>
                    </a:moveTo>
                    <a:lnTo>
                      <a:pt x="2401" y="13"/>
                    </a:lnTo>
                    <a:lnTo>
                      <a:pt x="2341" y="359"/>
                    </a:lnTo>
                    <a:lnTo>
                      <a:pt x="2162" y="1302"/>
                    </a:lnTo>
                    <a:lnTo>
                      <a:pt x="1899" y="2699"/>
                    </a:lnTo>
                    <a:lnTo>
                      <a:pt x="1589" y="4406"/>
                    </a:lnTo>
                    <a:lnTo>
                      <a:pt x="1242" y="6281"/>
                    </a:lnTo>
                    <a:lnTo>
                      <a:pt x="896" y="8167"/>
                    </a:lnTo>
                    <a:lnTo>
                      <a:pt x="574" y="9922"/>
                    </a:lnTo>
                    <a:lnTo>
                      <a:pt x="299" y="11415"/>
                    </a:lnTo>
                    <a:lnTo>
                      <a:pt x="96" y="12478"/>
                    </a:lnTo>
                    <a:lnTo>
                      <a:pt x="13" y="12991"/>
                    </a:lnTo>
                    <a:lnTo>
                      <a:pt x="1" y="13015"/>
                    </a:lnTo>
                    <a:lnTo>
                      <a:pt x="13" y="13027"/>
                    </a:lnTo>
                    <a:lnTo>
                      <a:pt x="37" y="13027"/>
                    </a:lnTo>
                    <a:lnTo>
                      <a:pt x="37" y="13015"/>
                    </a:lnTo>
                    <a:lnTo>
                      <a:pt x="108" y="12669"/>
                    </a:lnTo>
                    <a:lnTo>
                      <a:pt x="275" y="11725"/>
                    </a:lnTo>
                    <a:lnTo>
                      <a:pt x="538" y="10328"/>
                    </a:lnTo>
                    <a:lnTo>
                      <a:pt x="848" y="8621"/>
                    </a:lnTo>
                    <a:lnTo>
                      <a:pt x="1195" y="6747"/>
                    </a:lnTo>
                    <a:lnTo>
                      <a:pt x="1541" y="4860"/>
                    </a:lnTo>
                    <a:lnTo>
                      <a:pt x="1863" y="3105"/>
                    </a:lnTo>
                    <a:lnTo>
                      <a:pt x="2138" y="1613"/>
                    </a:lnTo>
                    <a:lnTo>
                      <a:pt x="2341" y="550"/>
                    </a:lnTo>
                    <a:lnTo>
                      <a:pt x="2424" y="37"/>
                    </a:lnTo>
                    <a:lnTo>
                      <a:pt x="2436" y="13"/>
                    </a:lnTo>
                    <a:lnTo>
                      <a:pt x="243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758" name="Google Shape;758;p67"/>
          <p:cNvCxnSpPr/>
          <p:nvPr/>
        </p:nvCxnSpPr>
        <p:spPr>
          <a:xfrm rot="10800000">
            <a:off x="2469300" y="4599425"/>
            <a:ext cx="4205400" cy="0"/>
          </a:xfrm>
          <a:prstGeom prst="straightConnector1">
            <a:avLst/>
          </a:prstGeom>
          <a:noFill/>
          <a:ln cap="flat" cmpd="sng" w="9525">
            <a:solidFill>
              <a:schemeClr val="lt1"/>
            </a:solidFill>
            <a:prstDash val="solid"/>
            <a:round/>
            <a:headEnd len="sm" w="sm" type="none"/>
            <a:tailEnd len="sm" w="sm" type="none"/>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62" name="Shape 762"/>
        <p:cNvGrpSpPr/>
        <p:nvPr/>
      </p:nvGrpSpPr>
      <p:grpSpPr>
        <a:xfrm>
          <a:off x="0" y="0"/>
          <a:ext cx="0" cy="0"/>
          <a:chOff x="0" y="0"/>
          <a:chExt cx="0" cy="0"/>
        </a:xfrm>
      </p:grpSpPr>
      <p:sp>
        <p:nvSpPr>
          <p:cNvPr id="763" name="Google Shape;763;p55"/>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Arial"/>
              <a:buNone/>
              <a:defRPr>
                <a:solidFill>
                  <a:schemeClr val="lt1"/>
                </a:solidFill>
                <a:latin typeface="Arial"/>
                <a:ea typeface="Arial"/>
                <a:cs typeface="Arial"/>
                <a:sym typeface="Arial"/>
              </a:defRPr>
            </a:lvl1pPr>
            <a:lvl2pPr lvl="1" algn="ctr">
              <a:lnSpc>
                <a:spcPct val="100000"/>
              </a:lnSpc>
              <a:spcBef>
                <a:spcPts val="0"/>
              </a:spcBef>
              <a:spcAft>
                <a:spcPts val="0"/>
              </a:spcAft>
              <a:buSzPts val="2400"/>
              <a:buFont typeface="Arial"/>
              <a:buNone/>
              <a:defRPr>
                <a:latin typeface="Arial"/>
                <a:ea typeface="Arial"/>
                <a:cs typeface="Arial"/>
                <a:sym typeface="Arial"/>
              </a:defRPr>
            </a:lvl2pPr>
            <a:lvl3pPr lvl="2" algn="ctr">
              <a:lnSpc>
                <a:spcPct val="100000"/>
              </a:lnSpc>
              <a:spcBef>
                <a:spcPts val="0"/>
              </a:spcBef>
              <a:spcAft>
                <a:spcPts val="0"/>
              </a:spcAft>
              <a:buSzPts val="2400"/>
              <a:buFont typeface="Arial"/>
              <a:buNone/>
              <a:defRPr>
                <a:latin typeface="Arial"/>
                <a:ea typeface="Arial"/>
                <a:cs typeface="Arial"/>
                <a:sym typeface="Arial"/>
              </a:defRPr>
            </a:lvl3pPr>
            <a:lvl4pPr lvl="3" algn="ctr">
              <a:lnSpc>
                <a:spcPct val="100000"/>
              </a:lnSpc>
              <a:spcBef>
                <a:spcPts val="0"/>
              </a:spcBef>
              <a:spcAft>
                <a:spcPts val="0"/>
              </a:spcAft>
              <a:buSzPts val="2400"/>
              <a:buFont typeface="Arial"/>
              <a:buNone/>
              <a:defRPr>
                <a:latin typeface="Arial"/>
                <a:ea typeface="Arial"/>
                <a:cs typeface="Arial"/>
                <a:sym typeface="Arial"/>
              </a:defRPr>
            </a:lvl4pPr>
            <a:lvl5pPr lvl="4" algn="ctr">
              <a:lnSpc>
                <a:spcPct val="100000"/>
              </a:lnSpc>
              <a:spcBef>
                <a:spcPts val="0"/>
              </a:spcBef>
              <a:spcAft>
                <a:spcPts val="0"/>
              </a:spcAft>
              <a:buSzPts val="2400"/>
              <a:buFont typeface="Arial"/>
              <a:buNone/>
              <a:defRPr>
                <a:latin typeface="Arial"/>
                <a:ea typeface="Arial"/>
                <a:cs typeface="Arial"/>
                <a:sym typeface="Arial"/>
              </a:defRPr>
            </a:lvl5pPr>
            <a:lvl6pPr lvl="5" algn="ctr">
              <a:lnSpc>
                <a:spcPct val="100000"/>
              </a:lnSpc>
              <a:spcBef>
                <a:spcPts val="0"/>
              </a:spcBef>
              <a:spcAft>
                <a:spcPts val="0"/>
              </a:spcAft>
              <a:buSzPts val="2400"/>
              <a:buFont typeface="Arial"/>
              <a:buNone/>
              <a:defRPr>
                <a:latin typeface="Arial"/>
                <a:ea typeface="Arial"/>
                <a:cs typeface="Arial"/>
                <a:sym typeface="Arial"/>
              </a:defRPr>
            </a:lvl6pPr>
            <a:lvl7pPr lvl="6" algn="ctr">
              <a:lnSpc>
                <a:spcPct val="100000"/>
              </a:lnSpc>
              <a:spcBef>
                <a:spcPts val="0"/>
              </a:spcBef>
              <a:spcAft>
                <a:spcPts val="0"/>
              </a:spcAft>
              <a:buSzPts val="2400"/>
              <a:buFont typeface="Arial"/>
              <a:buNone/>
              <a:defRPr>
                <a:latin typeface="Arial"/>
                <a:ea typeface="Arial"/>
                <a:cs typeface="Arial"/>
                <a:sym typeface="Arial"/>
              </a:defRPr>
            </a:lvl7pPr>
            <a:lvl8pPr lvl="7" algn="ctr">
              <a:lnSpc>
                <a:spcPct val="100000"/>
              </a:lnSpc>
              <a:spcBef>
                <a:spcPts val="0"/>
              </a:spcBef>
              <a:spcAft>
                <a:spcPts val="0"/>
              </a:spcAft>
              <a:buSzPts val="2400"/>
              <a:buFont typeface="Arial"/>
              <a:buNone/>
              <a:defRPr>
                <a:latin typeface="Arial"/>
                <a:ea typeface="Arial"/>
                <a:cs typeface="Arial"/>
                <a:sym typeface="Arial"/>
              </a:defRPr>
            </a:lvl8pPr>
            <a:lvl9pPr lvl="8" algn="ctr">
              <a:lnSpc>
                <a:spcPct val="100000"/>
              </a:lnSpc>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4" name="Shape 76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41"/>
          <p:cNvSpPr txBox="1"/>
          <p:nvPr>
            <p:ph type="title"/>
          </p:nvPr>
        </p:nvSpPr>
        <p:spPr>
          <a:xfrm>
            <a:off x="717750" y="365760"/>
            <a:ext cx="7708500" cy="5487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chemeClr val="dk1"/>
              </a:buClr>
              <a:buSzPts val="3000"/>
              <a:buFont typeface="Albert Sans ExtraBold"/>
              <a:buNone/>
              <a:defRPr b="0" i="0" sz="3000" u="none" cap="none" strike="noStrike">
                <a:solidFill>
                  <a:schemeClr val="dk1"/>
                </a:solidFill>
                <a:latin typeface="Albert Sans ExtraBold"/>
                <a:ea typeface="Albert Sans ExtraBold"/>
                <a:cs typeface="Albert Sans ExtraBold"/>
                <a:sym typeface="Albert Sans ExtraBold"/>
              </a:defRPr>
            </a:lvl1pPr>
            <a:lvl2pPr lvl="1"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2pPr>
            <a:lvl3pPr lvl="2"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3pPr>
            <a:lvl4pPr lvl="3"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4pPr>
            <a:lvl5pPr lvl="4"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5pPr>
            <a:lvl6pPr lvl="5"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6pPr>
            <a:lvl7pPr lvl="6"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7pPr>
            <a:lvl8pPr lvl="7"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8pPr>
            <a:lvl9pPr lvl="8" marR="0" rtl="0" algn="l">
              <a:lnSpc>
                <a:spcPct val="100000"/>
              </a:lnSpc>
              <a:spcBef>
                <a:spcPts val="0"/>
              </a:spcBef>
              <a:spcAft>
                <a:spcPts val="0"/>
              </a:spcAft>
              <a:buClr>
                <a:schemeClr val="dk1"/>
              </a:buClr>
              <a:buSzPts val="3500"/>
              <a:buFont typeface="Albert Sans"/>
              <a:buNone/>
              <a:defRPr b="1" i="0" sz="3500" u="none" cap="none" strike="noStrike">
                <a:solidFill>
                  <a:schemeClr val="dk1"/>
                </a:solidFill>
                <a:latin typeface="Albert Sans"/>
                <a:ea typeface="Albert Sans"/>
                <a:cs typeface="Albert Sans"/>
                <a:sym typeface="Albert Sans"/>
              </a:defRPr>
            </a:lvl9pPr>
          </a:lstStyle>
          <a:p/>
        </p:txBody>
      </p:sp>
      <p:sp>
        <p:nvSpPr>
          <p:cNvPr id="7" name="Google Shape;7;p41"/>
          <p:cNvSpPr txBox="1"/>
          <p:nvPr>
            <p:ph idx="1" type="body"/>
          </p:nvPr>
        </p:nvSpPr>
        <p:spPr>
          <a:xfrm>
            <a:off x="692700" y="1351875"/>
            <a:ext cx="7711800" cy="3247500"/>
          </a:xfrm>
          <a:prstGeom prst="rect">
            <a:avLst/>
          </a:prstGeom>
          <a:noFill/>
          <a:ln>
            <a:noFill/>
          </a:ln>
        </p:spPr>
        <p:txBody>
          <a:bodyPr anchorCtr="0" anchor="t" bIns="91425" lIns="91425" spcFirstLastPara="1" rIns="91425" wrap="square" tIns="91425">
            <a:noAutofit/>
          </a:bodyPr>
          <a:lstStyle>
            <a:lvl1pPr indent="-304800" lvl="0" marL="4572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1pPr>
            <a:lvl2pPr indent="-304800" lvl="1" marL="9144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2pPr>
            <a:lvl3pPr indent="-304800" lvl="2" marL="13716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3pPr>
            <a:lvl4pPr indent="-304800" lvl="3" marL="18288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4pPr>
            <a:lvl5pPr indent="-304800" lvl="4" marL="22860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5pPr>
            <a:lvl6pPr indent="-304800" lvl="5" marL="27432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6pPr>
            <a:lvl7pPr indent="-304800" lvl="6" marL="32004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7pPr>
            <a:lvl8pPr indent="-304800" lvl="7" marL="36576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8pPr>
            <a:lvl9pPr indent="-304800" lvl="8" marL="4114800" marR="0" rtl="0" algn="l">
              <a:lnSpc>
                <a:spcPct val="100000"/>
              </a:lnSpc>
              <a:spcBef>
                <a:spcPts val="0"/>
              </a:spcBef>
              <a:spcAft>
                <a:spcPts val="0"/>
              </a:spcAft>
              <a:buClr>
                <a:schemeClr val="lt1"/>
              </a:buClr>
              <a:buSzPts val="1200"/>
              <a:buFont typeface="Outfit"/>
              <a:buChar char="■"/>
              <a:defRPr b="0" i="0" sz="1200" u="none" cap="none" strike="noStrike">
                <a:solidFill>
                  <a:schemeClr val="lt1"/>
                </a:solidFill>
                <a:latin typeface="Outfit"/>
                <a:ea typeface="Outfit"/>
                <a:cs typeface="Outfit"/>
                <a:sym typeface="Outfit"/>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59" name="Shape 759"/>
        <p:cNvGrpSpPr/>
        <p:nvPr/>
      </p:nvGrpSpPr>
      <p:grpSpPr>
        <a:xfrm>
          <a:off x="0" y="0"/>
          <a:ext cx="0" cy="0"/>
          <a:chOff x="0" y="0"/>
          <a:chExt cx="0" cy="0"/>
        </a:xfrm>
      </p:grpSpPr>
      <p:sp>
        <p:nvSpPr>
          <p:cNvPr id="760" name="Google Shape;760;p5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761" name="Google Shape;761;p5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 id="214748367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2.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16.jpg"/><Relationship Id="rId4" Type="http://schemas.openxmlformats.org/officeDocument/2006/relationships/image" Target="../media/image5.png"/><Relationship Id="rId5" Type="http://schemas.openxmlformats.org/officeDocument/2006/relationships/image" Target="../media/image12.png"/><Relationship Id="rId6" Type="http://schemas.openxmlformats.org/officeDocument/2006/relationships/image" Target="../media/image2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image" Target="../media/image14.jpg"/><Relationship Id="rId4" Type="http://schemas.openxmlformats.org/officeDocument/2006/relationships/image" Target="../media/image13.jpg"/><Relationship Id="rId5" Type="http://schemas.openxmlformats.org/officeDocument/2006/relationships/image" Target="../media/image1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 Id="rId3" Type="http://schemas.openxmlformats.org/officeDocument/2006/relationships/image" Target="../media/image9.jpg"/><Relationship Id="rId4" Type="http://schemas.openxmlformats.org/officeDocument/2006/relationships/image" Target="../media/image3.jpg"/><Relationship Id="rId5" Type="http://schemas.openxmlformats.org/officeDocument/2006/relationships/image" Target="../media/image7.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3.jpg"/><Relationship Id="rId4" Type="http://schemas.openxmlformats.org/officeDocument/2006/relationships/image" Target="../media/image1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 Id="rId3" Type="http://schemas.openxmlformats.org/officeDocument/2006/relationships/image" Target="../media/image1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image" Target="../media/image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 Id="rId3" Type="http://schemas.openxmlformats.org/officeDocument/2006/relationships/image" Target="../media/image19.png"/><Relationship Id="rId4" Type="http://schemas.openxmlformats.org/officeDocument/2006/relationships/image" Target="../media/image23.png"/><Relationship Id="rId5" Type="http://schemas.openxmlformats.org/officeDocument/2006/relationships/image" Target="../media/image2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bBs8jg1oV6Jz5SuYCkMRoJgayio0tO7xssHwYTeafs/copy#gid=640737681" TargetMode="External"/><Relationship Id="rId5" Type="http://schemas.openxmlformats.org/officeDocument/2006/relationships/image" Target="../media/image2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hyperlink" Target="https://www.freepik.com/free-vector/hand-drawn-gathering-data-business_20286046.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Albert+Sans" TargetMode="External"/><Relationship Id="rId4" Type="http://schemas.openxmlformats.org/officeDocument/2006/relationships/hyperlink" Target="https://fonts.google.com/specimen/Outfit"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21.png"/><Relationship Id="rId14" Type="http://schemas.openxmlformats.org/officeDocument/2006/relationships/image" Target="../media/image20.png"/><Relationship Id="rId17" Type="http://schemas.openxmlformats.org/officeDocument/2006/relationships/image" Target="../media/image27.png"/><Relationship Id="rId16" Type="http://schemas.openxmlformats.org/officeDocument/2006/relationships/image" Target="../media/image18.png"/><Relationship Id="rId5" Type="http://schemas.openxmlformats.org/officeDocument/2006/relationships/image" Target="../media/image2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 name="Shape 768"/>
        <p:cNvGrpSpPr/>
        <p:nvPr/>
      </p:nvGrpSpPr>
      <p:grpSpPr>
        <a:xfrm>
          <a:off x="0" y="0"/>
          <a:ext cx="0" cy="0"/>
          <a:chOff x="0" y="0"/>
          <a:chExt cx="0" cy="0"/>
        </a:xfrm>
      </p:grpSpPr>
      <p:grpSp>
        <p:nvGrpSpPr>
          <p:cNvPr id="769" name="Google Shape;769;p1"/>
          <p:cNvGrpSpPr/>
          <p:nvPr/>
        </p:nvGrpSpPr>
        <p:grpSpPr>
          <a:xfrm>
            <a:off x="5058725" y="1044000"/>
            <a:ext cx="3332132" cy="1022013"/>
            <a:chOff x="5058725" y="1044000"/>
            <a:chExt cx="3332132" cy="1022013"/>
          </a:xfrm>
        </p:grpSpPr>
        <p:grpSp>
          <p:nvGrpSpPr>
            <p:cNvPr id="770" name="Google Shape;770;p1"/>
            <p:cNvGrpSpPr/>
            <p:nvPr/>
          </p:nvGrpSpPr>
          <p:grpSpPr>
            <a:xfrm>
              <a:off x="5058725" y="1180400"/>
              <a:ext cx="1124813" cy="885613"/>
              <a:chOff x="5284625" y="-234825"/>
              <a:chExt cx="1124813" cy="885613"/>
            </a:xfrm>
          </p:grpSpPr>
          <p:sp>
            <p:nvSpPr>
              <p:cNvPr id="771" name="Google Shape;771;p1"/>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1"/>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1"/>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1"/>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1"/>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1"/>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1"/>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1"/>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1"/>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1"/>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1"/>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1"/>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1"/>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1"/>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1"/>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1"/>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1"/>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1"/>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1"/>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1"/>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1"/>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1"/>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1"/>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 name="Google Shape;794;p1"/>
            <p:cNvGrpSpPr/>
            <p:nvPr/>
          </p:nvGrpSpPr>
          <p:grpSpPr>
            <a:xfrm>
              <a:off x="6857225" y="1044000"/>
              <a:ext cx="569636" cy="387603"/>
              <a:chOff x="6884625" y="563500"/>
              <a:chExt cx="569636" cy="387603"/>
            </a:xfrm>
          </p:grpSpPr>
          <p:sp>
            <p:nvSpPr>
              <p:cNvPr id="795" name="Google Shape;795;p1"/>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1"/>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1"/>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1"/>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1"/>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1"/>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1"/>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1"/>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1"/>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1"/>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1"/>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 name="Google Shape;806;p1"/>
            <p:cNvGrpSpPr/>
            <p:nvPr/>
          </p:nvGrpSpPr>
          <p:grpSpPr>
            <a:xfrm>
              <a:off x="8040325" y="1264138"/>
              <a:ext cx="350532" cy="337682"/>
              <a:chOff x="6625800" y="1711525"/>
              <a:chExt cx="350532" cy="337682"/>
            </a:xfrm>
          </p:grpSpPr>
          <p:sp>
            <p:nvSpPr>
              <p:cNvPr id="807" name="Google Shape;807;p1"/>
              <p:cNvSpPr/>
              <p:nvPr/>
            </p:nvSpPr>
            <p:spPr>
              <a:xfrm>
                <a:off x="6625800" y="1711525"/>
                <a:ext cx="350532" cy="337682"/>
              </a:xfrm>
              <a:custGeom>
                <a:rect b="b" l="l" r="r" t="t"/>
                <a:pathLst>
                  <a:path extrusionOk="0" h="6281" w="6520">
                    <a:moveTo>
                      <a:pt x="3618" y="60"/>
                    </a:moveTo>
                    <a:lnTo>
                      <a:pt x="3845" y="96"/>
                    </a:lnTo>
                    <a:lnTo>
                      <a:pt x="4048" y="131"/>
                    </a:lnTo>
                    <a:lnTo>
                      <a:pt x="4262" y="179"/>
                    </a:lnTo>
                    <a:lnTo>
                      <a:pt x="4465" y="251"/>
                    </a:lnTo>
                    <a:lnTo>
                      <a:pt x="4656" y="334"/>
                    </a:lnTo>
                    <a:lnTo>
                      <a:pt x="4848" y="430"/>
                    </a:lnTo>
                    <a:lnTo>
                      <a:pt x="5039" y="537"/>
                    </a:lnTo>
                    <a:lnTo>
                      <a:pt x="5206" y="657"/>
                    </a:lnTo>
                    <a:lnTo>
                      <a:pt x="5373" y="788"/>
                    </a:lnTo>
                    <a:lnTo>
                      <a:pt x="5540" y="931"/>
                    </a:lnTo>
                    <a:lnTo>
                      <a:pt x="5683" y="1087"/>
                    </a:lnTo>
                    <a:lnTo>
                      <a:pt x="5815" y="1254"/>
                    </a:lnTo>
                    <a:lnTo>
                      <a:pt x="5934" y="1421"/>
                    </a:lnTo>
                    <a:lnTo>
                      <a:pt x="6053" y="1612"/>
                    </a:lnTo>
                    <a:lnTo>
                      <a:pt x="6149" y="1791"/>
                    </a:lnTo>
                    <a:lnTo>
                      <a:pt x="6233" y="1982"/>
                    </a:lnTo>
                    <a:lnTo>
                      <a:pt x="6304" y="2185"/>
                    </a:lnTo>
                    <a:lnTo>
                      <a:pt x="6364" y="2400"/>
                    </a:lnTo>
                    <a:lnTo>
                      <a:pt x="6412" y="2615"/>
                    </a:lnTo>
                    <a:lnTo>
                      <a:pt x="6447" y="2830"/>
                    </a:lnTo>
                    <a:lnTo>
                      <a:pt x="6459" y="3057"/>
                    </a:lnTo>
                    <a:lnTo>
                      <a:pt x="6459" y="3271"/>
                    </a:lnTo>
                    <a:lnTo>
                      <a:pt x="6435" y="3486"/>
                    </a:lnTo>
                    <a:lnTo>
                      <a:pt x="6400" y="3713"/>
                    </a:lnTo>
                    <a:lnTo>
                      <a:pt x="6352" y="3928"/>
                    </a:lnTo>
                    <a:lnTo>
                      <a:pt x="6292" y="4131"/>
                    </a:lnTo>
                    <a:lnTo>
                      <a:pt x="6221" y="4322"/>
                    </a:lnTo>
                    <a:lnTo>
                      <a:pt x="6125" y="4525"/>
                    </a:lnTo>
                    <a:lnTo>
                      <a:pt x="6030" y="4704"/>
                    </a:lnTo>
                    <a:lnTo>
                      <a:pt x="5910" y="4883"/>
                    </a:lnTo>
                    <a:lnTo>
                      <a:pt x="5791" y="5050"/>
                    </a:lnTo>
                    <a:lnTo>
                      <a:pt x="5647" y="5218"/>
                    </a:lnTo>
                    <a:lnTo>
                      <a:pt x="5504" y="5373"/>
                    </a:lnTo>
                    <a:lnTo>
                      <a:pt x="5337" y="5516"/>
                    </a:lnTo>
                    <a:lnTo>
                      <a:pt x="5170" y="5636"/>
                    </a:lnTo>
                    <a:lnTo>
                      <a:pt x="4991" y="5755"/>
                    </a:lnTo>
                    <a:lnTo>
                      <a:pt x="4812" y="5862"/>
                    </a:lnTo>
                    <a:lnTo>
                      <a:pt x="4621" y="5958"/>
                    </a:lnTo>
                    <a:lnTo>
                      <a:pt x="4418" y="6041"/>
                    </a:lnTo>
                    <a:lnTo>
                      <a:pt x="4215" y="6101"/>
                    </a:lnTo>
                    <a:lnTo>
                      <a:pt x="4012" y="6149"/>
                    </a:lnTo>
                    <a:lnTo>
                      <a:pt x="3761" y="6197"/>
                    </a:lnTo>
                    <a:lnTo>
                      <a:pt x="3498" y="6209"/>
                    </a:lnTo>
                    <a:lnTo>
                      <a:pt x="3248" y="6209"/>
                    </a:lnTo>
                    <a:lnTo>
                      <a:pt x="2985" y="6197"/>
                    </a:lnTo>
                    <a:lnTo>
                      <a:pt x="2734" y="6149"/>
                    </a:lnTo>
                    <a:lnTo>
                      <a:pt x="2495" y="6089"/>
                    </a:lnTo>
                    <a:lnTo>
                      <a:pt x="2245" y="6006"/>
                    </a:lnTo>
                    <a:lnTo>
                      <a:pt x="2018" y="5898"/>
                    </a:lnTo>
                    <a:lnTo>
                      <a:pt x="1791" y="5779"/>
                    </a:lnTo>
                    <a:lnTo>
                      <a:pt x="1576" y="5636"/>
                    </a:lnTo>
                    <a:lnTo>
                      <a:pt x="1540" y="5636"/>
                    </a:lnTo>
                    <a:lnTo>
                      <a:pt x="1469" y="5707"/>
                    </a:lnTo>
                    <a:lnTo>
                      <a:pt x="1385" y="5767"/>
                    </a:lnTo>
                    <a:lnTo>
                      <a:pt x="1301" y="5815"/>
                    </a:lnTo>
                    <a:lnTo>
                      <a:pt x="1206" y="5862"/>
                    </a:lnTo>
                    <a:lnTo>
                      <a:pt x="1015" y="5934"/>
                    </a:lnTo>
                    <a:lnTo>
                      <a:pt x="824" y="5970"/>
                    </a:lnTo>
                    <a:lnTo>
                      <a:pt x="633" y="5982"/>
                    </a:lnTo>
                    <a:lnTo>
                      <a:pt x="430" y="5970"/>
                    </a:lnTo>
                    <a:lnTo>
                      <a:pt x="334" y="5958"/>
                    </a:lnTo>
                    <a:lnTo>
                      <a:pt x="239" y="5934"/>
                    </a:lnTo>
                    <a:lnTo>
                      <a:pt x="143" y="5898"/>
                    </a:lnTo>
                    <a:lnTo>
                      <a:pt x="120" y="5890"/>
                    </a:lnTo>
                    <a:lnTo>
                      <a:pt x="120" y="5890"/>
                    </a:lnTo>
                    <a:lnTo>
                      <a:pt x="191" y="5862"/>
                    </a:lnTo>
                    <a:lnTo>
                      <a:pt x="334" y="5779"/>
                    </a:lnTo>
                    <a:lnTo>
                      <a:pt x="466" y="5683"/>
                    </a:lnTo>
                    <a:lnTo>
                      <a:pt x="585" y="5576"/>
                    </a:lnTo>
                    <a:lnTo>
                      <a:pt x="693" y="5456"/>
                    </a:lnTo>
                    <a:lnTo>
                      <a:pt x="788" y="5313"/>
                    </a:lnTo>
                    <a:lnTo>
                      <a:pt x="860" y="5170"/>
                    </a:lnTo>
                    <a:lnTo>
                      <a:pt x="917" y="5022"/>
                    </a:lnTo>
                    <a:lnTo>
                      <a:pt x="931" y="5015"/>
                    </a:lnTo>
                    <a:lnTo>
                      <a:pt x="919" y="4991"/>
                    </a:lnTo>
                    <a:lnTo>
                      <a:pt x="776" y="4776"/>
                    </a:lnTo>
                    <a:lnTo>
                      <a:pt x="645" y="4537"/>
                    </a:lnTo>
                    <a:lnTo>
                      <a:pt x="525" y="4310"/>
                    </a:lnTo>
                    <a:lnTo>
                      <a:pt x="442" y="4059"/>
                    </a:lnTo>
                    <a:lnTo>
                      <a:pt x="370" y="3809"/>
                    </a:lnTo>
                    <a:lnTo>
                      <a:pt x="322" y="3546"/>
                    </a:lnTo>
                    <a:lnTo>
                      <a:pt x="299" y="3283"/>
                    </a:lnTo>
                    <a:lnTo>
                      <a:pt x="299" y="3021"/>
                    </a:lnTo>
                    <a:lnTo>
                      <a:pt x="310" y="2806"/>
                    </a:lnTo>
                    <a:lnTo>
                      <a:pt x="346" y="2591"/>
                    </a:lnTo>
                    <a:lnTo>
                      <a:pt x="394" y="2376"/>
                    </a:lnTo>
                    <a:lnTo>
                      <a:pt x="454" y="2173"/>
                    </a:lnTo>
                    <a:lnTo>
                      <a:pt x="525" y="1970"/>
                    </a:lnTo>
                    <a:lnTo>
                      <a:pt x="621" y="1767"/>
                    </a:lnTo>
                    <a:lnTo>
                      <a:pt x="716" y="1576"/>
                    </a:lnTo>
                    <a:lnTo>
                      <a:pt x="836" y="1397"/>
                    </a:lnTo>
                    <a:lnTo>
                      <a:pt x="955" y="1230"/>
                    </a:lnTo>
                    <a:lnTo>
                      <a:pt x="1098" y="1063"/>
                    </a:lnTo>
                    <a:lnTo>
                      <a:pt x="1242" y="919"/>
                    </a:lnTo>
                    <a:lnTo>
                      <a:pt x="1397" y="776"/>
                    </a:lnTo>
                    <a:lnTo>
                      <a:pt x="1564" y="645"/>
                    </a:lnTo>
                    <a:lnTo>
                      <a:pt x="1743" y="525"/>
                    </a:lnTo>
                    <a:lnTo>
                      <a:pt x="1922" y="418"/>
                    </a:lnTo>
                    <a:lnTo>
                      <a:pt x="2113" y="322"/>
                    </a:lnTo>
                    <a:lnTo>
                      <a:pt x="2316" y="239"/>
                    </a:lnTo>
                    <a:lnTo>
                      <a:pt x="2519" y="179"/>
                    </a:lnTo>
                    <a:lnTo>
                      <a:pt x="2734" y="119"/>
                    </a:lnTo>
                    <a:lnTo>
                      <a:pt x="2961" y="84"/>
                    </a:lnTo>
                    <a:lnTo>
                      <a:pt x="3176" y="60"/>
                    </a:lnTo>
                    <a:close/>
                    <a:moveTo>
                      <a:pt x="3152" y="0"/>
                    </a:moveTo>
                    <a:lnTo>
                      <a:pt x="2925" y="24"/>
                    </a:lnTo>
                    <a:lnTo>
                      <a:pt x="2710" y="72"/>
                    </a:lnTo>
                    <a:lnTo>
                      <a:pt x="2483" y="119"/>
                    </a:lnTo>
                    <a:lnTo>
                      <a:pt x="2281" y="191"/>
                    </a:lnTo>
                    <a:lnTo>
                      <a:pt x="2078" y="275"/>
                    </a:lnTo>
                    <a:lnTo>
                      <a:pt x="1887" y="370"/>
                    </a:lnTo>
                    <a:lnTo>
                      <a:pt x="1707" y="478"/>
                    </a:lnTo>
                    <a:lnTo>
                      <a:pt x="1528" y="597"/>
                    </a:lnTo>
                    <a:lnTo>
                      <a:pt x="1349" y="728"/>
                    </a:lnTo>
                    <a:lnTo>
                      <a:pt x="1194" y="884"/>
                    </a:lnTo>
                    <a:lnTo>
                      <a:pt x="1039" y="1039"/>
                    </a:lnTo>
                    <a:lnTo>
                      <a:pt x="907" y="1206"/>
                    </a:lnTo>
                    <a:lnTo>
                      <a:pt x="776" y="1373"/>
                    </a:lnTo>
                    <a:lnTo>
                      <a:pt x="657" y="1564"/>
                    </a:lnTo>
                    <a:lnTo>
                      <a:pt x="561" y="1755"/>
                    </a:lnTo>
                    <a:lnTo>
                      <a:pt x="466" y="1946"/>
                    </a:lnTo>
                    <a:lnTo>
                      <a:pt x="394" y="2161"/>
                    </a:lnTo>
                    <a:lnTo>
                      <a:pt x="334" y="2364"/>
                    </a:lnTo>
                    <a:lnTo>
                      <a:pt x="287" y="2579"/>
                    </a:lnTo>
                    <a:lnTo>
                      <a:pt x="251" y="2830"/>
                    </a:lnTo>
                    <a:lnTo>
                      <a:pt x="239" y="3092"/>
                    </a:lnTo>
                    <a:lnTo>
                      <a:pt x="251" y="3343"/>
                    </a:lnTo>
                    <a:lnTo>
                      <a:pt x="275" y="3606"/>
                    </a:lnTo>
                    <a:lnTo>
                      <a:pt x="322" y="3857"/>
                    </a:lnTo>
                    <a:lnTo>
                      <a:pt x="394" y="4107"/>
                    </a:lnTo>
                    <a:lnTo>
                      <a:pt x="478" y="4346"/>
                    </a:lnTo>
                    <a:lnTo>
                      <a:pt x="597" y="4585"/>
                    </a:lnTo>
                    <a:lnTo>
                      <a:pt x="716" y="4812"/>
                    </a:lnTo>
                    <a:lnTo>
                      <a:pt x="865" y="5018"/>
                    </a:lnTo>
                    <a:lnTo>
                      <a:pt x="812" y="5146"/>
                    </a:lnTo>
                    <a:lnTo>
                      <a:pt x="740" y="5289"/>
                    </a:lnTo>
                    <a:lnTo>
                      <a:pt x="645" y="5409"/>
                    </a:lnTo>
                    <a:lnTo>
                      <a:pt x="549" y="5528"/>
                    </a:lnTo>
                    <a:lnTo>
                      <a:pt x="430" y="5636"/>
                    </a:lnTo>
                    <a:lnTo>
                      <a:pt x="310" y="5731"/>
                    </a:lnTo>
                    <a:lnTo>
                      <a:pt x="167" y="5803"/>
                    </a:lnTo>
                    <a:lnTo>
                      <a:pt x="24" y="5862"/>
                    </a:lnTo>
                    <a:lnTo>
                      <a:pt x="0" y="5874"/>
                    </a:lnTo>
                    <a:lnTo>
                      <a:pt x="0" y="5886"/>
                    </a:lnTo>
                    <a:lnTo>
                      <a:pt x="0" y="5898"/>
                    </a:lnTo>
                    <a:lnTo>
                      <a:pt x="12" y="5910"/>
                    </a:lnTo>
                    <a:lnTo>
                      <a:pt x="108" y="5958"/>
                    </a:lnTo>
                    <a:lnTo>
                      <a:pt x="215" y="5994"/>
                    </a:lnTo>
                    <a:lnTo>
                      <a:pt x="310" y="6018"/>
                    </a:lnTo>
                    <a:lnTo>
                      <a:pt x="418" y="6030"/>
                    </a:lnTo>
                    <a:lnTo>
                      <a:pt x="525" y="6041"/>
                    </a:lnTo>
                    <a:lnTo>
                      <a:pt x="728" y="6041"/>
                    </a:lnTo>
                    <a:lnTo>
                      <a:pt x="836" y="6030"/>
                    </a:lnTo>
                    <a:lnTo>
                      <a:pt x="931" y="6006"/>
                    </a:lnTo>
                    <a:lnTo>
                      <a:pt x="1039" y="5982"/>
                    </a:lnTo>
                    <a:lnTo>
                      <a:pt x="1134" y="5946"/>
                    </a:lnTo>
                    <a:lnTo>
                      <a:pt x="1230" y="5910"/>
                    </a:lnTo>
                    <a:lnTo>
                      <a:pt x="1325" y="5862"/>
                    </a:lnTo>
                    <a:lnTo>
                      <a:pt x="1421" y="5815"/>
                    </a:lnTo>
                    <a:lnTo>
                      <a:pt x="1504" y="5755"/>
                    </a:lnTo>
                    <a:lnTo>
                      <a:pt x="1572" y="5697"/>
                    </a:lnTo>
                    <a:lnTo>
                      <a:pt x="1572" y="5697"/>
                    </a:lnTo>
                    <a:lnTo>
                      <a:pt x="1779" y="5838"/>
                    </a:lnTo>
                    <a:lnTo>
                      <a:pt x="2018" y="5958"/>
                    </a:lnTo>
                    <a:lnTo>
                      <a:pt x="2257" y="6065"/>
                    </a:lnTo>
                    <a:lnTo>
                      <a:pt x="2519" y="6149"/>
                    </a:lnTo>
                    <a:lnTo>
                      <a:pt x="2770" y="6221"/>
                    </a:lnTo>
                    <a:lnTo>
                      <a:pt x="3045" y="6256"/>
                    </a:lnTo>
                    <a:lnTo>
                      <a:pt x="3307" y="6280"/>
                    </a:lnTo>
                    <a:lnTo>
                      <a:pt x="3582" y="6268"/>
                    </a:lnTo>
                    <a:lnTo>
                      <a:pt x="3797" y="6244"/>
                    </a:lnTo>
                    <a:lnTo>
                      <a:pt x="4012" y="6209"/>
                    </a:lnTo>
                    <a:lnTo>
                      <a:pt x="4227" y="6161"/>
                    </a:lnTo>
                    <a:lnTo>
                      <a:pt x="4442" y="6089"/>
                    </a:lnTo>
                    <a:lnTo>
                      <a:pt x="4645" y="6006"/>
                    </a:lnTo>
                    <a:lnTo>
                      <a:pt x="4848" y="5910"/>
                    </a:lnTo>
                    <a:lnTo>
                      <a:pt x="5039" y="5803"/>
                    </a:lnTo>
                    <a:lnTo>
                      <a:pt x="5218" y="5683"/>
                    </a:lnTo>
                    <a:lnTo>
                      <a:pt x="5385" y="5552"/>
                    </a:lnTo>
                    <a:lnTo>
                      <a:pt x="5552" y="5409"/>
                    </a:lnTo>
                    <a:lnTo>
                      <a:pt x="5695" y="5253"/>
                    </a:lnTo>
                    <a:lnTo>
                      <a:pt x="5839" y="5086"/>
                    </a:lnTo>
                    <a:lnTo>
                      <a:pt x="5970" y="4919"/>
                    </a:lnTo>
                    <a:lnTo>
                      <a:pt x="6077" y="4740"/>
                    </a:lnTo>
                    <a:lnTo>
                      <a:pt x="6185" y="4549"/>
                    </a:lnTo>
                    <a:lnTo>
                      <a:pt x="6268" y="4346"/>
                    </a:lnTo>
                    <a:lnTo>
                      <a:pt x="6352" y="4143"/>
                    </a:lnTo>
                    <a:lnTo>
                      <a:pt x="6412" y="3928"/>
                    </a:lnTo>
                    <a:lnTo>
                      <a:pt x="6471" y="3701"/>
                    </a:lnTo>
                    <a:lnTo>
                      <a:pt x="6495" y="3486"/>
                    </a:lnTo>
                    <a:lnTo>
                      <a:pt x="6519" y="3260"/>
                    </a:lnTo>
                    <a:lnTo>
                      <a:pt x="6519" y="3033"/>
                    </a:lnTo>
                    <a:lnTo>
                      <a:pt x="6495" y="2806"/>
                    </a:lnTo>
                    <a:lnTo>
                      <a:pt x="6471" y="2591"/>
                    </a:lnTo>
                    <a:lnTo>
                      <a:pt x="6424" y="2376"/>
                    </a:lnTo>
                    <a:lnTo>
                      <a:pt x="6364" y="2161"/>
                    </a:lnTo>
                    <a:lnTo>
                      <a:pt x="6292" y="1958"/>
                    </a:lnTo>
                    <a:lnTo>
                      <a:pt x="6197" y="1755"/>
                    </a:lnTo>
                    <a:lnTo>
                      <a:pt x="6101" y="1564"/>
                    </a:lnTo>
                    <a:lnTo>
                      <a:pt x="5982" y="1385"/>
                    </a:lnTo>
                    <a:lnTo>
                      <a:pt x="5850" y="1206"/>
                    </a:lnTo>
                    <a:lnTo>
                      <a:pt x="5719" y="1039"/>
                    </a:lnTo>
                    <a:lnTo>
                      <a:pt x="5564" y="884"/>
                    </a:lnTo>
                    <a:lnTo>
                      <a:pt x="5409" y="740"/>
                    </a:lnTo>
                    <a:lnTo>
                      <a:pt x="5242" y="609"/>
                    </a:lnTo>
                    <a:lnTo>
                      <a:pt x="5062" y="478"/>
                    </a:lnTo>
                    <a:lnTo>
                      <a:pt x="4871" y="370"/>
                    </a:lnTo>
                    <a:lnTo>
                      <a:pt x="4680" y="275"/>
                    </a:lnTo>
                    <a:lnTo>
                      <a:pt x="4477" y="191"/>
                    </a:lnTo>
                    <a:lnTo>
                      <a:pt x="4274" y="131"/>
                    </a:lnTo>
                    <a:lnTo>
                      <a:pt x="4060" y="72"/>
                    </a:lnTo>
                    <a:lnTo>
                      <a:pt x="3833" y="24"/>
                    </a:lnTo>
                    <a:lnTo>
                      <a:pt x="36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1"/>
              <p:cNvSpPr/>
              <p:nvPr/>
            </p:nvSpPr>
            <p:spPr>
              <a:xfrm>
                <a:off x="6733592" y="1861680"/>
                <a:ext cx="36666" cy="36666"/>
              </a:xfrm>
              <a:custGeom>
                <a:rect b="b" l="l" r="r" t="t"/>
                <a:pathLst>
                  <a:path extrusionOk="0" h="682" w="682">
                    <a:moveTo>
                      <a:pt x="335" y="1"/>
                    </a:moveTo>
                    <a:lnTo>
                      <a:pt x="276" y="13"/>
                    </a:lnTo>
                    <a:lnTo>
                      <a:pt x="204" y="25"/>
                    </a:lnTo>
                    <a:lnTo>
                      <a:pt x="144" y="61"/>
                    </a:lnTo>
                    <a:lnTo>
                      <a:pt x="96" y="96"/>
                    </a:lnTo>
                    <a:lnTo>
                      <a:pt x="61" y="156"/>
                    </a:lnTo>
                    <a:lnTo>
                      <a:pt x="25" y="204"/>
                    </a:lnTo>
                    <a:lnTo>
                      <a:pt x="1" y="276"/>
                    </a:lnTo>
                    <a:lnTo>
                      <a:pt x="1" y="347"/>
                    </a:lnTo>
                    <a:lnTo>
                      <a:pt x="1" y="407"/>
                    </a:lnTo>
                    <a:lnTo>
                      <a:pt x="25" y="478"/>
                    </a:lnTo>
                    <a:lnTo>
                      <a:pt x="61" y="538"/>
                    </a:lnTo>
                    <a:lnTo>
                      <a:pt x="96" y="586"/>
                    </a:lnTo>
                    <a:lnTo>
                      <a:pt x="144" y="622"/>
                    </a:lnTo>
                    <a:lnTo>
                      <a:pt x="204" y="658"/>
                    </a:lnTo>
                    <a:lnTo>
                      <a:pt x="276" y="681"/>
                    </a:lnTo>
                    <a:lnTo>
                      <a:pt x="407" y="681"/>
                    </a:lnTo>
                    <a:lnTo>
                      <a:pt x="478" y="658"/>
                    </a:lnTo>
                    <a:lnTo>
                      <a:pt x="526" y="622"/>
                    </a:lnTo>
                    <a:lnTo>
                      <a:pt x="586" y="586"/>
                    </a:lnTo>
                    <a:lnTo>
                      <a:pt x="622" y="538"/>
                    </a:lnTo>
                    <a:lnTo>
                      <a:pt x="658" y="478"/>
                    </a:lnTo>
                    <a:lnTo>
                      <a:pt x="670" y="407"/>
                    </a:lnTo>
                    <a:lnTo>
                      <a:pt x="681" y="347"/>
                    </a:lnTo>
                    <a:lnTo>
                      <a:pt x="670" y="276"/>
                    </a:lnTo>
                    <a:lnTo>
                      <a:pt x="658" y="204"/>
                    </a:lnTo>
                    <a:lnTo>
                      <a:pt x="622" y="156"/>
                    </a:lnTo>
                    <a:lnTo>
                      <a:pt x="586" y="96"/>
                    </a:lnTo>
                    <a:lnTo>
                      <a:pt x="526" y="61"/>
                    </a:lnTo>
                    <a:lnTo>
                      <a:pt x="478"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1"/>
              <p:cNvSpPr/>
              <p:nvPr/>
            </p:nvSpPr>
            <p:spPr>
              <a:xfrm>
                <a:off x="6793321" y="1861680"/>
                <a:ext cx="36612" cy="36666"/>
              </a:xfrm>
              <a:custGeom>
                <a:rect b="b" l="l" r="r" t="t"/>
                <a:pathLst>
                  <a:path extrusionOk="0" h="682" w="681">
                    <a:moveTo>
                      <a:pt x="335" y="1"/>
                    </a:moveTo>
                    <a:lnTo>
                      <a:pt x="275" y="13"/>
                    </a:lnTo>
                    <a:lnTo>
                      <a:pt x="203" y="25"/>
                    </a:lnTo>
                    <a:lnTo>
                      <a:pt x="144" y="61"/>
                    </a:lnTo>
                    <a:lnTo>
                      <a:pt x="96" y="96"/>
                    </a:lnTo>
                    <a:lnTo>
                      <a:pt x="60" y="156"/>
                    </a:lnTo>
                    <a:lnTo>
                      <a:pt x="24" y="204"/>
                    </a:lnTo>
                    <a:lnTo>
                      <a:pt x="0" y="276"/>
                    </a:lnTo>
                    <a:lnTo>
                      <a:pt x="0" y="347"/>
                    </a:lnTo>
                    <a:lnTo>
                      <a:pt x="0" y="407"/>
                    </a:lnTo>
                    <a:lnTo>
                      <a:pt x="24" y="478"/>
                    </a:lnTo>
                    <a:lnTo>
                      <a:pt x="60" y="538"/>
                    </a:lnTo>
                    <a:lnTo>
                      <a:pt x="96" y="586"/>
                    </a:lnTo>
                    <a:lnTo>
                      <a:pt x="144" y="622"/>
                    </a:lnTo>
                    <a:lnTo>
                      <a:pt x="203" y="658"/>
                    </a:lnTo>
                    <a:lnTo>
                      <a:pt x="275" y="681"/>
                    </a:lnTo>
                    <a:lnTo>
                      <a:pt x="406" y="681"/>
                    </a:lnTo>
                    <a:lnTo>
                      <a:pt x="478" y="658"/>
                    </a:lnTo>
                    <a:lnTo>
                      <a:pt x="526" y="622"/>
                    </a:lnTo>
                    <a:lnTo>
                      <a:pt x="585" y="586"/>
                    </a:lnTo>
                    <a:lnTo>
                      <a:pt x="621" y="538"/>
                    </a:lnTo>
                    <a:lnTo>
                      <a:pt x="657" y="478"/>
                    </a:lnTo>
                    <a:lnTo>
                      <a:pt x="669" y="407"/>
                    </a:lnTo>
                    <a:lnTo>
                      <a:pt x="681" y="347"/>
                    </a:lnTo>
                    <a:lnTo>
                      <a:pt x="669" y="276"/>
                    </a:lnTo>
                    <a:lnTo>
                      <a:pt x="657" y="204"/>
                    </a:lnTo>
                    <a:lnTo>
                      <a:pt x="621" y="156"/>
                    </a:lnTo>
                    <a:lnTo>
                      <a:pt x="585" y="96"/>
                    </a:lnTo>
                    <a:lnTo>
                      <a:pt x="526" y="61"/>
                    </a:lnTo>
                    <a:lnTo>
                      <a:pt x="478" y="25"/>
                    </a:lnTo>
                    <a:lnTo>
                      <a:pt x="406"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1"/>
              <p:cNvSpPr/>
              <p:nvPr/>
            </p:nvSpPr>
            <p:spPr>
              <a:xfrm>
                <a:off x="6852996" y="1861680"/>
                <a:ext cx="36666" cy="36666"/>
              </a:xfrm>
              <a:custGeom>
                <a:rect b="b" l="l" r="r" t="t"/>
                <a:pathLst>
                  <a:path extrusionOk="0" h="682" w="682">
                    <a:moveTo>
                      <a:pt x="335" y="1"/>
                    </a:moveTo>
                    <a:lnTo>
                      <a:pt x="275" y="13"/>
                    </a:lnTo>
                    <a:lnTo>
                      <a:pt x="204" y="25"/>
                    </a:lnTo>
                    <a:lnTo>
                      <a:pt x="144" y="61"/>
                    </a:lnTo>
                    <a:lnTo>
                      <a:pt x="96" y="96"/>
                    </a:lnTo>
                    <a:lnTo>
                      <a:pt x="60" y="156"/>
                    </a:lnTo>
                    <a:lnTo>
                      <a:pt x="25" y="204"/>
                    </a:lnTo>
                    <a:lnTo>
                      <a:pt x="1" y="276"/>
                    </a:lnTo>
                    <a:lnTo>
                      <a:pt x="1" y="347"/>
                    </a:lnTo>
                    <a:lnTo>
                      <a:pt x="1" y="407"/>
                    </a:lnTo>
                    <a:lnTo>
                      <a:pt x="25" y="478"/>
                    </a:lnTo>
                    <a:lnTo>
                      <a:pt x="60" y="538"/>
                    </a:lnTo>
                    <a:lnTo>
                      <a:pt x="96" y="586"/>
                    </a:lnTo>
                    <a:lnTo>
                      <a:pt x="144" y="622"/>
                    </a:lnTo>
                    <a:lnTo>
                      <a:pt x="204" y="658"/>
                    </a:lnTo>
                    <a:lnTo>
                      <a:pt x="275" y="681"/>
                    </a:lnTo>
                    <a:lnTo>
                      <a:pt x="407" y="681"/>
                    </a:lnTo>
                    <a:lnTo>
                      <a:pt x="466" y="658"/>
                    </a:lnTo>
                    <a:lnTo>
                      <a:pt x="526" y="622"/>
                    </a:lnTo>
                    <a:lnTo>
                      <a:pt x="586" y="586"/>
                    </a:lnTo>
                    <a:lnTo>
                      <a:pt x="622" y="538"/>
                    </a:lnTo>
                    <a:lnTo>
                      <a:pt x="657" y="478"/>
                    </a:lnTo>
                    <a:lnTo>
                      <a:pt x="669" y="407"/>
                    </a:lnTo>
                    <a:lnTo>
                      <a:pt x="681" y="347"/>
                    </a:lnTo>
                    <a:lnTo>
                      <a:pt x="669" y="276"/>
                    </a:lnTo>
                    <a:lnTo>
                      <a:pt x="657" y="204"/>
                    </a:lnTo>
                    <a:lnTo>
                      <a:pt x="622" y="156"/>
                    </a:lnTo>
                    <a:lnTo>
                      <a:pt x="586" y="96"/>
                    </a:lnTo>
                    <a:lnTo>
                      <a:pt x="526" y="61"/>
                    </a:lnTo>
                    <a:lnTo>
                      <a:pt x="466"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1" name="Google Shape;811;p1"/>
            <p:cNvSpPr/>
            <p:nvPr/>
          </p:nvSpPr>
          <p:spPr>
            <a:xfrm>
              <a:off x="6222350" y="1474376"/>
              <a:ext cx="303294" cy="291618"/>
            </a:xfrm>
            <a:custGeom>
              <a:rect b="b" l="l" r="r" t="t"/>
              <a:pathLst>
                <a:path extrusionOk="0" h="6269" w="6520">
                  <a:moveTo>
                    <a:pt x="3355" y="60"/>
                  </a:moveTo>
                  <a:lnTo>
                    <a:pt x="3570" y="84"/>
                  </a:lnTo>
                  <a:lnTo>
                    <a:pt x="3785" y="119"/>
                  </a:lnTo>
                  <a:lnTo>
                    <a:pt x="4000" y="179"/>
                  </a:lnTo>
                  <a:lnTo>
                    <a:pt x="4203" y="251"/>
                  </a:lnTo>
                  <a:lnTo>
                    <a:pt x="4394" y="322"/>
                  </a:lnTo>
                  <a:lnTo>
                    <a:pt x="4585" y="418"/>
                  </a:lnTo>
                  <a:lnTo>
                    <a:pt x="4776" y="525"/>
                  </a:lnTo>
                  <a:lnTo>
                    <a:pt x="4943" y="645"/>
                  </a:lnTo>
                  <a:lnTo>
                    <a:pt x="5111" y="776"/>
                  </a:lnTo>
                  <a:lnTo>
                    <a:pt x="5278" y="919"/>
                  </a:lnTo>
                  <a:lnTo>
                    <a:pt x="5421" y="1075"/>
                  </a:lnTo>
                  <a:lnTo>
                    <a:pt x="5564" y="1230"/>
                  </a:lnTo>
                  <a:lnTo>
                    <a:pt x="5684" y="1409"/>
                  </a:lnTo>
                  <a:lnTo>
                    <a:pt x="5803" y="1588"/>
                  </a:lnTo>
                  <a:lnTo>
                    <a:pt x="5899" y="1779"/>
                  </a:lnTo>
                  <a:lnTo>
                    <a:pt x="5994" y="1970"/>
                  </a:lnTo>
                  <a:lnTo>
                    <a:pt x="6066" y="2173"/>
                  </a:lnTo>
                  <a:lnTo>
                    <a:pt x="6125" y="2376"/>
                  </a:lnTo>
                  <a:lnTo>
                    <a:pt x="6173" y="2579"/>
                  </a:lnTo>
                  <a:lnTo>
                    <a:pt x="6197" y="2842"/>
                  </a:lnTo>
                  <a:lnTo>
                    <a:pt x="6221" y="3092"/>
                  </a:lnTo>
                  <a:lnTo>
                    <a:pt x="6209" y="3343"/>
                  </a:lnTo>
                  <a:lnTo>
                    <a:pt x="6185" y="3606"/>
                  </a:lnTo>
                  <a:lnTo>
                    <a:pt x="6125" y="3857"/>
                  </a:lnTo>
                  <a:lnTo>
                    <a:pt x="6066" y="4095"/>
                  </a:lnTo>
                  <a:lnTo>
                    <a:pt x="5970" y="4334"/>
                  </a:lnTo>
                  <a:lnTo>
                    <a:pt x="5863" y="4573"/>
                  </a:lnTo>
                  <a:lnTo>
                    <a:pt x="5731" y="4788"/>
                  </a:lnTo>
                  <a:lnTo>
                    <a:pt x="5588" y="4991"/>
                  </a:lnTo>
                  <a:lnTo>
                    <a:pt x="5588" y="5015"/>
                  </a:lnTo>
                  <a:lnTo>
                    <a:pt x="5648" y="5170"/>
                  </a:lnTo>
                  <a:lnTo>
                    <a:pt x="5719" y="5313"/>
                  </a:lnTo>
                  <a:lnTo>
                    <a:pt x="5815" y="5445"/>
                  </a:lnTo>
                  <a:lnTo>
                    <a:pt x="5922" y="5576"/>
                  </a:lnTo>
                  <a:lnTo>
                    <a:pt x="6042" y="5683"/>
                  </a:lnTo>
                  <a:lnTo>
                    <a:pt x="6173" y="5779"/>
                  </a:lnTo>
                  <a:lnTo>
                    <a:pt x="6328" y="5862"/>
                  </a:lnTo>
                  <a:lnTo>
                    <a:pt x="6399" y="5890"/>
                  </a:lnTo>
                  <a:lnTo>
                    <a:pt x="6399" y="5890"/>
                  </a:lnTo>
                  <a:lnTo>
                    <a:pt x="6376" y="5898"/>
                  </a:lnTo>
                  <a:lnTo>
                    <a:pt x="6281" y="5934"/>
                  </a:lnTo>
                  <a:lnTo>
                    <a:pt x="6185" y="5958"/>
                  </a:lnTo>
                  <a:lnTo>
                    <a:pt x="6078" y="5970"/>
                  </a:lnTo>
                  <a:lnTo>
                    <a:pt x="5887" y="5982"/>
                  </a:lnTo>
                  <a:lnTo>
                    <a:pt x="5684" y="5970"/>
                  </a:lnTo>
                  <a:lnTo>
                    <a:pt x="5493" y="5922"/>
                  </a:lnTo>
                  <a:lnTo>
                    <a:pt x="5302" y="5862"/>
                  </a:lnTo>
                  <a:lnTo>
                    <a:pt x="5218" y="5815"/>
                  </a:lnTo>
                  <a:lnTo>
                    <a:pt x="5134" y="5767"/>
                  </a:lnTo>
                  <a:lnTo>
                    <a:pt x="5051" y="5707"/>
                  </a:lnTo>
                  <a:lnTo>
                    <a:pt x="4967" y="5636"/>
                  </a:lnTo>
                  <a:lnTo>
                    <a:pt x="4931" y="5636"/>
                  </a:lnTo>
                  <a:lnTo>
                    <a:pt x="4705" y="5779"/>
                  </a:lnTo>
                  <a:lnTo>
                    <a:pt x="4478" y="5910"/>
                  </a:lnTo>
                  <a:lnTo>
                    <a:pt x="4239" y="6006"/>
                  </a:lnTo>
                  <a:lnTo>
                    <a:pt x="3988" y="6089"/>
                  </a:lnTo>
                  <a:lnTo>
                    <a:pt x="3726" y="6161"/>
                  </a:lnTo>
                  <a:lnTo>
                    <a:pt x="3463" y="6197"/>
                  </a:lnTo>
                  <a:lnTo>
                    <a:pt x="3200" y="6221"/>
                  </a:lnTo>
                  <a:lnTo>
                    <a:pt x="2938" y="6209"/>
                  </a:lnTo>
                  <a:lnTo>
                    <a:pt x="2723" y="6185"/>
                  </a:lnTo>
                  <a:lnTo>
                    <a:pt x="2508" y="6149"/>
                  </a:lnTo>
                  <a:lnTo>
                    <a:pt x="2293" y="6101"/>
                  </a:lnTo>
                  <a:lnTo>
                    <a:pt x="2090" y="6030"/>
                  </a:lnTo>
                  <a:lnTo>
                    <a:pt x="1899" y="5958"/>
                  </a:lnTo>
                  <a:lnTo>
                    <a:pt x="1696" y="5862"/>
                  </a:lnTo>
                  <a:lnTo>
                    <a:pt x="1517" y="5755"/>
                  </a:lnTo>
                  <a:lnTo>
                    <a:pt x="1338" y="5636"/>
                  </a:lnTo>
                  <a:lnTo>
                    <a:pt x="1171" y="5504"/>
                  </a:lnTo>
                  <a:lnTo>
                    <a:pt x="1003" y="5361"/>
                  </a:lnTo>
                  <a:lnTo>
                    <a:pt x="860" y="5218"/>
                  </a:lnTo>
                  <a:lnTo>
                    <a:pt x="729" y="5051"/>
                  </a:lnTo>
                  <a:lnTo>
                    <a:pt x="597" y="4883"/>
                  </a:lnTo>
                  <a:lnTo>
                    <a:pt x="490" y="4704"/>
                  </a:lnTo>
                  <a:lnTo>
                    <a:pt x="382" y="4525"/>
                  </a:lnTo>
                  <a:lnTo>
                    <a:pt x="299" y="4322"/>
                  </a:lnTo>
                  <a:lnTo>
                    <a:pt x="215" y="4119"/>
                  </a:lnTo>
                  <a:lnTo>
                    <a:pt x="156" y="3904"/>
                  </a:lnTo>
                  <a:lnTo>
                    <a:pt x="108" y="3689"/>
                  </a:lnTo>
                  <a:lnTo>
                    <a:pt x="72" y="3475"/>
                  </a:lnTo>
                  <a:lnTo>
                    <a:pt x="60" y="3248"/>
                  </a:lnTo>
                  <a:lnTo>
                    <a:pt x="60" y="3033"/>
                  </a:lnTo>
                  <a:lnTo>
                    <a:pt x="72" y="2806"/>
                  </a:lnTo>
                  <a:lnTo>
                    <a:pt x="108" y="2591"/>
                  </a:lnTo>
                  <a:lnTo>
                    <a:pt x="144" y="2388"/>
                  </a:lnTo>
                  <a:lnTo>
                    <a:pt x="203" y="2173"/>
                  </a:lnTo>
                  <a:lnTo>
                    <a:pt x="287" y="1982"/>
                  </a:lnTo>
                  <a:lnTo>
                    <a:pt x="371" y="1779"/>
                  </a:lnTo>
                  <a:lnTo>
                    <a:pt x="466" y="1600"/>
                  </a:lnTo>
                  <a:lnTo>
                    <a:pt x="585" y="1409"/>
                  </a:lnTo>
                  <a:lnTo>
                    <a:pt x="705" y="1242"/>
                  </a:lnTo>
                  <a:lnTo>
                    <a:pt x="848" y="1075"/>
                  </a:lnTo>
                  <a:lnTo>
                    <a:pt x="991" y="919"/>
                  </a:lnTo>
                  <a:lnTo>
                    <a:pt x="1147" y="776"/>
                  </a:lnTo>
                  <a:lnTo>
                    <a:pt x="1314" y="645"/>
                  </a:lnTo>
                  <a:lnTo>
                    <a:pt x="1493" y="525"/>
                  </a:lnTo>
                  <a:lnTo>
                    <a:pt x="1672" y="418"/>
                  </a:lnTo>
                  <a:lnTo>
                    <a:pt x="1863" y="334"/>
                  </a:lnTo>
                  <a:lnTo>
                    <a:pt x="2066" y="251"/>
                  </a:lnTo>
                  <a:lnTo>
                    <a:pt x="2269" y="179"/>
                  </a:lnTo>
                  <a:lnTo>
                    <a:pt x="2472" y="131"/>
                  </a:lnTo>
                  <a:lnTo>
                    <a:pt x="2699" y="84"/>
                  </a:lnTo>
                  <a:lnTo>
                    <a:pt x="2914" y="60"/>
                  </a:lnTo>
                  <a:close/>
                  <a:moveTo>
                    <a:pt x="2890" y="0"/>
                  </a:moveTo>
                  <a:lnTo>
                    <a:pt x="2663" y="36"/>
                  </a:lnTo>
                  <a:lnTo>
                    <a:pt x="2448" y="72"/>
                  </a:lnTo>
                  <a:lnTo>
                    <a:pt x="2245" y="119"/>
                  </a:lnTo>
                  <a:lnTo>
                    <a:pt x="2030" y="191"/>
                  </a:lnTo>
                  <a:lnTo>
                    <a:pt x="1827" y="275"/>
                  </a:lnTo>
                  <a:lnTo>
                    <a:pt x="1636" y="370"/>
                  </a:lnTo>
                  <a:lnTo>
                    <a:pt x="1445" y="490"/>
                  </a:lnTo>
                  <a:lnTo>
                    <a:pt x="1266" y="609"/>
                  </a:lnTo>
                  <a:lnTo>
                    <a:pt x="1099" y="740"/>
                  </a:lnTo>
                  <a:lnTo>
                    <a:pt x="944" y="896"/>
                  </a:lnTo>
                  <a:lnTo>
                    <a:pt x="788" y="1051"/>
                  </a:lnTo>
                  <a:lnTo>
                    <a:pt x="657" y="1218"/>
                  </a:lnTo>
                  <a:lnTo>
                    <a:pt x="526" y="1385"/>
                  </a:lnTo>
                  <a:lnTo>
                    <a:pt x="418" y="1576"/>
                  </a:lnTo>
                  <a:lnTo>
                    <a:pt x="311" y="1767"/>
                  </a:lnTo>
                  <a:lnTo>
                    <a:pt x="227" y="1958"/>
                  </a:lnTo>
                  <a:lnTo>
                    <a:pt x="144" y="2161"/>
                  </a:lnTo>
                  <a:lnTo>
                    <a:pt x="84" y="2376"/>
                  </a:lnTo>
                  <a:lnTo>
                    <a:pt x="36" y="2603"/>
                  </a:lnTo>
                  <a:lnTo>
                    <a:pt x="12" y="2830"/>
                  </a:lnTo>
                  <a:lnTo>
                    <a:pt x="0" y="3057"/>
                  </a:lnTo>
                  <a:lnTo>
                    <a:pt x="0" y="3283"/>
                  </a:lnTo>
                  <a:lnTo>
                    <a:pt x="12" y="3498"/>
                  </a:lnTo>
                  <a:lnTo>
                    <a:pt x="48" y="3725"/>
                  </a:lnTo>
                  <a:lnTo>
                    <a:pt x="96" y="3952"/>
                  </a:lnTo>
                  <a:lnTo>
                    <a:pt x="168" y="4155"/>
                  </a:lnTo>
                  <a:lnTo>
                    <a:pt x="239" y="4358"/>
                  </a:lnTo>
                  <a:lnTo>
                    <a:pt x="335" y="4549"/>
                  </a:lnTo>
                  <a:lnTo>
                    <a:pt x="442" y="4740"/>
                  </a:lnTo>
                  <a:lnTo>
                    <a:pt x="550" y="4919"/>
                  </a:lnTo>
                  <a:lnTo>
                    <a:pt x="681" y="5098"/>
                  </a:lnTo>
                  <a:lnTo>
                    <a:pt x="824" y="5265"/>
                  </a:lnTo>
                  <a:lnTo>
                    <a:pt x="979" y="5421"/>
                  </a:lnTo>
                  <a:lnTo>
                    <a:pt x="1135" y="5564"/>
                  </a:lnTo>
                  <a:lnTo>
                    <a:pt x="1314" y="5695"/>
                  </a:lnTo>
                  <a:lnTo>
                    <a:pt x="1493" y="5815"/>
                  </a:lnTo>
                  <a:lnTo>
                    <a:pt x="1684" y="5922"/>
                  </a:lnTo>
                  <a:lnTo>
                    <a:pt x="1875" y="6018"/>
                  </a:lnTo>
                  <a:lnTo>
                    <a:pt x="2078" y="6089"/>
                  </a:lnTo>
                  <a:lnTo>
                    <a:pt x="2281" y="6161"/>
                  </a:lnTo>
                  <a:lnTo>
                    <a:pt x="2496" y="6209"/>
                  </a:lnTo>
                  <a:lnTo>
                    <a:pt x="2758" y="6256"/>
                  </a:lnTo>
                  <a:lnTo>
                    <a:pt x="3009" y="6268"/>
                  </a:lnTo>
                  <a:lnTo>
                    <a:pt x="3272" y="6268"/>
                  </a:lnTo>
                  <a:lnTo>
                    <a:pt x="3523" y="6256"/>
                  </a:lnTo>
                  <a:lnTo>
                    <a:pt x="3785" y="6209"/>
                  </a:lnTo>
                  <a:lnTo>
                    <a:pt x="4024" y="6149"/>
                  </a:lnTo>
                  <a:lnTo>
                    <a:pt x="4275" y="6065"/>
                  </a:lnTo>
                  <a:lnTo>
                    <a:pt x="4514" y="5958"/>
                  </a:lnTo>
                  <a:lnTo>
                    <a:pt x="4740" y="5827"/>
                  </a:lnTo>
                  <a:lnTo>
                    <a:pt x="4947" y="5696"/>
                  </a:lnTo>
                  <a:lnTo>
                    <a:pt x="4947" y="5696"/>
                  </a:lnTo>
                  <a:lnTo>
                    <a:pt x="5015" y="5755"/>
                  </a:lnTo>
                  <a:lnTo>
                    <a:pt x="5099" y="5815"/>
                  </a:lnTo>
                  <a:lnTo>
                    <a:pt x="5182" y="5862"/>
                  </a:lnTo>
                  <a:lnTo>
                    <a:pt x="5278" y="5910"/>
                  </a:lnTo>
                  <a:lnTo>
                    <a:pt x="5373" y="5946"/>
                  </a:lnTo>
                  <a:lnTo>
                    <a:pt x="5481" y="5982"/>
                  </a:lnTo>
                  <a:lnTo>
                    <a:pt x="5576" y="6006"/>
                  </a:lnTo>
                  <a:lnTo>
                    <a:pt x="5684" y="6030"/>
                  </a:lnTo>
                  <a:lnTo>
                    <a:pt x="5779" y="6042"/>
                  </a:lnTo>
                  <a:lnTo>
                    <a:pt x="5994" y="6042"/>
                  </a:lnTo>
                  <a:lnTo>
                    <a:pt x="6090" y="6030"/>
                  </a:lnTo>
                  <a:lnTo>
                    <a:pt x="6197" y="6018"/>
                  </a:lnTo>
                  <a:lnTo>
                    <a:pt x="6305" y="5994"/>
                  </a:lnTo>
                  <a:lnTo>
                    <a:pt x="6400" y="5958"/>
                  </a:lnTo>
                  <a:lnTo>
                    <a:pt x="6477" y="5920"/>
                  </a:lnTo>
                  <a:lnTo>
                    <a:pt x="6477" y="5920"/>
                  </a:lnTo>
                  <a:lnTo>
                    <a:pt x="6484" y="5922"/>
                  </a:lnTo>
                  <a:lnTo>
                    <a:pt x="6484" y="5922"/>
                  </a:lnTo>
                  <a:lnTo>
                    <a:pt x="6483" y="5917"/>
                  </a:lnTo>
                  <a:lnTo>
                    <a:pt x="6483" y="5917"/>
                  </a:lnTo>
                  <a:lnTo>
                    <a:pt x="6496" y="5910"/>
                  </a:lnTo>
                  <a:lnTo>
                    <a:pt x="6507" y="5898"/>
                  </a:lnTo>
                  <a:lnTo>
                    <a:pt x="6519" y="5886"/>
                  </a:lnTo>
                  <a:lnTo>
                    <a:pt x="6507" y="5874"/>
                  </a:lnTo>
                  <a:lnTo>
                    <a:pt x="6496" y="5862"/>
                  </a:lnTo>
                  <a:lnTo>
                    <a:pt x="6340" y="5803"/>
                  </a:lnTo>
                  <a:lnTo>
                    <a:pt x="6209" y="5731"/>
                  </a:lnTo>
                  <a:lnTo>
                    <a:pt x="6078" y="5636"/>
                  </a:lnTo>
                  <a:lnTo>
                    <a:pt x="5970" y="5528"/>
                  </a:lnTo>
                  <a:lnTo>
                    <a:pt x="5863" y="5409"/>
                  </a:lnTo>
                  <a:lnTo>
                    <a:pt x="5779" y="5289"/>
                  </a:lnTo>
                  <a:lnTo>
                    <a:pt x="5708" y="5146"/>
                  </a:lnTo>
                  <a:lnTo>
                    <a:pt x="5651" y="5010"/>
                  </a:lnTo>
                  <a:lnTo>
                    <a:pt x="5791" y="4800"/>
                  </a:lnTo>
                  <a:lnTo>
                    <a:pt x="5922" y="4561"/>
                  </a:lnTo>
                  <a:lnTo>
                    <a:pt x="6042" y="4322"/>
                  </a:lnTo>
                  <a:lnTo>
                    <a:pt x="6125" y="4071"/>
                  </a:lnTo>
                  <a:lnTo>
                    <a:pt x="6197" y="3821"/>
                  </a:lnTo>
                  <a:lnTo>
                    <a:pt x="6245" y="3558"/>
                  </a:lnTo>
                  <a:lnTo>
                    <a:pt x="6269" y="3283"/>
                  </a:lnTo>
                  <a:lnTo>
                    <a:pt x="6269" y="3021"/>
                  </a:lnTo>
                  <a:lnTo>
                    <a:pt x="6257" y="2794"/>
                  </a:lnTo>
                  <a:lnTo>
                    <a:pt x="6221" y="2579"/>
                  </a:lnTo>
                  <a:lnTo>
                    <a:pt x="6185" y="2364"/>
                  </a:lnTo>
                  <a:lnTo>
                    <a:pt x="6113" y="2149"/>
                  </a:lnTo>
                  <a:lnTo>
                    <a:pt x="6042" y="1946"/>
                  </a:lnTo>
                  <a:lnTo>
                    <a:pt x="5946" y="1743"/>
                  </a:lnTo>
                  <a:lnTo>
                    <a:pt x="5851" y="1540"/>
                  </a:lnTo>
                  <a:lnTo>
                    <a:pt x="5731" y="1361"/>
                  </a:lnTo>
                  <a:lnTo>
                    <a:pt x="5600" y="1182"/>
                  </a:lnTo>
                  <a:lnTo>
                    <a:pt x="5457" y="1027"/>
                  </a:lnTo>
                  <a:lnTo>
                    <a:pt x="5314" y="872"/>
                  </a:lnTo>
                  <a:lnTo>
                    <a:pt x="5146" y="728"/>
                  </a:lnTo>
                  <a:lnTo>
                    <a:pt x="4979" y="597"/>
                  </a:lnTo>
                  <a:lnTo>
                    <a:pt x="4800" y="478"/>
                  </a:lnTo>
                  <a:lnTo>
                    <a:pt x="4609" y="358"/>
                  </a:lnTo>
                  <a:lnTo>
                    <a:pt x="4418" y="275"/>
                  </a:lnTo>
                  <a:lnTo>
                    <a:pt x="4215" y="179"/>
                  </a:lnTo>
                  <a:lnTo>
                    <a:pt x="4000" y="119"/>
                  </a:lnTo>
                  <a:lnTo>
                    <a:pt x="3785" y="60"/>
                  </a:lnTo>
                  <a:lnTo>
                    <a:pt x="3558" y="24"/>
                  </a:lnTo>
                  <a:lnTo>
                    <a:pt x="333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2" name="Google Shape;812;p1"/>
          <p:cNvSpPr txBox="1"/>
          <p:nvPr>
            <p:ph type="ctrTitle"/>
          </p:nvPr>
        </p:nvSpPr>
        <p:spPr>
          <a:xfrm>
            <a:off x="339000" y="-263062"/>
            <a:ext cx="6890100" cy="2224500"/>
          </a:xfrm>
          <a:prstGeom prst="rect">
            <a:avLst/>
          </a:prstGeom>
          <a:noFill/>
          <a:ln>
            <a:noFill/>
          </a:ln>
        </p:spPr>
        <p:txBody>
          <a:bodyPr anchorCtr="0" anchor="b" bIns="91425" lIns="91425" spcFirstLastPara="1" rIns="91425" wrap="square" tIns="91425">
            <a:noAutofit/>
          </a:bodyPr>
          <a:lstStyle/>
          <a:p>
            <a:pPr indent="0" lvl="0" marL="0" rtl="0" algn="l">
              <a:lnSpc>
                <a:spcPct val="85000"/>
              </a:lnSpc>
              <a:spcBef>
                <a:spcPts val="0"/>
              </a:spcBef>
              <a:spcAft>
                <a:spcPts val="0"/>
              </a:spcAft>
              <a:buSzPts val="4500"/>
              <a:buNone/>
            </a:pPr>
            <a:r>
              <a:rPr lang="en" sz="5800"/>
              <a:t>Narrative Weaver</a:t>
            </a:r>
            <a:endParaRPr sz="5800"/>
          </a:p>
          <a:p>
            <a:pPr indent="0" lvl="0" marL="0" rtl="0" algn="l">
              <a:lnSpc>
                <a:spcPct val="85000"/>
              </a:lnSpc>
              <a:spcBef>
                <a:spcPts val="0"/>
              </a:spcBef>
              <a:spcAft>
                <a:spcPts val="0"/>
              </a:spcAft>
              <a:buSzPts val="4500"/>
              <a:buNone/>
            </a:pPr>
            <a:r>
              <a:rPr lang="en" sz="2800">
                <a:solidFill>
                  <a:schemeClr val="accent5"/>
                </a:solidFill>
              </a:rPr>
              <a:t>Design &amp; Evaluative </a:t>
            </a:r>
            <a:endParaRPr sz="2800">
              <a:solidFill>
                <a:schemeClr val="accent5"/>
              </a:solidFill>
            </a:endParaRPr>
          </a:p>
          <a:p>
            <a:pPr indent="0" lvl="0" marL="0" rtl="0" algn="l">
              <a:lnSpc>
                <a:spcPct val="85000"/>
              </a:lnSpc>
              <a:spcBef>
                <a:spcPts val="0"/>
              </a:spcBef>
              <a:spcAft>
                <a:spcPts val="0"/>
              </a:spcAft>
              <a:buSzPts val="4500"/>
              <a:buNone/>
            </a:pPr>
            <a:r>
              <a:rPr lang="en" sz="2800">
                <a:solidFill>
                  <a:schemeClr val="accent5"/>
                </a:solidFill>
              </a:rPr>
              <a:t>Component</a:t>
            </a:r>
            <a:endParaRPr sz="2800">
              <a:solidFill>
                <a:schemeClr val="accent5"/>
              </a:solidFill>
            </a:endParaRPr>
          </a:p>
        </p:txBody>
      </p:sp>
      <p:sp>
        <p:nvSpPr>
          <p:cNvPr id="813" name="Google Shape;813;p1"/>
          <p:cNvSpPr txBox="1"/>
          <p:nvPr>
            <p:ph idx="1" type="subTitle"/>
          </p:nvPr>
        </p:nvSpPr>
        <p:spPr>
          <a:xfrm>
            <a:off x="339000" y="2488800"/>
            <a:ext cx="4306800" cy="2257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t/>
            </a:r>
            <a:endParaRPr b="1">
              <a:solidFill>
                <a:srgbClr val="367AEC"/>
              </a:solidFill>
              <a:latin typeface="Nanum Gothic"/>
              <a:ea typeface="Nanum Gothic"/>
              <a:cs typeface="Nanum Gothic"/>
              <a:sym typeface="Nanum Gothic"/>
            </a:endParaRPr>
          </a:p>
          <a:p>
            <a:pPr indent="0" lvl="0" marL="0" rtl="0" algn="ctr">
              <a:lnSpc>
                <a:spcPct val="100000"/>
              </a:lnSpc>
              <a:spcBef>
                <a:spcPts val="0"/>
              </a:spcBef>
              <a:spcAft>
                <a:spcPts val="0"/>
              </a:spcAft>
              <a:buSzPts val="1200"/>
              <a:buNone/>
            </a:pPr>
            <a:r>
              <a:rPr b="1" lang="en">
                <a:solidFill>
                  <a:srgbClr val="367AEC"/>
                </a:solidFill>
                <a:latin typeface="Nanum Gothic"/>
                <a:ea typeface="Nanum Gothic"/>
                <a:cs typeface="Nanum Gothic"/>
                <a:sym typeface="Nanum Gothic"/>
              </a:rPr>
              <a:t>Presented By:</a:t>
            </a:r>
            <a:endParaRPr b="1">
              <a:solidFill>
                <a:srgbClr val="367AEC"/>
              </a:solidFill>
              <a:latin typeface="Nanum Gothic"/>
              <a:ea typeface="Nanum Gothic"/>
              <a:cs typeface="Nanum Gothic"/>
              <a:sym typeface="Nanum Gothic"/>
            </a:endParaRPr>
          </a:p>
          <a:p>
            <a:pPr indent="0" lvl="0" marL="0" rtl="0" algn="l">
              <a:lnSpc>
                <a:spcPct val="100000"/>
              </a:lnSpc>
              <a:spcBef>
                <a:spcPts val="0"/>
              </a:spcBef>
              <a:spcAft>
                <a:spcPts val="0"/>
              </a:spcAft>
              <a:buSzPts val="1200"/>
              <a:buNone/>
            </a:pPr>
            <a:r>
              <a:t/>
            </a:r>
            <a:endParaRPr/>
          </a:p>
          <a:p>
            <a:pPr indent="0" lvl="0" marL="0" rtl="0" algn="ctr">
              <a:lnSpc>
                <a:spcPct val="100000"/>
              </a:lnSpc>
              <a:spcBef>
                <a:spcPts val="0"/>
              </a:spcBef>
              <a:spcAft>
                <a:spcPts val="0"/>
              </a:spcAft>
              <a:buSzPts val="1200"/>
              <a:buNone/>
            </a:pPr>
            <a:r>
              <a:rPr lang="en"/>
              <a:t>Adiba Habiba (0112230389)</a:t>
            </a:r>
            <a:endParaRPr/>
          </a:p>
          <a:p>
            <a:pPr indent="0" lvl="0" marL="0" rtl="0" algn="ctr">
              <a:lnSpc>
                <a:spcPct val="100000"/>
              </a:lnSpc>
              <a:spcBef>
                <a:spcPts val="0"/>
              </a:spcBef>
              <a:spcAft>
                <a:spcPts val="0"/>
              </a:spcAft>
              <a:buSzPts val="1200"/>
              <a:buNone/>
            </a:pPr>
            <a:r>
              <a:rPr lang="en"/>
              <a:t>Safrin Sanzida Islam (011212124)</a:t>
            </a:r>
            <a:endParaRPr/>
          </a:p>
          <a:p>
            <a:pPr indent="0" lvl="0" marL="0" rtl="0" algn="ctr">
              <a:lnSpc>
                <a:spcPct val="100000"/>
              </a:lnSpc>
              <a:spcBef>
                <a:spcPts val="0"/>
              </a:spcBef>
              <a:spcAft>
                <a:spcPts val="0"/>
              </a:spcAft>
              <a:buSzPts val="1200"/>
              <a:buNone/>
            </a:pPr>
            <a:r>
              <a:rPr lang="en"/>
              <a:t>Md. Noman Hossain(011222159)</a:t>
            </a:r>
            <a:endParaRPr/>
          </a:p>
          <a:p>
            <a:pPr indent="0" lvl="0" marL="0" rtl="0" algn="ctr">
              <a:lnSpc>
                <a:spcPct val="100000"/>
              </a:lnSpc>
              <a:spcBef>
                <a:spcPts val="0"/>
              </a:spcBef>
              <a:spcAft>
                <a:spcPts val="0"/>
              </a:spcAft>
              <a:buSzPts val="1200"/>
              <a:buNone/>
            </a:pPr>
            <a:r>
              <a:rPr lang="en"/>
              <a:t>Rownak Jahan (011183048)</a:t>
            </a:r>
            <a:endParaRPr/>
          </a:p>
          <a:p>
            <a:pPr indent="0" lvl="0" marL="0" rtl="0" algn="ctr">
              <a:lnSpc>
                <a:spcPct val="100000"/>
              </a:lnSpc>
              <a:spcBef>
                <a:spcPts val="0"/>
              </a:spcBef>
              <a:spcAft>
                <a:spcPts val="0"/>
              </a:spcAft>
              <a:buSzPts val="1200"/>
              <a:buNone/>
            </a:pPr>
            <a:r>
              <a:rPr lang="en"/>
              <a:t>Faria Benta Alamgir(0112230202)</a:t>
            </a:r>
            <a:endParaRPr/>
          </a:p>
          <a:p>
            <a:pPr indent="0" lvl="0" marL="0" rtl="0" algn="ctr">
              <a:lnSpc>
                <a:spcPct val="100000"/>
              </a:lnSpc>
              <a:spcBef>
                <a:spcPts val="0"/>
              </a:spcBef>
              <a:spcAft>
                <a:spcPts val="0"/>
              </a:spcAft>
              <a:buSzPts val="1200"/>
              <a:buNone/>
            </a:pPr>
            <a:r>
              <a:rPr lang="en"/>
              <a:t>Md. Mashrafe Hridoy(0112230197)</a:t>
            </a:r>
            <a:endParaRPr/>
          </a:p>
          <a:p>
            <a:pPr indent="0" lvl="0" marL="0" rtl="0" algn="l">
              <a:lnSpc>
                <a:spcPct val="100000"/>
              </a:lnSpc>
              <a:spcBef>
                <a:spcPts val="0"/>
              </a:spcBef>
              <a:spcAft>
                <a:spcPts val="0"/>
              </a:spcAft>
              <a:buSzPts val="1200"/>
              <a:buNone/>
            </a:pPr>
            <a:r>
              <a:t/>
            </a:r>
            <a:endParaRPr/>
          </a:p>
        </p:txBody>
      </p:sp>
      <p:grpSp>
        <p:nvGrpSpPr>
          <p:cNvPr id="814" name="Google Shape;814;p1"/>
          <p:cNvGrpSpPr/>
          <p:nvPr/>
        </p:nvGrpSpPr>
        <p:grpSpPr>
          <a:xfrm>
            <a:off x="5059524" y="1586053"/>
            <a:ext cx="3637267" cy="2866868"/>
            <a:chOff x="5059524" y="1586053"/>
            <a:chExt cx="3637267" cy="2866868"/>
          </a:xfrm>
        </p:grpSpPr>
        <p:grpSp>
          <p:nvGrpSpPr>
            <p:cNvPr id="815" name="Google Shape;815;p1"/>
            <p:cNvGrpSpPr/>
            <p:nvPr/>
          </p:nvGrpSpPr>
          <p:grpSpPr>
            <a:xfrm>
              <a:off x="6069947" y="1846845"/>
              <a:ext cx="1574981" cy="2414952"/>
              <a:chOff x="7620500" y="719525"/>
              <a:chExt cx="1716600" cy="2632100"/>
            </a:xfrm>
          </p:grpSpPr>
          <p:sp>
            <p:nvSpPr>
              <p:cNvPr id="816" name="Google Shape;816;p1"/>
              <p:cNvSpPr/>
              <p:nvPr/>
            </p:nvSpPr>
            <p:spPr>
              <a:xfrm>
                <a:off x="7620500" y="3149725"/>
                <a:ext cx="1716600" cy="2019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817" name="Google Shape;817;p1"/>
              <p:cNvSpPr/>
              <p:nvPr/>
            </p:nvSpPr>
            <p:spPr>
              <a:xfrm>
                <a:off x="8557280" y="2504344"/>
                <a:ext cx="145736" cy="779042"/>
              </a:xfrm>
              <a:custGeom>
                <a:rect b="b" l="l" r="r" t="t"/>
                <a:pathLst>
                  <a:path extrusionOk="0" h="13086" w="2448">
                    <a:moveTo>
                      <a:pt x="0" y="0"/>
                    </a:moveTo>
                    <a:lnTo>
                      <a:pt x="0" y="12"/>
                    </a:lnTo>
                    <a:lnTo>
                      <a:pt x="72" y="370"/>
                    </a:lnTo>
                    <a:lnTo>
                      <a:pt x="239" y="1313"/>
                    </a:lnTo>
                    <a:lnTo>
                      <a:pt x="502" y="2722"/>
                    </a:lnTo>
                    <a:lnTo>
                      <a:pt x="812" y="4442"/>
                    </a:lnTo>
                    <a:lnTo>
                      <a:pt x="1158" y="6316"/>
                    </a:lnTo>
                    <a:lnTo>
                      <a:pt x="1516" y="8214"/>
                    </a:lnTo>
                    <a:lnTo>
                      <a:pt x="1839" y="9982"/>
                    </a:lnTo>
                    <a:lnTo>
                      <a:pt x="2113" y="11474"/>
                    </a:lnTo>
                    <a:lnTo>
                      <a:pt x="2305" y="12549"/>
                    </a:lnTo>
                    <a:lnTo>
                      <a:pt x="2400" y="13050"/>
                    </a:lnTo>
                    <a:lnTo>
                      <a:pt x="2412" y="13074"/>
                    </a:lnTo>
                    <a:lnTo>
                      <a:pt x="2412" y="13086"/>
                    </a:lnTo>
                    <a:lnTo>
                      <a:pt x="2436" y="13086"/>
                    </a:lnTo>
                    <a:lnTo>
                      <a:pt x="2448" y="13062"/>
                    </a:lnTo>
                    <a:lnTo>
                      <a:pt x="2376" y="12716"/>
                    </a:lnTo>
                    <a:lnTo>
                      <a:pt x="2197" y="11772"/>
                    </a:lnTo>
                    <a:lnTo>
                      <a:pt x="1946" y="10364"/>
                    </a:lnTo>
                    <a:lnTo>
                      <a:pt x="1624" y="8644"/>
                    </a:lnTo>
                    <a:lnTo>
                      <a:pt x="1278" y="6770"/>
                    </a:lnTo>
                    <a:lnTo>
                      <a:pt x="931" y="4871"/>
                    </a:lnTo>
                    <a:lnTo>
                      <a:pt x="609" y="3104"/>
                    </a:lnTo>
                    <a:lnTo>
                      <a:pt x="334" y="1612"/>
                    </a:lnTo>
                    <a:lnTo>
                      <a:pt x="132" y="537"/>
                    </a:lnTo>
                    <a:lnTo>
                      <a:pt x="36" y="24"/>
                    </a:lnTo>
                    <a:lnTo>
                      <a:pt x="36" y="12"/>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1"/>
              <p:cNvSpPr/>
              <p:nvPr/>
            </p:nvSpPr>
            <p:spPr>
              <a:xfrm>
                <a:off x="7813073" y="2509999"/>
                <a:ext cx="144366" cy="768446"/>
              </a:xfrm>
              <a:custGeom>
                <a:rect b="b" l="l" r="r" t="t"/>
                <a:pathLst>
                  <a:path extrusionOk="0" h="12908" w="2425">
                    <a:moveTo>
                      <a:pt x="2400" y="1"/>
                    </a:moveTo>
                    <a:lnTo>
                      <a:pt x="2388" y="13"/>
                    </a:lnTo>
                    <a:lnTo>
                      <a:pt x="2329" y="359"/>
                    </a:lnTo>
                    <a:lnTo>
                      <a:pt x="2150" y="1290"/>
                    </a:lnTo>
                    <a:lnTo>
                      <a:pt x="1899" y="2675"/>
                    </a:lnTo>
                    <a:lnTo>
                      <a:pt x="1576" y="4370"/>
                    </a:lnTo>
                    <a:lnTo>
                      <a:pt x="1242" y="6221"/>
                    </a:lnTo>
                    <a:lnTo>
                      <a:pt x="896" y="8084"/>
                    </a:lnTo>
                    <a:lnTo>
                      <a:pt x="562" y="9827"/>
                    </a:lnTo>
                    <a:lnTo>
                      <a:pt x="299" y="11307"/>
                    </a:lnTo>
                    <a:lnTo>
                      <a:pt x="96" y="12358"/>
                    </a:lnTo>
                    <a:lnTo>
                      <a:pt x="0" y="12859"/>
                    </a:lnTo>
                    <a:lnTo>
                      <a:pt x="0" y="12883"/>
                    </a:lnTo>
                    <a:lnTo>
                      <a:pt x="0" y="12895"/>
                    </a:lnTo>
                    <a:lnTo>
                      <a:pt x="12" y="12907"/>
                    </a:lnTo>
                    <a:lnTo>
                      <a:pt x="24" y="12907"/>
                    </a:lnTo>
                    <a:lnTo>
                      <a:pt x="36" y="12895"/>
                    </a:lnTo>
                    <a:lnTo>
                      <a:pt x="96" y="12549"/>
                    </a:lnTo>
                    <a:lnTo>
                      <a:pt x="275" y="11606"/>
                    </a:lnTo>
                    <a:lnTo>
                      <a:pt x="526" y="10221"/>
                    </a:lnTo>
                    <a:lnTo>
                      <a:pt x="848" y="8537"/>
                    </a:lnTo>
                    <a:lnTo>
                      <a:pt x="1182" y="6687"/>
                    </a:lnTo>
                    <a:lnTo>
                      <a:pt x="1529" y="4812"/>
                    </a:lnTo>
                    <a:lnTo>
                      <a:pt x="1863" y="3069"/>
                    </a:lnTo>
                    <a:lnTo>
                      <a:pt x="2126" y="1600"/>
                    </a:lnTo>
                    <a:lnTo>
                      <a:pt x="2329" y="538"/>
                    </a:lnTo>
                    <a:lnTo>
                      <a:pt x="2424" y="36"/>
                    </a:lnTo>
                    <a:lnTo>
                      <a:pt x="2424" y="24"/>
                    </a:lnTo>
                    <a:lnTo>
                      <a:pt x="2424" y="13"/>
                    </a:lnTo>
                    <a:lnTo>
                      <a:pt x="241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1"/>
              <p:cNvSpPr/>
              <p:nvPr/>
            </p:nvSpPr>
            <p:spPr>
              <a:xfrm>
                <a:off x="7870640" y="2460945"/>
                <a:ext cx="752788" cy="57627"/>
              </a:xfrm>
              <a:custGeom>
                <a:rect b="b" l="l" r="r" t="t"/>
                <a:pathLst>
                  <a:path extrusionOk="0" h="968" w="12645">
                    <a:moveTo>
                      <a:pt x="12203" y="1"/>
                    </a:moveTo>
                    <a:lnTo>
                      <a:pt x="430" y="96"/>
                    </a:lnTo>
                    <a:lnTo>
                      <a:pt x="347" y="108"/>
                    </a:lnTo>
                    <a:lnTo>
                      <a:pt x="263" y="132"/>
                    </a:lnTo>
                    <a:lnTo>
                      <a:pt x="192" y="168"/>
                    </a:lnTo>
                    <a:lnTo>
                      <a:pt x="132" y="228"/>
                    </a:lnTo>
                    <a:lnTo>
                      <a:pt x="72" y="287"/>
                    </a:lnTo>
                    <a:lnTo>
                      <a:pt x="36" y="371"/>
                    </a:lnTo>
                    <a:lnTo>
                      <a:pt x="12" y="443"/>
                    </a:lnTo>
                    <a:lnTo>
                      <a:pt x="1" y="538"/>
                    </a:lnTo>
                    <a:lnTo>
                      <a:pt x="12" y="622"/>
                    </a:lnTo>
                    <a:lnTo>
                      <a:pt x="36" y="705"/>
                    </a:lnTo>
                    <a:lnTo>
                      <a:pt x="72" y="777"/>
                    </a:lnTo>
                    <a:lnTo>
                      <a:pt x="132" y="837"/>
                    </a:lnTo>
                    <a:lnTo>
                      <a:pt x="192" y="896"/>
                    </a:lnTo>
                    <a:lnTo>
                      <a:pt x="275" y="932"/>
                    </a:lnTo>
                    <a:lnTo>
                      <a:pt x="347" y="956"/>
                    </a:lnTo>
                    <a:lnTo>
                      <a:pt x="442" y="968"/>
                    </a:lnTo>
                    <a:lnTo>
                      <a:pt x="12215" y="872"/>
                    </a:lnTo>
                    <a:lnTo>
                      <a:pt x="12298" y="860"/>
                    </a:lnTo>
                    <a:lnTo>
                      <a:pt x="12382" y="837"/>
                    </a:lnTo>
                    <a:lnTo>
                      <a:pt x="12454" y="801"/>
                    </a:lnTo>
                    <a:lnTo>
                      <a:pt x="12513" y="741"/>
                    </a:lnTo>
                    <a:lnTo>
                      <a:pt x="12573" y="681"/>
                    </a:lnTo>
                    <a:lnTo>
                      <a:pt x="12609" y="610"/>
                    </a:lnTo>
                    <a:lnTo>
                      <a:pt x="12633" y="526"/>
                    </a:lnTo>
                    <a:lnTo>
                      <a:pt x="12645" y="431"/>
                    </a:lnTo>
                    <a:lnTo>
                      <a:pt x="12633" y="347"/>
                    </a:lnTo>
                    <a:lnTo>
                      <a:pt x="12609" y="263"/>
                    </a:lnTo>
                    <a:lnTo>
                      <a:pt x="12573" y="192"/>
                    </a:lnTo>
                    <a:lnTo>
                      <a:pt x="12513" y="132"/>
                    </a:lnTo>
                    <a:lnTo>
                      <a:pt x="12454" y="72"/>
                    </a:lnTo>
                    <a:lnTo>
                      <a:pt x="12370" y="37"/>
                    </a:lnTo>
                    <a:lnTo>
                      <a:pt x="12298" y="13"/>
                    </a:lnTo>
                    <a:lnTo>
                      <a:pt x="12203"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1"/>
              <p:cNvSpPr/>
              <p:nvPr/>
            </p:nvSpPr>
            <p:spPr>
              <a:xfrm>
                <a:off x="7968748" y="719525"/>
                <a:ext cx="411608" cy="343383"/>
              </a:xfrm>
              <a:custGeom>
                <a:rect b="b" l="l" r="r" t="t"/>
                <a:pathLst>
                  <a:path extrusionOk="0" h="5768" w="6914">
                    <a:moveTo>
                      <a:pt x="3427" y="1"/>
                    </a:moveTo>
                    <a:lnTo>
                      <a:pt x="3296" y="25"/>
                    </a:lnTo>
                    <a:lnTo>
                      <a:pt x="3164" y="49"/>
                    </a:lnTo>
                    <a:lnTo>
                      <a:pt x="3033" y="84"/>
                    </a:lnTo>
                    <a:lnTo>
                      <a:pt x="2770" y="168"/>
                    </a:lnTo>
                    <a:lnTo>
                      <a:pt x="2543" y="264"/>
                    </a:lnTo>
                    <a:lnTo>
                      <a:pt x="2328" y="371"/>
                    </a:lnTo>
                    <a:lnTo>
                      <a:pt x="2114" y="490"/>
                    </a:lnTo>
                    <a:lnTo>
                      <a:pt x="1899" y="610"/>
                    </a:lnTo>
                    <a:lnTo>
                      <a:pt x="1696" y="753"/>
                    </a:lnTo>
                    <a:lnTo>
                      <a:pt x="1505" y="896"/>
                    </a:lnTo>
                    <a:lnTo>
                      <a:pt x="1111" y="1195"/>
                    </a:lnTo>
                    <a:lnTo>
                      <a:pt x="800" y="1469"/>
                    </a:lnTo>
                    <a:lnTo>
                      <a:pt x="657" y="1613"/>
                    </a:lnTo>
                    <a:lnTo>
                      <a:pt x="514" y="1756"/>
                    </a:lnTo>
                    <a:lnTo>
                      <a:pt x="382" y="1923"/>
                    </a:lnTo>
                    <a:lnTo>
                      <a:pt x="263" y="2090"/>
                    </a:lnTo>
                    <a:lnTo>
                      <a:pt x="167" y="2269"/>
                    </a:lnTo>
                    <a:lnTo>
                      <a:pt x="96" y="2460"/>
                    </a:lnTo>
                    <a:lnTo>
                      <a:pt x="60" y="2568"/>
                    </a:lnTo>
                    <a:lnTo>
                      <a:pt x="36" y="2687"/>
                    </a:lnTo>
                    <a:lnTo>
                      <a:pt x="12" y="2807"/>
                    </a:lnTo>
                    <a:lnTo>
                      <a:pt x="0" y="2914"/>
                    </a:lnTo>
                    <a:lnTo>
                      <a:pt x="0" y="3153"/>
                    </a:lnTo>
                    <a:lnTo>
                      <a:pt x="24" y="3392"/>
                    </a:lnTo>
                    <a:lnTo>
                      <a:pt x="60" y="3631"/>
                    </a:lnTo>
                    <a:lnTo>
                      <a:pt x="120" y="3857"/>
                    </a:lnTo>
                    <a:lnTo>
                      <a:pt x="191" y="4096"/>
                    </a:lnTo>
                    <a:lnTo>
                      <a:pt x="263" y="4323"/>
                    </a:lnTo>
                    <a:lnTo>
                      <a:pt x="346" y="4550"/>
                    </a:lnTo>
                    <a:lnTo>
                      <a:pt x="442" y="4777"/>
                    </a:lnTo>
                    <a:lnTo>
                      <a:pt x="561" y="4992"/>
                    </a:lnTo>
                    <a:lnTo>
                      <a:pt x="681" y="5195"/>
                    </a:lnTo>
                    <a:lnTo>
                      <a:pt x="764" y="5290"/>
                    </a:lnTo>
                    <a:lnTo>
                      <a:pt x="836" y="5386"/>
                    </a:lnTo>
                    <a:lnTo>
                      <a:pt x="920" y="5469"/>
                    </a:lnTo>
                    <a:lnTo>
                      <a:pt x="1015" y="5541"/>
                    </a:lnTo>
                    <a:lnTo>
                      <a:pt x="1111" y="5612"/>
                    </a:lnTo>
                    <a:lnTo>
                      <a:pt x="1218" y="5672"/>
                    </a:lnTo>
                    <a:lnTo>
                      <a:pt x="1325" y="5720"/>
                    </a:lnTo>
                    <a:lnTo>
                      <a:pt x="1433" y="5768"/>
                    </a:lnTo>
                    <a:lnTo>
                      <a:pt x="6197" y="3213"/>
                    </a:lnTo>
                    <a:lnTo>
                      <a:pt x="6328" y="3189"/>
                    </a:lnTo>
                    <a:lnTo>
                      <a:pt x="6448" y="3141"/>
                    </a:lnTo>
                    <a:lnTo>
                      <a:pt x="6555" y="3069"/>
                    </a:lnTo>
                    <a:lnTo>
                      <a:pt x="6662" y="2974"/>
                    </a:lnTo>
                    <a:lnTo>
                      <a:pt x="6746" y="2878"/>
                    </a:lnTo>
                    <a:lnTo>
                      <a:pt x="6818" y="2759"/>
                    </a:lnTo>
                    <a:lnTo>
                      <a:pt x="6877" y="2640"/>
                    </a:lnTo>
                    <a:lnTo>
                      <a:pt x="6901" y="2496"/>
                    </a:lnTo>
                    <a:lnTo>
                      <a:pt x="6913" y="2365"/>
                    </a:lnTo>
                    <a:lnTo>
                      <a:pt x="6889" y="2234"/>
                    </a:lnTo>
                    <a:lnTo>
                      <a:pt x="6854" y="2102"/>
                    </a:lnTo>
                    <a:lnTo>
                      <a:pt x="6806" y="1971"/>
                    </a:lnTo>
                    <a:lnTo>
                      <a:pt x="6722" y="1852"/>
                    </a:lnTo>
                    <a:lnTo>
                      <a:pt x="6639" y="1756"/>
                    </a:lnTo>
                    <a:lnTo>
                      <a:pt x="6531" y="1672"/>
                    </a:lnTo>
                    <a:lnTo>
                      <a:pt x="6412" y="1601"/>
                    </a:lnTo>
                    <a:lnTo>
                      <a:pt x="6471" y="1505"/>
                    </a:lnTo>
                    <a:lnTo>
                      <a:pt x="6507" y="1386"/>
                    </a:lnTo>
                    <a:lnTo>
                      <a:pt x="6519" y="1278"/>
                    </a:lnTo>
                    <a:lnTo>
                      <a:pt x="6519" y="1159"/>
                    </a:lnTo>
                    <a:lnTo>
                      <a:pt x="6495" y="1040"/>
                    </a:lnTo>
                    <a:lnTo>
                      <a:pt x="6460" y="932"/>
                    </a:lnTo>
                    <a:lnTo>
                      <a:pt x="6400" y="825"/>
                    </a:lnTo>
                    <a:lnTo>
                      <a:pt x="6340" y="729"/>
                    </a:lnTo>
                    <a:lnTo>
                      <a:pt x="6257" y="646"/>
                    </a:lnTo>
                    <a:lnTo>
                      <a:pt x="6161" y="574"/>
                    </a:lnTo>
                    <a:lnTo>
                      <a:pt x="6066" y="514"/>
                    </a:lnTo>
                    <a:lnTo>
                      <a:pt x="5958" y="467"/>
                    </a:lnTo>
                    <a:lnTo>
                      <a:pt x="5851" y="431"/>
                    </a:lnTo>
                    <a:lnTo>
                      <a:pt x="5743" y="407"/>
                    </a:lnTo>
                    <a:lnTo>
                      <a:pt x="5624" y="395"/>
                    </a:lnTo>
                    <a:lnTo>
                      <a:pt x="5504" y="383"/>
                    </a:lnTo>
                    <a:lnTo>
                      <a:pt x="5397" y="395"/>
                    </a:lnTo>
                    <a:lnTo>
                      <a:pt x="5277" y="419"/>
                    </a:lnTo>
                    <a:lnTo>
                      <a:pt x="5170" y="443"/>
                    </a:lnTo>
                    <a:lnTo>
                      <a:pt x="5063" y="478"/>
                    </a:lnTo>
                    <a:lnTo>
                      <a:pt x="4848" y="574"/>
                    </a:lnTo>
                    <a:lnTo>
                      <a:pt x="4645" y="693"/>
                    </a:lnTo>
                    <a:lnTo>
                      <a:pt x="4597" y="562"/>
                    </a:lnTo>
                    <a:lnTo>
                      <a:pt x="4525" y="443"/>
                    </a:lnTo>
                    <a:lnTo>
                      <a:pt x="4430" y="335"/>
                    </a:lnTo>
                    <a:lnTo>
                      <a:pt x="4322" y="252"/>
                    </a:lnTo>
                    <a:lnTo>
                      <a:pt x="4215" y="168"/>
                    </a:lnTo>
                    <a:lnTo>
                      <a:pt x="4095" y="108"/>
                    </a:lnTo>
                    <a:lnTo>
                      <a:pt x="3964" y="61"/>
                    </a:lnTo>
                    <a:lnTo>
                      <a:pt x="3833" y="25"/>
                    </a:lnTo>
                    <a:lnTo>
                      <a:pt x="3701"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1"/>
              <p:cNvSpPr/>
              <p:nvPr/>
            </p:nvSpPr>
            <p:spPr>
              <a:xfrm>
                <a:off x="7968748" y="719525"/>
                <a:ext cx="411608" cy="343383"/>
              </a:xfrm>
              <a:custGeom>
                <a:rect b="b" l="l" r="r" t="t"/>
                <a:pathLst>
                  <a:path extrusionOk="0" fill="none" h="5768" w="6914">
                    <a:moveTo>
                      <a:pt x="1433" y="5768"/>
                    </a:moveTo>
                    <a:lnTo>
                      <a:pt x="1433" y="5768"/>
                    </a:lnTo>
                    <a:lnTo>
                      <a:pt x="1325" y="5720"/>
                    </a:lnTo>
                    <a:lnTo>
                      <a:pt x="1218" y="5672"/>
                    </a:lnTo>
                    <a:lnTo>
                      <a:pt x="1111" y="5612"/>
                    </a:lnTo>
                    <a:lnTo>
                      <a:pt x="1015" y="5541"/>
                    </a:lnTo>
                    <a:lnTo>
                      <a:pt x="920" y="5469"/>
                    </a:lnTo>
                    <a:lnTo>
                      <a:pt x="836" y="5386"/>
                    </a:lnTo>
                    <a:lnTo>
                      <a:pt x="764" y="5290"/>
                    </a:lnTo>
                    <a:lnTo>
                      <a:pt x="681" y="5195"/>
                    </a:lnTo>
                    <a:lnTo>
                      <a:pt x="681" y="5195"/>
                    </a:lnTo>
                    <a:lnTo>
                      <a:pt x="561" y="4992"/>
                    </a:lnTo>
                    <a:lnTo>
                      <a:pt x="442" y="4777"/>
                    </a:lnTo>
                    <a:lnTo>
                      <a:pt x="346" y="4550"/>
                    </a:lnTo>
                    <a:lnTo>
                      <a:pt x="263" y="4323"/>
                    </a:lnTo>
                    <a:lnTo>
                      <a:pt x="263" y="4323"/>
                    </a:lnTo>
                    <a:lnTo>
                      <a:pt x="191" y="4096"/>
                    </a:lnTo>
                    <a:lnTo>
                      <a:pt x="120" y="3857"/>
                    </a:lnTo>
                    <a:lnTo>
                      <a:pt x="60" y="3631"/>
                    </a:lnTo>
                    <a:lnTo>
                      <a:pt x="24" y="3392"/>
                    </a:lnTo>
                    <a:lnTo>
                      <a:pt x="0" y="3153"/>
                    </a:lnTo>
                    <a:lnTo>
                      <a:pt x="0" y="2914"/>
                    </a:lnTo>
                    <a:lnTo>
                      <a:pt x="12" y="2807"/>
                    </a:lnTo>
                    <a:lnTo>
                      <a:pt x="36" y="2687"/>
                    </a:lnTo>
                    <a:lnTo>
                      <a:pt x="60" y="2568"/>
                    </a:lnTo>
                    <a:lnTo>
                      <a:pt x="96" y="2460"/>
                    </a:lnTo>
                    <a:lnTo>
                      <a:pt x="96" y="2460"/>
                    </a:lnTo>
                    <a:lnTo>
                      <a:pt x="167" y="2269"/>
                    </a:lnTo>
                    <a:lnTo>
                      <a:pt x="263" y="2090"/>
                    </a:lnTo>
                    <a:lnTo>
                      <a:pt x="382" y="1923"/>
                    </a:lnTo>
                    <a:lnTo>
                      <a:pt x="514" y="1756"/>
                    </a:lnTo>
                    <a:lnTo>
                      <a:pt x="657" y="1613"/>
                    </a:lnTo>
                    <a:lnTo>
                      <a:pt x="800" y="1469"/>
                    </a:lnTo>
                    <a:lnTo>
                      <a:pt x="1111" y="1195"/>
                    </a:lnTo>
                    <a:lnTo>
                      <a:pt x="1111" y="1195"/>
                    </a:lnTo>
                    <a:lnTo>
                      <a:pt x="1505" y="896"/>
                    </a:lnTo>
                    <a:lnTo>
                      <a:pt x="1696" y="753"/>
                    </a:lnTo>
                    <a:lnTo>
                      <a:pt x="1899" y="610"/>
                    </a:lnTo>
                    <a:lnTo>
                      <a:pt x="2114" y="490"/>
                    </a:lnTo>
                    <a:lnTo>
                      <a:pt x="2328" y="371"/>
                    </a:lnTo>
                    <a:lnTo>
                      <a:pt x="2543" y="264"/>
                    </a:lnTo>
                    <a:lnTo>
                      <a:pt x="2770" y="168"/>
                    </a:lnTo>
                    <a:lnTo>
                      <a:pt x="2770" y="168"/>
                    </a:lnTo>
                    <a:lnTo>
                      <a:pt x="3033" y="84"/>
                    </a:lnTo>
                    <a:lnTo>
                      <a:pt x="3164" y="49"/>
                    </a:lnTo>
                    <a:lnTo>
                      <a:pt x="3296" y="25"/>
                    </a:lnTo>
                    <a:lnTo>
                      <a:pt x="3427" y="1"/>
                    </a:lnTo>
                    <a:lnTo>
                      <a:pt x="3558" y="1"/>
                    </a:lnTo>
                    <a:lnTo>
                      <a:pt x="3701" y="1"/>
                    </a:lnTo>
                    <a:lnTo>
                      <a:pt x="3833" y="25"/>
                    </a:lnTo>
                    <a:lnTo>
                      <a:pt x="3833" y="25"/>
                    </a:lnTo>
                    <a:lnTo>
                      <a:pt x="3964" y="61"/>
                    </a:lnTo>
                    <a:lnTo>
                      <a:pt x="4095" y="108"/>
                    </a:lnTo>
                    <a:lnTo>
                      <a:pt x="4215" y="168"/>
                    </a:lnTo>
                    <a:lnTo>
                      <a:pt x="4322" y="252"/>
                    </a:lnTo>
                    <a:lnTo>
                      <a:pt x="4430" y="335"/>
                    </a:lnTo>
                    <a:lnTo>
                      <a:pt x="4525" y="443"/>
                    </a:lnTo>
                    <a:lnTo>
                      <a:pt x="4597" y="562"/>
                    </a:lnTo>
                    <a:lnTo>
                      <a:pt x="4645" y="693"/>
                    </a:lnTo>
                    <a:lnTo>
                      <a:pt x="4645" y="693"/>
                    </a:lnTo>
                    <a:lnTo>
                      <a:pt x="4848" y="574"/>
                    </a:lnTo>
                    <a:lnTo>
                      <a:pt x="5063" y="478"/>
                    </a:lnTo>
                    <a:lnTo>
                      <a:pt x="5170" y="443"/>
                    </a:lnTo>
                    <a:lnTo>
                      <a:pt x="5277" y="419"/>
                    </a:lnTo>
                    <a:lnTo>
                      <a:pt x="5397" y="395"/>
                    </a:lnTo>
                    <a:lnTo>
                      <a:pt x="5504" y="383"/>
                    </a:lnTo>
                    <a:lnTo>
                      <a:pt x="5504" y="383"/>
                    </a:lnTo>
                    <a:lnTo>
                      <a:pt x="5624" y="395"/>
                    </a:lnTo>
                    <a:lnTo>
                      <a:pt x="5743" y="407"/>
                    </a:lnTo>
                    <a:lnTo>
                      <a:pt x="5851" y="431"/>
                    </a:lnTo>
                    <a:lnTo>
                      <a:pt x="5958" y="467"/>
                    </a:lnTo>
                    <a:lnTo>
                      <a:pt x="6066" y="514"/>
                    </a:lnTo>
                    <a:lnTo>
                      <a:pt x="6161" y="574"/>
                    </a:lnTo>
                    <a:lnTo>
                      <a:pt x="6257" y="646"/>
                    </a:lnTo>
                    <a:lnTo>
                      <a:pt x="6340" y="729"/>
                    </a:lnTo>
                    <a:lnTo>
                      <a:pt x="6340" y="729"/>
                    </a:lnTo>
                    <a:lnTo>
                      <a:pt x="6400" y="825"/>
                    </a:lnTo>
                    <a:lnTo>
                      <a:pt x="6460" y="932"/>
                    </a:lnTo>
                    <a:lnTo>
                      <a:pt x="6495" y="1040"/>
                    </a:lnTo>
                    <a:lnTo>
                      <a:pt x="6519" y="1159"/>
                    </a:lnTo>
                    <a:lnTo>
                      <a:pt x="6519" y="1278"/>
                    </a:lnTo>
                    <a:lnTo>
                      <a:pt x="6507" y="1386"/>
                    </a:lnTo>
                    <a:lnTo>
                      <a:pt x="6471" y="1505"/>
                    </a:lnTo>
                    <a:lnTo>
                      <a:pt x="6412" y="1601"/>
                    </a:lnTo>
                    <a:lnTo>
                      <a:pt x="6412" y="1601"/>
                    </a:lnTo>
                    <a:lnTo>
                      <a:pt x="6531" y="1672"/>
                    </a:lnTo>
                    <a:lnTo>
                      <a:pt x="6639" y="1756"/>
                    </a:lnTo>
                    <a:lnTo>
                      <a:pt x="6722" y="1852"/>
                    </a:lnTo>
                    <a:lnTo>
                      <a:pt x="6806" y="1971"/>
                    </a:lnTo>
                    <a:lnTo>
                      <a:pt x="6854" y="2102"/>
                    </a:lnTo>
                    <a:lnTo>
                      <a:pt x="6889" y="2234"/>
                    </a:lnTo>
                    <a:lnTo>
                      <a:pt x="6913" y="2365"/>
                    </a:lnTo>
                    <a:lnTo>
                      <a:pt x="6901" y="2496"/>
                    </a:lnTo>
                    <a:lnTo>
                      <a:pt x="6901" y="2496"/>
                    </a:lnTo>
                    <a:lnTo>
                      <a:pt x="6877" y="2640"/>
                    </a:lnTo>
                    <a:lnTo>
                      <a:pt x="6818" y="2759"/>
                    </a:lnTo>
                    <a:lnTo>
                      <a:pt x="6746" y="2878"/>
                    </a:lnTo>
                    <a:lnTo>
                      <a:pt x="6662" y="2974"/>
                    </a:lnTo>
                    <a:lnTo>
                      <a:pt x="6555" y="3069"/>
                    </a:lnTo>
                    <a:lnTo>
                      <a:pt x="6448" y="3141"/>
                    </a:lnTo>
                    <a:lnTo>
                      <a:pt x="6328" y="3189"/>
                    </a:lnTo>
                    <a:lnTo>
                      <a:pt x="6197" y="3213"/>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1"/>
              <p:cNvSpPr/>
              <p:nvPr/>
            </p:nvSpPr>
            <p:spPr>
              <a:xfrm>
                <a:off x="8063285" y="1098384"/>
                <a:ext cx="198362" cy="209019"/>
              </a:xfrm>
              <a:custGeom>
                <a:rect b="b" l="l" r="r" t="t"/>
                <a:pathLst>
                  <a:path extrusionOk="0" h="3511" w="3332">
                    <a:moveTo>
                      <a:pt x="0" y="1"/>
                    </a:moveTo>
                    <a:lnTo>
                      <a:pt x="418" y="3511"/>
                    </a:lnTo>
                    <a:lnTo>
                      <a:pt x="3331" y="3153"/>
                    </a:lnTo>
                    <a:lnTo>
                      <a:pt x="3045" y="765"/>
                    </a:lnTo>
                    <a:lnTo>
                      <a:pt x="0" y="1"/>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1"/>
              <p:cNvSpPr/>
              <p:nvPr/>
            </p:nvSpPr>
            <p:spPr>
              <a:xfrm>
                <a:off x="8016374" y="793463"/>
                <a:ext cx="330584" cy="400237"/>
              </a:xfrm>
              <a:custGeom>
                <a:rect b="b" l="l" r="r" t="t"/>
                <a:pathLst>
                  <a:path extrusionOk="0" h="6723" w="5553">
                    <a:moveTo>
                      <a:pt x="2794" y="1"/>
                    </a:moveTo>
                    <a:lnTo>
                      <a:pt x="2531" y="24"/>
                    </a:lnTo>
                    <a:lnTo>
                      <a:pt x="2269" y="48"/>
                    </a:lnTo>
                    <a:lnTo>
                      <a:pt x="2125" y="72"/>
                    </a:lnTo>
                    <a:lnTo>
                      <a:pt x="1851" y="132"/>
                    </a:lnTo>
                    <a:lnTo>
                      <a:pt x="1588" y="216"/>
                    </a:lnTo>
                    <a:lnTo>
                      <a:pt x="1349" y="311"/>
                    </a:lnTo>
                    <a:lnTo>
                      <a:pt x="1122" y="418"/>
                    </a:lnTo>
                    <a:lnTo>
                      <a:pt x="908" y="538"/>
                    </a:lnTo>
                    <a:lnTo>
                      <a:pt x="717" y="669"/>
                    </a:lnTo>
                    <a:lnTo>
                      <a:pt x="549" y="824"/>
                    </a:lnTo>
                    <a:lnTo>
                      <a:pt x="406" y="992"/>
                    </a:lnTo>
                    <a:lnTo>
                      <a:pt x="275" y="1159"/>
                    </a:lnTo>
                    <a:lnTo>
                      <a:pt x="179" y="1350"/>
                    </a:lnTo>
                    <a:lnTo>
                      <a:pt x="96" y="1553"/>
                    </a:lnTo>
                    <a:lnTo>
                      <a:pt x="36" y="1768"/>
                    </a:lnTo>
                    <a:lnTo>
                      <a:pt x="12" y="1995"/>
                    </a:lnTo>
                    <a:lnTo>
                      <a:pt x="0" y="2233"/>
                    </a:lnTo>
                    <a:lnTo>
                      <a:pt x="24" y="2484"/>
                    </a:lnTo>
                    <a:lnTo>
                      <a:pt x="72" y="2735"/>
                    </a:lnTo>
                    <a:lnTo>
                      <a:pt x="418" y="4108"/>
                    </a:lnTo>
                    <a:lnTo>
                      <a:pt x="430" y="4239"/>
                    </a:lnTo>
                    <a:lnTo>
                      <a:pt x="454" y="4382"/>
                    </a:lnTo>
                    <a:lnTo>
                      <a:pt x="502" y="4573"/>
                    </a:lnTo>
                    <a:lnTo>
                      <a:pt x="573" y="4800"/>
                    </a:lnTo>
                    <a:lnTo>
                      <a:pt x="669" y="5039"/>
                    </a:lnTo>
                    <a:lnTo>
                      <a:pt x="800" y="5302"/>
                    </a:lnTo>
                    <a:lnTo>
                      <a:pt x="872" y="5433"/>
                    </a:lnTo>
                    <a:lnTo>
                      <a:pt x="955" y="5564"/>
                    </a:lnTo>
                    <a:lnTo>
                      <a:pt x="1051" y="5696"/>
                    </a:lnTo>
                    <a:lnTo>
                      <a:pt x="1158" y="5827"/>
                    </a:lnTo>
                    <a:lnTo>
                      <a:pt x="1278" y="5947"/>
                    </a:lnTo>
                    <a:lnTo>
                      <a:pt x="1397" y="6066"/>
                    </a:lnTo>
                    <a:lnTo>
                      <a:pt x="1540" y="6185"/>
                    </a:lnTo>
                    <a:lnTo>
                      <a:pt x="1696" y="6281"/>
                    </a:lnTo>
                    <a:lnTo>
                      <a:pt x="1863" y="6388"/>
                    </a:lnTo>
                    <a:lnTo>
                      <a:pt x="2042" y="6472"/>
                    </a:lnTo>
                    <a:lnTo>
                      <a:pt x="2233" y="6543"/>
                    </a:lnTo>
                    <a:lnTo>
                      <a:pt x="2448" y="6615"/>
                    </a:lnTo>
                    <a:lnTo>
                      <a:pt x="2663" y="6663"/>
                    </a:lnTo>
                    <a:lnTo>
                      <a:pt x="2901" y="6699"/>
                    </a:lnTo>
                    <a:lnTo>
                      <a:pt x="3164" y="6711"/>
                    </a:lnTo>
                    <a:lnTo>
                      <a:pt x="3439" y="6723"/>
                    </a:lnTo>
                    <a:lnTo>
                      <a:pt x="3725" y="6699"/>
                    </a:lnTo>
                    <a:lnTo>
                      <a:pt x="4036" y="6663"/>
                    </a:lnTo>
                    <a:lnTo>
                      <a:pt x="4107" y="6639"/>
                    </a:lnTo>
                    <a:lnTo>
                      <a:pt x="4298" y="6555"/>
                    </a:lnTo>
                    <a:lnTo>
                      <a:pt x="4430" y="6496"/>
                    </a:lnTo>
                    <a:lnTo>
                      <a:pt x="4573" y="6412"/>
                    </a:lnTo>
                    <a:lnTo>
                      <a:pt x="4716" y="6305"/>
                    </a:lnTo>
                    <a:lnTo>
                      <a:pt x="4871" y="6173"/>
                    </a:lnTo>
                    <a:lnTo>
                      <a:pt x="5027" y="6030"/>
                    </a:lnTo>
                    <a:lnTo>
                      <a:pt x="5158" y="5851"/>
                    </a:lnTo>
                    <a:lnTo>
                      <a:pt x="5230" y="5755"/>
                    </a:lnTo>
                    <a:lnTo>
                      <a:pt x="5289" y="5660"/>
                    </a:lnTo>
                    <a:lnTo>
                      <a:pt x="5349" y="5541"/>
                    </a:lnTo>
                    <a:lnTo>
                      <a:pt x="5397" y="5433"/>
                    </a:lnTo>
                    <a:lnTo>
                      <a:pt x="5445" y="5302"/>
                    </a:lnTo>
                    <a:lnTo>
                      <a:pt x="5480" y="5170"/>
                    </a:lnTo>
                    <a:lnTo>
                      <a:pt x="5516" y="5039"/>
                    </a:lnTo>
                    <a:lnTo>
                      <a:pt x="5540" y="4884"/>
                    </a:lnTo>
                    <a:lnTo>
                      <a:pt x="5552" y="4729"/>
                    </a:lnTo>
                    <a:lnTo>
                      <a:pt x="5552" y="4573"/>
                    </a:lnTo>
                    <a:lnTo>
                      <a:pt x="5552" y="4394"/>
                    </a:lnTo>
                    <a:lnTo>
                      <a:pt x="5540" y="4215"/>
                    </a:lnTo>
                    <a:lnTo>
                      <a:pt x="5468" y="3702"/>
                    </a:lnTo>
                    <a:lnTo>
                      <a:pt x="5385" y="3129"/>
                    </a:lnTo>
                    <a:lnTo>
                      <a:pt x="5266" y="2436"/>
                    </a:lnTo>
                    <a:lnTo>
                      <a:pt x="5086" y="1612"/>
                    </a:lnTo>
                    <a:lnTo>
                      <a:pt x="5015" y="1374"/>
                    </a:lnTo>
                    <a:lnTo>
                      <a:pt x="4931" y="1147"/>
                    </a:lnTo>
                    <a:lnTo>
                      <a:pt x="4836" y="956"/>
                    </a:lnTo>
                    <a:lnTo>
                      <a:pt x="4716" y="777"/>
                    </a:lnTo>
                    <a:lnTo>
                      <a:pt x="4585" y="621"/>
                    </a:lnTo>
                    <a:lnTo>
                      <a:pt x="4430" y="478"/>
                    </a:lnTo>
                    <a:lnTo>
                      <a:pt x="4275" y="359"/>
                    </a:lnTo>
                    <a:lnTo>
                      <a:pt x="4095" y="263"/>
                    </a:lnTo>
                    <a:lnTo>
                      <a:pt x="3904" y="168"/>
                    </a:lnTo>
                    <a:lnTo>
                      <a:pt x="3713" y="108"/>
                    </a:lnTo>
                    <a:lnTo>
                      <a:pt x="3498" y="60"/>
                    </a:lnTo>
                    <a:lnTo>
                      <a:pt x="3272" y="24"/>
                    </a:lnTo>
                    <a:lnTo>
                      <a:pt x="3033" y="13"/>
                    </a:lnTo>
                    <a:lnTo>
                      <a:pt x="2794" y="1"/>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1"/>
              <p:cNvSpPr/>
              <p:nvPr/>
            </p:nvSpPr>
            <p:spPr>
              <a:xfrm>
                <a:off x="8016374" y="793463"/>
                <a:ext cx="330584" cy="400237"/>
              </a:xfrm>
              <a:custGeom>
                <a:rect b="b" l="l" r="r" t="t"/>
                <a:pathLst>
                  <a:path extrusionOk="0" fill="none" h="6723" w="5553">
                    <a:moveTo>
                      <a:pt x="4036" y="6663"/>
                    </a:moveTo>
                    <a:lnTo>
                      <a:pt x="4036" y="6663"/>
                    </a:lnTo>
                    <a:lnTo>
                      <a:pt x="4107" y="6639"/>
                    </a:lnTo>
                    <a:lnTo>
                      <a:pt x="4298" y="6555"/>
                    </a:lnTo>
                    <a:lnTo>
                      <a:pt x="4430" y="6496"/>
                    </a:lnTo>
                    <a:lnTo>
                      <a:pt x="4573" y="6412"/>
                    </a:lnTo>
                    <a:lnTo>
                      <a:pt x="4716" y="6305"/>
                    </a:lnTo>
                    <a:lnTo>
                      <a:pt x="4871" y="6173"/>
                    </a:lnTo>
                    <a:lnTo>
                      <a:pt x="5027" y="6030"/>
                    </a:lnTo>
                    <a:lnTo>
                      <a:pt x="5158" y="5851"/>
                    </a:lnTo>
                    <a:lnTo>
                      <a:pt x="5230" y="5755"/>
                    </a:lnTo>
                    <a:lnTo>
                      <a:pt x="5289" y="5660"/>
                    </a:lnTo>
                    <a:lnTo>
                      <a:pt x="5349" y="5541"/>
                    </a:lnTo>
                    <a:lnTo>
                      <a:pt x="5397" y="5433"/>
                    </a:lnTo>
                    <a:lnTo>
                      <a:pt x="5445" y="5302"/>
                    </a:lnTo>
                    <a:lnTo>
                      <a:pt x="5480" y="5170"/>
                    </a:lnTo>
                    <a:lnTo>
                      <a:pt x="5516" y="5039"/>
                    </a:lnTo>
                    <a:lnTo>
                      <a:pt x="5540" y="4884"/>
                    </a:lnTo>
                    <a:lnTo>
                      <a:pt x="5552" y="4729"/>
                    </a:lnTo>
                    <a:lnTo>
                      <a:pt x="5552" y="4573"/>
                    </a:lnTo>
                    <a:lnTo>
                      <a:pt x="5552" y="4394"/>
                    </a:lnTo>
                    <a:lnTo>
                      <a:pt x="5540" y="4215"/>
                    </a:lnTo>
                    <a:lnTo>
                      <a:pt x="5540" y="4215"/>
                    </a:lnTo>
                    <a:lnTo>
                      <a:pt x="5468" y="3702"/>
                    </a:lnTo>
                    <a:lnTo>
                      <a:pt x="5385" y="3129"/>
                    </a:lnTo>
                    <a:lnTo>
                      <a:pt x="5266" y="2436"/>
                    </a:lnTo>
                    <a:lnTo>
                      <a:pt x="5086" y="1612"/>
                    </a:lnTo>
                    <a:lnTo>
                      <a:pt x="5086" y="1612"/>
                    </a:lnTo>
                    <a:lnTo>
                      <a:pt x="5015" y="1374"/>
                    </a:lnTo>
                    <a:lnTo>
                      <a:pt x="4931" y="1147"/>
                    </a:lnTo>
                    <a:lnTo>
                      <a:pt x="4836" y="956"/>
                    </a:lnTo>
                    <a:lnTo>
                      <a:pt x="4716" y="777"/>
                    </a:lnTo>
                    <a:lnTo>
                      <a:pt x="4585" y="621"/>
                    </a:lnTo>
                    <a:lnTo>
                      <a:pt x="4430" y="478"/>
                    </a:lnTo>
                    <a:lnTo>
                      <a:pt x="4275" y="359"/>
                    </a:lnTo>
                    <a:lnTo>
                      <a:pt x="4095" y="263"/>
                    </a:lnTo>
                    <a:lnTo>
                      <a:pt x="3904" y="168"/>
                    </a:lnTo>
                    <a:lnTo>
                      <a:pt x="3713" y="108"/>
                    </a:lnTo>
                    <a:lnTo>
                      <a:pt x="3498" y="60"/>
                    </a:lnTo>
                    <a:lnTo>
                      <a:pt x="3272" y="24"/>
                    </a:lnTo>
                    <a:lnTo>
                      <a:pt x="3033" y="13"/>
                    </a:lnTo>
                    <a:lnTo>
                      <a:pt x="2794" y="1"/>
                    </a:lnTo>
                    <a:lnTo>
                      <a:pt x="2531" y="24"/>
                    </a:lnTo>
                    <a:lnTo>
                      <a:pt x="2269" y="48"/>
                    </a:lnTo>
                    <a:lnTo>
                      <a:pt x="2125" y="72"/>
                    </a:lnTo>
                    <a:lnTo>
                      <a:pt x="2125" y="72"/>
                    </a:lnTo>
                    <a:lnTo>
                      <a:pt x="1851" y="132"/>
                    </a:lnTo>
                    <a:lnTo>
                      <a:pt x="1588" y="216"/>
                    </a:lnTo>
                    <a:lnTo>
                      <a:pt x="1349" y="311"/>
                    </a:lnTo>
                    <a:lnTo>
                      <a:pt x="1122" y="418"/>
                    </a:lnTo>
                    <a:lnTo>
                      <a:pt x="908" y="538"/>
                    </a:lnTo>
                    <a:lnTo>
                      <a:pt x="717" y="669"/>
                    </a:lnTo>
                    <a:lnTo>
                      <a:pt x="549" y="824"/>
                    </a:lnTo>
                    <a:lnTo>
                      <a:pt x="406" y="992"/>
                    </a:lnTo>
                    <a:lnTo>
                      <a:pt x="275" y="1159"/>
                    </a:lnTo>
                    <a:lnTo>
                      <a:pt x="179" y="1350"/>
                    </a:lnTo>
                    <a:lnTo>
                      <a:pt x="96" y="1553"/>
                    </a:lnTo>
                    <a:lnTo>
                      <a:pt x="36" y="1768"/>
                    </a:lnTo>
                    <a:lnTo>
                      <a:pt x="12" y="1995"/>
                    </a:lnTo>
                    <a:lnTo>
                      <a:pt x="0" y="2233"/>
                    </a:lnTo>
                    <a:lnTo>
                      <a:pt x="24" y="2484"/>
                    </a:lnTo>
                    <a:lnTo>
                      <a:pt x="72" y="2735"/>
                    </a:lnTo>
                    <a:lnTo>
                      <a:pt x="418" y="4108"/>
                    </a:lnTo>
                    <a:lnTo>
                      <a:pt x="418" y="4108"/>
                    </a:lnTo>
                    <a:lnTo>
                      <a:pt x="430" y="4239"/>
                    </a:lnTo>
                    <a:lnTo>
                      <a:pt x="454" y="4382"/>
                    </a:lnTo>
                    <a:lnTo>
                      <a:pt x="502" y="4573"/>
                    </a:lnTo>
                    <a:lnTo>
                      <a:pt x="573" y="4800"/>
                    </a:lnTo>
                    <a:lnTo>
                      <a:pt x="669" y="5039"/>
                    </a:lnTo>
                    <a:lnTo>
                      <a:pt x="800" y="5302"/>
                    </a:lnTo>
                    <a:lnTo>
                      <a:pt x="872" y="5433"/>
                    </a:lnTo>
                    <a:lnTo>
                      <a:pt x="955" y="5564"/>
                    </a:lnTo>
                    <a:lnTo>
                      <a:pt x="1051" y="5696"/>
                    </a:lnTo>
                    <a:lnTo>
                      <a:pt x="1158" y="5827"/>
                    </a:lnTo>
                    <a:lnTo>
                      <a:pt x="1278" y="5947"/>
                    </a:lnTo>
                    <a:lnTo>
                      <a:pt x="1397" y="6066"/>
                    </a:lnTo>
                    <a:lnTo>
                      <a:pt x="1540" y="6185"/>
                    </a:lnTo>
                    <a:lnTo>
                      <a:pt x="1696" y="6281"/>
                    </a:lnTo>
                    <a:lnTo>
                      <a:pt x="1863" y="6388"/>
                    </a:lnTo>
                    <a:lnTo>
                      <a:pt x="2042" y="6472"/>
                    </a:lnTo>
                    <a:lnTo>
                      <a:pt x="2233" y="6543"/>
                    </a:lnTo>
                    <a:lnTo>
                      <a:pt x="2448" y="6615"/>
                    </a:lnTo>
                    <a:lnTo>
                      <a:pt x="2663" y="6663"/>
                    </a:lnTo>
                    <a:lnTo>
                      <a:pt x="2901" y="6699"/>
                    </a:lnTo>
                    <a:lnTo>
                      <a:pt x="3164" y="6711"/>
                    </a:lnTo>
                    <a:lnTo>
                      <a:pt x="3439" y="6723"/>
                    </a:lnTo>
                    <a:lnTo>
                      <a:pt x="3725" y="6699"/>
                    </a:lnTo>
                    <a:lnTo>
                      <a:pt x="4036" y="6663"/>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1"/>
              <p:cNvSpPr/>
              <p:nvPr/>
            </p:nvSpPr>
            <p:spPr>
              <a:xfrm>
                <a:off x="8282184" y="968308"/>
                <a:ext cx="24944" cy="23515"/>
              </a:xfrm>
              <a:custGeom>
                <a:rect b="b" l="l" r="r" t="t"/>
                <a:pathLst>
                  <a:path extrusionOk="0" h="395" w="419">
                    <a:moveTo>
                      <a:pt x="180" y="1"/>
                    </a:moveTo>
                    <a:lnTo>
                      <a:pt x="132" y="13"/>
                    </a:lnTo>
                    <a:lnTo>
                      <a:pt x="96" y="37"/>
                    </a:lnTo>
                    <a:lnTo>
                      <a:pt x="60" y="60"/>
                    </a:lnTo>
                    <a:lnTo>
                      <a:pt x="36" y="84"/>
                    </a:lnTo>
                    <a:lnTo>
                      <a:pt x="12" y="120"/>
                    </a:lnTo>
                    <a:lnTo>
                      <a:pt x="1" y="156"/>
                    </a:lnTo>
                    <a:lnTo>
                      <a:pt x="1" y="204"/>
                    </a:lnTo>
                    <a:lnTo>
                      <a:pt x="1" y="240"/>
                    </a:lnTo>
                    <a:lnTo>
                      <a:pt x="12" y="275"/>
                    </a:lnTo>
                    <a:lnTo>
                      <a:pt x="36" y="311"/>
                    </a:lnTo>
                    <a:lnTo>
                      <a:pt x="60" y="347"/>
                    </a:lnTo>
                    <a:lnTo>
                      <a:pt x="84" y="371"/>
                    </a:lnTo>
                    <a:lnTo>
                      <a:pt x="120" y="383"/>
                    </a:lnTo>
                    <a:lnTo>
                      <a:pt x="156" y="395"/>
                    </a:lnTo>
                    <a:lnTo>
                      <a:pt x="251" y="395"/>
                    </a:lnTo>
                    <a:lnTo>
                      <a:pt x="287" y="383"/>
                    </a:lnTo>
                    <a:lnTo>
                      <a:pt x="323" y="359"/>
                    </a:lnTo>
                    <a:lnTo>
                      <a:pt x="359" y="335"/>
                    </a:lnTo>
                    <a:lnTo>
                      <a:pt x="383" y="311"/>
                    </a:lnTo>
                    <a:lnTo>
                      <a:pt x="406" y="275"/>
                    </a:lnTo>
                    <a:lnTo>
                      <a:pt x="418" y="240"/>
                    </a:lnTo>
                    <a:lnTo>
                      <a:pt x="418" y="192"/>
                    </a:lnTo>
                    <a:lnTo>
                      <a:pt x="418" y="156"/>
                    </a:lnTo>
                    <a:lnTo>
                      <a:pt x="406" y="120"/>
                    </a:lnTo>
                    <a:lnTo>
                      <a:pt x="395" y="84"/>
                    </a:lnTo>
                    <a:lnTo>
                      <a:pt x="359" y="49"/>
                    </a:lnTo>
                    <a:lnTo>
                      <a:pt x="335" y="25"/>
                    </a:lnTo>
                    <a:lnTo>
                      <a:pt x="299" y="13"/>
                    </a:lnTo>
                    <a:lnTo>
                      <a:pt x="263"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1"/>
              <p:cNvSpPr/>
              <p:nvPr/>
            </p:nvSpPr>
            <p:spPr>
              <a:xfrm>
                <a:off x="8165620" y="991763"/>
                <a:ext cx="25659" cy="24230"/>
              </a:xfrm>
              <a:custGeom>
                <a:rect b="b" l="l" r="r" t="t"/>
                <a:pathLst>
                  <a:path extrusionOk="0" h="407" w="431">
                    <a:moveTo>
                      <a:pt x="227" y="1"/>
                    </a:moveTo>
                    <a:lnTo>
                      <a:pt x="180" y="13"/>
                    </a:lnTo>
                    <a:lnTo>
                      <a:pt x="144" y="25"/>
                    </a:lnTo>
                    <a:lnTo>
                      <a:pt x="108" y="37"/>
                    </a:lnTo>
                    <a:lnTo>
                      <a:pt x="72" y="60"/>
                    </a:lnTo>
                    <a:lnTo>
                      <a:pt x="48" y="96"/>
                    </a:lnTo>
                    <a:lnTo>
                      <a:pt x="24" y="132"/>
                    </a:lnTo>
                    <a:lnTo>
                      <a:pt x="12" y="168"/>
                    </a:lnTo>
                    <a:lnTo>
                      <a:pt x="0" y="204"/>
                    </a:lnTo>
                    <a:lnTo>
                      <a:pt x="12" y="251"/>
                    </a:lnTo>
                    <a:lnTo>
                      <a:pt x="24" y="287"/>
                    </a:lnTo>
                    <a:lnTo>
                      <a:pt x="36" y="323"/>
                    </a:lnTo>
                    <a:lnTo>
                      <a:pt x="60" y="347"/>
                    </a:lnTo>
                    <a:lnTo>
                      <a:pt x="96" y="371"/>
                    </a:lnTo>
                    <a:lnTo>
                      <a:pt x="132" y="395"/>
                    </a:lnTo>
                    <a:lnTo>
                      <a:pt x="168" y="407"/>
                    </a:lnTo>
                    <a:lnTo>
                      <a:pt x="251" y="407"/>
                    </a:lnTo>
                    <a:lnTo>
                      <a:pt x="287" y="395"/>
                    </a:lnTo>
                    <a:lnTo>
                      <a:pt x="335" y="371"/>
                    </a:lnTo>
                    <a:lnTo>
                      <a:pt x="359" y="347"/>
                    </a:lnTo>
                    <a:lnTo>
                      <a:pt x="383" y="323"/>
                    </a:lnTo>
                    <a:lnTo>
                      <a:pt x="406" y="287"/>
                    </a:lnTo>
                    <a:lnTo>
                      <a:pt x="418" y="251"/>
                    </a:lnTo>
                    <a:lnTo>
                      <a:pt x="430" y="204"/>
                    </a:lnTo>
                    <a:lnTo>
                      <a:pt x="430" y="168"/>
                    </a:lnTo>
                    <a:lnTo>
                      <a:pt x="418" y="132"/>
                    </a:lnTo>
                    <a:lnTo>
                      <a:pt x="394" y="96"/>
                    </a:lnTo>
                    <a:lnTo>
                      <a:pt x="371" y="60"/>
                    </a:lnTo>
                    <a:lnTo>
                      <a:pt x="335" y="37"/>
                    </a:lnTo>
                    <a:lnTo>
                      <a:pt x="299" y="25"/>
                    </a:lnTo>
                    <a:lnTo>
                      <a:pt x="263" y="13"/>
                    </a:lnTo>
                    <a:lnTo>
                      <a:pt x="227"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1"/>
              <p:cNvSpPr/>
              <p:nvPr/>
            </p:nvSpPr>
            <p:spPr>
              <a:xfrm>
                <a:off x="8132937" y="961224"/>
                <a:ext cx="41970" cy="11430"/>
              </a:xfrm>
              <a:custGeom>
                <a:rect b="b" l="l" r="r" t="t"/>
                <a:pathLst>
                  <a:path extrusionOk="0" h="192" w="705">
                    <a:moveTo>
                      <a:pt x="335" y="0"/>
                    </a:moveTo>
                    <a:lnTo>
                      <a:pt x="251" y="24"/>
                    </a:lnTo>
                    <a:lnTo>
                      <a:pt x="155" y="60"/>
                    </a:lnTo>
                    <a:lnTo>
                      <a:pt x="84" y="96"/>
                    </a:lnTo>
                    <a:lnTo>
                      <a:pt x="0" y="156"/>
                    </a:lnTo>
                    <a:lnTo>
                      <a:pt x="0" y="168"/>
                    </a:lnTo>
                    <a:lnTo>
                      <a:pt x="0" y="179"/>
                    </a:lnTo>
                    <a:lnTo>
                      <a:pt x="12" y="191"/>
                    </a:lnTo>
                    <a:lnTo>
                      <a:pt x="24" y="179"/>
                    </a:lnTo>
                    <a:lnTo>
                      <a:pt x="96" y="132"/>
                    </a:lnTo>
                    <a:lnTo>
                      <a:pt x="179" y="84"/>
                    </a:lnTo>
                    <a:lnTo>
                      <a:pt x="263" y="60"/>
                    </a:lnTo>
                    <a:lnTo>
                      <a:pt x="346" y="36"/>
                    </a:lnTo>
                    <a:lnTo>
                      <a:pt x="514" y="36"/>
                    </a:lnTo>
                    <a:lnTo>
                      <a:pt x="609" y="48"/>
                    </a:lnTo>
                    <a:lnTo>
                      <a:pt x="693" y="72"/>
                    </a:lnTo>
                    <a:lnTo>
                      <a:pt x="705" y="72"/>
                    </a:lnTo>
                    <a:lnTo>
                      <a:pt x="705" y="60"/>
                    </a:lnTo>
                    <a:lnTo>
                      <a:pt x="705" y="48"/>
                    </a:lnTo>
                    <a:lnTo>
                      <a:pt x="693" y="36"/>
                    </a:lnTo>
                    <a:lnTo>
                      <a:pt x="609" y="12"/>
                    </a:lnTo>
                    <a:lnTo>
                      <a:pt x="51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1"/>
              <p:cNvSpPr/>
              <p:nvPr/>
            </p:nvSpPr>
            <p:spPr>
              <a:xfrm>
                <a:off x="8262300" y="939911"/>
                <a:ext cx="41970" cy="11430"/>
              </a:xfrm>
              <a:custGeom>
                <a:rect b="b" l="l" r="r" t="t"/>
                <a:pathLst>
                  <a:path extrusionOk="0" h="192" w="705">
                    <a:moveTo>
                      <a:pt x="430" y="0"/>
                    </a:moveTo>
                    <a:lnTo>
                      <a:pt x="335" y="12"/>
                    </a:lnTo>
                    <a:lnTo>
                      <a:pt x="239" y="36"/>
                    </a:lnTo>
                    <a:lnTo>
                      <a:pt x="155" y="72"/>
                    </a:lnTo>
                    <a:lnTo>
                      <a:pt x="72" y="108"/>
                    </a:lnTo>
                    <a:lnTo>
                      <a:pt x="0" y="167"/>
                    </a:lnTo>
                    <a:lnTo>
                      <a:pt x="0" y="179"/>
                    </a:lnTo>
                    <a:lnTo>
                      <a:pt x="0" y="191"/>
                    </a:lnTo>
                    <a:lnTo>
                      <a:pt x="24" y="191"/>
                    </a:lnTo>
                    <a:lnTo>
                      <a:pt x="96" y="143"/>
                    </a:lnTo>
                    <a:lnTo>
                      <a:pt x="179" y="96"/>
                    </a:lnTo>
                    <a:lnTo>
                      <a:pt x="263" y="72"/>
                    </a:lnTo>
                    <a:lnTo>
                      <a:pt x="346" y="48"/>
                    </a:lnTo>
                    <a:lnTo>
                      <a:pt x="430" y="36"/>
                    </a:lnTo>
                    <a:lnTo>
                      <a:pt x="514" y="48"/>
                    </a:lnTo>
                    <a:lnTo>
                      <a:pt x="597" y="60"/>
                    </a:lnTo>
                    <a:lnTo>
                      <a:pt x="681" y="84"/>
                    </a:lnTo>
                    <a:lnTo>
                      <a:pt x="705" y="84"/>
                    </a:lnTo>
                    <a:lnTo>
                      <a:pt x="705" y="72"/>
                    </a:lnTo>
                    <a:lnTo>
                      <a:pt x="705" y="60"/>
                    </a:lnTo>
                    <a:lnTo>
                      <a:pt x="693" y="48"/>
                    </a:lnTo>
                    <a:lnTo>
                      <a:pt x="609" y="24"/>
                    </a:lnTo>
                    <a:lnTo>
                      <a:pt x="514" y="12"/>
                    </a:lnTo>
                    <a:lnTo>
                      <a:pt x="430"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1"/>
              <p:cNvSpPr/>
              <p:nvPr/>
            </p:nvSpPr>
            <p:spPr>
              <a:xfrm>
                <a:off x="8254442" y="900799"/>
                <a:ext cx="33517" cy="4346"/>
              </a:xfrm>
              <a:custGeom>
                <a:rect b="b" l="l" r="r" t="t"/>
                <a:pathLst>
                  <a:path extrusionOk="0" fill="none" h="73" w="563">
                    <a:moveTo>
                      <a:pt x="1" y="72"/>
                    </a:moveTo>
                    <a:lnTo>
                      <a:pt x="1" y="72"/>
                    </a:lnTo>
                    <a:lnTo>
                      <a:pt x="132" y="36"/>
                    </a:lnTo>
                    <a:lnTo>
                      <a:pt x="276" y="12"/>
                    </a:lnTo>
                    <a:lnTo>
                      <a:pt x="419" y="0"/>
                    </a:lnTo>
                    <a:lnTo>
                      <a:pt x="562" y="0"/>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1"/>
              <p:cNvSpPr/>
              <p:nvPr/>
            </p:nvSpPr>
            <p:spPr>
              <a:xfrm>
                <a:off x="8130080" y="928541"/>
                <a:ext cx="32743" cy="4286"/>
              </a:xfrm>
              <a:custGeom>
                <a:rect b="b" l="l" r="r" t="t"/>
                <a:pathLst>
                  <a:path extrusionOk="0" fill="none" h="72" w="550">
                    <a:moveTo>
                      <a:pt x="0" y="72"/>
                    </a:moveTo>
                    <a:lnTo>
                      <a:pt x="0" y="72"/>
                    </a:lnTo>
                    <a:lnTo>
                      <a:pt x="132" y="36"/>
                    </a:lnTo>
                    <a:lnTo>
                      <a:pt x="275" y="12"/>
                    </a:lnTo>
                    <a:lnTo>
                      <a:pt x="418" y="0"/>
                    </a:lnTo>
                    <a:lnTo>
                      <a:pt x="550" y="0"/>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1"/>
              <p:cNvSpPr/>
              <p:nvPr/>
            </p:nvSpPr>
            <p:spPr>
              <a:xfrm>
                <a:off x="8000003" y="1020219"/>
                <a:ext cx="77511" cy="87453"/>
              </a:xfrm>
              <a:custGeom>
                <a:rect b="b" l="l" r="r" t="t"/>
                <a:pathLst>
                  <a:path extrusionOk="0" h="1469" w="1302">
                    <a:moveTo>
                      <a:pt x="669" y="0"/>
                    </a:moveTo>
                    <a:lnTo>
                      <a:pt x="574" y="12"/>
                    </a:lnTo>
                    <a:lnTo>
                      <a:pt x="478" y="24"/>
                    </a:lnTo>
                    <a:lnTo>
                      <a:pt x="383" y="60"/>
                    </a:lnTo>
                    <a:lnTo>
                      <a:pt x="299" y="96"/>
                    </a:lnTo>
                    <a:lnTo>
                      <a:pt x="215" y="156"/>
                    </a:lnTo>
                    <a:lnTo>
                      <a:pt x="156" y="239"/>
                    </a:lnTo>
                    <a:lnTo>
                      <a:pt x="96" y="323"/>
                    </a:lnTo>
                    <a:lnTo>
                      <a:pt x="48" y="418"/>
                    </a:lnTo>
                    <a:lnTo>
                      <a:pt x="24" y="514"/>
                    </a:lnTo>
                    <a:lnTo>
                      <a:pt x="1" y="621"/>
                    </a:lnTo>
                    <a:lnTo>
                      <a:pt x="1" y="729"/>
                    </a:lnTo>
                    <a:lnTo>
                      <a:pt x="12" y="824"/>
                    </a:lnTo>
                    <a:lnTo>
                      <a:pt x="36" y="932"/>
                    </a:lnTo>
                    <a:lnTo>
                      <a:pt x="84" y="1027"/>
                    </a:lnTo>
                    <a:lnTo>
                      <a:pt x="132" y="1111"/>
                    </a:lnTo>
                    <a:lnTo>
                      <a:pt x="192" y="1194"/>
                    </a:lnTo>
                    <a:lnTo>
                      <a:pt x="275" y="1266"/>
                    </a:lnTo>
                    <a:lnTo>
                      <a:pt x="347" y="1338"/>
                    </a:lnTo>
                    <a:lnTo>
                      <a:pt x="442" y="1385"/>
                    </a:lnTo>
                    <a:lnTo>
                      <a:pt x="538" y="1421"/>
                    </a:lnTo>
                    <a:lnTo>
                      <a:pt x="633" y="1457"/>
                    </a:lnTo>
                    <a:lnTo>
                      <a:pt x="729" y="1469"/>
                    </a:lnTo>
                    <a:lnTo>
                      <a:pt x="824" y="1469"/>
                    </a:lnTo>
                    <a:lnTo>
                      <a:pt x="932" y="1457"/>
                    </a:lnTo>
                    <a:lnTo>
                      <a:pt x="1027" y="1433"/>
                    </a:lnTo>
                    <a:lnTo>
                      <a:pt x="1123" y="1397"/>
                    </a:lnTo>
                    <a:lnTo>
                      <a:pt x="1218" y="1361"/>
                    </a:lnTo>
                    <a:lnTo>
                      <a:pt x="1302" y="1302"/>
                    </a:lnTo>
                    <a:lnTo>
                      <a:pt x="1051" y="84"/>
                    </a:lnTo>
                    <a:lnTo>
                      <a:pt x="968" y="48"/>
                    </a:lnTo>
                    <a:lnTo>
                      <a:pt x="872" y="24"/>
                    </a:lnTo>
                    <a:lnTo>
                      <a:pt x="765" y="12"/>
                    </a:lnTo>
                    <a:lnTo>
                      <a:pt x="669" y="0"/>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1"/>
              <p:cNvSpPr/>
              <p:nvPr/>
            </p:nvSpPr>
            <p:spPr>
              <a:xfrm>
                <a:off x="8000003" y="1020219"/>
                <a:ext cx="77511" cy="87453"/>
              </a:xfrm>
              <a:custGeom>
                <a:rect b="b" l="l" r="r" t="t"/>
                <a:pathLst>
                  <a:path extrusionOk="0" fill="none" h="1469" w="1302">
                    <a:moveTo>
                      <a:pt x="1051" y="84"/>
                    </a:moveTo>
                    <a:lnTo>
                      <a:pt x="1051" y="84"/>
                    </a:lnTo>
                    <a:lnTo>
                      <a:pt x="968" y="48"/>
                    </a:lnTo>
                    <a:lnTo>
                      <a:pt x="872" y="24"/>
                    </a:lnTo>
                    <a:lnTo>
                      <a:pt x="765" y="12"/>
                    </a:lnTo>
                    <a:lnTo>
                      <a:pt x="669" y="0"/>
                    </a:lnTo>
                    <a:lnTo>
                      <a:pt x="574" y="12"/>
                    </a:lnTo>
                    <a:lnTo>
                      <a:pt x="478" y="24"/>
                    </a:lnTo>
                    <a:lnTo>
                      <a:pt x="383" y="60"/>
                    </a:lnTo>
                    <a:lnTo>
                      <a:pt x="299" y="96"/>
                    </a:lnTo>
                    <a:lnTo>
                      <a:pt x="299" y="96"/>
                    </a:lnTo>
                    <a:lnTo>
                      <a:pt x="215" y="156"/>
                    </a:lnTo>
                    <a:lnTo>
                      <a:pt x="156" y="239"/>
                    </a:lnTo>
                    <a:lnTo>
                      <a:pt x="96" y="323"/>
                    </a:lnTo>
                    <a:lnTo>
                      <a:pt x="48" y="418"/>
                    </a:lnTo>
                    <a:lnTo>
                      <a:pt x="24" y="514"/>
                    </a:lnTo>
                    <a:lnTo>
                      <a:pt x="1" y="621"/>
                    </a:lnTo>
                    <a:lnTo>
                      <a:pt x="1" y="729"/>
                    </a:lnTo>
                    <a:lnTo>
                      <a:pt x="12" y="824"/>
                    </a:lnTo>
                    <a:lnTo>
                      <a:pt x="12" y="824"/>
                    </a:lnTo>
                    <a:lnTo>
                      <a:pt x="36" y="932"/>
                    </a:lnTo>
                    <a:lnTo>
                      <a:pt x="84" y="1027"/>
                    </a:lnTo>
                    <a:lnTo>
                      <a:pt x="132" y="1111"/>
                    </a:lnTo>
                    <a:lnTo>
                      <a:pt x="192" y="1194"/>
                    </a:lnTo>
                    <a:lnTo>
                      <a:pt x="275" y="1266"/>
                    </a:lnTo>
                    <a:lnTo>
                      <a:pt x="347" y="1338"/>
                    </a:lnTo>
                    <a:lnTo>
                      <a:pt x="442" y="1385"/>
                    </a:lnTo>
                    <a:lnTo>
                      <a:pt x="538" y="1421"/>
                    </a:lnTo>
                    <a:lnTo>
                      <a:pt x="538" y="1421"/>
                    </a:lnTo>
                    <a:lnTo>
                      <a:pt x="633" y="1457"/>
                    </a:lnTo>
                    <a:lnTo>
                      <a:pt x="729" y="1469"/>
                    </a:lnTo>
                    <a:lnTo>
                      <a:pt x="824" y="1469"/>
                    </a:lnTo>
                    <a:lnTo>
                      <a:pt x="932" y="1457"/>
                    </a:lnTo>
                    <a:lnTo>
                      <a:pt x="1027" y="1433"/>
                    </a:lnTo>
                    <a:lnTo>
                      <a:pt x="1123" y="1397"/>
                    </a:lnTo>
                    <a:lnTo>
                      <a:pt x="1218" y="1361"/>
                    </a:lnTo>
                    <a:lnTo>
                      <a:pt x="1302" y="130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1"/>
              <p:cNvSpPr/>
              <p:nvPr/>
            </p:nvSpPr>
            <p:spPr>
              <a:xfrm>
                <a:off x="8018457" y="1048616"/>
                <a:ext cx="37744" cy="17145"/>
              </a:xfrm>
              <a:custGeom>
                <a:rect b="b" l="l" r="r" t="t"/>
                <a:pathLst>
                  <a:path extrusionOk="0" h="288" w="634">
                    <a:moveTo>
                      <a:pt x="192" y="1"/>
                    </a:moveTo>
                    <a:lnTo>
                      <a:pt x="96" y="25"/>
                    </a:lnTo>
                    <a:lnTo>
                      <a:pt x="13" y="61"/>
                    </a:lnTo>
                    <a:lnTo>
                      <a:pt x="1" y="84"/>
                    </a:lnTo>
                    <a:lnTo>
                      <a:pt x="1" y="96"/>
                    </a:lnTo>
                    <a:lnTo>
                      <a:pt x="25" y="96"/>
                    </a:lnTo>
                    <a:lnTo>
                      <a:pt x="108" y="61"/>
                    </a:lnTo>
                    <a:lnTo>
                      <a:pt x="204" y="37"/>
                    </a:lnTo>
                    <a:lnTo>
                      <a:pt x="288" y="37"/>
                    </a:lnTo>
                    <a:lnTo>
                      <a:pt x="383" y="61"/>
                    </a:lnTo>
                    <a:lnTo>
                      <a:pt x="455" y="96"/>
                    </a:lnTo>
                    <a:lnTo>
                      <a:pt x="514" y="144"/>
                    </a:lnTo>
                    <a:lnTo>
                      <a:pt x="562" y="204"/>
                    </a:lnTo>
                    <a:lnTo>
                      <a:pt x="610" y="276"/>
                    </a:lnTo>
                    <a:lnTo>
                      <a:pt x="610" y="287"/>
                    </a:lnTo>
                    <a:lnTo>
                      <a:pt x="634" y="287"/>
                    </a:lnTo>
                    <a:lnTo>
                      <a:pt x="634" y="264"/>
                    </a:lnTo>
                    <a:lnTo>
                      <a:pt x="598" y="192"/>
                    </a:lnTo>
                    <a:lnTo>
                      <a:pt x="538" y="120"/>
                    </a:lnTo>
                    <a:lnTo>
                      <a:pt x="467" y="73"/>
                    </a:lnTo>
                    <a:lnTo>
                      <a:pt x="395" y="37"/>
                    </a:lnTo>
                    <a:lnTo>
                      <a:pt x="29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1"/>
              <p:cNvSpPr/>
              <p:nvPr/>
            </p:nvSpPr>
            <p:spPr>
              <a:xfrm>
                <a:off x="8164191" y="1173037"/>
                <a:ext cx="92454" cy="22801"/>
              </a:xfrm>
              <a:custGeom>
                <a:rect b="b" l="l" r="r" t="t"/>
                <a:pathLst>
                  <a:path extrusionOk="0" h="383" w="1553">
                    <a:moveTo>
                      <a:pt x="13" y="0"/>
                    </a:moveTo>
                    <a:lnTo>
                      <a:pt x="1" y="12"/>
                    </a:lnTo>
                    <a:lnTo>
                      <a:pt x="1" y="24"/>
                    </a:lnTo>
                    <a:lnTo>
                      <a:pt x="13" y="36"/>
                    </a:lnTo>
                    <a:lnTo>
                      <a:pt x="180" y="144"/>
                    </a:lnTo>
                    <a:lnTo>
                      <a:pt x="359" y="239"/>
                    </a:lnTo>
                    <a:lnTo>
                      <a:pt x="550" y="299"/>
                    </a:lnTo>
                    <a:lnTo>
                      <a:pt x="741" y="347"/>
                    </a:lnTo>
                    <a:lnTo>
                      <a:pt x="944" y="382"/>
                    </a:lnTo>
                    <a:lnTo>
                      <a:pt x="1135" y="382"/>
                    </a:lnTo>
                    <a:lnTo>
                      <a:pt x="1338" y="370"/>
                    </a:lnTo>
                    <a:lnTo>
                      <a:pt x="1541" y="335"/>
                    </a:lnTo>
                    <a:lnTo>
                      <a:pt x="1553" y="335"/>
                    </a:lnTo>
                    <a:lnTo>
                      <a:pt x="1553" y="311"/>
                    </a:lnTo>
                    <a:lnTo>
                      <a:pt x="1541" y="311"/>
                    </a:lnTo>
                    <a:lnTo>
                      <a:pt x="1529" y="299"/>
                    </a:lnTo>
                    <a:lnTo>
                      <a:pt x="1338" y="335"/>
                    </a:lnTo>
                    <a:lnTo>
                      <a:pt x="1135" y="347"/>
                    </a:lnTo>
                    <a:lnTo>
                      <a:pt x="944" y="347"/>
                    </a:lnTo>
                    <a:lnTo>
                      <a:pt x="741" y="323"/>
                    </a:lnTo>
                    <a:lnTo>
                      <a:pt x="550" y="275"/>
                    </a:lnTo>
                    <a:lnTo>
                      <a:pt x="371" y="203"/>
                    </a:lnTo>
                    <a:lnTo>
                      <a:pt x="192" y="120"/>
                    </a:lnTo>
                    <a:lnTo>
                      <a:pt x="24" y="12"/>
                    </a:lnTo>
                    <a:lnTo>
                      <a:pt x="13"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1"/>
              <p:cNvSpPr/>
              <p:nvPr/>
            </p:nvSpPr>
            <p:spPr>
              <a:xfrm>
                <a:off x="8230986" y="983250"/>
                <a:ext cx="33517" cy="70427"/>
              </a:xfrm>
              <a:custGeom>
                <a:rect b="b" l="l" r="r" t="t"/>
                <a:pathLst>
                  <a:path extrusionOk="0" h="1183" w="563">
                    <a:moveTo>
                      <a:pt x="13" y="0"/>
                    </a:moveTo>
                    <a:lnTo>
                      <a:pt x="13" y="12"/>
                    </a:lnTo>
                    <a:lnTo>
                      <a:pt x="1" y="24"/>
                    </a:lnTo>
                    <a:lnTo>
                      <a:pt x="132" y="418"/>
                    </a:lnTo>
                    <a:lnTo>
                      <a:pt x="192" y="621"/>
                    </a:lnTo>
                    <a:lnTo>
                      <a:pt x="216" y="669"/>
                    </a:lnTo>
                    <a:lnTo>
                      <a:pt x="228" y="705"/>
                    </a:lnTo>
                    <a:lnTo>
                      <a:pt x="252" y="729"/>
                    </a:lnTo>
                    <a:lnTo>
                      <a:pt x="276" y="741"/>
                    </a:lnTo>
                    <a:lnTo>
                      <a:pt x="311" y="741"/>
                    </a:lnTo>
                    <a:lnTo>
                      <a:pt x="395" y="729"/>
                    </a:lnTo>
                    <a:lnTo>
                      <a:pt x="490" y="729"/>
                    </a:lnTo>
                    <a:lnTo>
                      <a:pt x="514" y="753"/>
                    </a:lnTo>
                    <a:lnTo>
                      <a:pt x="526" y="777"/>
                    </a:lnTo>
                    <a:lnTo>
                      <a:pt x="526" y="812"/>
                    </a:lnTo>
                    <a:lnTo>
                      <a:pt x="502" y="872"/>
                    </a:lnTo>
                    <a:lnTo>
                      <a:pt x="431" y="968"/>
                    </a:lnTo>
                    <a:lnTo>
                      <a:pt x="323" y="1159"/>
                    </a:lnTo>
                    <a:lnTo>
                      <a:pt x="323" y="1171"/>
                    </a:lnTo>
                    <a:lnTo>
                      <a:pt x="323" y="1182"/>
                    </a:lnTo>
                    <a:lnTo>
                      <a:pt x="347" y="1182"/>
                    </a:lnTo>
                    <a:lnTo>
                      <a:pt x="347" y="1171"/>
                    </a:lnTo>
                    <a:lnTo>
                      <a:pt x="467" y="980"/>
                    </a:lnTo>
                    <a:lnTo>
                      <a:pt x="514" y="896"/>
                    </a:lnTo>
                    <a:lnTo>
                      <a:pt x="538" y="860"/>
                    </a:lnTo>
                    <a:lnTo>
                      <a:pt x="550" y="812"/>
                    </a:lnTo>
                    <a:lnTo>
                      <a:pt x="562" y="788"/>
                    </a:lnTo>
                    <a:lnTo>
                      <a:pt x="550" y="753"/>
                    </a:lnTo>
                    <a:lnTo>
                      <a:pt x="550" y="741"/>
                    </a:lnTo>
                    <a:lnTo>
                      <a:pt x="526" y="717"/>
                    </a:lnTo>
                    <a:lnTo>
                      <a:pt x="478" y="693"/>
                    </a:lnTo>
                    <a:lnTo>
                      <a:pt x="419" y="693"/>
                    </a:lnTo>
                    <a:lnTo>
                      <a:pt x="371" y="705"/>
                    </a:lnTo>
                    <a:lnTo>
                      <a:pt x="323" y="705"/>
                    </a:lnTo>
                    <a:lnTo>
                      <a:pt x="276" y="693"/>
                    </a:lnTo>
                    <a:lnTo>
                      <a:pt x="252" y="681"/>
                    </a:lnTo>
                    <a:lnTo>
                      <a:pt x="240" y="657"/>
                    </a:lnTo>
                    <a:lnTo>
                      <a:pt x="180" y="454"/>
                    </a:lnTo>
                    <a:lnTo>
                      <a:pt x="37" y="12"/>
                    </a:lnTo>
                    <a:lnTo>
                      <a:pt x="37"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1"/>
              <p:cNvSpPr/>
              <p:nvPr/>
            </p:nvSpPr>
            <p:spPr>
              <a:xfrm>
                <a:off x="8191219" y="1065702"/>
                <a:ext cx="54056" cy="41256"/>
              </a:xfrm>
              <a:custGeom>
                <a:rect b="b" l="l" r="r" t="t"/>
                <a:pathLst>
                  <a:path extrusionOk="0" h="693" w="908">
                    <a:moveTo>
                      <a:pt x="167" y="0"/>
                    </a:moveTo>
                    <a:lnTo>
                      <a:pt x="120" y="12"/>
                    </a:lnTo>
                    <a:lnTo>
                      <a:pt x="96" y="24"/>
                    </a:lnTo>
                    <a:lnTo>
                      <a:pt x="60" y="60"/>
                    </a:lnTo>
                    <a:lnTo>
                      <a:pt x="24" y="120"/>
                    </a:lnTo>
                    <a:lnTo>
                      <a:pt x="12" y="168"/>
                    </a:lnTo>
                    <a:lnTo>
                      <a:pt x="0" y="227"/>
                    </a:lnTo>
                    <a:lnTo>
                      <a:pt x="0" y="287"/>
                    </a:lnTo>
                    <a:lnTo>
                      <a:pt x="0" y="347"/>
                    </a:lnTo>
                    <a:lnTo>
                      <a:pt x="24" y="406"/>
                    </a:lnTo>
                    <a:lnTo>
                      <a:pt x="48" y="466"/>
                    </a:lnTo>
                    <a:lnTo>
                      <a:pt x="84" y="514"/>
                    </a:lnTo>
                    <a:lnTo>
                      <a:pt x="120" y="562"/>
                    </a:lnTo>
                    <a:lnTo>
                      <a:pt x="167" y="597"/>
                    </a:lnTo>
                    <a:lnTo>
                      <a:pt x="215" y="633"/>
                    </a:lnTo>
                    <a:lnTo>
                      <a:pt x="275" y="657"/>
                    </a:lnTo>
                    <a:lnTo>
                      <a:pt x="335" y="681"/>
                    </a:lnTo>
                    <a:lnTo>
                      <a:pt x="394" y="693"/>
                    </a:lnTo>
                    <a:lnTo>
                      <a:pt x="514" y="693"/>
                    </a:lnTo>
                    <a:lnTo>
                      <a:pt x="573" y="681"/>
                    </a:lnTo>
                    <a:lnTo>
                      <a:pt x="657" y="645"/>
                    </a:lnTo>
                    <a:lnTo>
                      <a:pt x="752" y="597"/>
                    </a:lnTo>
                    <a:lnTo>
                      <a:pt x="824" y="538"/>
                    </a:lnTo>
                    <a:lnTo>
                      <a:pt x="884" y="454"/>
                    </a:lnTo>
                    <a:lnTo>
                      <a:pt x="908" y="418"/>
                    </a:lnTo>
                    <a:lnTo>
                      <a:pt x="908" y="383"/>
                    </a:lnTo>
                    <a:lnTo>
                      <a:pt x="908" y="347"/>
                    </a:lnTo>
                    <a:lnTo>
                      <a:pt x="896" y="311"/>
                    </a:lnTo>
                    <a:lnTo>
                      <a:pt x="860" y="275"/>
                    </a:lnTo>
                    <a:lnTo>
                      <a:pt x="824" y="251"/>
                    </a:lnTo>
                    <a:lnTo>
                      <a:pt x="287" y="36"/>
                    </a:lnTo>
                    <a:lnTo>
                      <a:pt x="203" y="12"/>
                    </a:lnTo>
                    <a:lnTo>
                      <a:pt x="167" y="0"/>
                    </a:lnTo>
                    <a:close/>
                  </a:path>
                </a:pathLst>
              </a:custGeom>
              <a:solidFill>
                <a:srgbClr val="EC79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1"/>
              <p:cNvSpPr/>
              <p:nvPr/>
            </p:nvSpPr>
            <p:spPr>
              <a:xfrm>
                <a:off x="8002860" y="769293"/>
                <a:ext cx="333382" cy="270158"/>
              </a:xfrm>
              <a:custGeom>
                <a:rect b="b" l="l" r="r" t="t"/>
                <a:pathLst>
                  <a:path extrusionOk="0" h="4538" w="5600">
                    <a:moveTo>
                      <a:pt x="3164" y="1"/>
                    </a:moveTo>
                    <a:lnTo>
                      <a:pt x="2925" y="13"/>
                    </a:lnTo>
                    <a:lnTo>
                      <a:pt x="2687" y="25"/>
                    </a:lnTo>
                    <a:lnTo>
                      <a:pt x="2448" y="48"/>
                    </a:lnTo>
                    <a:lnTo>
                      <a:pt x="2221" y="96"/>
                    </a:lnTo>
                    <a:lnTo>
                      <a:pt x="1982" y="144"/>
                    </a:lnTo>
                    <a:lnTo>
                      <a:pt x="1755" y="228"/>
                    </a:lnTo>
                    <a:lnTo>
                      <a:pt x="1529" y="311"/>
                    </a:lnTo>
                    <a:lnTo>
                      <a:pt x="1314" y="419"/>
                    </a:lnTo>
                    <a:lnTo>
                      <a:pt x="1111" y="550"/>
                    </a:lnTo>
                    <a:lnTo>
                      <a:pt x="920" y="681"/>
                    </a:lnTo>
                    <a:lnTo>
                      <a:pt x="729" y="836"/>
                    </a:lnTo>
                    <a:lnTo>
                      <a:pt x="561" y="1016"/>
                    </a:lnTo>
                    <a:lnTo>
                      <a:pt x="418" y="1207"/>
                    </a:lnTo>
                    <a:lnTo>
                      <a:pt x="287" y="1410"/>
                    </a:lnTo>
                    <a:lnTo>
                      <a:pt x="179" y="1624"/>
                    </a:lnTo>
                    <a:lnTo>
                      <a:pt x="96" y="1851"/>
                    </a:lnTo>
                    <a:lnTo>
                      <a:pt x="36" y="2078"/>
                    </a:lnTo>
                    <a:lnTo>
                      <a:pt x="12" y="2317"/>
                    </a:lnTo>
                    <a:lnTo>
                      <a:pt x="0" y="2436"/>
                    </a:lnTo>
                    <a:lnTo>
                      <a:pt x="0" y="2556"/>
                    </a:lnTo>
                    <a:lnTo>
                      <a:pt x="12" y="2675"/>
                    </a:lnTo>
                    <a:lnTo>
                      <a:pt x="36" y="2795"/>
                    </a:lnTo>
                    <a:lnTo>
                      <a:pt x="311" y="4036"/>
                    </a:lnTo>
                    <a:lnTo>
                      <a:pt x="347" y="4108"/>
                    </a:lnTo>
                    <a:lnTo>
                      <a:pt x="394" y="4191"/>
                    </a:lnTo>
                    <a:lnTo>
                      <a:pt x="442" y="4263"/>
                    </a:lnTo>
                    <a:lnTo>
                      <a:pt x="514" y="4323"/>
                    </a:lnTo>
                    <a:lnTo>
                      <a:pt x="573" y="4394"/>
                    </a:lnTo>
                    <a:lnTo>
                      <a:pt x="645" y="4442"/>
                    </a:lnTo>
                    <a:lnTo>
                      <a:pt x="717" y="4490"/>
                    </a:lnTo>
                    <a:lnTo>
                      <a:pt x="776" y="4514"/>
                    </a:lnTo>
                    <a:lnTo>
                      <a:pt x="824" y="4526"/>
                    </a:lnTo>
                    <a:lnTo>
                      <a:pt x="884" y="4538"/>
                    </a:lnTo>
                    <a:lnTo>
                      <a:pt x="1015" y="4538"/>
                    </a:lnTo>
                    <a:lnTo>
                      <a:pt x="1063" y="4526"/>
                    </a:lnTo>
                    <a:lnTo>
                      <a:pt x="1123" y="4502"/>
                    </a:lnTo>
                    <a:lnTo>
                      <a:pt x="1182" y="4478"/>
                    </a:lnTo>
                    <a:lnTo>
                      <a:pt x="1230" y="4442"/>
                    </a:lnTo>
                    <a:lnTo>
                      <a:pt x="1290" y="4382"/>
                    </a:lnTo>
                    <a:lnTo>
                      <a:pt x="1338" y="4323"/>
                    </a:lnTo>
                    <a:lnTo>
                      <a:pt x="1373" y="4239"/>
                    </a:lnTo>
                    <a:lnTo>
                      <a:pt x="1409" y="4168"/>
                    </a:lnTo>
                    <a:lnTo>
                      <a:pt x="1421" y="4084"/>
                    </a:lnTo>
                    <a:lnTo>
                      <a:pt x="1433" y="3988"/>
                    </a:lnTo>
                    <a:lnTo>
                      <a:pt x="1433" y="3905"/>
                    </a:lnTo>
                    <a:lnTo>
                      <a:pt x="1421" y="3821"/>
                    </a:lnTo>
                    <a:lnTo>
                      <a:pt x="1385" y="3654"/>
                    </a:lnTo>
                    <a:lnTo>
                      <a:pt x="1338" y="3487"/>
                    </a:lnTo>
                    <a:lnTo>
                      <a:pt x="1230" y="3165"/>
                    </a:lnTo>
                    <a:lnTo>
                      <a:pt x="1194" y="3045"/>
                    </a:lnTo>
                    <a:lnTo>
                      <a:pt x="1170" y="2926"/>
                    </a:lnTo>
                    <a:lnTo>
                      <a:pt x="1158" y="2806"/>
                    </a:lnTo>
                    <a:lnTo>
                      <a:pt x="1146" y="2675"/>
                    </a:lnTo>
                    <a:lnTo>
                      <a:pt x="1146" y="2556"/>
                    </a:lnTo>
                    <a:lnTo>
                      <a:pt x="1158" y="2436"/>
                    </a:lnTo>
                    <a:lnTo>
                      <a:pt x="1182" y="2317"/>
                    </a:lnTo>
                    <a:lnTo>
                      <a:pt x="1218" y="2198"/>
                    </a:lnTo>
                    <a:lnTo>
                      <a:pt x="1254" y="2078"/>
                    </a:lnTo>
                    <a:lnTo>
                      <a:pt x="1314" y="1971"/>
                    </a:lnTo>
                    <a:lnTo>
                      <a:pt x="1385" y="1863"/>
                    </a:lnTo>
                    <a:lnTo>
                      <a:pt x="1469" y="1768"/>
                    </a:lnTo>
                    <a:lnTo>
                      <a:pt x="1552" y="1684"/>
                    </a:lnTo>
                    <a:lnTo>
                      <a:pt x="1648" y="1613"/>
                    </a:lnTo>
                    <a:lnTo>
                      <a:pt x="1755" y="1553"/>
                    </a:lnTo>
                    <a:lnTo>
                      <a:pt x="1875" y="1517"/>
                    </a:lnTo>
                    <a:lnTo>
                      <a:pt x="1970" y="1493"/>
                    </a:lnTo>
                    <a:lnTo>
                      <a:pt x="2066" y="1481"/>
                    </a:lnTo>
                    <a:lnTo>
                      <a:pt x="2257" y="1469"/>
                    </a:lnTo>
                    <a:lnTo>
                      <a:pt x="2448" y="1469"/>
                    </a:lnTo>
                    <a:lnTo>
                      <a:pt x="2639" y="1457"/>
                    </a:lnTo>
                    <a:lnTo>
                      <a:pt x="2734" y="1445"/>
                    </a:lnTo>
                    <a:lnTo>
                      <a:pt x="2830" y="1410"/>
                    </a:lnTo>
                    <a:lnTo>
                      <a:pt x="2925" y="1374"/>
                    </a:lnTo>
                    <a:lnTo>
                      <a:pt x="3009" y="1326"/>
                    </a:lnTo>
                    <a:lnTo>
                      <a:pt x="3081" y="1266"/>
                    </a:lnTo>
                    <a:lnTo>
                      <a:pt x="3140" y="1207"/>
                    </a:lnTo>
                    <a:lnTo>
                      <a:pt x="3188" y="1123"/>
                    </a:lnTo>
                    <a:lnTo>
                      <a:pt x="3212" y="1039"/>
                    </a:lnTo>
                    <a:lnTo>
                      <a:pt x="3284" y="1099"/>
                    </a:lnTo>
                    <a:lnTo>
                      <a:pt x="3343" y="1159"/>
                    </a:lnTo>
                    <a:lnTo>
                      <a:pt x="3415" y="1207"/>
                    </a:lnTo>
                    <a:lnTo>
                      <a:pt x="3499" y="1254"/>
                    </a:lnTo>
                    <a:lnTo>
                      <a:pt x="3582" y="1290"/>
                    </a:lnTo>
                    <a:lnTo>
                      <a:pt x="3666" y="1314"/>
                    </a:lnTo>
                    <a:lnTo>
                      <a:pt x="3761" y="1326"/>
                    </a:lnTo>
                    <a:lnTo>
                      <a:pt x="3845" y="1338"/>
                    </a:lnTo>
                    <a:lnTo>
                      <a:pt x="3940" y="1338"/>
                    </a:lnTo>
                    <a:lnTo>
                      <a:pt x="4024" y="1314"/>
                    </a:lnTo>
                    <a:lnTo>
                      <a:pt x="4108" y="1290"/>
                    </a:lnTo>
                    <a:lnTo>
                      <a:pt x="4191" y="1266"/>
                    </a:lnTo>
                    <a:lnTo>
                      <a:pt x="4275" y="1219"/>
                    </a:lnTo>
                    <a:lnTo>
                      <a:pt x="4346" y="1171"/>
                    </a:lnTo>
                    <a:lnTo>
                      <a:pt x="4418" y="1111"/>
                    </a:lnTo>
                    <a:lnTo>
                      <a:pt x="4490" y="1051"/>
                    </a:lnTo>
                    <a:lnTo>
                      <a:pt x="4537" y="1207"/>
                    </a:lnTo>
                    <a:lnTo>
                      <a:pt x="4585" y="1362"/>
                    </a:lnTo>
                    <a:lnTo>
                      <a:pt x="4657" y="1505"/>
                    </a:lnTo>
                    <a:lnTo>
                      <a:pt x="4704" y="1577"/>
                    </a:lnTo>
                    <a:lnTo>
                      <a:pt x="4752" y="1636"/>
                    </a:lnTo>
                    <a:lnTo>
                      <a:pt x="4812" y="1696"/>
                    </a:lnTo>
                    <a:lnTo>
                      <a:pt x="4872" y="1744"/>
                    </a:lnTo>
                    <a:lnTo>
                      <a:pt x="4943" y="1792"/>
                    </a:lnTo>
                    <a:lnTo>
                      <a:pt x="5027" y="1815"/>
                    </a:lnTo>
                    <a:lnTo>
                      <a:pt x="5098" y="1839"/>
                    </a:lnTo>
                    <a:lnTo>
                      <a:pt x="5266" y="1839"/>
                    </a:lnTo>
                    <a:lnTo>
                      <a:pt x="5337" y="1815"/>
                    </a:lnTo>
                    <a:lnTo>
                      <a:pt x="5397" y="1780"/>
                    </a:lnTo>
                    <a:lnTo>
                      <a:pt x="5457" y="1732"/>
                    </a:lnTo>
                    <a:lnTo>
                      <a:pt x="5504" y="1672"/>
                    </a:lnTo>
                    <a:lnTo>
                      <a:pt x="5540" y="1601"/>
                    </a:lnTo>
                    <a:lnTo>
                      <a:pt x="5564" y="1541"/>
                    </a:lnTo>
                    <a:lnTo>
                      <a:pt x="5588" y="1469"/>
                    </a:lnTo>
                    <a:lnTo>
                      <a:pt x="5600" y="1386"/>
                    </a:lnTo>
                    <a:lnTo>
                      <a:pt x="5600" y="1314"/>
                    </a:lnTo>
                    <a:lnTo>
                      <a:pt x="5600" y="1183"/>
                    </a:lnTo>
                    <a:lnTo>
                      <a:pt x="5564" y="1063"/>
                    </a:lnTo>
                    <a:lnTo>
                      <a:pt x="5516" y="944"/>
                    </a:lnTo>
                    <a:lnTo>
                      <a:pt x="5457" y="824"/>
                    </a:lnTo>
                    <a:lnTo>
                      <a:pt x="5385" y="717"/>
                    </a:lnTo>
                    <a:lnTo>
                      <a:pt x="5301" y="622"/>
                    </a:lnTo>
                    <a:lnTo>
                      <a:pt x="5206" y="538"/>
                    </a:lnTo>
                    <a:lnTo>
                      <a:pt x="5098" y="454"/>
                    </a:lnTo>
                    <a:lnTo>
                      <a:pt x="4991" y="383"/>
                    </a:lnTo>
                    <a:lnTo>
                      <a:pt x="4872" y="323"/>
                    </a:lnTo>
                    <a:lnTo>
                      <a:pt x="4752" y="275"/>
                    </a:lnTo>
                    <a:lnTo>
                      <a:pt x="4633" y="228"/>
                    </a:lnTo>
                    <a:lnTo>
                      <a:pt x="4382" y="156"/>
                    </a:lnTo>
                    <a:lnTo>
                      <a:pt x="4119" y="108"/>
                    </a:lnTo>
                    <a:lnTo>
                      <a:pt x="3893" y="60"/>
                    </a:lnTo>
                    <a:lnTo>
                      <a:pt x="3654" y="36"/>
                    </a:lnTo>
                    <a:lnTo>
                      <a:pt x="3415" y="13"/>
                    </a:lnTo>
                    <a:lnTo>
                      <a:pt x="3164"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1"/>
              <p:cNvSpPr/>
              <p:nvPr/>
            </p:nvSpPr>
            <p:spPr>
              <a:xfrm>
                <a:off x="7825158" y="1254774"/>
                <a:ext cx="636224" cy="822441"/>
              </a:xfrm>
              <a:custGeom>
                <a:rect b="b" l="l" r="r" t="t"/>
                <a:pathLst>
                  <a:path extrusionOk="0" h="13815" w="10687">
                    <a:moveTo>
                      <a:pt x="4323" y="0"/>
                    </a:moveTo>
                    <a:lnTo>
                      <a:pt x="1529" y="812"/>
                    </a:lnTo>
                    <a:lnTo>
                      <a:pt x="1827" y="3976"/>
                    </a:lnTo>
                    <a:lnTo>
                      <a:pt x="0" y="13647"/>
                    </a:lnTo>
                    <a:lnTo>
                      <a:pt x="10686" y="13814"/>
                    </a:lnTo>
                    <a:lnTo>
                      <a:pt x="10101" y="5564"/>
                    </a:lnTo>
                    <a:lnTo>
                      <a:pt x="10495" y="1170"/>
                    </a:lnTo>
                    <a:lnTo>
                      <a:pt x="7212" y="156"/>
                    </a:lnTo>
                    <a:lnTo>
                      <a:pt x="7152" y="203"/>
                    </a:lnTo>
                    <a:lnTo>
                      <a:pt x="7081" y="263"/>
                    </a:lnTo>
                    <a:lnTo>
                      <a:pt x="6973" y="323"/>
                    </a:lnTo>
                    <a:lnTo>
                      <a:pt x="6830" y="371"/>
                    </a:lnTo>
                    <a:lnTo>
                      <a:pt x="6651" y="430"/>
                    </a:lnTo>
                    <a:lnTo>
                      <a:pt x="6424" y="466"/>
                    </a:lnTo>
                    <a:lnTo>
                      <a:pt x="6305" y="466"/>
                    </a:lnTo>
                    <a:lnTo>
                      <a:pt x="6161" y="478"/>
                    </a:lnTo>
                    <a:lnTo>
                      <a:pt x="6018" y="466"/>
                    </a:lnTo>
                    <a:lnTo>
                      <a:pt x="5863" y="454"/>
                    </a:lnTo>
                    <a:lnTo>
                      <a:pt x="5552" y="406"/>
                    </a:lnTo>
                    <a:lnTo>
                      <a:pt x="5254" y="323"/>
                    </a:lnTo>
                    <a:lnTo>
                      <a:pt x="4955" y="239"/>
                    </a:lnTo>
                    <a:lnTo>
                      <a:pt x="4705" y="144"/>
                    </a:lnTo>
                    <a:lnTo>
                      <a:pt x="4502" y="72"/>
                    </a:lnTo>
                    <a:lnTo>
                      <a:pt x="4323"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1"/>
              <p:cNvSpPr/>
              <p:nvPr/>
            </p:nvSpPr>
            <p:spPr>
              <a:xfrm>
                <a:off x="7671625" y="1299542"/>
                <a:ext cx="376781" cy="651166"/>
              </a:xfrm>
              <a:custGeom>
                <a:rect b="b" l="l" r="r" t="t"/>
                <a:pathLst>
                  <a:path extrusionOk="0" h="10938" w="6329">
                    <a:moveTo>
                      <a:pt x="4394" y="1"/>
                    </a:moveTo>
                    <a:lnTo>
                      <a:pt x="4311" y="13"/>
                    </a:lnTo>
                    <a:lnTo>
                      <a:pt x="4120" y="48"/>
                    </a:lnTo>
                    <a:lnTo>
                      <a:pt x="3833" y="120"/>
                    </a:lnTo>
                    <a:lnTo>
                      <a:pt x="3666" y="180"/>
                    </a:lnTo>
                    <a:lnTo>
                      <a:pt x="3487" y="251"/>
                    </a:lnTo>
                    <a:lnTo>
                      <a:pt x="3308" y="335"/>
                    </a:lnTo>
                    <a:lnTo>
                      <a:pt x="3129" y="430"/>
                    </a:lnTo>
                    <a:lnTo>
                      <a:pt x="2950" y="550"/>
                    </a:lnTo>
                    <a:lnTo>
                      <a:pt x="2770" y="681"/>
                    </a:lnTo>
                    <a:lnTo>
                      <a:pt x="2603" y="836"/>
                    </a:lnTo>
                    <a:lnTo>
                      <a:pt x="2460" y="1015"/>
                    </a:lnTo>
                    <a:lnTo>
                      <a:pt x="2388" y="1111"/>
                    </a:lnTo>
                    <a:lnTo>
                      <a:pt x="2329" y="1206"/>
                    </a:lnTo>
                    <a:lnTo>
                      <a:pt x="2269" y="1314"/>
                    </a:lnTo>
                    <a:lnTo>
                      <a:pt x="2221" y="1421"/>
                    </a:lnTo>
                    <a:lnTo>
                      <a:pt x="1672" y="2771"/>
                    </a:lnTo>
                    <a:lnTo>
                      <a:pt x="1314" y="3702"/>
                    </a:lnTo>
                    <a:lnTo>
                      <a:pt x="932" y="4717"/>
                    </a:lnTo>
                    <a:lnTo>
                      <a:pt x="753" y="5242"/>
                    </a:lnTo>
                    <a:lnTo>
                      <a:pt x="585" y="5755"/>
                    </a:lnTo>
                    <a:lnTo>
                      <a:pt x="430" y="6257"/>
                    </a:lnTo>
                    <a:lnTo>
                      <a:pt x="287" y="6746"/>
                    </a:lnTo>
                    <a:lnTo>
                      <a:pt x="168" y="7212"/>
                    </a:lnTo>
                    <a:lnTo>
                      <a:pt x="84" y="7642"/>
                    </a:lnTo>
                    <a:lnTo>
                      <a:pt x="24" y="8024"/>
                    </a:lnTo>
                    <a:lnTo>
                      <a:pt x="12" y="8203"/>
                    </a:lnTo>
                    <a:lnTo>
                      <a:pt x="0" y="8358"/>
                    </a:lnTo>
                    <a:lnTo>
                      <a:pt x="12" y="8657"/>
                    </a:lnTo>
                    <a:lnTo>
                      <a:pt x="48" y="8931"/>
                    </a:lnTo>
                    <a:lnTo>
                      <a:pt x="96" y="9194"/>
                    </a:lnTo>
                    <a:lnTo>
                      <a:pt x="168" y="9433"/>
                    </a:lnTo>
                    <a:lnTo>
                      <a:pt x="239" y="9660"/>
                    </a:lnTo>
                    <a:lnTo>
                      <a:pt x="335" y="9863"/>
                    </a:lnTo>
                    <a:lnTo>
                      <a:pt x="442" y="10042"/>
                    </a:lnTo>
                    <a:lnTo>
                      <a:pt x="550" y="10209"/>
                    </a:lnTo>
                    <a:lnTo>
                      <a:pt x="669" y="10364"/>
                    </a:lnTo>
                    <a:lnTo>
                      <a:pt x="800" y="10495"/>
                    </a:lnTo>
                    <a:lnTo>
                      <a:pt x="932" y="10603"/>
                    </a:lnTo>
                    <a:lnTo>
                      <a:pt x="1063" y="10710"/>
                    </a:lnTo>
                    <a:lnTo>
                      <a:pt x="1206" y="10794"/>
                    </a:lnTo>
                    <a:lnTo>
                      <a:pt x="1338" y="10854"/>
                    </a:lnTo>
                    <a:lnTo>
                      <a:pt x="1469" y="10901"/>
                    </a:lnTo>
                    <a:lnTo>
                      <a:pt x="1588" y="10937"/>
                    </a:lnTo>
                    <a:lnTo>
                      <a:pt x="1756" y="10937"/>
                    </a:lnTo>
                    <a:lnTo>
                      <a:pt x="1982" y="10913"/>
                    </a:lnTo>
                    <a:lnTo>
                      <a:pt x="2269" y="10842"/>
                    </a:lnTo>
                    <a:lnTo>
                      <a:pt x="2603" y="10758"/>
                    </a:lnTo>
                    <a:lnTo>
                      <a:pt x="2985" y="10651"/>
                    </a:lnTo>
                    <a:lnTo>
                      <a:pt x="3379" y="10531"/>
                    </a:lnTo>
                    <a:lnTo>
                      <a:pt x="4203" y="10245"/>
                    </a:lnTo>
                    <a:lnTo>
                      <a:pt x="5003" y="9970"/>
                    </a:lnTo>
                    <a:lnTo>
                      <a:pt x="5684" y="9719"/>
                    </a:lnTo>
                    <a:lnTo>
                      <a:pt x="6328" y="9469"/>
                    </a:lnTo>
                    <a:lnTo>
                      <a:pt x="5493" y="5946"/>
                    </a:lnTo>
                    <a:lnTo>
                      <a:pt x="4299" y="6460"/>
                    </a:lnTo>
                    <a:lnTo>
                      <a:pt x="4860" y="3523"/>
                    </a:lnTo>
                    <a:lnTo>
                      <a:pt x="4394"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1"/>
              <p:cNvSpPr/>
              <p:nvPr/>
            </p:nvSpPr>
            <p:spPr>
              <a:xfrm>
                <a:off x="8407974" y="1324426"/>
                <a:ext cx="454293" cy="594968"/>
              </a:xfrm>
              <a:custGeom>
                <a:rect b="b" l="l" r="r" t="t"/>
                <a:pathLst>
                  <a:path extrusionOk="0" h="9994" w="7631">
                    <a:moveTo>
                      <a:pt x="705" y="0"/>
                    </a:moveTo>
                    <a:lnTo>
                      <a:pt x="1" y="371"/>
                    </a:lnTo>
                    <a:lnTo>
                      <a:pt x="598" y="9051"/>
                    </a:lnTo>
                    <a:lnTo>
                      <a:pt x="669" y="9122"/>
                    </a:lnTo>
                    <a:lnTo>
                      <a:pt x="861" y="9301"/>
                    </a:lnTo>
                    <a:lnTo>
                      <a:pt x="1004" y="9409"/>
                    </a:lnTo>
                    <a:lnTo>
                      <a:pt x="1171" y="9528"/>
                    </a:lnTo>
                    <a:lnTo>
                      <a:pt x="1362" y="9648"/>
                    </a:lnTo>
                    <a:lnTo>
                      <a:pt x="1565" y="9755"/>
                    </a:lnTo>
                    <a:lnTo>
                      <a:pt x="1804" y="9851"/>
                    </a:lnTo>
                    <a:lnTo>
                      <a:pt x="1935" y="9898"/>
                    </a:lnTo>
                    <a:lnTo>
                      <a:pt x="2066" y="9934"/>
                    </a:lnTo>
                    <a:lnTo>
                      <a:pt x="2198" y="9958"/>
                    </a:lnTo>
                    <a:lnTo>
                      <a:pt x="2329" y="9982"/>
                    </a:lnTo>
                    <a:lnTo>
                      <a:pt x="2472" y="9982"/>
                    </a:lnTo>
                    <a:lnTo>
                      <a:pt x="2628" y="9994"/>
                    </a:lnTo>
                    <a:lnTo>
                      <a:pt x="2771" y="9982"/>
                    </a:lnTo>
                    <a:lnTo>
                      <a:pt x="2926" y="9958"/>
                    </a:lnTo>
                    <a:lnTo>
                      <a:pt x="3081" y="9922"/>
                    </a:lnTo>
                    <a:lnTo>
                      <a:pt x="3248" y="9886"/>
                    </a:lnTo>
                    <a:lnTo>
                      <a:pt x="3404" y="9827"/>
                    </a:lnTo>
                    <a:lnTo>
                      <a:pt x="3571" y="9755"/>
                    </a:lnTo>
                    <a:lnTo>
                      <a:pt x="3738" y="9660"/>
                    </a:lnTo>
                    <a:lnTo>
                      <a:pt x="3917" y="9552"/>
                    </a:lnTo>
                    <a:lnTo>
                      <a:pt x="4132" y="9409"/>
                    </a:lnTo>
                    <a:lnTo>
                      <a:pt x="4371" y="9230"/>
                    </a:lnTo>
                    <a:lnTo>
                      <a:pt x="4932" y="8788"/>
                    </a:lnTo>
                    <a:lnTo>
                      <a:pt x="5553" y="8298"/>
                    </a:lnTo>
                    <a:lnTo>
                      <a:pt x="6162" y="7785"/>
                    </a:lnTo>
                    <a:lnTo>
                      <a:pt x="7188" y="6913"/>
                    </a:lnTo>
                    <a:lnTo>
                      <a:pt x="7630" y="6531"/>
                    </a:lnTo>
                    <a:lnTo>
                      <a:pt x="5350" y="3929"/>
                    </a:lnTo>
                    <a:lnTo>
                      <a:pt x="2950" y="5875"/>
                    </a:lnTo>
                    <a:lnTo>
                      <a:pt x="2114" y="2006"/>
                    </a:lnTo>
                    <a:lnTo>
                      <a:pt x="2054" y="1744"/>
                    </a:lnTo>
                    <a:lnTo>
                      <a:pt x="1971" y="1505"/>
                    </a:lnTo>
                    <a:lnTo>
                      <a:pt x="1875" y="1290"/>
                    </a:lnTo>
                    <a:lnTo>
                      <a:pt x="1768" y="1087"/>
                    </a:lnTo>
                    <a:lnTo>
                      <a:pt x="1660" y="908"/>
                    </a:lnTo>
                    <a:lnTo>
                      <a:pt x="1541" y="741"/>
                    </a:lnTo>
                    <a:lnTo>
                      <a:pt x="1422" y="597"/>
                    </a:lnTo>
                    <a:lnTo>
                      <a:pt x="1302" y="466"/>
                    </a:lnTo>
                    <a:lnTo>
                      <a:pt x="1183" y="359"/>
                    </a:lnTo>
                    <a:lnTo>
                      <a:pt x="1075" y="263"/>
                    </a:lnTo>
                    <a:lnTo>
                      <a:pt x="884" y="120"/>
                    </a:lnTo>
                    <a:lnTo>
                      <a:pt x="753" y="36"/>
                    </a:lnTo>
                    <a:lnTo>
                      <a:pt x="705"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1"/>
              <p:cNvSpPr/>
              <p:nvPr/>
            </p:nvSpPr>
            <p:spPr>
              <a:xfrm>
                <a:off x="8181277" y="2011719"/>
                <a:ext cx="255930" cy="2203"/>
              </a:xfrm>
              <a:custGeom>
                <a:rect b="b" l="l" r="r" t="t"/>
                <a:pathLst>
                  <a:path extrusionOk="0" h="37" w="4299">
                    <a:moveTo>
                      <a:pt x="24" y="1"/>
                    </a:moveTo>
                    <a:lnTo>
                      <a:pt x="12" y="13"/>
                    </a:lnTo>
                    <a:lnTo>
                      <a:pt x="0" y="25"/>
                    </a:lnTo>
                    <a:lnTo>
                      <a:pt x="12" y="37"/>
                    </a:lnTo>
                    <a:lnTo>
                      <a:pt x="4286" y="37"/>
                    </a:lnTo>
                    <a:lnTo>
                      <a:pt x="4298" y="25"/>
                    </a:lnTo>
                    <a:lnTo>
                      <a:pt x="4286" y="13"/>
                    </a:lnTo>
                    <a:lnTo>
                      <a:pt x="427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1"/>
              <p:cNvSpPr/>
              <p:nvPr/>
            </p:nvSpPr>
            <p:spPr>
              <a:xfrm>
                <a:off x="8545195" y="1671972"/>
                <a:ext cx="39827" cy="115969"/>
              </a:xfrm>
              <a:custGeom>
                <a:rect b="b" l="l" r="r" t="t"/>
                <a:pathLst>
                  <a:path extrusionOk="0" h="1948" w="669">
                    <a:moveTo>
                      <a:pt x="645" y="1"/>
                    </a:moveTo>
                    <a:lnTo>
                      <a:pt x="633" y="13"/>
                    </a:lnTo>
                    <a:lnTo>
                      <a:pt x="478" y="216"/>
                    </a:lnTo>
                    <a:lnTo>
                      <a:pt x="335" y="431"/>
                    </a:lnTo>
                    <a:lnTo>
                      <a:pt x="215" y="658"/>
                    </a:lnTo>
                    <a:lnTo>
                      <a:pt x="132" y="908"/>
                    </a:lnTo>
                    <a:lnTo>
                      <a:pt x="60" y="1147"/>
                    </a:lnTo>
                    <a:lnTo>
                      <a:pt x="12" y="1410"/>
                    </a:lnTo>
                    <a:lnTo>
                      <a:pt x="0" y="1660"/>
                    </a:lnTo>
                    <a:lnTo>
                      <a:pt x="0" y="1923"/>
                    </a:lnTo>
                    <a:lnTo>
                      <a:pt x="12" y="1935"/>
                    </a:lnTo>
                    <a:lnTo>
                      <a:pt x="24" y="1947"/>
                    </a:lnTo>
                    <a:lnTo>
                      <a:pt x="36" y="1935"/>
                    </a:lnTo>
                    <a:lnTo>
                      <a:pt x="36" y="1923"/>
                    </a:lnTo>
                    <a:lnTo>
                      <a:pt x="36" y="1672"/>
                    </a:lnTo>
                    <a:lnTo>
                      <a:pt x="48" y="1410"/>
                    </a:lnTo>
                    <a:lnTo>
                      <a:pt x="96" y="1159"/>
                    </a:lnTo>
                    <a:lnTo>
                      <a:pt x="155" y="920"/>
                    </a:lnTo>
                    <a:lnTo>
                      <a:pt x="251" y="681"/>
                    </a:lnTo>
                    <a:lnTo>
                      <a:pt x="358" y="455"/>
                    </a:lnTo>
                    <a:lnTo>
                      <a:pt x="502" y="240"/>
                    </a:lnTo>
                    <a:lnTo>
                      <a:pt x="657" y="37"/>
                    </a:lnTo>
                    <a:lnTo>
                      <a:pt x="669" y="25"/>
                    </a:lnTo>
                    <a:lnTo>
                      <a:pt x="657" y="13"/>
                    </a:lnTo>
                    <a:lnTo>
                      <a:pt x="64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1"/>
              <p:cNvSpPr/>
              <p:nvPr/>
            </p:nvSpPr>
            <p:spPr>
              <a:xfrm>
                <a:off x="7925350" y="1500699"/>
                <a:ext cx="46257" cy="188420"/>
              </a:xfrm>
              <a:custGeom>
                <a:rect b="b" l="l" r="r" t="t"/>
                <a:pathLst>
                  <a:path extrusionOk="0" h="3165" w="777">
                    <a:moveTo>
                      <a:pt x="753" y="0"/>
                    </a:moveTo>
                    <a:lnTo>
                      <a:pt x="741" y="12"/>
                    </a:lnTo>
                    <a:lnTo>
                      <a:pt x="168" y="2460"/>
                    </a:lnTo>
                    <a:lnTo>
                      <a:pt x="1" y="3141"/>
                    </a:lnTo>
                    <a:lnTo>
                      <a:pt x="1" y="3164"/>
                    </a:lnTo>
                    <a:lnTo>
                      <a:pt x="25" y="3164"/>
                    </a:lnTo>
                    <a:lnTo>
                      <a:pt x="37" y="3152"/>
                    </a:lnTo>
                    <a:lnTo>
                      <a:pt x="610" y="705"/>
                    </a:lnTo>
                    <a:lnTo>
                      <a:pt x="777" y="12"/>
                    </a:lnTo>
                    <a:lnTo>
                      <a:pt x="7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1"/>
              <p:cNvSpPr/>
              <p:nvPr/>
            </p:nvSpPr>
            <p:spPr>
              <a:xfrm>
                <a:off x="8081025" y="1332225"/>
                <a:ext cx="513289" cy="481975"/>
              </a:xfrm>
              <a:custGeom>
                <a:rect b="b" l="l" r="r" t="t"/>
                <a:pathLst>
                  <a:path extrusionOk="0" h="8096" w="8622">
                    <a:moveTo>
                      <a:pt x="2818" y="1"/>
                    </a:moveTo>
                    <a:lnTo>
                      <a:pt x="2735" y="13"/>
                    </a:lnTo>
                    <a:lnTo>
                      <a:pt x="2663" y="25"/>
                    </a:lnTo>
                    <a:lnTo>
                      <a:pt x="2592" y="60"/>
                    </a:lnTo>
                    <a:lnTo>
                      <a:pt x="2520" y="96"/>
                    </a:lnTo>
                    <a:lnTo>
                      <a:pt x="2460" y="144"/>
                    </a:lnTo>
                    <a:lnTo>
                      <a:pt x="2412" y="204"/>
                    </a:lnTo>
                    <a:lnTo>
                      <a:pt x="2365" y="275"/>
                    </a:lnTo>
                    <a:lnTo>
                      <a:pt x="2329" y="359"/>
                    </a:lnTo>
                    <a:lnTo>
                      <a:pt x="25" y="7427"/>
                    </a:lnTo>
                    <a:lnTo>
                      <a:pt x="13" y="7487"/>
                    </a:lnTo>
                    <a:lnTo>
                      <a:pt x="1" y="7547"/>
                    </a:lnTo>
                    <a:lnTo>
                      <a:pt x="1" y="7606"/>
                    </a:lnTo>
                    <a:lnTo>
                      <a:pt x="1" y="7666"/>
                    </a:lnTo>
                    <a:lnTo>
                      <a:pt x="36" y="7785"/>
                    </a:lnTo>
                    <a:lnTo>
                      <a:pt x="96" y="7881"/>
                    </a:lnTo>
                    <a:lnTo>
                      <a:pt x="168" y="7964"/>
                    </a:lnTo>
                    <a:lnTo>
                      <a:pt x="275" y="8036"/>
                    </a:lnTo>
                    <a:lnTo>
                      <a:pt x="323" y="8060"/>
                    </a:lnTo>
                    <a:lnTo>
                      <a:pt x="383" y="8084"/>
                    </a:lnTo>
                    <a:lnTo>
                      <a:pt x="442" y="8096"/>
                    </a:lnTo>
                    <a:lnTo>
                      <a:pt x="5803" y="8096"/>
                    </a:lnTo>
                    <a:lnTo>
                      <a:pt x="5887" y="8084"/>
                    </a:lnTo>
                    <a:lnTo>
                      <a:pt x="5959" y="8072"/>
                    </a:lnTo>
                    <a:lnTo>
                      <a:pt x="6030" y="8036"/>
                    </a:lnTo>
                    <a:lnTo>
                      <a:pt x="6102" y="8000"/>
                    </a:lnTo>
                    <a:lnTo>
                      <a:pt x="6161" y="7941"/>
                    </a:lnTo>
                    <a:lnTo>
                      <a:pt x="6209" y="7881"/>
                    </a:lnTo>
                    <a:lnTo>
                      <a:pt x="6257" y="7821"/>
                    </a:lnTo>
                    <a:lnTo>
                      <a:pt x="6281" y="7738"/>
                    </a:lnTo>
                    <a:lnTo>
                      <a:pt x="8597" y="693"/>
                    </a:lnTo>
                    <a:lnTo>
                      <a:pt x="8621" y="634"/>
                    </a:lnTo>
                    <a:lnTo>
                      <a:pt x="8621" y="574"/>
                    </a:lnTo>
                    <a:lnTo>
                      <a:pt x="8621" y="514"/>
                    </a:lnTo>
                    <a:lnTo>
                      <a:pt x="8621" y="454"/>
                    </a:lnTo>
                    <a:lnTo>
                      <a:pt x="8585" y="347"/>
                    </a:lnTo>
                    <a:lnTo>
                      <a:pt x="8526" y="240"/>
                    </a:lnTo>
                    <a:lnTo>
                      <a:pt x="8454" y="156"/>
                    </a:lnTo>
                    <a:lnTo>
                      <a:pt x="8358" y="84"/>
                    </a:lnTo>
                    <a:lnTo>
                      <a:pt x="8299" y="60"/>
                    </a:lnTo>
                    <a:lnTo>
                      <a:pt x="8239" y="49"/>
                    </a:lnTo>
                    <a:lnTo>
                      <a:pt x="8179" y="37"/>
                    </a:lnTo>
                    <a:lnTo>
                      <a:pt x="8120" y="25"/>
                    </a:lnTo>
                    <a:lnTo>
                      <a:pt x="281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1"/>
              <p:cNvSpPr/>
              <p:nvPr/>
            </p:nvSpPr>
            <p:spPr>
              <a:xfrm>
                <a:off x="8199018" y="1332939"/>
                <a:ext cx="178478" cy="113112"/>
              </a:xfrm>
              <a:custGeom>
                <a:rect b="b" l="l" r="r" t="t"/>
                <a:pathLst>
                  <a:path extrusionOk="0" h="1900" w="2998">
                    <a:moveTo>
                      <a:pt x="2974" y="1"/>
                    </a:moveTo>
                    <a:lnTo>
                      <a:pt x="2974" y="13"/>
                    </a:lnTo>
                    <a:lnTo>
                      <a:pt x="2806" y="359"/>
                    </a:lnTo>
                    <a:lnTo>
                      <a:pt x="2711" y="526"/>
                    </a:lnTo>
                    <a:lnTo>
                      <a:pt x="2615" y="693"/>
                    </a:lnTo>
                    <a:lnTo>
                      <a:pt x="2508" y="860"/>
                    </a:lnTo>
                    <a:lnTo>
                      <a:pt x="2389" y="1004"/>
                    </a:lnTo>
                    <a:lnTo>
                      <a:pt x="2269" y="1159"/>
                    </a:lnTo>
                    <a:lnTo>
                      <a:pt x="2138" y="1290"/>
                    </a:lnTo>
                    <a:lnTo>
                      <a:pt x="1995" y="1422"/>
                    </a:lnTo>
                    <a:lnTo>
                      <a:pt x="1839" y="1529"/>
                    </a:lnTo>
                    <a:lnTo>
                      <a:pt x="1684" y="1625"/>
                    </a:lnTo>
                    <a:lnTo>
                      <a:pt x="1517" y="1708"/>
                    </a:lnTo>
                    <a:lnTo>
                      <a:pt x="1350" y="1780"/>
                    </a:lnTo>
                    <a:lnTo>
                      <a:pt x="1171" y="1827"/>
                    </a:lnTo>
                    <a:lnTo>
                      <a:pt x="980" y="1851"/>
                    </a:lnTo>
                    <a:lnTo>
                      <a:pt x="789" y="1863"/>
                    </a:lnTo>
                    <a:lnTo>
                      <a:pt x="586" y="1851"/>
                    </a:lnTo>
                    <a:lnTo>
                      <a:pt x="490" y="1827"/>
                    </a:lnTo>
                    <a:lnTo>
                      <a:pt x="395" y="1804"/>
                    </a:lnTo>
                    <a:lnTo>
                      <a:pt x="287" y="1768"/>
                    </a:lnTo>
                    <a:lnTo>
                      <a:pt x="204" y="1732"/>
                    </a:lnTo>
                    <a:lnTo>
                      <a:pt x="108" y="1684"/>
                    </a:lnTo>
                    <a:lnTo>
                      <a:pt x="25" y="1625"/>
                    </a:lnTo>
                    <a:lnTo>
                      <a:pt x="1" y="1625"/>
                    </a:lnTo>
                    <a:lnTo>
                      <a:pt x="1" y="1636"/>
                    </a:lnTo>
                    <a:lnTo>
                      <a:pt x="1" y="1648"/>
                    </a:lnTo>
                    <a:lnTo>
                      <a:pt x="168" y="1744"/>
                    </a:lnTo>
                    <a:lnTo>
                      <a:pt x="335" y="1816"/>
                    </a:lnTo>
                    <a:lnTo>
                      <a:pt x="514" y="1863"/>
                    </a:lnTo>
                    <a:lnTo>
                      <a:pt x="693" y="1887"/>
                    </a:lnTo>
                    <a:lnTo>
                      <a:pt x="872" y="1899"/>
                    </a:lnTo>
                    <a:lnTo>
                      <a:pt x="1063" y="1875"/>
                    </a:lnTo>
                    <a:lnTo>
                      <a:pt x="1242" y="1839"/>
                    </a:lnTo>
                    <a:lnTo>
                      <a:pt x="1421" y="1792"/>
                    </a:lnTo>
                    <a:lnTo>
                      <a:pt x="1589" y="1720"/>
                    </a:lnTo>
                    <a:lnTo>
                      <a:pt x="1756" y="1625"/>
                    </a:lnTo>
                    <a:lnTo>
                      <a:pt x="1923" y="1517"/>
                    </a:lnTo>
                    <a:lnTo>
                      <a:pt x="2066" y="1398"/>
                    </a:lnTo>
                    <a:lnTo>
                      <a:pt x="2209" y="1278"/>
                    </a:lnTo>
                    <a:lnTo>
                      <a:pt x="2341" y="1135"/>
                    </a:lnTo>
                    <a:lnTo>
                      <a:pt x="2460" y="992"/>
                    </a:lnTo>
                    <a:lnTo>
                      <a:pt x="2568" y="836"/>
                    </a:lnTo>
                    <a:lnTo>
                      <a:pt x="2687" y="634"/>
                    </a:lnTo>
                    <a:lnTo>
                      <a:pt x="2806" y="442"/>
                    </a:lnTo>
                    <a:lnTo>
                      <a:pt x="2902" y="240"/>
                    </a:lnTo>
                    <a:lnTo>
                      <a:pt x="2997" y="37"/>
                    </a:lnTo>
                    <a:lnTo>
                      <a:pt x="2997" y="13"/>
                    </a:lnTo>
                    <a:lnTo>
                      <a:pt x="2986" y="13"/>
                    </a:lnTo>
                    <a:lnTo>
                      <a:pt x="2974"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1"/>
              <p:cNvSpPr/>
              <p:nvPr/>
            </p:nvSpPr>
            <p:spPr>
              <a:xfrm>
                <a:off x="8135080" y="1373480"/>
                <a:ext cx="452804" cy="261645"/>
              </a:xfrm>
              <a:custGeom>
                <a:rect b="b" l="l" r="r" t="t"/>
                <a:pathLst>
                  <a:path extrusionOk="0" h="4395" w="7606">
                    <a:moveTo>
                      <a:pt x="7021" y="0"/>
                    </a:moveTo>
                    <a:lnTo>
                      <a:pt x="6901" y="12"/>
                    </a:lnTo>
                    <a:lnTo>
                      <a:pt x="6782" y="24"/>
                    </a:lnTo>
                    <a:lnTo>
                      <a:pt x="6662" y="48"/>
                    </a:lnTo>
                    <a:lnTo>
                      <a:pt x="6555" y="72"/>
                    </a:lnTo>
                    <a:lnTo>
                      <a:pt x="6459" y="108"/>
                    </a:lnTo>
                    <a:lnTo>
                      <a:pt x="6256" y="191"/>
                    </a:lnTo>
                    <a:lnTo>
                      <a:pt x="6065" y="311"/>
                    </a:lnTo>
                    <a:lnTo>
                      <a:pt x="5886" y="430"/>
                    </a:lnTo>
                    <a:lnTo>
                      <a:pt x="5695" y="573"/>
                    </a:lnTo>
                    <a:lnTo>
                      <a:pt x="5528" y="729"/>
                    </a:lnTo>
                    <a:lnTo>
                      <a:pt x="5194" y="1051"/>
                    </a:lnTo>
                    <a:lnTo>
                      <a:pt x="4848" y="1409"/>
                    </a:lnTo>
                    <a:lnTo>
                      <a:pt x="4513" y="1767"/>
                    </a:lnTo>
                    <a:lnTo>
                      <a:pt x="4215" y="2102"/>
                    </a:lnTo>
                    <a:lnTo>
                      <a:pt x="3928" y="2460"/>
                    </a:lnTo>
                    <a:lnTo>
                      <a:pt x="3642" y="2806"/>
                    </a:lnTo>
                    <a:lnTo>
                      <a:pt x="3343" y="3152"/>
                    </a:lnTo>
                    <a:lnTo>
                      <a:pt x="3212" y="3308"/>
                    </a:lnTo>
                    <a:lnTo>
                      <a:pt x="3057" y="3463"/>
                    </a:lnTo>
                    <a:lnTo>
                      <a:pt x="2901" y="3606"/>
                    </a:lnTo>
                    <a:lnTo>
                      <a:pt x="2746" y="3749"/>
                    </a:lnTo>
                    <a:lnTo>
                      <a:pt x="2579" y="3881"/>
                    </a:lnTo>
                    <a:lnTo>
                      <a:pt x="2400" y="4000"/>
                    </a:lnTo>
                    <a:lnTo>
                      <a:pt x="2221" y="4096"/>
                    </a:lnTo>
                    <a:lnTo>
                      <a:pt x="2018" y="4191"/>
                    </a:lnTo>
                    <a:lnTo>
                      <a:pt x="1898" y="4239"/>
                    </a:lnTo>
                    <a:lnTo>
                      <a:pt x="1779" y="4275"/>
                    </a:lnTo>
                    <a:lnTo>
                      <a:pt x="1528" y="4334"/>
                    </a:lnTo>
                    <a:lnTo>
                      <a:pt x="1278" y="4358"/>
                    </a:lnTo>
                    <a:lnTo>
                      <a:pt x="1015" y="4358"/>
                    </a:lnTo>
                    <a:lnTo>
                      <a:pt x="764" y="4334"/>
                    </a:lnTo>
                    <a:lnTo>
                      <a:pt x="513" y="4287"/>
                    </a:lnTo>
                    <a:lnTo>
                      <a:pt x="263" y="4203"/>
                    </a:lnTo>
                    <a:lnTo>
                      <a:pt x="24" y="4107"/>
                    </a:lnTo>
                    <a:lnTo>
                      <a:pt x="0" y="4107"/>
                    </a:lnTo>
                    <a:lnTo>
                      <a:pt x="0" y="4119"/>
                    </a:lnTo>
                    <a:lnTo>
                      <a:pt x="12" y="4131"/>
                    </a:lnTo>
                    <a:lnTo>
                      <a:pt x="215" y="4227"/>
                    </a:lnTo>
                    <a:lnTo>
                      <a:pt x="418" y="4299"/>
                    </a:lnTo>
                    <a:lnTo>
                      <a:pt x="633" y="4346"/>
                    </a:lnTo>
                    <a:lnTo>
                      <a:pt x="848" y="4382"/>
                    </a:lnTo>
                    <a:lnTo>
                      <a:pt x="1075" y="4394"/>
                    </a:lnTo>
                    <a:lnTo>
                      <a:pt x="1290" y="4394"/>
                    </a:lnTo>
                    <a:lnTo>
                      <a:pt x="1504" y="4370"/>
                    </a:lnTo>
                    <a:lnTo>
                      <a:pt x="1731" y="4322"/>
                    </a:lnTo>
                    <a:lnTo>
                      <a:pt x="1922" y="4263"/>
                    </a:lnTo>
                    <a:lnTo>
                      <a:pt x="2113" y="4191"/>
                    </a:lnTo>
                    <a:lnTo>
                      <a:pt x="2304" y="4096"/>
                    </a:lnTo>
                    <a:lnTo>
                      <a:pt x="2483" y="3988"/>
                    </a:lnTo>
                    <a:lnTo>
                      <a:pt x="2651" y="3869"/>
                    </a:lnTo>
                    <a:lnTo>
                      <a:pt x="2806" y="3737"/>
                    </a:lnTo>
                    <a:lnTo>
                      <a:pt x="2973" y="3606"/>
                    </a:lnTo>
                    <a:lnTo>
                      <a:pt x="3116" y="3451"/>
                    </a:lnTo>
                    <a:lnTo>
                      <a:pt x="3272" y="3296"/>
                    </a:lnTo>
                    <a:lnTo>
                      <a:pt x="3415" y="3140"/>
                    </a:lnTo>
                    <a:lnTo>
                      <a:pt x="3689" y="2806"/>
                    </a:lnTo>
                    <a:lnTo>
                      <a:pt x="3964" y="2460"/>
                    </a:lnTo>
                    <a:lnTo>
                      <a:pt x="4239" y="2126"/>
                    </a:lnTo>
                    <a:lnTo>
                      <a:pt x="4573" y="1755"/>
                    </a:lnTo>
                    <a:lnTo>
                      <a:pt x="4907" y="1385"/>
                    </a:lnTo>
                    <a:lnTo>
                      <a:pt x="5253" y="1039"/>
                    </a:lnTo>
                    <a:lnTo>
                      <a:pt x="5612" y="705"/>
                    </a:lnTo>
                    <a:lnTo>
                      <a:pt x="5815" y="526"/>
                    </a:lnTo>
                    <a:lnTo>
                      <a:pt x="6018" y="370"/>
                    </a:lnTo>
                    <a:lnTo>
                      <a:pt x="6125" y="311"/>
                    </a:lnTo>
                    <a:lnTo>
                      <a:pt x="6244" y="239"/>
                    </a:lnTo>
                    <a:lnTo>
                      <a:pt x="6364" y="179"/>
                    </a:lnTo>
                    <a:lnTo>
                      <a:pt x="6483" y="132"/>
                    </a:lnTo>
                    <a:lnTo>
                      <a:pt x="6615" y="96"/>
                    </a:lnTo>
                    <a:lnTo>
                      <a:pt x="6758" y="60"/>
                    </a:lnTo>
                    <a:lnTo>
                      <a:pt x="6889" y="48"/>
                    </a:lnTo>
                    <a:lnTo>
                      <a:pt x="7176" y="48"/>
                    </a:lnTo>
                    <a:lnTo>
                      <a:pt x="7307" y="60"/>
                    </a:lnTo>
                    <a:lnTo>
                      <a:pt x="7450" y="96"/>
                    </a:lnTo>
                    <a:lnTo>
                      <a:pt x="7582" y="132"/>
                    </a:lnTo>
                    <a:lnTo>
                      <a:pt x="7594" y="132"/>
                    </a:lnTo>
                    <a:lnTo>
                      <a:pt x="7606" y="120"/>
                    </a:lnTo>
                    <a:lnTo>
                      <a:pt x="7606" y="108"/>
                    </a:lnTo>
                    <a:lnTo>
                      <a:pt x="7594" y="96"/>
                    </a:lnTo>
                    <a:lnTo>
                      <a:pt x="7474" y="60"/>
                    </a:lnTo>
                    <a:lnTo>
                      <a:pt x="7367" y="36"/>
                    </a:lnTo>
                    <a:lnTo>
                      <a:pt x="7247" y="24"/>
                    </a:lnTo>
                    <a:lnTo>
                      <a:pt x="7128" y="12"/>
                    </a:lnTo>
                    <a:lnTo>
                      <a:pt x="7021"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1"/>
              <p:cNvSpPr/>
              <p:nvPr/>
            </p:nvSpPr>
            <p:spPr>
              <a:xfrm>
                <a:off x="8317724" y="1721026"/>
                <a:ext cx="147879" cy="93168"/>
              </a:xfrm>
              <a:custGeom>
                <a:rect b="b" l="l" r="r" t="t"/>
                <a:pathLst>
                  <a:path extrusionOk="0" h="1565" w="2484">
                    <a:moveTo>
                      <a:pt x="2305" y="1"/>
                    </a:moveTo>
                    <a:lnTo>
                      <a:pt x="2162" y="13"/>
                    </a:lnTo>
                    <a:lnTo>
                      <a:pt x="2006" y="25"/>
                    </a:lnTo>
                    <a:lnTo>
                      <a:pt x="1851" y="48"/>
                    </a:lnTo>
                    <a:lnTo>
                      <a:pt x="1708" y="84"/>
                    </a:lnTo>
                    <a:lnTo>
                      <a:pt x="1565" y="120"/>
                    </a:lnTo>
                    <a:lnTo>
                      <a:pt x="1421" y="180"/>
                    </a:lnTo>
                    <a:lnTo>
                      <a:pt x="1278" y="240"/>
                    </a:lnTo>
                    <a:lnTo>
                      <a:pt x="1147" y="299"/>
                    </a:lnTo>
                    <a:lnTo>
                      <a:pt x="1015" y="371"/>
                    </a:lnTo>
                    <a:lnTo>
                      <a:pt x="884" y="454"/>
                    </a:lnTo>
                    <a:lnTo>
                      <a:pt x="765" y="550"/>
                    </a:lnTo>
                    <a:lnTo>
                      <a:pt x="645" y="645"/>
                    </a:lnTo>
                    <a:lnTo>
                      <a:pt x="538" y="753"/>
                    </a:lnTo>
                    <a:lnTo>
                      <a:pt x="430" y="860"/>
                    </a:lnTo>
                    <a:lnTo>
                      <a:pt x="335" y="980"/>
                    </a:lnTo>
                    <a:lnTo>
                      <a:pt x="239" y="1111"/>
                    </a:lnTo>
                    <a:lnTo>
                      <a:pt x="144" y="1242"/>
                    </a:lnTo>
                    <a:lnTo>
                      <a:pt x="72" y="1386"/>
                    </a:lnTo>
                    <a:lnTo>
                      <a:pt x="1" y="1541"/>
                    </a:lnTo>
                    <a:lnTo>
                      <a:pt x="1" y="1553"/>
                    </a:lnTo>
                    <a:lnTo>
                      <a:pt x="12" y="1565"/>
                    </a:lnTo>
                    <a:lnTo>
                      <a:pt x="24" y="1565"/>
                    </a:lnTo>
                    <a:lnTo>
                      <a:pt x="36" y="1553"/>
                    </a:lnTo>
                    <a:lnTo>
                      <a:pt x="96" y="1422"/>
                    </a:lnTo>
                    <a:lnTo>
                      <a:pt x="168" y="1290"/>
                    </a:lnTo>
                    <a:lnTo>
                      <a:pt x="239" y="1171"/>
                    </a:lnTo>
                    <a:lnTo>
                      <a:pt x="323" y="1051"/>
                    </a:lnTo>
                    <a:lnTo>
                      <a:pt x="418" y="932"/>
                    </a:lnTo>
                    <a:lnTo>
                      <a:pt x="514" y="825"/>
                    </a:lnTo>
                    <a:lnTo>
                      <a:pt x="621" y="717"/>
                    </a:lnTo>
                    <a:lnTo>
                      <a:pt x="729" y="622"/>
                    </a:lnTo>
                    <a:lnTo>
                      <a:pt x="836" y="538"/>
                    </a:lnTo>
                    <a:lnTo>
                      <a:pt x="956" y="454"/>
                    </a:lnTo>
                    <a:lnTo>
                      <a:pt x="1075" y="371"/>
                    </a:lnTo>
                    <a:lnTo>
                      <a:pt x="1206" y="311"/>
                    </a:lnTo>
                    <a:lnTo>
                      <a:pt x="1338" y="240"/>
                    </a:lnTo>
                    <a:lnTo>
                      <a:pt x="1481" y="192"/>
                    </a:lnTo>
                    <a:lnTo>
                      <a:pt x="1612" y="144"/>
                    </a:lnTo>
                    <a:lnTo>
                      <a:pt x="1756" y="108"/>
                    </a:lnTo>
                    <a:lnTo>
                      <a:pt x="1935" y="72"/>
                    </a:lnTo>
                    <a:lnTo>
                      <a:pt x="2114" y="48"/>
                    </a:lnTo>
                    <a:lnTo>
                      <a:pt x="2281" y="37"/>
                    </a:lnTo>
                    <a:lnTo>
                      <a:pt x="2472" y="37"/>
                    </a:lnTo>
                    <a:lnTo>
                      <a:pt x="2484" y="25"/>
                    </a:lnTo>
                    <a:lnTo>
                      <a:pt x="2472" y="13"/>
                    </a:lnTo>
                    <a:lnTo>
                      <a:pt x="246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1"/>
              <p:cNvSpPr/>
              <p:nvPr/>
            </p:nvSpPr>
            <p:spPr>
              <a:xfrm>
                <a:off x="8224616" y="1600177"/>
                <a:ext cx="248846" cy="144366"/>
              </a:xfrm>
              <a:custGeom>
                <a:rect b="b" l="l" r="r" t="t"/>
                <a:pathLst>
                  <a:path extrusionOk="0" h="2425" w="4180">
                    <a:moveTo>
                      <a:pt x="3785" y="1"/>
                    </a:moveTo>
                    <a:lnTo>
                      <a:pt x="3666" y="37"/>
                    </a:lnTo>
                    <a:lnTo>
                      <a:pt x="3547" y="73"/>
                    </a:lnTo>
                    <a:lnTo>
                      <a:pt x="3427" y="120"/>
                    </a:lnTo>
                    <a:lnTo>
                      <a:pt x="3296" y="192"/>
                    </a:lnTo>
                    <a:lnTo>
                      <a:pt x="3176" y="252"/>
                    </a:lnTo>
                    <a:lnTo>
                      <a:pt x="2926" y="407"/>
                    </a:lnTo>
                    <a:lnTo>
                      <a:pt x="2675" y="562"/>
                    </a:lnTo>
                    <a:lnTo>
                      <a:pt x="2424" y="705"/>
                    </a:lnTo>
                    <a:lnTo>
                      <a:pt x="2293" y="765"/>
                    </a:lnTo>
                    <a:lnTo>
                      <a:pt x="2162" y="825"/>
                    </a:lnTo>
                    <a:lnTo>
                      <a:pt x="2018" y="885"/>
                    </a:lnTo>
                    <a:lnTo>
                      <a:pt x="1875" y="920"/>
                    </a:lnTo>
                    <a:lnTo>
                      <a:pt x="1588" y="1004"/>
                    </a:lnTo>
                    <a:lnTo>
                      <a:pt x="1433" y="1052"/>
                    </a:lnTo>
                    <a:lnTo>
                      <a:pt x="1290" y="1099"/>
                    </a:lnTo>
                    <a:lnTo>
                      <a:pt x="968" y="1231"/>
                    </a:lnTo>
                    <a:lnTo>
                      <a:pt x="788" y="1314"/>
                    </a:lnTo>
                    <a:lnTo>
                      <a:pt x="609" y="1386"/>
                    </a:lnTo>
                    <a:lnTo>
                      <a:pt x="430" y="1481"/>
                    </a:lnTo>
                    <a:lnTo>
                      <a:pt x="263" y="1577"/>
                    </a:lnTo>
                    <a:lnTo>
                      <a:pt x="156" y="1673"/>
                    </a:lnTo>
                    <a:lnTo>
                      <a:pt x="108" y="1720"/>
                    </a:lnTo>
                    <a:lnTo>
                      <a:pt x="60" y="1780"/>
                    </a:lnTo>
                    <a:lnTo>
                      <a:pt x="24" y="1840"/>
                    </a:lnTo>
                    <a:lnTo>
                      <a:pt x="12" y="1899"/>
                    </a:lnTo>
                    <a:lnTo>
                      <a:pt x="0" y="1971"/>
                    </a:lnTo>
                    <a:lnTo>
                      <a:pt x="12" y="2043"/>
                    </a:lnTo>
                    <a:lnTo>
                      <a:pt x="36" y="2126"/>
                    </a:lnTo>
                    <a:lnTo>
                      <a:pt x="72" y="2186"/>
                    </a:lnTo>
                    <a:lnTo>
                      <a:pt x="84" y="2198"/>
                    </a:lnTo>
                    <a:lnTo>
                      <a:pt x="96" y="2198"/>
                    </a:lnTo>
                    <a:lnTo>
                      <a:pt x="96" y="2186"/>
                    </a:lnTo>
                    <a:lnTo>
                      <a:pt x="96" y="2174"/>
                    </a:lnTo>
                    <a:lnTo>
                      <a:pt x="60" y="2090"/>
                    </a:lnTo>
                    <a:lnTo>
                      <a:pt x="36" y="2007"/>
                    </a:lnTo>
                    <a:lnTo>
                      <a:pt x="36" y="1935"/>
                    </a:lnTo>
                    <a:lnTo>
                      <a:pt x="60" y="1864"/>
                    </a:lnTo>
                    <a:lnTo>
                      <a:pt x="96" y="1804"/>
                    </a:lnTo>
                    <a:lnTo>
                      <a:pt x="132" y="1732"/>
                    </a:lnTo>
                    <a:lnTo>
                      <a:pt x="191" y="1673"/>
                    </a:lnTo>
                    <a:lnTo>
                      <a:pt x="263" y="1625"/>
                    </a:lnTo>
                    <a:lnTo>
                      <a:pt x="418" y="1529"/>
                    </a:lnTo>
                    <a:lnTo>
                      <a:pt x="574" y="1446"/>
                    </a:lnTo>
                    <a:lnTo>
                      <a:pt x="860" y="1314"/>
                    </a:lnTo>
                    <a:lnTo>
                      <a:pt x="1182" y="1195"/>
                    </a:lnTo>
                    <a:lnTo>
                      <a:pt x="1385" y="1099"/>
                    </a:lnTo>
                    <a:lnTo>
                      <a:pt x="1600" y="1028"/>
                    </a:lnTo>
                    <a:lnTo>
                      <a:pt x="1875" y="956"/>
                    </a:lnTo>
                    <a:lnTo>
                      <a:pt x="2006" y="920"/>
                    </a:lnTo>
                    <a:lnTo>
                      <a:pt x="2150" y="873"/>
                    </a:lnTo>
                    <a:lnTo>
                      <a:pt x="2388" y="765"/>
                    </a:lnTo>
                    <a:lnTo>
                      <a:pt x="2615" y="646"/>
                    </a:lnTo>
                    <a:lnTo>
                      <a:pt x="3057" y="359"/>
                    </a:lnTo>
                    <a:lnTo>
                      <a:pt x="3296" y="228"/>
                    </a:lnTo>
                    <a:lnTo>
                      <a:pt x="3415" y="168"/>
                    </a:lnTo>
                    <a:lnTo>
                      <a:pt x="3535" y="120"/>
                    </a:lnTo>
                    <a:lnTo>
                      <a:pt x="3654" y="73"/>
                    </a:lnTo>
                    <a:lnTo>
                      <a:pt x="3785" y="37"/>
                    </a:lnTo>
                    <a:lnTo>
                      <a:pt x="3845" y="25"/>
                    </a:lnTo>
                    <a:lnTo>
                      <a:pt x="3917" y="25"/>
                    </a:lnTo>
                    <a:lnTo>
                      <a:pt x="3976" y="37"/>
                    </a:lnTo>
                    <a:lnTo>
                      <a:pt x="4036" y="73"/>
                    </a:lnTo>
                    <a:lnTo>
                      <a:pt x="4084" y="108"/>
                    </a:lnTo>
                    <a:lnTo>
                      <a:pt x="4120" y="168"/>
                    </a:lnTo>
                    <a:lnTo>
                      <a:pt x="4132" y="228"/>
                    </a:lnTo>
                    <a:lnTo>
                      <a:pt x="4132" y="299"/>
                    </a:lnTo>
                    <a:lnTo>
                      <a:pt x="4120" y="371"/>
                    </a:lnTo>
                    <a:lnTo>
                      <a:pt x="4108" y="431"/>
                    </a:lnTo>
                    <a:lnTo>
                      <a:pt x="4048" y="550"/>
                    </a:lnTo>
                    <a:lnTo>
                      <a:pt x="3976" y="646"/>
                    </a:lnTo>
                    <a:lnTo>
                      <a:pt x="3893" y="741"/>
                    </a:lnTo>
                    <a:lnTo>
                      <a:pt x="3797" y="825"/>
                    </a:lnTo>
                    <a:lnTo>
                      <a:pt x="3702" y="885"/>
                    </a:lnTo>
                    <a:lnTo>
                      <a:pt x="3594" y="956"/>
                    </a:lnTo>
                    <a:lnTo>
                      <a:pt x="3487" y="1004"/>
                    </a:lnTo>
                    <a:lnTo>
                      <a:pt x="3260" y="1087"/>
                    </a:lnTo>
                    <a:lnTo>
                      <a:pt x="2985" y="1159"/>
                    </a:lnTo>
                    <a:lnTo>
                      <a:pt x="2723" y="1219"/>
                    </a:lnTo>
                    <a:lnTo>
                      <a:pt x="2448" y="1279"/>
                    </a:lnTo>
                    <a:lnTo>
                      <a:pt x="2317" y="1314"/>
                    </a:lnTo>
                    <a:lnTo>
                      <a:pt x="2185" y="1362"/>
                    </a:lnTo>
                    <a:lnTo>
                      <a:pt x="2066" y="1422"/>
                    </a:lnTo>
                    <a:lnTo>
                      <a:pt x="1947" y="1481"/>
                    </a:lnTo>
                    <a:lnTo>
                      <a:pt x="1827" y="1565"/>
                    </a:lnTo>
                    <a:lnTo>
                      <a:pt x="1720" y="1649"/>
                    </a:lnTo>
                    <a:lnTo>
                      <a:pt x="1517" y="1828"/>
                    </a:lnTo>
                    <a:lnTo>
                      <a:pt x="1302" y="2019"/>
                    </a:lnTo>
                    <a:lnTo>
                      <a:pt x="1206" y="2114"/>
                    </a:lnTo>
                    <a:lnTo>
                      <a:pt x="1087" y="2198"/>
                    </a:lnTo>
                    <a:lnTo>
                      <a:pt x="968" y="2270"/>
                    </a:lnTo>
                    <a:lnTo>
                      <a:pt x="848" y="2317"/>
                    </a:lnTo>
                    <a:lnTo>
                      <a:pt x="717" y="2365"/>
                    </a:lnTo>
                    <a:lnTo>
                      <a:pt x="585" y="2389"/>
                    </a:lnTo>
                    <a:lnTo>
                      <a:pt x="454" y="2389"/>
                    </a:lnTo>
                    <a:lnTo>
                      <a:pt x="383" y="2377"/>
                    </a:lnTo>
                    <a:lnTo>
                      <a:pt x="323" y="2353"/>
                    </a:lnTo>
                    <a:lnTo>
                      <a:pt x="251" y="2329"/>
                    </a:lnTo>
                    <a:lnTo>
                      <a:pt x="203" y="2305"/>
                    </a:lnTo>
                    <a:lnTo>
                      <a:pt x="144" y="2270"/>
                    </a:lnTo>
                    <a:lnTo>
                      <a:pt x="96" y="2222"/>
                    </a:lnTo>
                    <a:lnTo>
                      <a:pt x="84" y="2210"/>
                    </a:lnTo>
                    <a:lnTo>
                      <a:pt x="72" y="2222"/>
                    </a:lnTo>
                    <a:lnTo>
                      <a:pt x="72" y="2234"/>
                    </a:lnTo>
                    <a:lnTo>
                      <a:pt x="72" y="2246"/>
                    </a:lnTo>
                    <a:lnTo>
                      <a:pt x="120" y="2293"/>
                    </a:lnTo>
                    <a:lnTo>
                      <a:pt x="168" y="2329"/>
                    </a:lnTo>
                    <a:lnTo>
                      <a:pt x="287" y="2377"/>
                    </a:lnTo>
                    <a:lnTo>
                      <a:pt x="406" y="2413"/>
                    </a:lnTo>
                    <a:lnTo>
                      <a:pt x="526" y="2425"/>
                    </a:lnTo>
                    <a:lnTo>
                      <a:pt x="645" y="2413"/>
                    </a:lnTo>
                    <a:lnTo>
                      <a:pt x="777" y="2389"/>
                    </a:lnTo>
                    <a:lnTo>
                      <a:pt x="896" y="2341"/>
                    </a:lnTo>
                    <a:lnTo>
                      <a:pt x="1003" y="2293"/>
                    </a:lnTo>
                    <a:lnTo>
                      <a:pt x="1135" y="2210"/>
                    </a:lnTo>
                    <a:lnTo>
                      <a:pt x="1254" y="2114"/>
                    </a:lnTo>
                    <a:lnTo>
                      <a:pt x="1481" y="1911"/>
                    </a:lnTo>
                    <a:lnTo>
                      <a:pt x="1708" y="1708"/>
                    </a:lnTo>
                    <a:lnTo>
                      <a:pt x="1827" y="1613"/>
                    </a:lnTo>
                    <a:lnTo>
                      <a:pt x="1947" y="1517"/>
                    </a:lnTo>
                    <a:lnTo>
                      <a:pt x="2078" y="1458"/>
                    </a:lnTo>
                    <a:lnTo>
                      <a:pt x="2197" y="1398"/>
                    </a:lnTo>
                    <a:lnTo>
                      <a:pt x="2329" y="1350"/>
                    </a:lnTo>
                    <a:lnTo>
                      <a:pt x="2460" y="1314"/>
                    </a:lnTo>
                    <a:lnTo>
                      <a:pt x="2735" y="1243"/>
                    </a:lnTo>
                    <a:lnTo>
                      <a:pt x="3021" y="1183"/>
                    </a:lnTo>
                    <a:lnTo>
                      <a:pt x="3284" y="1111"/>
                    </a:lnTo>
                    <a:lnTo>
                      <a:pt x="3415" y="1076"/>
                    </a:lnTo>
                    <a:lnTo>
                      <a:pt x="3547" y="1016"/>
                    </a:lnTo>
                    <a:lnTo>
                      <a:pt x="3666" y="956"/>
                    </a:lnTo>
                    <a:lnTo>
                      <a:pt x="3785" y="885"/>
                    </a:lnTo>
                    <a:lnTo>
                      <a:pt x="3893" y="789"/>
                    </a:lnTo>
                    <a:lnTo>
                      <a:pt x="3988" y="693"/>
                    </a:lnTo>
                    <a:lnTo>
                      <a:pt x="4060" y="598"/>
                    </a:lnTo>
                    <a:lnTo>
                      <a:pt x="4120" y="491"/>
                    </a:lnTo>
                    <a:lnTo>
                      <a:pt x="4155" y="383"/>
                    </a:lnTo>
                    <a:lnTo>
                      <a:pt x="4179" y="276"/>
                    </a:lnTo>
                    <a:lnTo>
                      <a:pt x="4167" y="216"/>
                    </a:lnTo>
                    <a:lnTo>
                      <a:pt x="4155" y="168"/>
                    </a:lnTo>
                    <a:lnTo>
                      <a:pt x="4132" y="120"/>
                    </a:lnTo>
                    <a:lnTo>
                      <a:pt x="4108" y="85"/>
                    </a:lnTo>
                    <a:lnTo>
                      <a:pt x="4060" y="49"/>
                    </a:lnTo>
                    <a:lnTo>
                      <a:pt x="4024" y="25"/>
                    </a:lnTo>
                    <a:lnTo>
                      <a:pt x="3964"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1"/>
              <p:cNvSpPr/>
              <p:nvPr/>
            </p:nvSpPr>
            <p:spPr>
              <a:xfrm>
                <a:off x="7997859" y="1474386"/>
                <a:ext cx="244560" cy="344098"/>
              </a:xfrm>
              <a:custGeom>
                <a:rect b="b" l="l" r="r" t="t"/>
                <a:pathLst>
                  <a:path extrusionOk="0" h="5780" w="4108">
                    <a:moveTo>
                      <a:pt x="3475" y="1"/>
                    </a:moveTo>
                    <a:lnTo>
                      <a:pt x="3296" y="25"/>
                    </a:lnTo>
                    <a:lnTo>
                      <a:pt x="3141" y="48"/>
                    </a:lnTo>
                    <a:lnTo>
                      <a:pt x="3009" y="96"/>
                    </a:lnTo>
                    <a:lnTo>
                      <a:pt x="2771" y="192"/>
                    </a:lnTo>
                    <a:lnTo>
                      <a:pt x="2651" y="251"/>
                    </a:lnTo>
                    <a:lnTo>
                      <a:pt x="2520" y="311"/>
                    </a:lnTo>
                    <a:lnTo>
                      <a:pt x="2389" y="395"/>
                    </a:lnTo>
                    <a:lnTo>
                      <a:pt x="2257" y="502"/>
                    </a:lnTo>
                    <a:lnTo>
                      <a:pt x="2114" y="622"/>
                    </a:lnTo>
                    <a:lnTo>
                      <a:pt x="1983" y="753"/>
                    </a:lnTo>
                    <a:lnTo>
                      <a:pt x="1839" y="932"/>
                    </a:lnTo>
                    <a:lnTo>
                      <a:pt x="1696" y="1147"/>
                    </a:lnTo>
                    <a:lnTo>
                      <a:pt x="1565" y="1374"/>
                    </a:lnTo>
                    <a:lnTo>
                      <a:pt x="1445" y="1601"/>
                    </a:lnTo>
                    <a:lnTo>
                      <a:pt x="1266" y="1971"/>
                    </a:lnTo>
                    <a:lnTo>
                      <a:pt x="1207" y="2126"/>
                    </a:lnTo>
                    <a:lnTo>
                      <a:pt x="1" y="3165"/>
                    </a:lnTo>
                    <a:lnTo>
                      <a:pt x="705" y="5779"/>
                    </a:lnTo>
                    <a:lnTo>
                      <a:pt x="1207" y="5326"/>
                    </a:lnTo>
                    <a:lnTo>
                      <a:pt x="1422" y="5123"/>
                    </a:lnTo>
                    <a:lnTo>
                      <a:pt x="1481" y="5039"/>
                    </a:lnTo>
                    <a:lnTo>
                      <a:pt x="1541" y="4956"/>
                    </a:lnTo>
                    <a:lnTo>
                      <a:pt x="1577" y="4884"/>
                    </a:lnTo>
                    <a:lnTo>
                      <a:pt x="1625" y="4777"/>
                    </a:lnTo>
                    <a:lnTo>
                      <a:pt x="1720" y="4502"/>
                    </a:lnTo>
                    <a:lnTo>
                      <a:pt x="1768" y="4323"/>
                    </a:lnTo>
                    <a:lnTo>
                      <a:pt x="1827" y="3977"/>
                    </a:lnTo>
                    <a:lnTo>
                      <a:pt x="1935" y="3475"/>
                    </a:lnTo>
                    <a:lnTo>
                      <a:pt x="1947" y="3427"/>
                    </a:lnTo>
                    <a:lnTo>
                      <a:pt x="1983" y="3392"/>
                    </a:lnTo>
                    <a:lnTo>
                      <a:pt x="2019" y="3380"/>
                    </a:lnTo>
                    <a:lnTo>
                      <a:pt x="2066" y="3380"/>
                    </a:lnTo>
                    <a:lnTo>
                      <a:pt x="2138" y="3403"/>
                    </a:lnTo>
                    <a:lnTo>
                      <a:pt x="2174" y="3415"/>
                    </a:lnTo>
                    <a:lnTo>
                      <a:pt x="2281" y="3439"/>
                    </a:lnTo>
                    <a:lnTo>
                      <a:pt x="2389" y="3475"/>
                    </a:lnTo>
                    <a:lnTo>
                      <a:pt x="2472" y="3535"/>
                    </a:lnTo>
                    <a:lnTo>
                      <a:pt x="2568" y="3606"/>
                    </a:lnTo>
                    <a:lnTo>
                      <a:pt x="2639" y="3666"/>
                    </a:lnTo>
                    <a:lnTo>
                      <a:pt x="2723" y="3714"/>
                    </a:lnTo>
                    <a:lnTo>
                      <a:pt x="2807" y="3750"/>
                    </a:lnTo>
                    <a:lnTo>
                      <a:pt x="2890" y="3750"/>
                    </a:lnTo>
                    <a:lnTo>
                      <a:pt x="2974" y="3738"/>
                    </a:lnTo>
                    <a:lnTo>
                      <a:pt x="3033" y="3702"/>
                    </a:lnTo>
                    <a:lnTo>
                      <a:pt x="3069" y="3654"/>
                    </a:lnTo>
                    <a:lnTo>
                      <a:pt x="3105" y="3594"/>
                    </a:lnTo>
                    <a:lnTo>
                      <a:pt x="3117" y="3535"/>
                    </a:lnTo>
                    <a:lnTo>
                      <a:pt x="3129" y="3451"/>
                    </a:lnTo>
                    <a:lnTo>
                      <a:pt x="3117" y="3380"/>
                    </a:lnTo>
                    <a:lnTo>
                      <a:pt x="3105" y="3296"/>
                    </a:lnTo>
                    <a:lnTo>
                      <a:pt x="3081" y="3248"/>
                    </a:lnTo>
                    <a:lnTo>
                      <a:pt x="3057" y="3200"/>
                    </a:lnTo>
                    <a:lnTo>
                      <a:pt x="2962" y="3105"/>
                    </a:lnTo>
                    <a:lnTo>
                      <a:pt x="2830" y="2998"/>
                    </a:lnTo>
                    <a:lnTo>
                      <a:pt x="2687" y="2890"/>
                    </a:lnTo>
                    <a:lnTo>
                      <a:pt x="2436" y="2723"/>
                    </a:lnTo>
                    <a:lnTo>
                      <a:pt x="2317" y="2651"/>
                    </a:lnTo>
                    <a:lnTo>
                      <a:pt x="2520" y="2639"/>
                    </a:lnTo>
                    <a:lnTo>
                      <a:pt x="2675" y="2675"/>
                    </a:lnTo>
                    <a:lnTo>
                      <a:pt x="2842" y="2711"/>
                    </a:lnTo>
                    <a:lnTo>
                      <a:pt x="2998" y="2759"/>
                    </a:lnTo>
                    <a:lnTo>
                      <a:pt x="3153" y="2818"/>
                    </a:lnTo>
                    <a:lnTo>
                      <a:pt x="3392" y="2914"/>
                    </a:lnTo>
                    <a:lnTo>
                      <a:pt x="3487" y="2950"/>
                    </a:lnTo>
                    <a:lnTo>
                      <a:pt x="3583" y="2926"/>
                    </a:lnTo>
                    <a:lnTo>
                      <a:pt x="3666" y="2878"/>
                    </a:lnTo>
                    <a:lnTo>
                      <a:pt x="3726" y="2842"/>
                    </a:lnTo>
                    <a:lnTo>
                      <a:pt x="3774" y="2795"/>
                    </a:lnTo>
                    <a:lnTo>
                      <a:pt x="3798" y="2735"/>
                    </a:lnTo>
                    <a:lnTo>
                      <a:pt x="3821" y="2675"/>
                    </a:lnTo>
                    <a:lnTo>
                      <a:pt x="3833" y="2627"/>
                    </a:lnTo>
                    <a:lnTo>
                      <a:pt x="3833" y="2568"/>
                    </a:lnTo>
                    <a:lnTo>
                      <a:pt x="3833" y="2460"/>
                    </a:lnTo>
                    <a:lnTo>
                      <a:pt x="3798" y="2377"/>
                    </a:lnTo>
                    <a:lnTo>
                      <a:pt x="3774" y="2293"/>
                    </a:lnTo>
                    <a:lnTo>
                      <a:pt x="3857" y="2257"/>
                    </a:lnTo>
                    <a:lnTo>
                      <a:pt x="3929" y="2221"/>
                    </a:lnTo>
                    <a:lnTo>
                      <a:pt x="3977" y="2186"/>
                    </a:lnTo>
                    <a:lnTo>
                      <a:pt x="4024" y="2150"/>
                    </a:lnTo>
                    <a:lnTo>
                      <a:pt x="4060" y="2114"/>
                    </a:lnTo>
                    <a:lnTo>
                      <a:pt x="4084" y="2066"/>
                    </a:lnTo>
                    <a:lnTo>
                      <a:pt x="4108" y="1995"/>
                    </a:lnTo>
                    <a:lnTo>
                      <a:pt x="4108" y="1923"/>
                    </a:lnTo>
                    <a:lnTo>
                      <a:pt x="4096" y="1863"/>
                    </a:lnTo>
                    <a:lnTo>
                      <a:pt x="4072" y="1804"/>
                    </a:lnTo>
                    <a:lnTo>
                      <a:pt x="4000" y="1708"/>
                    </a:lnTo>
                    <a:lnTo>
                      <a:pt x="3917" y="1624"/>
                    </a:lnTo>
                    <a:lnTo>
                      <a:pt x="3821" y="1553"/>
                    </a:lnTo>
                    <a:lnTo>
                      <a:pt x="3702" y="1493"/>
                    </a:lnTo>
                    <a:lnTo>
                      <a:pt x="3583" y="1433"/>
                    </a:lnTo>
                    <a:lnTo>
                      <a:pt x="3463" y="1386"/>
                    </a:lnTo>
                    <a:lnTo>
                      <a:pt x="3201" y="1314"/>
                    </a:lnTo>
                    <a:lnTo>
                      <a:pt x="2962" y="1266"/>
                    </a:lnTo>
                    <a:lnTo>
                      <a:pt x="2759" y="1230"/>
                    </a:lnTo>
                    <a:lnTo>
                      <a:pt x="2580" y="1219"/>
                    </a:lnTo>
                    <a:lnTo>
                      <a:pt x="2651" y="1147"/>
                    </a:lnTo>
                    <a:lnTo>
                      <a:pt x="2842" y="992"/>
                    </a:lnTo>
                    <a:lnTo>
                      <a:pt x="2974" y="908"/>
                    </a:lnTo>
                    <a:lnTo>
                      <a:pt x="3117" y="825"/>
                    </a:lnTo>
                    <a:lnTo>
                      <a:pt x="3260" y="741"/>
                    </a:lnTo>
                    <a:lnTo>
                      <a:pt x="3404" y="693"/>
                    </a:lnTo>
                    <a:lnTo>
                      <a:pt x="3666" y="633"/>
                    </a:lnTo>
                    <a:lnTo>
                      <a:pt x="3786" y="598"/>
                    </a:lnTo>
                    <a:lnTo>
                      <a:pt x="3881" y="562"/>
                    </a:lnTo>
                    <a:lnTo>
                      <a:pt x="3965" y="526"/>
                    </a:lnTo>
                    <a:lnTo>
                      <a:pt x="4024" y="466"/>
                    </a:lnTo>
                    <a:lnTo>
                      <a:pt x="4048" y="431"/>
                    </a:lnTo>
                    <a:lnTo>
                      <a:pt x="4060" y="395"/>
                    </a:lnTo>
                    <a:lnTo>
                      <a:pt x="4072" y="347"/>
                    </a:lnTo>
                    <a:lnTo>
                      <a:pt x="4072" y="299"/>
                    </a:lnTo>
                    <a:lnTo>
                      <a:pt x="4060" y="228"/>
                    </a:lnTo>
                    <a:lnTo>
                      <a:pt x="4036" y="168"/>
                    </a:lnTo>
                    <a:lnTo>
                      <a:pt x="4000" y="108"/>
                    </a:lnTo>
                    <a:lnTo>
                      <a:pt x="3941" y="72"/>
                    </a:lnTo>
                    <a:lnTo>
                      <a:pt x="3881" y="48"/>
                    </a:lnTo>
                    <a:lnTo>
                      <a:pt x="3809" y="25"/>
                    </a:lnTo>
                    <a:lnTo>
                      <a:pt x="3738" y="1"/>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1"/>
              <p:cNvSpPr/>
              <p:nvPr/>
            </p:nvSpPr>
            <p:spPr>
              <a:xfrm>
                <a:off x="8119423" y="1544753"/>
                <a:ext cx="65426" cy="14288"/>
              </a:xfrm>
              <a:custGeom>
                <a:rect b="b" l="l" r="r" t="t"/>
                <a:pathLst>
                  <a:path extrusionOk="0" h="240" w="1099">
                    <a:moveTo>
                      <a:pt x="526" y="1"/>
                    </a:moveTo>
                    <a:lnTo>
                      <a:pt x="394" y="25"/>
                    </a:lnTo>
                    <a:lnTo>
                      <a:pt x="251" y="60"/>
                    </a:lnTo>
                    <a:lnTo>
                      <a:pt x="132" y="120"/>
                    </a:lnTo>
                    <a:lnTo>
                      <a:pt x="0" y="204"/>
                    </a:lnTo>
                    <a:lnTo>
                      <a:pt x="0" y="216"/>
                    </a:lnTo>
                    <a:lnTo>
                      <a:pt x="0" y="228"/>
                    </a:lnTo>
                    <a:lnTo>
                      <a:pt x="12" y="239"/>
                    </a:lnTo>
                    <a:lnTo>
                      <a:pt x="24" y="228"/>
                    </a:lnTo>
                    <a:lnTo>
                      <a:pt x="144" y="156"/>
                    </a:lnTo>
                    <a:lnTo>
                      <a:pt x="263" y="96"/>
                    </a:lnTo>
                    <a:lnTo>
                      <a:pt x="394" y="60"/>
                    </a:lnTo>
                    <a:lnTo>
                      <a:pt x="526" y="37"/>
                    </a:lnTo>
                    <a:lnTo>
                      <a:pt x="669" y="37"/>
                    </a:lnTo>
                    <a:lnTo>
                      <a:pt x="800" y="48"/>
                    </a:lnTo>
                    <a:lnTo>
                      <a:pt x="944" y="72"/>
                    </a:lnTo>
                    <a:lnTo>
                      <a:pt x="1063" y="120"/>
                    </a:lnTo>
                    <a:lnTo>
                      <a:pt x="1087" y="120"/>
                    </a:lnTo>
                    <a:lnTo>
                      <a:pt x="1099" y="108"/>
                    </a:lnTo>
                    <a:lnTo>
                      <a:pt x="1087" y="96"/>
                    </a:lnTo>
                    <a:lnTo>
                      <a:pt x="956" y="48"/>
                    </a:lnTo>
                    <a:lnTo>
                      <a:pt x="812" y="13"/>
                    </a:lnTo>
                    <a:lnTo>
                      <a:pt x="669" y="1"/>
                    </a:lnTo>
                    <a:close/>
                  </a:path>
                </a:pathLst>
              </a:custGeom>
              <a:solidFill>
                <a:srgbClr val="EC79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1"/>
              <p:cNvSpPr/>
              <p:nvPr/>
            </p:nvSpPr>
            <p:spPr>
              <a:xfrm>
                <a:off x="8111625" y="1585294"/>
                <a:ext cx="108766" cy="29171"/>
              </a:xfrm>
              <a:custGeom>
                <a:rect b="b" l="l" r="r" t="t"/>
                <a:pathLst>
                  <a:path extrusionOk="0" h="490" w="1827">
                    <a:moveTo>
                      <a:pt x="251" y="0"/>
                    </a:moveTo>
                    <a:lnTo>
                      <a:pt x="12" y="36"/>
                    </a:lnTo>
                    <a:lnTo>
                      <a:pt x="0" y="36"/>
                    </a:lnTo>
                    <a:lnTo>
                      <a:pt x="0" y="48"/>
                    </a:lnTo>
                    <a:lnTo>
                      <a:pt x="12" y="60"/>
                    </a:lnTo>
                    <a:lnTo>
                      <a:pt x="24" y="72"/>
                    </a:lnTo>
                    <a:lnTo>
                      <a:pt x="263" y="36"/>
                    </a:lnTo>
                    <a:lnTo>
                      <a:pt x="490" y="36"/>
                    </a:lnTo>
                    <a:lnTo>
                      <a:pt x="728" y="60"/>
                    </a:lnTo>
                    <a:lnTo>
                      <a:pt x="955" y="96"/>
                    </a:lnTo>
                    <a:lnTo>
                      <a:pt x="1182" y="167"/>
                    </a:lnTo>
                    <a:lnTo>
                      <a:pt x="1397" y="251"/>
                    </a:lnTo>
                    <a:lnTo>
                      <a:pt x="1600" y="358"/>
                    </a:lnTo>
                    <a:lnTo>
                      <a:pt x="1803" y="490"/>
                    </a:lnTo>
                    <a:lnTo>
                      <a:pt x="1827" y="490"/>
                    </a:lnTo>
                    <a:lnTo>
                      <a:pt x="1827" y="478"/>
                    </a:lnTo>
                    <a:lnTo>
                      <a:pt x="1815" y="466"/>
                    </a:lnTo>
                    <a:lnTo>
                      <a:pt x="1624" y="335"/>
                    </a:lnTo>
                    <a:lnTo>
                      <a:pt x="1409" y="215"/>
                    </a:lnTo>
                    <a:lnTo>
                      <a:pt x="1182" y="132"/>
                    </a:lnTo>
                    <a:lnTo>
                      <a:pt x="955" y="60"/>
                    </a:lnTo>
                    <a:lnTo>
                      <a:pt x="728" y="24"/>
                    </a:lnTo>
                    <a:lnTo>
                      <a:pt x="490" y="0"/>
                    </a:lnTo>
                    <a:close/>
                  </a:path>
                </a:pathLst>
              </a:custGeom>
              <a:solidFill>
                <a:srgbClr val="EC79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1"/>
              <p:cNvSpPr/>
              <p:nvPr/>
            </p:nvSpPr>
            <p:spPr>
              <a:xfrm>
                <a:off x="7850756" y="1657803"/>
                <a:ext cx="199077" cy="241702"/>
              </a:xfrm>
              <a:custGeom>
                <a:rect b="b" l="l" r="r" t="t"/>
                <a:pathLst>
                  <a:path extrusionOk="0" h="4060" w="3344">
                    <a:moveTo>
                      <a:pt x="2448" y="0"/>
                    </a:moveTo>
                    <a:lnTo>
                      <a:pt x="2436" y="12"/>
                    </a:lnTo>
                    <a:lnTo>
                      <a:pt x="1839" y="275"/>
                    </a:lnTo>
                    <a:lnTo>
                      <a:pt x="1230" y="525"/>
                    </a:lnTo>
                    <a:lnTo>
                      <a:pt x="633" y="764"/>
                    </a:lnTo>
                    <a:lnTo>
                      <a:pt x="12" y="979"/>
                    </a:lnTo>
                    <a:lnTo>
                      <a:pt x="0" y="991"/>
                    </a:lnTo>
                    <a:lnTo>
                      <a:pt x="0" y="1003"/>
                    </a:lnTo>
                    <a:lnTo>
                      <a:pt x="12" y="1015"/>
                    </a:lnTo>
                    <a:lnTo>
                      <a:pt x="24" y="1015"/>
                    </a:lnTo>
                    <a:lnTo>
                      <a:pt x="645" y="800"/>
                    </a:lnTo>
                    <a:lnTo>
                      <a:pt x="1254" y="561"/>
                    </a:lnTo>
                    <a:lnTo>
                      <a:pt x="1851" y="299"/>
                    </a:lnTo>
                    <a:lnTo>
                      <a:pt x="2429" y="44"/>
                    </a:lnTo>
                    <a:lnTo>
                      <a:pt x="2722" y="1194"/>
                    </a:lnTo>
                    <a:lnTo>
                      <a:pt x="3200" y="3033"/>
                    </a:lnTo>
                    <a:lnTo>
                      <a:pt x="3303" y="3433"/>
                    </a:lnTo>
                    <a:lnTo>
                      <a:pt x="1875" y="3952"/>
                    </a:lnTo>
                    <a:lnTo>
                      <a:pt x="1672" y="4036"/>
                    </a:lnTo>
                    <a:lnTo>
                      <a:pt x="1660" y="4036"/>
                    </a:lnTo>
                    <a:lnTo>
                      <a:pt x="1660" y="4048"/>
                    </a:lnTo>
                    <a:lnTo>
                      <a:pt x="1660" y="4060"/>
                    </a:lnTo>
                    <a:lnTo>
                      <a:pt x="1672" y="4060"/>
                    </a:lnTo>
                    <a:lnTo>
                      <a:pt x="3116" y="3546"/>
                    </a:lnTo>
                    <a:lnTo>
                      <a:pt x="3331" y="3463"/>
                    </a:lnTo>
                    <a:lnTo>
                      <a:pt x="3343" y="3463"/>
                    </a:lnTo>
                    <a:lnTo>
                      <a:pt x="3343" y="3439"/>
                    </a:lnTo>
                    <a:lnTo>
                      <a:pt x="3045" y="2281"/>
                    </a:lnTo>
                    <a:lnTo>
                      <a:pt x="2567" y="442"/>
                    </a:lnTo>
                    <a:lnTo>
                      <a:pt x="2460" y="12"/>
                    </a:lnTo>
                    <a:lnTo>
                      <a:pt x="244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1"/>
              <p:cNvSpPr/>
              <p:nvPr/>
            </p:nvSpPr>
            <p:spPr>
              <a:xfrm>
                <a:off x="7906895" y="1303114"/>
                <a:ext cx="80369" cy="115195"/>
              </a:xfrm>
              <a:custGeom>
                <a:rect b="b" l="l" r="r" t="t"/>
                <a:pathLst>
                  <a:path extrusionOk="0" h="1935" w="1350">
                    <a:moveTo>
                      <a:pt x="12" y="0"/>
                    </a:moveTo>
                    <a:lnTo>
                      <a:pt x="0" y="12"/>
                    </a:lnTo>
                    <a:lnTo>
                      <a:pt x="0" y="24"/>
                    </a:lnTo>
                    <a:lnTo>
                      <a:pt x="12" y="36"/>
                    </a:lnTo>
                    <a:lnTo>
                      <a:pt x="156" y="84"/>
                    </a:lnTo>
                    <a:lnTo>
                      <a:pt x="299" y="132"/>
                    </a:lnTo>
                    <a:lnTo>
                      <a:pt x="430" y="203"/>
                    </a:lnTo>
                    <a:lnTo>
                      <a:pt x="562" y="275"/>
                    </a:lnTo>
                    <a:lnTo>
                      <a:pt x="681" y="370"/>
                    </a:lnTo>
                    <a:lnTo>
                      <a:pt x="800" y="466"/>
                    </a:lnTo>
                    <a:lnTo>
                      <a:pt x="896" y="573"/>
                    </a:lnTo>
                    <a:lnTo>
                      <a:pt x="991" y="693"/>
                    </a:lnTo>
                    <a:lnTo>
                      <a:pt x="1087" y="836"/>
                    </a:lnTo>
                    <a:lnTo>
                      <a:pt x="1159" y="979"/>
                    </a:lnTo>
                    <a:lnTo>
                      <a:pt x="1218" y="1123"/>
                    </a:lnTo>
                    <a:lnTo>
                      <a:pt x="1266" y="1278"/>
                    </a:lnTo>
                    <a:lnTo>
                      <a:pt x="1290" y="1433"/>
                    </a:lnTo>
                    <a:lnTo>
                      <a:pt x="1314" y="1600"/>
                    </a:lnTo>
                    <a:lnTo>
                      <a:pt x="1314" y="1755"/>
                    </a:lnTo>
                    <a:lnTo>
                      <a:pt x="1302" y="1923"/>
                    </a:lnTo>
                    <a:lnTo>
                      <a:pt x="1302" y="1934"/>
                    </a:lnTo>
                    <a:lnTo>
                      <a:pt x="1326" y="1934"/>
                    </a:lnTo>
                    <a:lnTo>
                      <a:pt x="1338" y="1923"/>
                    </a:lnTo>
                    <a:lnTo>
                      <a:pt x="1350" y="1791"/>
                    </a:lnTo>
                    <a:lnTo>
                      <a:pt x="1350" y="1660"/>
                    </a:lnTo>
                    <a:lnTo>
                      <a:pt x="1338" y="1540"/>
                    </a:lnTo>
                    <a:lnTo>
                      <a:pt x="1326" y="1421"/>
                    </a:lnTo>
                    <a:lnTo>
                      <a:pt x="1302" y="1290"/>
                    </a:lnTo>
                    <a:lnTo>
                      <a:pt x="1266" y="1170"/>
                    </a:lnTo>
                    <a:lnTo>
                      <a:pt x="1230" y="1063"/>
                    </a:lnTo>
                    <a:lnTo>
                      <a:pt x="1182" y="943"/>
                    </a:lnTo>
                    <a:lnTo>
                      <a:pt x="1123" y="836"/>
                    </a:lnTo>
                    <a:lnTo>
                      <a:pt x="1051" y="729"/>
                    </a:lnTo>
                    <a:lnTo>
                      <a:pt x="979" y="633"/>
                    </a:lnTo>
                    <a:lnTo>
                      <a:pt x="908" y="538"/>
                    </a:lnTo>
                    <a:lnTo>
                      <a:pt x="824" y="442"/>
                    </a:lnTo>
                    <a:lnTo>
                      <a:pt x="729" y="358"/>
                    </a:lnTo>
                    <a:lnTo>
                      <a:pt x="621" y="275"/>
                    </a:lnTo>
                    <a:lnTo>
                      <a:pt x="526" y="215"/>
                    </a:lnTo>
                    <a:lnTo>
                      <a:pt x="406" y="144"/>
                    </a:lnTo>
                    <a:lnTo>
                      <a:pt x="275" y="84"/>
                    </a:lnTo>
                    <a:lnTo>
                      <a:pt x="156" y="36"/>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1"/>
              <p:cNvSpPr/>
              <p:nvPr/>
            </p:nvSpPr>
            <p:spPr>
              <a:xfrm>
                <a:off x="8692298" y="3018935"/>
                <a:ext cx="497632" cy="257359"/>
              </a:xfrm>
              <a:custGeom>
                <a:rect b="b" l="l" r="r" t="t"/>
                <a:pathLst>
                  <a:path extrusionOk="0" h="4323" w="8359">
                    <a:moveTo>
                      <a:pt x="383" y="0"/>
                    </a:moveTo>
                    <a:lnTo>
                      <a:pt x="1" y="4299"/>
                    </a:lnTo>
                    <a:lnTo>
                      <a:pt x="8358" y="4322"/>
                    </a:lnTo>
                    <a:lnTo>
                      <a:pt x="8358" y="4239"/>
                    </a:lnTo>
                    <a:lnTo>
                      <a:pt x="8335" y="4131"/>
                    </a:lnTo>
                    <a:lnTo>
                      <a:pt x="8311" y="4000"/>
                    </a:lnTo>
                    <a:lnTo>
                      <a:pt x="8263" y="3845"/>
                    </a:lnTo>
                    <a:lnTo>
                      <a:pt x="8203" y="3666"/>
                    </a:lnTo>
                    <a:lnTo>
                      <a:pt x="8120" y="3475"/>
                    </a:lnTo>
                    <a:lnTo>
                      <a:pt x="8012" y="3272"/>
                    </a:lnTo>
                    <a:lnTo>
                      <a:pt x="7881" y="3057"/>
                    </a:lnTo>
                    <a:lnTo>
                      <a:pt x="7797" y="2961"/>
                    </a:lnTo>
                    <a:lnTo>
                      <a:pt x="7702" y="2854"/>
                    </a:lnTo>
                    <a:lnTo>
                      <a:pt x="7606" y="2758"/>
                    </a:lnTo>
                    <a:lnTo>
                      <a:pt x="7499" y="2651"/>
                    </a:lnTo>
                    <a:lnTo>
                      <a:pt x="7379" y="2555"/>
                    </a:lnTo>
                    <a:lnTo>
                      <a:pt x="7260" y="2472"/>
                    </a:lnTo>
                    <a:lnTo>
                      <a:pt x="7117" y="2376"/>
                    </a:lnTo>
                    <a:lnTo>
                      <a:pt x="6961" y="2305"/>
                    </a:lnTo>
                    <a:lnTo>
                      <a:pt x="6806" y="2221"/>
                    </a:lnTo>
                    <a:lnTo>
                      <a:pt x="6639" y="2149"/>
                    </a:lnTo>
                    <a:lnTo>
                      <a:pt x="6448" y="2090"/>
                    </a:lnTo>
                    <a:lnTo>
                      <a:pt x="6257" y="2030"/>
                    </a:lnTo>
                    <a:lnTo>
                      <a:pt x="6042" y="1982"/>
                    </a:lnTo>
                    <a:lnTo>
                      <a:pt x="5815" y="1946"/>
                    </a:lnTo>
                    <a:lnTo>
                      <a:pt x="5970" y="167"/>
                    </a:lnTo>
                    <a:lnTo>
                      <a:pt x="3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1"/>
              <p:cNvSpPr/>
              <p:nvPr/>
            </p:nvSpPr>
            <p:spPr>
              <a:xfrm>
                <a:off x="9042703" y="3140439"/>
                <a:ext cx="72570" cy="38458"/>
              </a:xfrm>
              <a:custGeom>
                <a:rect b="b" l="l" r="r" t="t"/>
                <a:pathLst>
                  <a:path extrusionOk="0" h="646" w="1219">
                    <a:moveTo>
                      <a:pt x="1195" y="1"/>
                    </a:moveTo>
                    <a:lnTo>
                      <a:pt x="896" y="132"/>
                    </a:lnTo>
                    <a:lnTo>
                      <a:pt x="586" y="276"/>
                    </a:lnTo>
                    <a:lnTo>
                      <a:pt x="299" y="443"/>
                    </a:lnTo>
                    <a:lnTo>
                      <a:pt x="13" y="610"/>
                    </a:lnTo>
                    <a:lnTo>
                      <a:pt x="1" y="622"/>
                    </a:lnTo>
                    <a:lnTo>
                      <a:pt x="1" y="634"/>
                    </a:lnTo>
                    <a:lnTo>
                      <a:pt x="13" y="646"/>
                    </a:lnTo>
                    <a:lnTo>
                      <a:pt x="25" y="646"/>
                    </a:lnTo>
                    <a:lnTo>
                      <a:pt x="311" y="479"/>
                    </a:lnTo>
                    <a:lnTo>
                      <a:pt x="610" y="311"/>
                    </a:lnTo>
                    <a:lnTo>
                      <a:pt x="908" y="168"/>
                    </a:lnTo>
                    <a:lnTo>
                      <a:pt x="1207" y="37"/>
                    </a:lnTo>
                    <a:lnTo>
                      <a:pt x="1219" y="25"/>
                    </a:lnTo>
                    <a:lnTo>
                      <a:pt x="1219" y="13"/>
                    </a:lnTo>
                    <a:lnTo>
                      <a:pt x="120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1"/>
              <p:cNvSpPr/>
              <p:nvPr/>
            </p:nvSpPr>
            <p:spPr>
              <a:xfrm>
                <a:off x="9017878" y="3129783"/>
                <a:ext cx="64712" cy="39172"/>
              </a:xfrm>
              <a:custGeom>
                <a:rect b="b" l="l" r="r" t="t"/>
                <a:pathLst>
                  <a:path extrusionOk="0" h="658" w="1087">
                    <a:moveTo>
                      <a:pt x="1063" y="1"/>
                    </a:moveTo>
                    <a:lnTo>
                      <a:pt x="0" y="622"/>
                    </a:lnTo>
                    <a:lnTo>
                      <a:pt x="0" y="634"/>
                    </a:lnTo>
                    <a:lnTo>
                      <a:pt x="0" y="646"/>
                    </a:lnTo>
                    <a:lnTo>
                      <a:pt x="12" y="658"/>
                    </a:lnTo>
                    <a:lnTo>
                      <a:pt x="24" y="658"/>
                    </a:lnTo>
                    <a:lnTo>
                      <a:pt x="1087" y="25"/>
                    </a:lnTo>
                    <a:lnTo>
                      <a:pt x="1087" y="13"/>
                    </a:lnTo>
                    <a:lnTo>
                      <a:pt x="108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1"/>
              <p:cNvSpPr/>
              <p:nvPr/>
            </p:nvSpPr>
            <p:spPr>
              <a:xfrm>
                <a:off x="8180563" y="3004707"/>
                <a:ext cx="494060" cy="277957"/>
              </a:xfrm>
              <a:custGeom>
                <a:rect b="b" l="l" r="r" t="t"/>
                <a:pathLst>
                  <a:path extrusionOk="0" h="4669" w="8299">
                    <a:moveTo>
                      <a:pt x="5839" y="1"/>
                    </a:moveTo>
                    <a:lnTo>
                      <a:pt x="227" y="96"/>
                    </a:lnTo>
                    <a:lnTo>
                      <a:pt x="0" y="4669"/>
                    </a:lnTo>
                    <a:lnTo>
                      <a:pt x="8298" y="4669"/>
                    </a:lnTo>
                    <a:lnTo>
                      <a:pt x="8286" y="4573"/>
                    </a:lnTo>
                    <a:lnTo>
                      <a:pt x="8274" y="4478"/>
                    </a:lnTo>
                    <a:lnTo>
                      <a:pt x="8239" y="4347"/>
                    </a:lnTo>
                    <a:lnTo>
                      <a:pt x="8203" y="4191"/>
                    </a:lnTo>
                    <a:lnTo>
                      <a:pt x="8143" y="4012"/>
                    </a:lnTo>
                    <a:lnTo>
                      <a:pt x="8059" y="3809"/>
                    </a:lnTo>
                    <a:lnTo>
                      <a:pt x="7952" y="3606"/>
                    </a:lnTo>
                    <a:lnTo>
                      <a:pt x="7809" y="3403"/>
                    </a:lnTo>
                    <a:lnTo>
                      <a:pt x="7725" y="3296"/>
                    </a:lnTo>
                    <a:lnTo>
                      <a:pt x="7642" y="3200"/>
                    </a:lnTo>
                    <a:lnTo>
                      <a:pt x="7534" y="3093"/>
                    </a:lnTo>
                    <a:lnTo>
                      <a:pt x="7427" y="2997"/>
                    </a:lnTo>
                    <a:lnTo>
                      <a:pt x="7319" y="2902"/>
                    </a:lnTo>
                    <a:lnTo>
                      <a:pt x="7188" y="2818"/>
                    </a:lnTo>
                    <a:lnTo>
                      <a:pt x="7045" y="2723"/>
                    </a:lnTo>
                    <a:lnTo>
                      <a:pt x="6901" y="2639"/>
                    </a:lnTo>
                    <a:lnTo>
                      <a:pt x="6734" y="2568"/>
                    </a:lnTo>
                    <a:lnTo>
                      <a:pt x="6567" y="2496"/>
                    </a:lnTo>
                    <a:lnTo>
                      <a:pt x="6376" y="2436"/>
                    </a:lnTo>
                    <a:lnTo>
                      <a:pt x="6185" y="2376"/>
                    </a:lnTo>
                    <a:lnTo>
                      <a:pt x="5970" y="2329"/>
                    </a:lnTo>
                    <a:lnTo>
                      <a:pt x="5743" y="2293"/>
                    </a:lnTo>
                    <a:lnTo>
                      <a:pt x="58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1"/>
              <p:cNvSpPr/>
              <p:nvPr/>
            </p:nvSpPr>
            <p:spPr>
              <a:xfrm>
                <a:off x="8526681" y="3146869"/>
                <a:ext cx="72570" cy="38458"/>
              </a:xfrm>
              <a:custGeom>
                <a:rect b="b" l="l" r="r" t="t"/>
                <a:pathLst>
                  <a:path extrusionOk="0" h="646" w="1219">
                    <a:moveTo>
                      <a:pt x="1207" y="0"/>
                    </a:moveTo>
                    <a:lnTo>
                      <a:pt x="896" y="132"/>
                    </a:lnTo>
                    <a:lnTo>
                      <a:pt x="598" y="275"/>
                    </a:lnTo>
                    <a:lnTo>
                      <a:pt x="299" y="442"/>
                    </a:lnTo>
                    <a:lnTo>
                      <a:pt x="13" y="609"/>
                    </a:lnTo>
                    <a:lnTo>
                      <a:pt x="1" y="621"/>
                    </a:lnTo>
                    <a:lnTo>
                      <a:pt x="13" y="633"/>
                    </a:lnTo>
                    <a:lnTo>
                      <a:pt x="13" y="645"/>
                    </a:lnTo>
                    <a:lnTo>
                      <a:pt x="37" y="645"/>
                    </a:lnTo>
                    <a:lnTo>
                      <a:pt x="323" y="466"/>
                    </a:lnTo>
                    <a:lnTo>
                      <a:pt x="610" y="311"/>
                    </a:lnTo>
                    <a:lnTo>
                      <a:pt x="908" y="168"/>
                    </a:lnTo>
                    <a:lnTo>
                      <a:pt x="1219" y="24"/>
                    </a:lnTo>
                    <a:lnTo>
                      <a:pt x="121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1"/>
              <p:cNvSpPr/>
              <p:nvPr/>
            </p:nvSpPr>
            <p:spPr>
              <a:xfrm>
                <a:off x="8501796" y="3135498"/>
                <a:ext cx="65486" cy="39827"/>
              </a:xfrm>
              <a:custGeom>
                <a:rect b="b" l="l" r="r" t="t"/>
                <a:pathLst>
                  <a:path extrusionOk="0" h="669" w="1100">
                    <a:moveTo>
                      <a:pt x="1075" y="0"/>
                    </a:moveTo>
                    <a:lnTo>
                      <a:pt x="13" y="633"/>
                    </a:lnTo>
                    <a:lnTo>
                      <a:pt x="1" y="645"/>
                    </a:lnTo>
                    <a:lnTo>
                      <a:pt x="1" y="657"/>
                    </a:lnTo>
                    <a:lnTo>
                      <a:pt x="13" y="669"/>
                    </a:lnTo>
                    <a:lnTo>
                      <a:pt x="25" y="669"/>
                    </a:lnTo>
                    <a:lnTo>
                      <a:pt x="1087" y="36"/>
                    </a:lnTo>
                    <a:lnTo>
                      <a:pt x="1099" y="24"/>
                    </a:lnTo>
                    <a:lnTo>
                      <a:pt x="1099" y="12"/>
                    </a:lnTo>
                    <a:lnTo>
                      <a:pt x="108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1"/>
              <p:cNvSpPr/>
              <p:nvPr/>
            </p:nvSpPr>
            <p:spPr>
              <a:xfrm>
                <a:off x="8324808" y="2075001"/>
                <a:ext cx="835241" cy="1013660"/>
              </a:xfrm>
              <a:custGeom>
                <a:rect b="b" l="l" r="r" t="t"/>
                <a:pathLst>
                  <a:path extrusionOk="0" h="17027" w="14030">
                    <a:moveTo>
                      <a:pt x="1386" y="1"/>
                    </a:moveTo>
                    <a:lnTo>
                      <a:pt x="1" y="13"/>
                    </a:lnTo>
                    <a:lnTo>
                      <a:pt x="992" y="6424"/>
                    </a:lnTo>
                    <a:lnTo>
                      <a:pt x="6938" y="6520"/>
                    </a:lnTo>
                    <a:lnTo>
                      <a:pt x="5493" y="16859"/>
                    </a:lnTo>
                    <a:lnTo>
                      <a:pt x="12406" y="17026"/>
                    </a:lnTo>
                    <a:lnTo>
                      <a:pt x="13123" y="11260"/>
                    </a:lnTo>
                    <a:lnTo>
                      <a:pt x="13660" y="6890"/>
                    </a:lnTo>
                    <a:lnTo>
                      <a:pt x="13863" y="5147"/>
                    </a:lnTo>
                    <a:lnTo>
                      <a:pt x="13982" y="4024"/>
                    </a:lnTo>
                    <a:lnTo>
                      <a:pt x="14018" y="3654"/>
                    </a:lnTo>
                    <a:lnTo>
                      <a:pt x="14030" y="3296"/>
                    </a:lnTo>
                    <a:lnTo>
                      <a:pt x="14030" y="2950"/>
                    </a:lnTo>
                    <a:lnTo>
                      <a:pt x="14006" y="2603"/>
                    </a:lnTo>
                    <a:lnTo>
                      <a:pt x="13958" y="2281"/>
                    </a:lnTo>
                    <a:lnTo>
                      <a:pt x="13922" y="2126"/>
                    </a:lnTo>
                    <a:lnTo>
                      <a:pt x="13887" y="1971"/>
                    </a:lnTo>
                    <a:lnTo>
                      <a:pt x="13839" y="1827"/>
                    </a:lnTo>
                    <a:lnTo>
                      <a:pt x="13791" y="1684"/>
                    </a:lnTo>
                    <a:lnTo>
                      <a:pt x="13731" y="1541"/>
                    </a:lnTo>
                    <a:lnTo>
                      <a:pt x="13660" y="1409"/>
                    </a:lnTo>
                    <a:lnTo>
                      <a:pt x="13588" y="1278"/>
                    </a:lnTo>
                    <a:lnTo>
                      <a:pt x="13493" y="1147"/>
                    </a:lnTo>
                    <a:lnTo>
                      <a:pt x="13397" y="1027"/>
                    </a:lnTo>
                    <a:lnTo>
                      <a:pt x="13302" y="920"/>
                    </a:lnTo>
                    <a:lnTo>
                      <a:pt x="13182" y="812"/>
                    </a:lnTo>
                    <a:lnTo>
                      <a:pt x="13063" y="717"/>
                    </a:lnTo>
                    <a:lnTo>
                      <a:pt x="12931" y="621"/>
                    </a:lnTo>
                    <a:lnTo>
                      <a:pt x="12788" y="538"/>
                    </a:lnTo>
                    <a:lnTo>
                      <a:pt x="12633" y="454"/>
                    </a:lnTo>
                    <a:lnTo>
                      <a:pt x="12466" y="383"/>
                    </a:lnTo>
                    <a:lnTo>
                      <a:pt x="12287" y="323"/>
                    </a:lnTo>
                    <a:lnTo>
                      <a:pt x="12096" y="263"/>
                    </a:lnTo>
                    <a:lnTo>
                      <a:pt x="11893" y="216"/>
                    </a:lnTo>
                    <a:lnTo>
                      <a:pt x="11678" y="180"/>
                    </a:lnTo>
                    <a:lnTo>
                      <a:pt x="11451" y="144"/>
                    </a:lnTo>
                    <a:lnTo>
                      <a:pt x="11212" y="120"/>
                    </a:lnTo>
                    <a:lnTo>
                      <a:pt x="10663" y="96"/>
                    </a:lnTo>
                    <a:lnTo>
                      <a:pt x="9982" y="60"/>
                    </a:lnTo>
                    <a:lnTo>
                      <a:pt x="8359" y="24"/>
                    </a:lnTo>
                    <a:lnTo>
                      <a:pt x="650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1"/>
              <p:cNvSpPr/>
              <p:nvPr/>
            </p:nvSpPr>
            <p:spPr>
              <a:xfrm>
                <a:off x="7807358" y="2069346"/>
                <a:ext cx="744275" cy="999432"/>
              </a:xfrm>
              <a:custGeom>
                <a:rect b="b" l="l" r="r" t="t"/>
                <a:pathLst>
                  <a:path extrusionOk="0" h="16788" w="12502">
                    <a:moveTo>
                      <a:pt x="3165" y="0"/>
                    </a:moveTo>
                    <a:lnTo>
                      <a:pt x="1171" y="24"/>
                    </a:lnTo>
                    <a:lnTo>
                      <a:pt x="395" y="36"/>
                    </a:lnTo>
                    <a:lnTo>
                      <a:pt x="311" y="561"/>
                    </a:lnTo>
                    <a:lnTo>
                      <a:pt x="228" y="1134"/>
                    </a:lnTo>
                    <a:lnTo>
                      <a:pt x="132" y="1827"/>
                    </a:lnTo>
                    <a:lnTo>
                      <a:pt x="61" y="2579"/>
                    </a:lnTo>
                    <a:lnTo>
                      <a:pt x="25" y="2949"/>
                    </a:lnTo>
                    <a:lnTo>
                      <a:pt x="1" y="3319"/>
                    </a:lnTo>
                    <a:lnTo>
                      <a:pt x="1" y="3677"/>
                    </a:lnTo>
                    <a:lnTo>
                      <a:pt x="1" y="4000"/>
                    </a:lnTo>
                    <a:lnTo>
                      <a:pt x="25" y="4298"/>
                    </a:lnTo>
                    <a:lnTo>
                      <a:pt x="61" y="4561"/>
                    </a:lnTo>
                    <a:lnTo>
                      <a:pt x="96" y="4752"/>
                    </a:lnTo>
                    <a:lnTo>
                      <a:pt x="156" y="4943"/>
                    </a:lnTo>
                    <a:lnTo>
                      <a:pt x="240" y="5134"/>
                    </a:lnTo>
                    <a:lnTo>
                      <a:pt x="323" y="5313"/>
                    </a:lnTo>
                    <a:lnTo>
                      <a:pt x="443" y="5528"/>
                    </a:lnTo>
                    <a:lnTo>
                      <a:pt x="562" y="5719"/>
                    </a:lnTo>
                    <a:lnTo>
                      <a:pt x="705" y="5910"/>
                    </a:lnTo>
                    <a:lnTo>
                      <a:pt x="861" y="6077"/>
                    </a:lnTo>
                    <a:lnTo>
                      <a:pt x="1028" y="6244"/>
                    </a:lnTo>
                    <a:lnTo>
                      <a:pt x="1207" y="6388"/>
                    </a:lnTo>
                    <a:lnTo>
                      <a:pt x="1386" y="6531"/>
                    </a:lnTo>
                    <a:lnTo>
                      <a:pt x="1589" y="6650"/>
                    </a:lnTo>
                    <a:lnTo>
                      <a:pt x="1780" y="6758"/>
                    </a:lnTo>
                    <a:lnTo>
                      <a:pt x="1995" y="6865"/>
                    </a:lnTo>
                    <a:lnTo>
                      <a:pt x="2210" y="6937"/>
                    </a:lnTo>
                    <a:lnTo>
                      <a:pt x="2437" y="7009"/>
                    </a:lnTo>
                    <a:lnTo>
                      <a:pt x="2663" y="7068"/>
                    </a:lnTo>
                    <a:lnTo>
                      <a:pt x="2890" y="7104"/>
                    </a:lnTo>
                    <a:lnTo>
                      <a:pt x="3129" y="7128"/>
                    </a:lnTo>
                    <a:lnTo>
                      <a:pt x="3368" y="7128"/>
                    </a:lnTo>
                    <a:lnTo>
                      <a:pt x="5529" y="7116"/>
                    </a:lnTo>
                    <a:lnTo>
                      <a:pt x="5851" y="16787"/>
                    </a:lnTo>
                    <a:lnTo>
                      <a:pt x="12490" y="16656"/>
                    </a:lnTo>
                    <a:lnTo>
                      <a:pt x="12490" y="3642"/>
                    </a:lnTo>
                    <a:lnTo>
                      <a:pt x="12502" y="3486"/>
                    </a:lnTo>
                    <a:lnTo>
                      <a:pt x="12490" y="3319"/>
                    </a:lnTo>
                    <a:lnTo>
                      <a:pt x="12478" y="3104"/>
                    </a:lnTo>
                    <a:lnTo>
                      <a:pt x="12442" y="2842"/>
                    </a:lnTo>
                    <a:lnTo>
                      <a:pt x="12382" y="2555"/>
                    </a:lnTo>
                    <a:lnTo>
                      <a:pt x="12334" y="2400"/>
                    </a:lnTo>
                    <a:lnTo>
                      <a:pt x="12287" y="2245"/>
                    </a:lnTo>
                    <a:lnTo>
                      <a:pt x="12227" y="2078"/>
                    </a:lnTo>
                    <a:lnTo>
                      <a:pt x="12155" y="1910"/>
                    </a:lnTo>
                    <a:lnTo>
                      <a:pt x="12072" y="1755"/>
                    </a:lnTo>
                    <a:lnTo>
                      <a:pt x="11976" y="1588"/>
                    </a:lnTo>
                    <a:lnTo>
                      <a:pt x="11869" y="1433"/>
                    </a:lnTo>
                    <a:lnTo>
                      <a:pt x="11749" y="1278"/>
                    </a:lnTo>
                    <a:lnTo>
                      <a:pt x="11606" y="1122"/>
                    </a:lnTo>
                    <a:lnTo>
                      <a:pt x="11451" y="979"/>
                    </a:lnTo>
                    <a:lnTo>
                      <a:pt x="11284" y="836"/>
                    </a:lnTo>
                    <a:lnTo>
                      <a:pt x="11105" y="705"/>
                    </a:lnTo>
                    <a:lnTo>
                      <a:pt x="10890" y="573"/>
                    </a:lnTo>
                    <a:lnTo>
                      <a:pt x="10675" y="466"/>
                    </a:lnTo>
                    <a:lnTo>
                      <a:pt x="10424" y="370"/>
                    </a:lnTo>
                    <a:lnTo>
                      <a:pt x="10161" y="275"/>
                    </a:lnTo>
                    <a:lnTo>
                      <a:pt x="9887" y="203"/>
                    </a:lnTo>
                    <a:lnTo>
                      <a:pt x="9576" y="143"/>
                    </a:lnTo>
                    <a:lnTo>
                      <a:pt x="9242" y="108"/>
                    </a:lnTo>
                    <a:lnTo>
                      <a:pt x="8896" y="84"/>
                    </a:lnTo>
                    <a:lnTo>
                      <a:pt x="7392" y="36"/>
                    </a:lnTo>
                    <a:lnTo>
                      <a:pt x="5899" y="12"/>
                    </a:lnTo>
                    <a:lnTo>
                      <a:pt x="446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1"/>
              <p:cNvSpPr/>
              <p:nvPr/>
            </p:nvSpPr>
            <p:spPr>
              <a:xfrm>
                <a:off x="8154964" y="2074287"/>
                <a:ext cx="399523" cy="995860"/>
              </a:xfrm>
              <a:custGeom>
                <a:rect b="b" l="l" r="r" t="t"/>
                <a:pathLst>
                  <a:path extrusionOk="0" h="16728" w="6711">
                    <a:moveTo>
                      <a:pt x="2973" y="1"/>
                    </a:moveTo>
                    <a:lnTo>
                      <a:pt x="2579" y="13"/>
                    </a:lnTo>
                    <a:lnTo>
                      <a:pt x="2567" y="25"/>
                    </a:lnTo>
                    <a:lnTo>
                      <a:pt x="2567" y="36"/>
                    </a:lnTo>
                    <a:lnTo>
                      <a:pt x="2567" y="48"/>
                    </a:lnTo>
                    <a:lnTo>
                      <a:pt x="2579" y="48"/>
                    </a:lnTo>
                    <a:lnTo>
                      <a:pt x="2949" y="36"/>
                    </a:lnTo>
                    <a:lnTo>
                      <a:pt x="3308" y="60"/>
                    </a:lnTo>
                    <a:lnTo>
                      <a:pt x="3678" y="96"/>
                    </a:lnTo>
                    <a:lnTo>
                      <a:pt x="3857" y="120"/>
                    </a:lnTo>
                    <a:lnTo>
                      <a:pt x="4036" y="156"/>
                    </a:lnTo>
                    <a:lnTo>
                      <a:pt x="4203" y="204"/>
                    </a:lnTo>
                    <a:lnTo>
                      <a:pt x="4382" y="251"/>
                    </a:lnTo>
                    <a:lnTo>
                      <a:pt x="4549" y="311"/>
                    </a:lnTo>
                    <a:lnTo>
                      <a:pt x="4728" y="383"/>
                    </a:lnTo>
                    <a:lnTo>
                      <a:pt x="4884" y="454"/>
                    </a:lnTo>
                    <a:lnTo>
                      <a:pt x="5051" y="538"/>
                    </a:lnTo>
                    <a:lnTo>
                      <a:pt x="5206" y="633"/>
                    </a:lnTo>
                    <a:lnTo>
                      <a:pt x="5361" y="741"/>
                    </a:lnTo>
                    <a:lnTo>
                      <a:pt x="5552" y="884"/>
                    </a:lnTo>
                    <a:lnTo>
                      <a:pt x="5743" y="1063"/>
                    </a:lnTo>
                    <a:lnTo>
                      <a:pt x="5910" y="1242"/>
                    </a:lnTo>
                    <a:lnTo>
                      <a:pt x="6066" y="1445"/>
                    </a:lnTo>
                    <a:lnTo>
                      <a:pt x="6197" y="1648"/>
                    </a:lnTo>
                    <a:lnTo>
                      <a:pt x="6304" y="1875"/>
                    </a:lnTo>
                    <a:lnTo>
                      <a:pt x="6400" y="2102"/>
                    </a:lnTo>
                    <a:lnTo>
                      <a:pt x="6436" y="2233"/>
                    </a:lnTo>
                    <a:lnTo>
                      <a:pt x="6460" y="2353"/>
                    </a:lnTo>
                    <a:lnTo>
                      <a:pt x="6495" y="2615"/>
                    </a:lnTo>
                    <a:lnTo>
                      <a:pt x="6531" y="2890"/>
                    </a:lnTo>
                    <a:lnTo>
                      <a:pt x="6567" y="3439"/>
                    </a:lnTo>
                    <a:lnTo>
                      <a:pt x="6615" y="4275"/>
                    </a:lnTo>
                    <a:lnTo>
                      <a:pt x="6639" y="5111"/>
                    </a:lnTo>
                    <a:lnTo>
                      <a:pt x="6663" y="6138"/>
                    </a:lnTo>
                    <a:lnTo>
                      <a:pt x="6675" y="7176"/>
                    </a:lnTo>
                    <a:lnTo>
                      <a:pt x="6687" y="9409"/>
                    </a:lnTo>
                    <a:lnTo>
                      <a:pt x="6675" y="11666"/>
                    </a:lnTo>
                    <a:lnTo>
                      <a:pt x="6651" y="13695"/>
                    </a:lnTo>
                    <a:lnTo>
                      <a:pt x="6639" y="15355"/>
                    </a:lnTo>
                    <a:lnTo>
                      <a:pt x="6639" y="16429"/>
                    </a:lnTo>
                    <a:lnTo>
                      <a:pt x="6639" y="16561"/>
                    </a:lnTo>
                    <a:lnTo>
                      <a:pt x="6639" y="16561"/>
                    </a:lnTo>
                    <a:lnTo>
                      <a:pt x="5994" y="16573"/>
                    </a:lnTo>
                    <a:lnTo>
                      <a:pt x="4406" y="16609"/>
                    </a:lnTo>
                    <a:lnTo>
                      <a:pt x="2496" y="16644"/>
                    </a:lnTo>
                    <a:lnTo>
                      <a:pt x="836" y="16668"/>
                    </a:lnTo>
                    <a:lnTo>
                      <a:pt x="287" y="16680"/>
                    </a:lnTo>
                    <a:lnTo>
                      <a:pt x="96" y="16680"/>
                    </a:lnTo>
                    <a:lnTo>
                      <a:pt x="24" y="16692"/>
                    </a:lnTo>
                    <a:lnTo>
                      <a:pt x="0" y="16692"/>
                    </a:lnTo>
                    <a:lnTo>
                      <a:pt x="0" y="16704"/>
                    </a:lnTo>
                    <a:lnTo>
                      <a:pt x="0" y="16716"/>
                    </a:lnTo>
                    <a:lnTo>
                      <a:pt x="12" y="16728"/>
                    </a:lnTo>
                    <a:lnTo>
                      <a:pt x="681" y="16716"/>
                    </a:lnTo>
                    <a:lnTo>
                      <a:pt x="2257" y="16680"/>
                    </a:lnTo>
                    <a:lnTo>
                      <a:pt x="4179" y="16644"/>
                    </a:lnTo>
                    <a:lnTo>
                      <a:pt x="5839" y="16609"/>
                    </a:lnTo>
                    <a:lnTo>
                      <a:pt x="6376" y="16597"/>
                    </a:lnTo>
                    <a:lnTo>
                      <a:pt x="6507" y="16609"/>
                    </a:lnTo>
                    <a:lnTo>
                      <a:pt x="6579" y="16609"/>
                    </a:lnTo>
                    <a:lnTo>
                      <a:pt x="6639" y="16597"/>
                    </a:lnTo>
                    <a:lnTo>
                      <a:pt x="6651" y="16597"/>
                    </a:lnTo>
                    <a:lnTo>
                      <a:pt x="6663" y="16585"/>
                    </a:lnTo>
                    <a:lnTo>
                      <a:pt x="6675" y="16573"/>
                    </a:lnTo>
                    <a:lnTo>
                      <a:pt x="6675" y="15665"/>
                    </a:lnTo>
                    <a:lnTo>
                      <a:pt x="6687" y="14113"/>
                    </a:lnTo>
                    <a:lnTo>
                      <a:pt x="6710" y="12119"/>
                    </a:lnTo>
                    <a:lnTo>
                      <a:pt x="6710" y="9875"/>
                    </a:lnTo>
                    <a:lnTo>
                      <a:pt x="6710" y="7606"/>
                    </a:lnTo>
                    <a:lnTo>
                      <a:pt x="6698" y="6544"/>
                    </a:lnTo>
                    <a:lnTo>
                      <a:pt x="6687" y="5481"/>
                    </a:lnTo>
                    <a:lnTo>
                      <a:pt x="6663" y="4585"/>
                    </a:lnTo>
                    <a:lnTo>
                      <a:pt x="6615" y="3702"/>
                    </a:lnTo>
                    <a:lnTo>
                      <a:pt x="6579" y="3093"/>
                    </a:lnTo>
                    <a:lnTo>
                      <a:pt x="6555" y="2795"/>
                    </a:lnTo>
                    <a:lnTo>
                      <a:pt x="6519" y="2484"/>
                    </a:lnTo>
                    <a:lnTo>
                      <a:pt x="6484" y="2293"/>
                    </a:lnTo>
                    <a:lnTo>
                      <a:pt x="6424" y="2090"/>
                    </a:lnTo>
                    <a:lnTo>
                      <a:pt x="6352" y="1899"/>
                    </a:lnTo>
                    <a:lnTo>
                      <a:pt x="6269" y="1720"/>
                    </a:lnTo>
                    <a:lnTo>
                      <a:pt x="6173" y="1541"/>
                    </a:lnTo>
                    <a:lnTo>
                      <a:pt x="6054" y="1374"/>
                    </a:lnTo>
                    <a:lnTo>
                      <a:pt x="5934" y="1218"/>
                    </a:lnTo>
                    <a:lnTo>
                      <a:pt x="5791" y="1063"/>
                    </a:lnTo>
                    <a:lnTo>
                      <a:pt x="5672" y="944"/>
                    </a:lnTo>
                    <a:lnTo>
                      <a:pt x="5540" y="836"/>
                    </a:lnTo>
                    <a:lnTo>
                      <a:pt x="5409" y="729"/>
                    </a:lnTo>
                    <a:lnTo>
                      <a:pt x="5266" y="633"/>
                    </a:lnTo>
                    <a:lnTo>
                      <a:pt x="5122" y="550"/>
                    </a:lnTo>
                    <a:lnTo>
                      <a:pt x="4979" y="466"/>
                    </a:lnTo>
                    <a:lnTo>
                      <a:pt x="4824" y="395"/>
                    </a:lnTo>
                    <a:lnTo>
                      <a:pt x="4669" y="323"/>
                    </a:lnTo>
                    <a:lnTo>
                      <a:pt x="4514" y="263"/>
                    </a:lnTo>
                    <a:lnTo>
                      <a:pt x="4358" y="216"/>
                    </a:lnTo>
                    <a:lnTo>
                      <a:pt x="4024" y="120"/>
                    </a:lnTo>
                    <a:lnTo>
                      <a:pt x="3690" y="60"/>
                    </a:lnTo>
                    <a:lnTo>
                      <a:pt x="3355" y="25"/>
                    </a:lnTo>
                    <a:lnTo>
                      <a:pt x="3164" y="13"/>
                    </a:lnTo>
                    <a:lnTo>
                      <a:pt x="297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1"/>
              <p:cNvSpPr/>
              <p:nvPr/>
            </p:nvSpPr>
            <p:spPr>
              <a:xfrm>
                <a:off x="8126508" y="2261931"/>
                <a:ext cx="12145" cy="277302"/>
              </a:xfrm>
              <a:custGeom>
                <a:rect b="b" l="l" r="r" t="t"/>
                <a:pathLst>
                  <a:path extrusionOk="0" h="4658" w="204">
                    <a:moveTo>
                      <a:pt x="13" y="1"/>
                    </a:moveTo>
                    <a:lnTo>
                      <a:pt x="1" y="13"/>
                    </a:lnTo>
                    <a:lnTo>
                      <a:pt x="25" y="920"/>
                    </a:lnTo>
                    <a:lnTo>
                      <a:pt x="60" y="1827"/>
                    </a:lnTo>
                    <a:lnTo>
                      <a:pt x="144" y="3630"/>
                    </a:lnTo>
                    <a:lnTo>
                      <a:pt x="168" y="4633"/>
                    </a:lnTo>
                    <a:lnTo>
                      <a:pt x="180" y="4657"/>
                    </a:lnTo>
                    <a:lnTo>
                      <a:pt x="204" y="4657"/>
                    </a:lnTo>
                    <a:lnTo>
                      <a:pt x="204" y="4633"/>
                    </a:lnTo>
                    <a:lnTo>
                      <a:pt x="180" y="3738"/>
                    </a:lnTo>
                    <a:lnTo>
                      <a:pt x="144" y="2830"/>
                    </a:lnTo>
                    <a:lnTo>
                      <a:pt x="72" y="1027"/>
                    </a:lnTo>
                    <a:lnTo>
                      <a:pt x="37" y="13"/>
                    </a:lnTo>
                    <a:lnTo>
                      <a:pt x="3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1"/>
              <p:cNvSpPr/>
              <p:nvPr/>
            </p:nvSpPr>
            <p:spPr>
              <a:xfrm>
                <a:off x="8662473" y="3078646"/>
                <a:ext cx="399523" cy="12859"/>
              </a:xfrm>
              <a:custGeom>
                <a:rect b="b" l="l" r="r" t="t"/>
                <a:pathLst>
                  <a:path extrusionOk="0" h="216" w="6711">
                    <a:moveTo>
                      <a:pt x="0" y="0"/>
                    </a:moveTo>
                    <a:lnTo>
                      <a:pt x="0" y="12"/>
                    </a:lnTo>
                    <a:lnTo>
                      <a:pt x="0" y="24"/>
                    </a:lnTo>
                    <a:lnTo>
                      <a:pt x="12" y="36"/>
                    </a:lnTo>
                    <a:lnTo>
                      <a:pt x="2615" y="108"/>
                    </a:lnTo>
                    <a:lnTo>
                      <a:pt x="5230" y="179"/>
                    </a:lnTo>
                    <a:lnTo>
                      <a:pt x="6698" y="215"/>
                    </a:lnTo>
                    <a:lnTo>
                      <a:pt x="6710" y="215"/>
                    </a:lnTo>
                    <a:lnTo>
                      <a:pt x="6710" y="203"/>
                    </a:lnTo>
                    <a:lnTo>
                      <a:pt x="6710" y="191"/>
                    </a:lnTo>
                    <a:lnTo>
                      <a:pt x="6698" y="179"/>
                    </a:lnTo>
                    <a:lnTo>
                      <a:pt x="4096" y="108"/>
                    </a:lnTo>
                    <a:lnTo>
                      <a:pt x="1481" y="36"/>
                    </a:lnTo>
                    <a:lnTo>
                      <a:pt x="12" y="0"/>
                    </a:lnTo>
                    <a:close/>
                  </a:path>
                </a:pathLst>
              </a:custGeom>
              <a:solidFill>
                <a:srgbClr val="B9C0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1"/>
              <p:cNvSpPr/>
              <p:nvPr/>
            </p:nvSpPr>
            <p:spPr>
              <a:xfrm>
                <a:off x="8739209" y="1504271"/>
                <a:ext cx="281529" cy="191218"/>
              </a:xfrm>
              <a:custGeom>
                <a:rect b="b" l="l" r="r" t="t"/>
                <a:pathLst>
                  <a:path extrusionOk="0" h="3212" w="4729">
                    <a:moveTo>
                      <a:pt x="1756" y="0"/>
                    </a:moveTo>
                    <a:lnTo>
                      <a:pt x="1" y="1158"/>
                    </a:lnTo>
                    <a:lnTo>
                      <a:pt x="908" y="2197"/>
                    </a:lnTo>
                    <a:lnTo>
                      <a:pt x="1529" y="2901"/>
                    </a:lnTo>
                    <a:lnTo>
                      <a:pt x="1792" y="3212"/>
                    </a:lnTo>
                    <a:lnTo>
                      <a:pt x="1827" y="3188"/>
                    </a:lnTo>
                    <a:lnTo>
                      <a:pt x="1911" y="3104"/>
                    </a:lnTo>
                    <a:lnTo>
                      <a:pt x="2245" y="2818"/>
                    </a:lnTo>
                    <a:lnTo>
                      <a:pt x="3248" y="1958"/>
                    </a:lnTo>
                    <a:lnTo>
                      <a:pt x="4729" y="717"/>
                    </a:lnTo>
                    <a:lnTo>
                      <a:pt x="1756" y="0"/>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1"/>
              <p:cNvSpPr/>
              <p:nvPr/>
            </p:nvSpPr>
            <p:spPr>
              <a:xfrm>
                <a:off x="8839461" y="1350025"/>
                <a:ext cx="211162" cy="70427"/>
              </a:xfrm>
              <a:custGeom>
                <a:rect b="b" l="l" r="r" t="t"/>
                <a:pathLst>
                  <a:path extrusionOk="0" h="1183" w="3547">
                    <a:moveTo>
                      <a:pt x="1552" y="0"/>
                    </a:moveTo>
                    <a:lnTo>
                      <a:pt x="1325" y="24"/>
                    </a:lnTo>
                    <a:lnTo>
                      <a:pt x="1099" y="48"/>
                    </a:lnTo>
                    <a:lnTo>
                      <a:pt x="872" y="84"/>
                    </a:lnTo>
                    <a:lnTo>
                      <a:pt x="645" y="132"/>
                    </a:lnTo>
                    <a:lnTo>
                      <a:pt x="430" y="191"/>
                    </a:lnTo>
                    <a:lnTo>
                      <a:pt x="215" y="263"/>
                    </a:lnTo>
                    <a:lnTo>
                      <a:pt x="0" y="347"/>
                    </a:lnTo>
                    <a:lnTo>
                      <a:pt x="72" y="884"/>
                    </a:lnTo>
                    <a:lnTo>
                      <a:pt x="1696" y="1182"/>
                    </a:lnTo>
                    <a:lnTo>
                      <a:pt x="3451" y="741"/>
                    </a:lnTo>
                    <a:lnTo>
                      <a:pt x="3546" y="347"/>
                    </a:lnTo>
                    <a:lnTo>
                      <a:pt x="3331" y="275"/>
                    </a:lnTo>
                    <a:lnTo>
                      <a:pt x="3116" y="203"/>
                    </a:lnTo>
                    <a:lnTo>
                      <a:pt x="2902" y="144"/>
                    </a:lnTo>
                    <a:lnTo>
                      <a:pt x="2675" y="84"/>
                    </a:lnTo>
                    <a:lnTo>
                      <a:pt x="2460" y="48"/>
                    </a:lnTo>
                    <a:lnTo>
                      <a:pt x="2233" y="24"/>
                    </a:lnTo>
                    <a:lnTo>
                      <a:pt x="2006"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1"/>
              <p:cNvSpPr/>
              <p:nvPr/>
            </p:nvSpPr>
            <p:spPr>
              <a:xfrm>
                <a:off x="8838032" y="1372052"/>
                <a:ext cx="212591" cy="263729"/>
              </a:xfrm>
              <a:custGeom>
                <a:rect b="b" l="l" r="r" t="t"/>
                <a:pathLst>
                  <a:path extrusionOk="0" h="4430" w="3571">
                    <a:moveTo>
                      <a:pt x="0" y="0"/>
                    </a:moveTo>
                    <a:lnTo>
                      <a:pt x="0" y="3594"/>
                    </a:lnTo>
                    <a:lnTo>
                      <a:pt x="12" y="3666"/>
                    </a:lnTo>
                    <a:lnTo>
                      <a:pt x="24" y="3749"/>
                    </a:lnTo>
                    <a:lnTo>
                      <a:pt x="48" y="3821"/>
                    </a:lnTo>
                    <a:lnTo>
                      <a:pt x="84" y="3881"/>
                    </a:lnTo>
                    <a:lnTo>
                      <a:pt x="132" y="3940"/>
                    </a:lnTo>
                    <a:lnTo>
                      <a:pt x="179" y="4000"/>
                    </a:lnTo>
                    <a:lnTo>
                      <a:pt x="239" y="4048"/>
                    </a:lnTo>
                    <a:lnTo>
                      <a:pt x="311" y="4084"/>
                    </a:lnTo>
                    <a:lnTo>
                      <a:pt x="490" y="4167"/>
                    </a:lnTo>
                    <a:lnTo>
                      <a:pt x="669" y="4239"/>
                    </a:lnTo>
                    <a:lnTo>
                      <a:pt x="860" y="4299"/>
                    </a:lnTo>
                    <a:lnTo>
                      <a:pt x="1039" y="4346"/>
                    </a:lnTo>
                    <a:lnTo>
                      <a:pt x="1218" y="4382"/>
                    </a:lnTo>
                    <a:lnTo>
                      <a:pt x="1409" y="4418"/>
                    </a:lnTo>
                    <a:lnTo>
                      <a:pt x="1588" y="4430"/>
                    </a:lnTo>
                    <a:lnTo>
                      <a:pt x="1958" y="4430"/>
                    </a:lnTo>
                    <a:lnTo>
                      <a:pt x="2137" y="4406"/>
                    </a:lnTo>
                    <a:lnTo>
                      <a:pt x="2329" y="4382"/>
                    </a:lnTo>
                    <a:lnTo>
                      <a:pt x="2508" y="4346"/>
                    </a:lnTo>
                    <a:lnTo>
                      <a:pt x="2699" y="4299"/>
                    </a:lnTo>
                    <a:lnTo>
                      <a:pt x="2878" y="4239"/>
                    </a:lnTo>
                    <a:lnTo>
                      <a:pt x="3069" y="4167"/>
                    </a:lnTo>
                    <a:lnTo>
                      <a:pt x="3248" y="4084"/>
                    </a:lnTo>
                    <a:lnTo>
                      <a:pt x="3320" y="4048"/>
                    </a:lnTo>
                    <a:lnTo>
                      <a:pt x="3391" y="4000"/>
                    </a:lnTo>
                    <a:lnTo>
                      <a:pt x="3439" y="3940"/>
                    </a:lnTo>
                    <a:lnTo>
                      <a:pt x="3487" y="3881"/>
                    </a:lnTo>
                    <a:lnTo>
                      <a:pt x="3522" y="3809"/>
                    </a:lnTo>
                    <a:lnTo>
                      <a:pt x="3546" y="3737"/>
                    </a:lnTo>
                    <a:lnTo>
                      <a:pt x="3570" y="3666"/>
                    </a:lnTo>
                    <a:lnTo>
                      <a:pt x="3570" y="3582"/>
                    </a:lnTo>
                    <a:lnTo>
                      <a:pt x="3570" y="0"/>
                    </a:lnTo>
                    <a:lnTo>
                      <a:pt x="3343" y="120"/>
                    </a:lnTo>
                    <a:lnTo>
                      <a:pt x="3105" y="227"/>
                    </a:lnTo>
                    <a:lnTo>
                      <a:pt x="2878" y="311"/>
                    </a:lnTo>
                    <a:lnTo>
                      <a:pt x="2651" y="382"/>
                    </a:lnTo>
                    <a:lnTo>
                      <a:pt x="2424" y="442"/>
                    </a:lnTo>
                    <a:lnTo>
                      <a:pt x="2197" y="478"/>
                    </a:lnTo>
                    <a:lnTo>
                      <a:pt x="1970" y="502"/>
                    </a:lnTo>
                    <a:lnTo>
                      <a:pt x="1743" y="514"/>
                    </a:lnTo>
                    <a:lnTo>
                      <a:pt x="1517" y="502"/>
                    </a:lnTo>
                    <a:lnTo>
                      <a:pt x="1302" y="478"/>
                    </a:lnTo>
                    <a:lnTo>
                      <a:pt x="1087" y="442"/>
                    </a:lnTo>
                    <a:lnTo>
                      <a:pt x="860" y="382"/>
                    </a:lnTo>
                    <a:lnTo>
                      <a:pt x="645" y="311"/>
                    </a:lnTo>
                    <a:lnTo>
                      <a:pt x="430" y="227"/>
                    </a:lnTo>
                    <a:lnTo>
                      <a:pt x="215" y="12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1"/>
              <p:cNvSpPr/>
              <p:nvPr/>
            </p:nvSpPr>
            <p:spPr>
              <a:xfrm>
                <a:off x="8776179" y="1420391"/>
                <a:ext cx="164250" cy="152879"/>
              </a:xfrm>
              <a:custGeom>
                <a:rect b="b" l="l" r="r" t="t"/>
                <a:pathLst>
                  <a:path extrusionOk="0" h="2568" w="2759">
                    <a:moveTo>
                      <a:pt x="1254" y="0"/>
                    </a:moveTo>
                    <a:lnTo>
                      <a:pt x="1027" y="24"/>
                    </a:lnTo>
                    <a:lnTo>
                      <a:pt x="920" y="36"/>
                    </a:lnTo>
                    <a:lnTo>
                      <a:pt x="812" y="60"/>
                    </a:lnTo>
                    <a:lnTo>
                      <a:pt x="717" y="108"/>
                    </a:lnTo>
                    <a:lnTo>
                      <a:pt x="621" y="156"/>
                    </a:lnTo>
                    <a:lnTo>
                      <a:pt x="514" y="227"/>
                    </a:lnTo>
                    <a:lnTo>
                      <a:pt x="430" y="311"/>
                    </a:lnTo>
                    <a:lnTo>
                      <a:pt x="359" y="406"/>
                    </a:lnTo>
                    <a:lnTo>
                      <a:pt x="287" y="514"/>
                    </a:lnTo>
                    <a:lnTo>
                      <a:pt x="227" y="633"/>
                    </a:lnTo>
                    <a:lnTo>
                      <a:pt x="180" y="752"/>
                    </a:lnTo>
                    <a:lnTo>
                      <a:pt x="108" y="991"/>
                    </a:lnTo>
                    <a:lnTo>
                      <a:pt x="48" y="1242"/>
                    </a:lnTo>
                    <a:lnTo>
                      <a:pt x="24" y="1385"/>
                    </a:lnTo>
                    <a:lnTo>
                      <a:pt x="13" y="1540"/>
                    </a:lnTo>
                    <a:lnTo>
                      <a:pt x="1" y="1696"/>
                    </a:lnTo>
                    <a:lnTo>
                      <a:pt x="1" y="1863"/>
                    </a:lnTo>
                    <a:lnTo>
                      <a:pt x="13" y="2042"/>
                    </a:lnTo>
                    <a:lnTo>
                      <a:pt x="36" y="2245"/>
                    </a:lnTo>
                    <a:lnTo>
                      <a:pt x="60" y="2293"/>
                    </a:lnTo>
                    <a:lnTo>
                      <a:pt x="84" y="2340"/>
                    </a:lnTo>
                    <a:lnTo>
                      <a:pt x="120" y="2400"/>
                    </a:lnTo>
                    <a:lnTo>
                      <a:pt x="180" y="2460"/>
                    </a:lnTo>
                    <a:lnTo>
                      <a:pt x="263" y="2508"/>
                    </a:lnTo>
                    <a:lnTo>
                      <a:pt x="359" y="2543"/>
                    </a:lnTo>
                    <a:lnTo>
                      <a:pt x="418" y="2555"/>
                    </a:lnTo>
                    <a:lnTo>
                      <a:pt x="478" y="2567"/>
                    </a:lnTo>
                    <a:lnTo>
                      <a:pt x="609" y="2567"/>
                    </a:lnTo>
                    <a:lnTo>
                      <a:pt x="717" y="2555"/>
                    </a:lnTo>
                    <a:lnTo>
                      <a:pt x="812" y="2543"/>
                    </a:lnTo>
                    <a:lnTo>
                      <a:pt x="884" y="2520"/>
                    </a:lnTo>
                    <a:lnTo>
                      <a:pt x="992" y="2484"/>
                    </a:lnTo>
                    <a:lnTo>
                      <a:pt x="1027" y="2460"/>
                    </a:lnTo>
                    <a:lnTo>
                      <a:pt x="1147" y="2317"/>
                    </a:lnTo>
                    <a:lnTo>
                      <a:pt x="1254" y="2149"/>
                    </a:lnTo>
                    <a:lnTo>
                      <a:pt x="1350" y="1982"/>
                    </a:lnTo>
                    <a:lnTo>
                      <a:pt x="1409" y="1803"/>
                    </a:lnTo>
                    <a:lnTo>
                      <a:pt x="1445" y="1612"/>
                    </a:lnTo>
                    <a:lnTo>
                      <a:pt x="1469" y="1421"/>
                    </a:lnTo>
                    <a:lnTo>
                      <a:pt x="1469" y="1230"/>
                    </a:lnTo>
                    <a:lnTo>
                      <a:pt x="1433" y="1027"/>
                    </a:lnTo>
                    <a:lnTo>
                      <a:pt x="1600" y="1039"/>
                    </a:lnTo>
                    <a:lnTo>
                      <a:pt x="1768" y="1027"/>
                    </a:lnTo>
                    <a:lnTo>
                      <a:pt x="1923" y="991"/>
                    </a:lnTo>
                    <a:lnTo>
                      <a:pt x="2078" y="944"/>
                    </a:lnTo>
                    <a:lnTo>
                      <a:pt x="2233" y="872"/>
                    </a:lnTo>
                    <a:lnTo>
                      <a:pt x="2377" y="788"/>
                    </a:lnTo>
                    <a:lnTo>
                      <a:pt x="2508" y="693"/>
                    </a:lnTo>
                    <a:lnTo>
                      <a:pt x="2627" y="573"/>
                    </a:lnTo>
                    <a:lnTo>
                      <a:pt x="2663" y="514"/>
                    </a:lnTo>
                    <a:lnTo>
                      <a:pt x="2699" y="454"/>
                    </a:lnTo>
                    <a:lnTo>
                      <a:pt x="2735" y="394"/>
                    </a:lnTo>
                    <a:lnTo>
                      <a:pt x="2759" y="335"/>
                    </a:lnTo>
                    <a:lnTo>
                      <a:pt x="2759" y="263"/>
                    </a:lnTo>
                    <a:lnTo>
                      <a:pt x="2759" y="203"/>
                    </a:lnTo>
                    <a:lnTo>
                      <a:pt x="2735" y="144"/>
                    </a:lnTo>
                    <a:lnTo>
                      <a:pt x="2699" y="96"/>
                    </a:lnTo>
                    <a:lnTo>
                      <a:pt x="2639" y="60"/>
                    </a:lnTo>
                    <a:lnTo>
                      <a:pt x="2580" y="36"/>
                    </a:lnTo>
                    <a:lnTo>
                      <a:pt x="2508" y="24"/>
                    </a:lnTo>
                    <a:lnTo>
                      <a:pt x="2436" y="24"/>
                    </a:lnTo>
                    <a:lnTo>
                      <a:pt x="1481" y="0"/>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1"/>
              <p:cNvSpPr/>
              <p:nvPr/>
            </p:nvSpPr>
            <p:spPr>
              <a:xfrm>
                <a:off x="9022819" y="1418962"/>
                <a:ext cx="93168" cy="103825"/>
              </a:xfrm>
              <a:custGeom>
                <a:rect b="b" l="l" r="r" t="t"/>
                <a:pathLst>
                  <a:path extrusionOk="0" h="1744" w="1565">
                    <a:moveTo>
                      <a:pt x="610" y="0"/>
                    </a:moveTo>
                    <a:lnTo>
                      <a:pt x="502" y="24"/>
                    </a:lnTo>
                    <a:lnTo>
                      <a:pt x="395" y="48"/>
                    </a:lnTo>
                    <a:lnTo>
                      <a:pt x="299" y="96"/>
                    </a:lnTo>
                    <a:lnTo>
                      <a:pt x="204" y="144"/>
                    </a:lnTo>
                    <a:lnTo>
                      <a:pt x="108" y="215"/>
                    </a:lnTo>
                    <a:lnTo>
                      <a:pt x="36" y="299"/>
                    </a:lnTo>
                    <a:lnTo>
                      <a:pt x="1" y="335"/>
                    </a:lnTo>
                    <a:lnTo>
                      <a:pt x="1" y="382"/>
                    </a:lnTo>
                    <a:lnTo>
                      <a:pt x="1" y="418"/>
                    </a:lnTo>
                    <a:lnTo>
                      <a:pt x="36" y="466"/>
                    </a:lnTo>
                    <a:lnTo>
                      <a:pt x="72" y="490"/>
                    </a:lnTo>
                    <a:lnTo>
                      <a:pt x="120" y="502"/>
                    </a:lnTo>
                    <a:lnTo>
                      <a:pt x="156" y="490"/>
                    </a:lnTo>
                    <a:lnTo>
                      <a:pt x="204" y="466"/>
                    </a:lnTo>
                    <a:lnTo>
                      <a:pt x="251" y="406"/>
                    </a:lnTo>
                    <a:lnTo>
                      <a:pt x="311" y="359"/>
                    </a:lnTo>
                    <a:lnTo>
                      <a:pt x="371" y="323"/>
                    </a:lnTo>
                    <a:lnTo>
                      <a:pt x="430" y="287"/>
                    </a:lnTo>
                    <a:lnTo>
                      <a:pt x="502" y="263"/>
                    </a:lnTo>
                    <a:lnTo>
                      <a:pt x="562" y="251"/>
                    </a:lnTo>
                    <a:lnTo>
                      <a:pt x="633" y="239"/>
                    </a:lnTo>
                    <a:lnTo>
                      <a:pt x="777" y="239"/>
                    </a:lnTo>
                    <a:lnTo>
                      <a:pt x="848" y="251"/>
                    </a:lnTo>
                    <a:lnTo>
                      <a:pt x="920" y="275"/>
                    </a:lnTo>
                    <a:lnTo>
                      <a:pt x="980" y="299"/>
                    </a:lnTo>
                    <a:lnTo>
                      <a:pt x="1039" y="335"/>
                    </a:lnTo>
                    <a:lnTo>
                      <a:pt x="1099" y="382"/>
                    </a:lnTo>
                    <a:lnTo>
                      <a:pt x="1147" y="430"/>
                    </a:lnTo>
                    <a:lnTo>
                      <a:pt x="1195" y="478"/>
                    </a:lnTo>
                    <a:lnTo>
                      <a:pt x="1230" y="538"/>
                    </a:lnTo>
                    <a:lnTo>
                      <a:pt x="1266" y="609"/>
                    </a:lnTo>
                    <a:lnTo>
                      <a:pt x="1290" y="669"/>
                    </a:lnTo>
                    <a:lnTo>
                      <a:pt x="1314" y="741"/>
                    </a:lnTo>
                    <a:lnTo>
                      <a:pt x="1326" y="800"/>
                    </a:lnTo>
                    <a:lnTo>
                      <a:pt x="1326" y="872"/>
                    </a:lnTo>
                    <a:lnTo>
                      <a:pt x="1314" y="1003"/>
                    </a:lnTo>
                    <a:lnTo>
                      <a:pt x="1266" y="1135"/>
                    </a:lnTo>
                    <a:lnTo>
                      <a:pt x="1230" y="1194"/>
                    </a:lnTo>
                    <a:lnTo>
                      <a:pt x="1195" y="1254"/>
                    </a:lnTo>
                    <a:lnTo>
                      <a:pt x="1159" y="1302"/>
                    </a:lnTo>
                    <a:lnTo>
                      <a:pt x="1111" y="1362"/>
                    </a:lnTo>
                    <a:lnTo>
                      <a:pt x="1051" y="1397"/>
                    </a:lnTo>
                    <a:lnTo>
                      <a:pt x="992" y="1433"/>
                    </a:lnTo>
                    <a:lnTo>
                      <a:pt x="908" y="1469"/>
                    </a:lnTo>
                    <a:lnTo>
                      <a:pt x="824" y="1493"/>
                    </a:lnTo>
                    <a:lnTo>
                      <a:pt x="741" y="1505"/>
                    </a:lnTo>
                    <a:lnTo>
                      <a:pt x="657" y="1505"/>
                    </a:lnTo>
                    <a:lnTo>
                      <a:pt x="574" y="1493"/>
                    </a:lnTo>
                    <a:lnTo>
                      <a:pt x="490" y="1469"/>
                    </a:lnTo>
                    <a:lnTo>
                      <a:pt x="407" y="1445"/>
                    </a:lnTo>
                    <a:lnTo>
                      <a:pt x="335" y="1397"/>
                    </a:lnTo>
                    <a:lnTo>
                      <a:pt x="287" y="1385"/>
                    </a:lnTo>
                    <a:lnTo>
                      <a:pt x="239" y="1385"/>
                    </a:lnTo>
                    <a:lnTo>
                      <a:pt x="204" y="1409"/>
                    </a:lnTo>
                    <a:lnTo>
                      <a:pt x="180" y="1445"/>
                    </a:lnTo>
                    <a:lnTo>
                      <a:pt x="156" y="1481"/>
                    </a:lnTo>
                    <a:lnTo>
                      <a:pt x="156" y="1529"/>
                    </a:lnTo>
                    <a:lnTo>
                      <a:pt x="180" y="1576"/>
                    </a:lnTo>
                    <a:lnTo>
                      <a:pt x="216" y="1612"/>
                    </a:lnTo>
                    <a:lnTo>
                      <a:pt x="299" y="1660"/>
                    </a:lnTo>
                    <a:lnTo>
                      <a:pt x="395" y="1696"/>
                    </a:lnTo>
                    <a:lnTo>
                      <a:pt x="490" y="1720"/>
                    </a:lnTo>
                    <a:lnTo>
                      <a:pt x="598" y="1744"/>
                    </a:lnTo>
                    <a:lnTo>
                      <a:pt x="801" y="1744"/>
                    </a:lnTo>
                    <a:lnTo>
                      <a:pt x="896" y="1720"/>
                    </a:lnTo>
                    <a:lnTo>
                      <a:pt x="992" y="1696"/>
                    </a:lnTo>
                    <a:lnTo>
                      <a:pt x="1087" y="1648"/>
                    </a:lnTo>
                    <a:lnTo>
                      <a:pt x="1171" y="1600"/>
                    </a:lnTo>
                    <a:lnTo>
                      <a:pt x="1254" y="1541"/>
                    </a:lnTo>
                    <a:lnTo>
                      <a:pt x="1326" y="1481"/>
                    </a:lnTo>
                    <a:lnTo>
                      <a:pt x="1386" y="1397"/>
                    </a:lnTo>
                    <a:lnTo>
                      <a:pt x="1445" y="1326"/>
                    </a:lnTo>
                    <a:lnTo>
                      <a:pt x="1481" y="1230"/>
                    </a:lnTo>
                    <a:lnTo>
                      <a:pt x="1517" y="1135"/>
                    </a:lnTo>
                    <a:lnTo>
                      <a:pt x="1553" y="1051"/>
                    </a:lnTo>
                    <a:lnTo>
                      <a:pt x="1565" y="956"/>
                    </a:lnTo>
                    <a:lnTo>
                      <a:pt x="1565" y="860"/>
                    </a:lnTo>
                    <a:lnTo>
                      <a:pt x="1553" y="765"/>
                    </a:lnTo>
                    <a:lnTo>
                      <a:pt x="1541" y="669"/>
                    </a:lnTo>
                    <a:lnTo>
                      <a:pt x="1517" y="585"/>
                    </a:lnTo>
                    <a:lnTo>
                      <a:pt x="1481" y="502"/>
                    </a:lnTo>
                    <a:lnTo>
                      <a:pt x="1433" y="418"/>
                    </a:lnTo>
                    <a:lnTo>
                      <a:pt x="1386" y="335"/>
                    </a:lnTo>
                    <a:lnTo>
                      <a:pt x="1326" y="263"/>
                    </a:lnTo>
                    <a:lnTo>
                      <a:pt x="1254" y="203"/>
                    </a:lnTo>
                    <a:lnTo>
                      <a:pt x="1183" y="144"/>
                    </a:lnTo>
                    <a:lnTo>
                      <a:pt x="1099" y="96"/>
                    </a:lnTo>
                    <a:lnTo>
                      <a:pt x="1015" y="60"/>
                    </a:lnTo>
                    <a:lnTo>
                      <a:pt x="920" y="24"/>
                    </a:lnTo>
                    <a:lnTo>
                      <a:pt x="836" y="12"/>
                    </a:lnTo>
                    <a:lnTo>
                      <a:pt x="71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1"/>
              <p:cNvSpPr/>
              <p:nvPr/>
            </p:nvSpPr>
            <p:spPr>
              <a:xfrm>
                <a:off x="9023534" y="1451645"/>
                <a:ext cx="52686" cy="49114"/>
              </a:xfrm>
              <a:custGeom>
                <a:rect b="b" l="l" r="r" t="t"/>
                <a:pathLst>
                  <a:path extrusionOk="0" h="825" w="885">
                    <a:moveTo>
                      <a:pt x="514" y="1"/>
                    </a:moveTo>
                    <a:lnTo>
                      <a:pt x="466" y="13"/>
                    </a:lnTo>
                    <a:lnTo>
                      <a:pt x="466" y="25"/>
                    </a:lnTo>
                    <a:lnTo>
                      <a:pt x="406" y="25"/>
                    </a:lnTo>
                    <a:lnTo>
                      <a:pt x="335" y="36"/>
                    </a:lnTo>
                    <a:lnTo>
                      <a:pt x="275" y="60"/>
                    </a:lnTo>
                    <a:lnTo>
                      <a:pt x="215" y="84"/>
                    </a:lnTo>
                    <a:lnTo>
                      <a:pt x="168" y="120"/>
                    </a:lnTo>
                    <a:lnTo>
                      <a:pt x="120" y="156"/>
                    </a:lnTo>
                    <a:lnTo>
                      <a:pt x="72" y="204"/>
                    </a:lnTo>
                    <a:lnTo>
                      <a:pt x="36" y="263"/>
                    </a:lnTo>
                    <a:lnTo>
                      <a:pt x="12" y="323"/>
                    </a:lnTo>
                    <a:lnTo>
                      <a:pt x="1" y="383"/>
                    </a:lnTo>
                    <a:lnTo>
                      <a:pt x="1" y="442"/>
                    </a:lnTo>
                    <a:lnTo>
                      <a:pt x="1" y="514"/>
                    </a:lnTo>
                    <a:lnTo>
                      <a:pt x="12" y="574"/>
                    </a:lnTo>
                    <a:lnTo>
                      <a:pt x="36" y="633"/>
                    </a:lnTo>
                    <a:lnTo>
                      <a:pt x="72" y="681"/>
                    </a:lnTo>
                    <a:lnTo>
                      <a:pt x="120" y="729"/>
                    </a:lnTo>
                    <a:lnTo>
                      <a:pt x="168" y="777"/>
                    </a:lnTo>
                    <a:lnTo>
                      <a:pt x="227" y="801"/>
                    </a:lnTo>
                    <a:lnTo>
                      <a:pt x="299" y="824"/>
                    </a:lnTo>
                    <a:lnTo>
                      <a:pt x="430" y="824"/>
                    </a:lnTo>
                    <a:lnTo>
                      <a:pt x="502" y="813"/>
                    </a:lnTo>
                    <a:lnTo>
                      <a:pt x="562" y="789"/>
                    </a:lnTo>
                    <a:lnTo>
                      <a:pt x="633" y="765"/>
                    </a:lnTo>
                    <a:lnTo>
                      <a:pt x="705" y="717"/>
                    </a:lnTo>
                    <a:lnTo>
                      <a:pt x="777" y="645"/>
                    </a:lnTo>
                    <a:lnTo>
                      <a:pt x="824" y="574"/>
                    </a:lnTo>
                    <a:lnTo>
                      <a:pt x="872" y="478"/>
                    </a:lnTo>
                    <a:lnTo>
                      <a:pt x="884" y="395"/>
                    </a:lnTo>
                    <a:lnTo>
                      <a:pt x="884" y="299"/>
                    </a:lnTo>
                    <a:lnTo>
                      <a:pt x="860" y="204"/>
                    </a:lnTo>
                    <a:lnTo>
                      <a:pt x="812" y="120"/>
                    </a:lnTo>
                    <a:lnTo>
                      <a:pt x="741" y="60"/>
                    </a:lnTo>
                    <a:lnTo>
                      <a:pt x="657" y="13"/>
                    </a:lnTo>
                    <a:lnTo>
                      <a:pt x="562" y="1"/>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1"/>
              <p:cNvSpPr/>
              <p:nvPr/>
            </p:nvSpPr>
            <p:spPr>
              <a:xfrm>
                <a:off x="9023534" y="1451645"/>
                <a:ext cx="52686" cy="49114"/>
              </a:xfrm>
              <a:custGeom>
                <a:rect b="b" l="l" r="r" t="t"/>
                <a:pathLst>
                  <a:path extrusionOk="0" fill="none" h="825" w="885">
                    <a:moveTo>
                      <a:pt x="466" y="25"/>
                    </a:moveTo>
                    <a:lnTo>
                      <a:pt x="466" y="25"/>
                    </a:lnTo>
                    <a:lnTo>
                      <a:pt x="406" y="25"/>
                    </a:lnTo>
                    <a:lnTo>
                      <a:pt x="335" y="36"/>
                    </a:lnTo>
                    <a:lnTo>
                      <a:pt x="275" y="60"/>
                    </a:lnTo>
                    <a:lnTo>
                      <a:pt x="215" y="84"/>
                    </a:lnTo>
                    <a:lnTo>
                      <a:pt x="168" y="120"/>
                    </a:lnTo>
                    <a:lnTo>
                      <a:pt x="120" y="156"/>
                    </a:lnTo>
                    <a:lnTo>
                      <a:pt x="72" y="204"/>
                    </a:lnTo>
                    <a:lnTo>
                      <a:pt x="36" y="263"/>
                    </a:lnTo>
                    <a:lnTo>
                      <a:pt x="36" y="263"/>
                    </a:lnTo>
                    <a:lnTo>
                      <a:pt x="12" y="323"/>
                    </a:lnTo>
                    <a:lnTo>
                      <a:pt x="1" y="383"/>
                    </a:lnTo>
                    <a:lnTo>
                      <a:pt x="1" y="442"/>
                    </a:lnTo>
                    <a:lnTo>
                      <a:pt x="1" y="514"/>
                    </a:lnTo>
                    <a:lnTo>
                      <a:pt x="12" y="574"/>
                    </a:lnTo>
                    <a:lnTo>
                      <a:pt x="36" y="633"/>
                    </a:lnTo>
                    <a:lnTo>
                      <a:pt x="72" y="681"/>
                    </a:lnTo>
                    <a:lnTo>
                      <a:pt x="120" y="729"/>
                    </a:lnTo>
                    <a:lnTo>
                      <a:pt x="120" y="729"/>
                    </a:lnTo>
                    <a:lnTo>
                      <a:pt x="168" y="777"/>
                    </a:lnTo>
                    <a:lnTo>
                      <a:pt x="227" y="801"/>
                    </a:lnTo>
                    <a:lnTo>
                      <a:pt x="299" y="824"/>
                    </a:lnTo>
                    <a:lnTo>
                      <a:pt x="359" y="824"/>
                    </a:lnTo>
                    <a:lnTo>
                      <a:pt x="430" y="824"/>
                    </a:lnTo>
                    <a:lnTo>
                      <a:pt x="502" y="813"/>
                    </a:lnTo>
                    <a:lnTo>
                      <a:pt x="562" y="789"/>
                    </a:lnTo>
                    <a:lnTo>
                      <a:pt x="633" y="765"/>
                    </a:lnTo>
                    <a:lnTo>
                      <a:pt x="633" y="765"/>
                    </a:lnTo>
                    <a:lnTo>
                      <a:pt x="705" y="717"/>
                    </a:lnTo>
                    <a:lnTo>
                      <a:pt x="777" y="645"/>
                    </a:lnTo>
                    <a:lnTo>
                      <a:pt x="824" y="574"/>
                    </a:lnTo>
                    <a:lnTo>
                      <a:pt x="872" y="478"/>
                    </a:lnTo>
                    <a:lnTo>
                      <a:pt x="872" y="478"/>
                    </a:lnTo>
                    <a:lnTo>
                      <a:pt x="884" y="395"/>
                    </a:lnTo>
                    <a:lnTo>
                      <a:pt x="884" y="299"/>
                    </a:lnTo>
                    <a:lnTo>
                      <a:pt x="860" y="204"/>
                    </a:lnTo>
                    <a:lnTo>
                      <a:pt x="812" y="120"/>
                    </a:lnTo>
                    <a:lnTo>
                      <a:pt x="812" y="120"/>
                    </a:lnTo>
                    <a:lnTo>
                      <a:pt x="741" y="60"/>
                    </a:lnTo>
                    <a:lnTo>
                      <a:pt x="657" y="13"/>
                    </a:lnTo>
                    <a:lnTo>
                      <a:pt x="562" y="1"/>
                    </a:lnTo>
                    <a:lnTo>
                      <a:pt x="514" y="1"/>
                    </a:lnTo>
                    <a:lnTo>
                      <a:pt x="466" y="13"/>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1"/>
              <p:cNvSpPr/>
              <p:nvPr/>
            </p:nvSpPr>
            <p:spPr>
              <a:xfrm>
                <a:off x="9027820" y="1530525"/>
                <a:ext cx="53341" cy="49829"/>
              </a:xfrm>
              <a:custGeom>
                <a:rect b="b" l="l" r="r" t="t"/>
                <a:pathLst>
                  <a:path extrusionOk="0" h="837" w="896">
                    <a:moveTo>
                      <a:pt x="573" y="1"/>
                    </a:moveTo>
                    <a:lnTo>
                      <a:pt x="526" y="13"/>
                    </a:lnTo>
                    <a:lnTo>
                      <a:pt x="478" y="13"/>
                    </a:lnTo>
                    <a:lnTo>
                      <a:pt x="478" y="25"/>
                    </a:lnTo>
                    <a:lnTo>
                      <a:pt x="406" y="25"/>
                    </a:lnTo>
                    <a:lnTo>
                      <a:pt x="346" y="37"/>
                    </a:lnTo>
                    <a:lnTo>
                      <a:pt x="287" y="61"/>
                    </a:lnTo>
                    <a:lnTo>
                      <a:pt x="227" y="84"/>
                    </a:lnTo>
                    <a:lnTo>
                      <a:pt x="179" y="120"/>
                    </a:lnTo>
                    <a:lnTo>
                      <a:pt x="132" y="168"/>
                    </a:lnTo>
                    <a:lnTo>
                      <a:pt x="84" y="216"/>
                    </a:lnTo>
                    <a:lnTo>
                      <a:pt x="48" y="264"/>
                    </a:lnTo>
                    <a:lnTo>
                      <a:pt x="24" y="323"/>
                    </a:lnTo>
                    <a:lnTo>
                      <a:pt x="12" y="395"/>
                    </a:lnTo>
                    <a:lnTo>
                      <a:pt x="0" y="455"/>
                    </a:lnTo>
                    <a:lnTo>
                      <a:pt x="12" y="514"/>
                    </a:lnTo>
                    <a:lnTo>
                      <a:pt x="24" y="574"/>
                    </a:lnTo>
                    <a:lnTo>
                      <a:pt x="48" y="634"/>
                    </a:lnTo>
                    <a:lnTo>
                      <a:pt x="84" y="693"/>
                    </a:lnTo>
                    <a:lnTo>
                      <a:pt x="120" y="741"/>
                    </a:lnTo>
                    <a:lnTo>
                      <a:pt x="179" y="777"/>
                    </a:lnTo>
                    <a:lnTo>
                      <a:pt x="239" y="813"/>
                    </a:lnTo>
                    <a:lnTo>
                      <a:pt x="311" y="825"/>
                    </a:lnTo>
                    <a:lnTo>
                      <a:pt x="370" y="837"/>
                    </a:lnTo>
                    <a:lnTo>
                      <a:pt x="442" y="837"/>
                    </a:lnTo>
                    <a:lnTo>
                      <a:pt x="514" y="825"/>
                    </a:lnTo>
                    <a:lnTo>
                      <a:pt x="573" y="801"/>
                    </a:lnTo>
                    <a:lnTo>
                      <a:pt x="633" y="765"/>
                    </a:lnTo>
                    <a:lnTo>
                      <a:pt x="717" y="717"/>
                    </a:lnTo>
                    <a:lnTo>
                      <a:pt x="788" y="658"/>
                    </a:lnTo>
                    <a:lnTo>
                      <a:pt x="836" y="574"/>
                    </a:lnTo>
                    <a:lnTo>
                      <a:pt x="872" y="490"/>
                    </a:lnTo>
                    <a:lnTo>
                      <a:pt x="896" y="395"/>
                    </a:lnTo>
                    <a:lnTo>
                      <a:pt x="896" y="299"/>
                    </a:lnTo>
                    <a:lnTo>
                      <a:pt x="860" y="216"/>
                    </a:lnTo>
                    <a:lnTo>
                      <a:pt x="812" y="132"/>
                    </a:lnTo>
                    <a:lnTo>
                      <a:pt x="752" y="73"/>
                    </a:lnTo>
                    <a:lnTo>
                      <a:pt x="669" y="25"/>
                    </a:lnTo>
                    <a:lnTo>
                      <a:pt x="573" y="1"/>
                    </a:lnTo>
                    <a:close/>
                  </a:path>
                </a:pathLst>
              </a:custGeom>
              <a:solidFill>
                <a:srgbClr val="F3B2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1"/>
              <p:cNvSpPr/>
              <p:nvPr/>
            </p:nvSpPr>
            <p:spPr>
              <a:xfrm>
                <a:off x="9027820" y="1530525"/>
                <a:ext cx="53341" cy="49829"/>
              </a:xfrm>
              <a:custGeom>
                <a:rect b="b" l="l" r="r" t="t"/>
                <a:pathLst>
                  <a:path extrusionOk="0" fill="none" h="837" w="896">
                    <a:moveTo>
                      <a:pt x="478" y="25"/>
                    </a:moveTo>
                    <a:lnTo>
                      <a:pt x="478" y="25"/>
                    </a:lnTo>
                    <a:lnTo>
                      <a:pt x="406" y="25"/>
                    </a:lnTo>
                    <a:lnTo>
                      <a:pt x="346" y="37"/>
                    </a:lnTo>
                    <a:lnTo>
                      <a:pt x="287" y="61"/>
                    </a:lnTo>
                    <a:lnTo>
                      <a:pt x="227" y="84"/>
                    </a:lnTo>
                    <a:lnTo>
                      <a:pt x="179" y="120"/>
                    </a:lnTo>
                    <a:lnTo>
                      <a:pt x="132" y="168"/>
                    </a:lnTo>
                    <a:lnTo>
                      <a:pt x="84" y="216"/>
                    </a:lnTo>
                    <a:lnTo>
                      <a:pt x="48" y="264"/>
                    </a:lnTo>
                    <a:lnTo>
                      <a:pt x="48" y="264"/>
                    </a:lnTo>
                    <a:lnTo>
                      <a:pt x="24" y="323"/>
                    </a:lnTo>
                    <a:lnTo>
                      <a:pt x="12" y="395"/>
                    </a:lnTo>
                    <a:lnTo>
                      <a:pt x="0" y="455"/>
                    </a:lnTo>
                    <a:lnTo>
                      <a:pt x="12" y="514"/>
                    </a:lnTo>
                    <a:lnTo>
                      <a:pt x="24" y="574"/>
                    </a:lnTo>
                    <a:lnTo>
                      <a:pt x="48" y="634"/>
                    </a:lnTo>
                    <a:lnTo>
                      <a:pt x="84" y="693"/>
                    </a:lnTo>
                    <a:lnTo>
                      <a:pt x="120" y="741"/>
                    </a:lnTo>
                    <a:lnTo>
                      <a:pt x="120" y="741"/>
                    </a:lnTo>
                    <a:lnTo>
                      <a:pt x="179" y="777"/>
                    </a:lnTo>
                    <a:lnTo>
                      <a:pt x="239" y="813"/>
                    </a:lnTo>
                    <a:lnTo>
                      <a:pt x="311" y="825"/>
                    </a:lnTo>
                    <a:lnTo>
                      <a:pt x="370" y="837"/>
                    </a:lnTo>
                    <a:lnTo>
                      <a:pt x="442" y="837"/>
                    </a:lnTo>
                    <a:lnTo>
                      <a:pt x="514" y="825"/>
                    </a:lnTo>
                    <a:lnTo>
                      <a:pt x="573" y="801"/>
                    </a:lnTo>
                    <a:lnTo>
                      <a:pt x="633" y="765"/>
                    </a:lnTo>
                    <a:lnTo>
                      <a:pt x="633" y="765"/>
                    </a:lnTo>
                    <a:lnTo>
                      <a:pt x="717" y="717"/>
                    </a:lnTo>
                    <a:lnTo>
                      <a:pt x="788" y="658"/>
                    </a:lnTo>
                    <a:lnTo>
                      <a:pt x="836" y="574"/>
                    </a:lnTo>
                    <a:lnTo>
                      <a:pt x="872" y="490"/>
                    </a:lnTo>
                    <a:lnTo>
                      <a:pt x="872" y="490"/>
                    </a:lnTo>
                    <a:lnTo>
                      <a:pt x="896" y="395"/>
                    </a:lnTo>
                    <a:lnTo>
                      <a:pt x="896" y="299"/>
                    </a:lnTo>
                    <a:lnTo>
                      <a:pt x="860" y="216"/>
                    </a:lnTo>
                    <a:lnTo>
                      <a:pt x="812" y="132"/>
                    </a:lnTo>
                    <a:lnTo>
                      <a:pt x="812" y="132"/>
                    </a:lnTo>
                    <a:lnTo>
                      <a:pt x="752" y="73"/>
                    </a:lnTo>
                    <a:lnTo>
                      <a:pt x="669" y="25"/>
                    </a:lnTo>
                    <a:lnTo>
                      <a:pt x="573" y="1"/>
                    </a:lnTo>
                    <a:lnTo>
                      <a:pt x="526" y="13"/>
                    </a:lnTo>
                    <a:lnTo>
                      <a:pt x="478" y="13"/>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1"/>
              <p:cNvSpPr/>
              <p:nvPr/>
            </p:nvSpPr>
            <p:spPr>
              <a:xfrm>
                <a:off x="8837318" y="1371337"/>
                <a:ext cx="214734" cy="32743"/>
              </a:xfrm>
              <a:custGeom>
                <a:rect b="b" l="l" r="r" t="t"/>
                <a:pathLst>
                  <a:path extrusionOk="0" h="550" w="3607">
                    <a:moveTo>
                      <a:pt x="0" y="0"/>
                    </a:moveTo>
                    <a:lnTo>
                      <a:pt x="0" y="24"/>
                    </a:lnTo>
                    <a:lnTo>
                      <a:pt x="0" y="36"/>
                    </a:lnTo>
                    <a:lnTo>
                      <a:pt x="168" y="132"/>
                    </a:lnTo>
                    <a:lnTo>
                      <a:pt x="323" y="215"/>
                    </a:lnTo>
                    <a:lnTo>
                      <a:pt x="502" y="299"/>
                    </a:lnTo>
                    <a:lnTo>
                      <a:pt x="669" y="359"/>
                    </a:lnTo>
                    <a:lnTo>
                      <a:pt x="848" y="418"/>
                    </a:lnTo>
                    <a:lnTo>
                      <a:pt x="1027" y="466"/>
                    </a:lnTo>
                    <a:lnTo>
                      <a:pt x="1206" y="502"/>
                    </a:lnTo>
                    <a:lnTo>
                      <a:pt x="1397" y="526"/>
                    </a:lnTo>
                    <a:lnTo>
                      <a:pt x="1576" y="538"/>
                    </a:lnTo>
                    <a:lnTo>
                      <a:pt x="1767" y="550"/>
                    </a:lnTo>
                    <a:lnTo>
                      <a:pt x="1958" y="538"/>
                    </a:lnTo>
                    <a:lnTo>
                      <a:pt x="2138" y="526"/>
                    </a:lnTo>
                    <a:lnTo>
                      <a:pt x="2329" y="514"/>
                    </a:lnTo>
                    <a:lnTo>
                      <a:pt x="2508" y="478"/>
                    </a:lnTo>
                    <a:lnTo>
                      <a:pt x="2699" y="442"/>
                    </a:lnTo>
                    <a:lnTo>
                      <a:pt x="2878" y="394"/>
                    </a:lnTo>
                    <a:lnTo>
                      <a:pt x="3069" y="335"/>
                    </a:lnTo>
                    <a:lnTo>
                      <a:pt x="3248" y="251"/>
                    </a:lnTo>
                    <a:lnTo>
                      <a:pt x="3427" y="168"/>
                    </a:lnTo>
                    <a:lnTo>
                      <a:pt x="3594" y="60"/>
                    </a:lnTo>
                    <a:lnTo>
                      <a:pt x="3606" y="48"/>
                    </a:lnTo>
                    <a:lnTo>
                      <a:pt x="3606" y="36"/>
                    </a:lnTo>
                    <a:lnTo>
                      <a:pt x="3594" y="24"/>
                    </a:lnTo>
                    <a:lnTo>
                      <a:pt x="3582" y="24"/>
                    </a:lnTo>
                    <a:lnTo>
                      <a:pt x="3427" y="120"/>
                    </a:lnTo>
                    <a:lnTo>
                      <a:pt x="3272" y="203"/>
                    </a:lnTo>
                    <a:lnTo>
                      <a:pt x="3105" y="275"/>
                    </a:lnTo>
                    <a:lnTo>
                      <a:pt x="2938" y="335"/>
                    </a:lnTo>
                    <a:lnTo>
                      <a:pt x="2758" y="383"/>
                    </a:lnTo>
                    <a:lnTo>
                      <a:pt x="2591" y="430"/>
                    </a:lnTo>
                    <a:lnTo>
                      <a:pt x="2412" y="454"/>
                    </a:lnTo>
                    <a:lnTo>
                      <a:pt x="2233" y="478"/>
                    </a:lnTo>
                    <a:lnTo>
                      <a:pt x="2054" y="502"/>
                    </a:lnTo>
                    <a:lnTo>
                      <a:pt x="1505" y="502"/>
                    </a:lnTo>
                    <a:lnTo>
                      <a:pt x="1326" y="478"/>
                    </a:lnTo>
                    <a:lnTo>
                      <a:pt x="1147" y="454"/>
                    </a:lnTo>
                    <a:lnTo>
                      <a:pt x="967" y="418"/>
                    </a:lnTo>
                    <a:lnTo>
                      <a:pt x="800" y="371"/>
                    </a:lnTo>
                    <a:lnTo>
                      <a:pt x="597" y="299"/>
                    </a:lnTo>
                    <a:lnTo>
                      <a:pt x="394" y="215"/>
                    </a:lnTo>
                    <a:lnTo>
                      <a:pt x="203" y="108"/>
                    </a:lnTo>
                    <a:lnTo>
                      <a:pt x="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 name="Google Shape;875;p1"/>
            <p:cNvGrpSpPr/>
            <p:nvPr/>
          </p:nvGrpSpPr>
          <p:grpSpPr>
            <a:xfrm>
              <a:off x="5059524" y="1871342"/>
              <a:ext cx="1575036" cy="2512245"/>
              <a:chOff x="5853625" y="615575"/>
              <a:chExt cx="2272452" cy="3624650"/>
            </a:xfrm>
          </p:grpSpPr>
          <p:sp>
            <p:nvSpPr>
              <p:cNvPr id="876" name="Google Shape;876;p1"/>
              <p:cNvSpPr/>
              <p:nvPr/>
            </p:nvSpPr>
            <p:spPr>
              <a:xfrm>
                <a:off x="5853625" y="4038325"/>
                <a:ext cx="2099100" cy="2019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877" name="Google Shape;877;p1"/>
              <p:cNvSpPr/>
              <p:nvPr/>
            </p:nvSpPr>
            <p:spPr>
              <a:xfrm>
                <a:off x="6465111" y="2885779"/>
                <a:ext cx="1062824" cy="894705"/>
              </a:xfrm>
              <a:custGeom>
                <a:rect b="b" l="l" r="r" t="t"/>
                <a:pathLst>
                  <a:path extrusionOk="0" h="10484" w="12454">
                    <a:moveTo>
                      <a:pt x="8824" y="0"/>
                    </a:moveTo>
                    <a:lnTo>
                      <a:pt x="1" y="5480"/>
                    </a:lnTo>
                    <a:lnTo>
                      <a:pt x="168" y="5731"/>
                    </a:lnTo>
                    <a:lnTo>
                      <a:pt x="598" y="6304"/>
                    </a:lnTo>
                    <a:lnTo>
                      <a:pt x="1851" y="8024"/>
                    </a:lnTo>
                    <a:lnTo>
                      <a:pt x="3678" y="10483"/>
                    </a:lnTo>
                    <a:lnTo>
                      <a:pt x="10508" y="5516"/>
                    </a:lnTo>
                    <a:lnTo>
                      <a:pt x="12454" y="203"/>
                    </a:lnTo>
                    <a:lnTo>
                      <a:pt x="8824"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1"/>
              <p:cNvSpPr/>
              <p:nvPr/>
            </p:nvSpPr>
            <p:spPr>
              <a:xfrm>
                <a:off x="6607799" y="615575"/>
                <a:ext cx="556417" cy="537130"/>
              </a:xfrm>
              <a:custGeom>
                <a:rect b="b" l="l" r="r" t="t"/>
                <a:pathLst>
                  <a:path extrusionOk="0" h="6294" w="6520">
                    <a:moveTo>
                      <a:pt x="3391" y="1"/>
                    </a:moveTo>
                    <a:lnTo>
                      <a:pt x="3164" y="13"/>
                    </a:lnTo>
                    <a:lnTo>
                      <a:pt x="2949" y="37"/>
                    </a:lnTo>
                    <a:lnTo>
                      <a:pt x="2723" y="85"/>
                    </a:lnTo>
                    <a:lnTo>
                      <a:pt x="2508" y="144"/>
                    </a:lnTo>
                    <a:lnTo>
                      <a:pt x="2293" y="228"/>
                    </a:lnTo>
                    <a:lnTo>
                      <a:pt x="2090" y="311"/>
                    </a:lnTo>
                    <a:lnTo>
                      <a:pt x="1887" y="419"/>
                    </a:lnTo>
                    <a:lnTo>
                      <a:pt x="1696" y="538"/>
                    </a:lnTo>
                    <a:lnTo>
                      <a:pt x="1505" y="670"/>
                    </a:lnTo>
                    <a:lnTo>
                      <a:pt x="1338" y="813"/>
                    </a:lnTo>
                    <a:lnTo>
                      <a:pt x="1170" y="956"/>
                    </a:lnTo>
                    <a:lnTo>
                      <a:pt x="1003" y="1123"/>
                    </a:lnTo>
                    <a:lnTo>
                      <a:pt x="860" y="1290"/>
                    </a:lnTo>
                    <a:lnTo>
                      <a:pt x="717" y="1470"/>
                    </a:lnTo>
                    <a:lnTo>
                      <a:pt x="585" y="1661"/>
                    </a:lnTo>
                    <a:lnTo>
                      <a:pt x="478" y="1852"/>
                    </a:lnTo>
                    <a:lnTo>
                      <a:pt x="370" y="2055"/>
                    </a:lnTo>
                    <a:lnTo>
                      <a:pt x="275" y="2269"/>
                    </a:lnTo>
                    <a:lnTo>
                      <a:pt x="191" y="2472"/>
                    </a:lnTo>
                    <a:lnTo>
                      <a:pt x="108" y="2747"/>
                    </a:lnTo>
                    <a:lnTo>
                      <a:pt x="48" y="3034"/>
                    </a:lnTo>
                    <a:lnTo>
                      <a:pt x="12" y="3320"/>
                    </a:lnTo>
                    <a:lnTo>
                      <a:pt x="0" y="3607"/>
                    </a:lnTo>
                    <a:lnTo>
                      <a:pt x="0" y="3893"/>
                    </a:lnTo>
                    <a:lnTo>
                      <a:pt x="36" y="4168"/>
                    </a:lnTo>
                    <a:lnTo>
                      <a:pt x="96" y="4454"/>
                    </a:lnTo>
                    <a:lnTo>
                      <a:pt x="179" y="4717"/>
                    </a:lnTo>
                    <a:lnTo>
                      <a:pt x="227" y="4860"/>
                    </a:lnTo>
                    <a:lnTo>
                      <a:pt x="287" y="4980"/>
                    </a:lnTo>
                    <a:lnTo>
                      <a:pt x="359" y="5111"/>
                    </a:lnTo>
                    <a:lnTo>
                      <a:pt x="430" y="5230"/>
                    </a:lnTo>
                    <a:lnTo>
                      <a:pt x="514" y="5350"/>
                    </a:lnTo>
                    <a:lnTo>
                      <a:pt x="597" y="5469"/>
                    </a:lnTo>
                    <a:lnTo>
                      <a:pt x="693" y="5577"/>
                    </a:lnTo>
                    <a:lnTo>
                      <a:pt x="788" y="5684"/>
                    </a:lnTo>
                    <a:lnTo>
                      <a:pt x="884" y="5780"/>
                    </a:lnTo>
                    <a:lnTo>
                      <a:pt x="991" y="5875"/>
                    </a:lnTo>
                    <a:lnTo>
                      <a:pt x="1111" y="5959"/>
                    </a:lnTo>
                    <a:lnTo>
                      <a:pt x="1230" y="6042"/>
                    </a:lnTo>
                    <a:lnTo>
                      <a:pt x="1349" y="6114"/>
                    </a:lnTo>
                    <a:lnTo>
                      <a:pt x="1481" y="6186"/>
                    </a:lnTo>
                    <a:lnTo>
                      <a:pt x="1600" y="6233"/>
                    </a:lnTo>
                    <a:lnTo>
                      <a:pt x="1744" y="6293"/>
                    </a:lnTo>
                    <a:lnTo>
                      <a:pt x="5684" y="5577"/>
                    </a:lnTo>
                    <a:lnTo>
                      <a:pt x="5803" y="5457"/>
                    </a:lnTo>
                    <a:lnTo>
                      <a:pt x="5910" y="5338"/>
                    </a:lnTo>
                    <a:lnTo>
                      <a:pt x="6006" y="5207"/>
                    </a:lnTo>
                    <a:lnTo>
                      <a:pt x="6090" y="5075"/>
                    </a:lnTo>
                    <a:lnTo>
                      <a:pt x="6173" y="4920"/>
                    </a:lnTo>
                    <a:lnTo>
                      <a:pt x="6245" y="4777"/>
                    </a:lnTo>
                    <a:lnTo>
                      <a:pt x="6304" y="4622"/>
                    </a:lnTo>
                    <a:lnTo>
                      <a:pt x="6352" y="4466"/>
                    </a:lnTo>
                    <a:lnTo>
                      <a:pt x="6400" y="4311"/>
                    </a:lnTo>
                    <a:lnTo>
                      <a:pt x="6436" y="4144"/>
                    </a:lnTo>
                    <a:lnTo>
                      <a:pt x="6472" y="3977"/>
                    </a:lnTo>
                    <a:lnTo>
                      <a:pt x="6495" y="3810"/>
                    </a:lnTo>
                    <a:lnTo>
                      <a:pt x="6519" y="3475"/>
                    </a:lnTo>
                    <a:lnTo>
                      <a:pt x="6507" y="3141"/>
                    </a:lnTo>
                    <a:lnTo>
                      <a:pt x="6495" y="2890"/>
                    </a:lnTo>
                    <a:lnTo>
                      <a:pt x="6460" y="2640"/>
                    </a:lnTo>
                    <a:lnTo>
                      <a:pt x="6412" y="2389"/>
                    </a:lnTo>
                    <a:lnTo>
                      <a:pt x="6352" y="2150"/>
                    </a:lnTo>
                    <a:lnTo>
                      <a:pt x="6269" y="1911"/>
                    </a:lnTo>
                    <a:lnTo>
                      <a:pt x="6173" y="1684"/>
                    </a:lnTo>
                    <a:lnTo>
                      <a:pt x="6066" y="1458"/>
                    </a:lnTo>
                    <a:lnTo>
                      <a:pt x="5934" y="1243"/>
                    </a:lnTo>
                    <a:lnTo>
                      <a:pt x="5803" y="1064"/>
                    </a:lnTo>
                    <a:lnTo>
                      <a:pt x="5648" y="896"/>
                    </a:lnTo>
                    <a:lnTo>
                      <a:pt x="5481" y="741"/>
                    </a:lnTo>
                    <a:lnTo>
                      <a:pt x="5313" y="610"/>
                    </a:lnTo>
                    <a:lnTo>
                      <a:pt x="5122" y="479"/>
                    </a:lnTo>
                    <a:lnTo>
                      <a:pt x="4931" y="371"/>
                    </a:lnTo>
                    <a:lnTo>
                      <a:pt x="4728" y="264"/>
                    </a:lnTo>
                    <a:lnTo>
                      <a:pt x="4513" y="180"/>
                    </a:lnTo>
                    <a:lnTo>
                      <a:pt x="4299" y="120"/>
                    </a:lnTo>
                    <a:lnTo>
                      <a:pt x="4072" y="61"/>
                    </a:lnTo>
                    <a:lnTo>
                      <a:pt x="3845" y="25"/>
                    </a:lnTo>
                    <a:lnTo>
                      <a:pt x="3630"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1"/>
              <p:cNvSpPr/>
              <p:nvPr/>
            </p:nvSpPr>
            <p:spPr>
              <a:xfrm>
                <a:off x="6735125" y="1107729"/>
                <a:ext cx="230418" cy="268053"/>
              </a:xfrm>
              <a:custGeom>
                <a:rect b="b" l="l" r="r" t="t"/>
                <a:pathLst>
                  <a:path extrusionOk="0" h="3141" w="2700">
                    <a:moveTo>
                      <a:pt x="1" y="1"/>
                    </a:moveTo>
                    <a:lnTo>
                      <a:pt x="1" y="3141"/>
                    </a:lnTo>
                    <a:lnTo>
                      <a:pt x="2699" y="3141"/>
                    </a:lnTo>
                    <a:lnTo>
                      <a:pt x="2699" y="789"/>
                    </a:lnTo>
                    <a:lnTo>
                      <a:pt x="1" y="1"/>
                    </a:lnTo>
                    <a:close/>
                  </a:path>
                </a:pathLst>
              </a:custGeom>
              <a:solidFill>
                <a:srgbClr val="AC5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1"/>
              <p:cNvSpPr/>
              <p:nvPr/>
            </p:nvSpPr>
            <p:spPr>
              <a:xfrm>
                <a:off x="6694418" y="675739"/>
                <a:ext cx="436173" cy="562476"/>
              </a:xfrm>
              <a:custGeom>
                <a:rect b="b" l="l" r="r" t="t"/>
                <a:pathLst>
                  <a:path extrusionOk="0" h="6591" w="5111">
                    <a:moveTo>
                      <a:pt x="2305" y="0"/>
                    </a:moveTo>
                    <a:lnTo>
                      <a:pt x="2030" y="36"/>
                    </a:lnTo>
                    <a:lnTo>
                      <a:pt x="1767" y="72"/>
                    </a:lnTo>
                    <a:lnTo>
                      <a:pt x="1517" y="144"/>
                    </a:lnTo>
                    <a:lnTo>
                      <a:pt x="1290" y="215"/>
                    </a:lnTo>
                    <a:lnTo>
                      <a:pt x="1075" y="311"/>
                    </a:lnTo>
                    <a:lnTo>
                      <a:pt x="872" y="418"/>
                    </a:lnTo>
                    <a:lnTo>
                      <a:pt x="693" y="550"/>
                    </a:lnTo>
                    <a:lnTo>
                      <a:pt x="537" y="681"/>
                    </a:lnTo>
                    <a:lnTo>
                      <a:pt x="394" y="836"/>
                    </a:lnTo>
                    <a:lnTo>
                      <a:pt x="275" y="1015"/>
                    </a:lnTo>
                    <a:lnTo>
                      <a:pt x="167" y="1194"/>
                    </a:lnTo>
                    <a:lnTo>
                      <a:pt x="96" y="1397"/>
                    </a:lnTo>
                    <a:lnTo>
                      <a:pt x="36" y="1612"/>
                    </a:lnTo>
                    <a:lnTo>
                      <a:pt x="0" y="1839"/>
                    </a:lnTo>
                    <a:lnTo>
                      <a:pt x="0" y="2090"/>
                    </a:lnTo>
                    <a:lnTo>
                      <a:pt x="12" y="2341"/>
                    </a:lnTo>
                    <a:lnTo>
                      <a:pt x="179" y="3702"/>
                    </a:lnTo>
                    <a:lnTo>
                      <a:pt x="179" y="3821"/>
                    </a:lnTo>
                    <a:lnTo>
                      <a:pt x="191" y="3976"/>
                    </a:lnTo>
                    <a:lnTo>
                      <a:pt x="215" y="4167"/>
                    </a:lnTo>
                    <a:lnTo>
                      <a:pt x="251" y="4382"/>
                    </a:lnTo>
                    <a:lnTo>
                      <a:pt x="323" y="4633"/>
                    </a:lnTo>
                    <a:lnTo>
                      <a:pt x="406" y="4896"/>
                    </a:lnTo>
                    <a:lnTo>
                      <a:pt x="466" y="5039"/>
                    </a:lnTo>
                    <a:lnTo>
                      <a:pt x="537" y="5170"/>
                    </a:lnTo>
                    <a:lnTo>
                      <a:pt x="609" y="5313"/>
                    </a:lnTo>
                    <a:lnTo>
                      <a:pt x="693" y="5445"/>
                    </a:lnTo>
                    <a:lnTo>
                      <a:pt x="800" y="5576"/>
                    </a:lnTo>
                    <a:lnTo>
                      <a:pt x="908" y="5707"/>
                    </a:lnTo>
                    <a:lnTo>
                      <a:pt x="1027" y="5839"/>
                    </a:lnTo>
                    <a:lnTo>
                      <a:pt x="1170" y="5958"/>
                    </a:lnTo>
                    <a:lnTo>
                      <a:pt x="1314" y="6066"/>
                    </a:lnTo>
                    <a:lnTo>
                      <a:pt x="1481" y="6173"/>
                    </a:lnTo>
                    <a:lnTo>
                      <a:pt x="1660" y="6269"/>
                    </a:lnTo>
                    <a:lnTo>
                      <a:pt x="1851" y="6352"/>
                    </a:lnTo>
                    <a:lnTo>
                      <a:pt x="2066" y="6424"/>
                    </a:lnTo>
                    <a:lnTo>
                      <a:pt x="2293" y="6495"/>
                    </a:lnTo>
                    <a:lnTo>
                      <a:pt x="2531" y="6543"/>
                    </a:lnTo>
                    <a:lnTo>
                      <a:pt x="2794" y="6579"/>
                    </a:lnTo>
                    <a:lnTo>
                      <a:pt x="3081" y="6591"/>
                    </a:lnTo>
                    <a:lnTo>
                      <a:pt x="3379" y="6591"/>
                    </a:lnTo>
                    <a:lnTo>
                      <a:pt x="3451" y="6579"/>
                    </a:lnTo>
                    <a:lnTo>
                      <a:pt x="3654" y="6519"/>
                    </a:lnTo>
                    <a:lnTo>
                      <a:pt x="3785" y="6472"/>
                    </a:lnTo>
                    <a:lnTo>
                      <a:pt x="3928" y="6412"/>
                    </a:lnTo>
                    <a:lnTo>
                      <a:pt x="4084" y="6328"/>
                    </a:lnTo>
                    <a:lnTo>
                      <a:pt x="4251" y="6221"/>
                    </a:lnTo>
                    <a:lnTo>
                      <a:pt x="4406" y="6090"/>
                    </a:lnTo>
                    <a:lnTo>
                      <a:pt x="4561" y="5946"/>
                    </a:lnTo>
                    <a:lnTo>
                      <a:pt x="4704" y="5767"/>
                    </a:lnTo>
                    <a:lnTo>
                      <a:pt x="4776" y="5660"/>
                    </a:lnTo>
                    <a:lnTo>
                      <a:pt x="4836" y="5552"/>
                    </a:lnTo>
                    <a:lnTo>
                      <a:pt x="4895" y="5445"/>
                    </a:lnTo>
                    <a:lnTo>
                      <a:pt x="4955" y="5313"/>
                    </a:lnTo>
                    <a:lnTo>
                      <a:pt x="5003" y="5182"/>
                    </a:lnTo>
                    <a:lnTo>
                      <a:pt x="5039" y="5051"/>
                    </a:lnTo>
                    <a:lnTo>
                      <a:pt x="5075" y="4896"/>
                    </a:lnTo>
                    <a:lnTo>
                      <a:pt x="5098" y="4740"/>
                    </a:lnTo>
                    <a:lnTo>
                      <a:pt x="5110" y="4573"/>
                    </a:lnTo>
                    <a:lnTo>
                      <a:pt x="5110" y="4406"/>
                    </a:lnTo>
                    <a:lnTo>
                      <a:pt x="5110" y="3893"/>
                    </a:lnTo>
                    <a:lnTo>
                      <a:pt x="5098" y="3332"/>
                    </a:lnTo>
                    <a:lnTo>
                      <a:pt x="5051" y="2651"/>
                    </a:lnTo>
                    <a:lnTo>
                      <a:pt x="4979" y="1827"/>
                    </a:lnTo>
                    <a:lnTo>
                      <a:pt x="4943" y="1588"/>
                    </a:lnTo>
                    <a:lnTo>
                      <a:pt x="4883" y="1373"/>
                    </a:lnTo>
                    <a:lnTo>
                      <a:pt x="4812" y="1170"/>
                    </a:lnTo>
                    <a:lnTo>
                      <a:pt x="4716" y="979"/>
                    </a:lnTo>
                    <a:lnTo>
                      <a:pt x="4609" y="812"/>
                    </a:lnTo>
                    <a:lnTo>
                      <a:pt x="4489" y="669"/>
                    </a:lnTo>
                    <a:lnTo>
                      <a:pt x="4346" y="526"/>
                    </a:lnTo>
                    <a:lnTo>
                      <a:pt x="4191" y="406"/>
                    </a:lnTo>
                    <a:lnTo>
                      <a:pt x="4012" y="311"/>
                    </a:lnTo>
                    <a:lnTo>
                      <a:pt x="3821" y="215"/>
                    </a:lnTo>
                    <a:lnTo>
                      <a:pt x="3630" y="144"/>
                    </a:lnTo>
                    <a:lnTo>
                      <a:pt x="3415" y="84"/>
                    </a:lnTo>
                    <a:lnTo>
                      <a:pt x="3188" y="48"/>
                    </a:lnTo>
                    <a:lnTo>
                      <a:pt x="2949" y="12"/>
                    </a:lnTo>
                    <a:lnTo>
                      <a:pt x="2699" y="0"/>
                    </a:lnTo>
                    <a:close/>
                  </a:path>
                </a:pathLst>
              </a:custGeom>
              <a:solidFill>
                <a:srgbClr val="AC5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1"/>
              <p:cNvSpPr/>
              <p:nvPr/>
            </p:nvSpPr>
            <p:spPr>
              <a:xfrm>
                <a:off x="6694418" y="675739"/>
                <a:ext cx="436173" cy="562476"/>
              </a:xfrm>
              <a:custGeom>
                <a:rect b="b" l="l" r="r" t="t"/>
                <a:pathLst>
                  <a:path extrusionOk="0" fill="none" h="6591" w="5111">
                    <a:moveTo>
                      <a:pt x="3379" y="6591"/>
                    </a:moveTo>
                    <a:lnTo>
                      <a:pt x="3379" y="6591"/>
                    </a:lnTo>
                    <a:lnTo>
                      <a:pt x="3451" y="6579"/>
                    </a:lnTo>
                    <a:lnTo>
                      <a:pt x="3654" y="6519"/>
                    </a:lnTo>
                    <a:lnTo>
                      <a:pt x="3785" y="6472"/>
                    </a:lnTo>
                    <a:lnTo>
                      <a:pt x="3928" y="6412"/>
                    </a:lnTo>
                    <a:lnTo>
                      <a:pt x="4084" y="6328"/>
                    </a:lnTo>
                    <a:lnTo>
                      <a:pt x="4251" y="6221"/>
                    </a:lnTo>
                    <a:lnTo>
                      <a:pt x="4406" y="6090"/>
                    </a:lnTo>
                    <a:lnTo>
                      <a:pt x="4561" y="5946"/>
                    </a:lnTo>
                    <a:lnTo>
                      <a:pt x="4704" y="5767"/>
                    </a:lnTo>
                    <a:lnTo>
                      <a:pt x="4776" y="5660"/>
                    </a:lnTo>
                    <a:lnTo>
                      <a:pt x="4836" y="5552"/>
                    </a:lnTo>
                    <a:lnTo>
                      <a:pt x="4895" y="5445"/>
                    </a:lnTo>
                    <a:lnTo>
                      <a:pt x="4955" y="5313"/>
                    </a:lnTo>
                    <a:lnTo>
                      <a:pt x="5003" y="5182"/>
                    </a:lnTo>
                    <a:lnTo>
                      <a:pt x="5039" y="5051"/>
                    </a:lnTo>
                    <a:lnTo>
                      <a:pt x="5075" y="4896"/>
                    </a:lnTo>
                    <a:lnTo>
                      <a:pt x="5098" y="4740"/>
                    </a:lnTo>
                    <a:lnTo>
                      <a:pt x="5110" y="4573"/>
                    </a:lnTo>
                    <a:lnTo>
                      <a:pt x="5110" y="4406"/>
                    </a:lnTo>
                    <a:lnTo>
                      <a:pt x="5110" y="4406"/>
                    </a:lnTo>
                    <a:lnTo>
                      <a:pt x="5110" y="3893"/>
                    </a:lnTo>
                    <a:lnTo>
                      <a:pt x="5098" y="3332"/>
                    </a:lnTo>
                    <a:lnTo>
                      <a:pt x="5051" y="2651"/>
                    </a:lnTo>
                    <a:lnTo>
                      <a:pt x="4979" y="1827"/>
                    </a:lnTo>
                    <a:lnTo>
                      <a:pt x="4979" y="1827"/>
                    </a:lnTo>
                    <a:lnTo>
                      <a:pt x="4943" y="1588"/>
                    </a:lnTo>
                    <a:lnTo>
                      <a:pt x="4883" y="1373"/>
                    </a:lnTo>
                    <a:lnTo>
                      <a:pt x="4812" y="1170"/>
                    </a:lnTo>
                    <a:lnTo>
                      <a:pt x="4716" y="979"/>
                    </a:lnTo>
                    <a:lnTo>
                      <a:pt x="4609" y="812"/>
                    </a:lnTo>
                    <a:lnTo>
                      <a:pt x="4489" y="669"/>
                    </a:lnTo>
                    <a:lnTo>
                      <a:pt x="4346" y="526"/>
                    </a:lnTo>
                    <a:lnTo>
                      <a:pt x="4191" y="406"/>
                    </a:lnTo>
                    <a:lnTo>
                      <a:pt x="4012" y="311"/>
                    </a:lnTo>
                    <a:lnTo>
                      <a:pt x="3821" y="215"/>
                    </a:lnTo>
                    <a:lnTo>
                      <a:pt x="3630" y="144"/>
                    </a:lnTo>
                    <a:lnTo>
                      <a:pt x="3415" y="84"/>
                    </a:lnTo>
                    <a:lnTo>
                      <a:pt x="3188" y="48"/>
                    </a:lnTo>
                    <a:lnTo>
                      <a:pt x="2949" y="12"/>
                    </a:lnTo>
                    <a:lnTo>
                      <a:pt x="2699" y="0"/>
                    </a:lnTo>
                    <a:lnTo>
                      <a:pt x="2448" y="0"/>
                    </a:lnTo>
                    <a:lnTo>
                      <a:pt x="2305" y="0"/>
                    </a:lnTo>
                    <a:lnTo>
                      <a:pt x="2305" y="0"/>
                    </a:lnTo>
                    <a:lnTo>
                      <a:pt x="2030" y="36"/>
                    </a:lnTo>
                    <a:lnTo>
                      <a:pt x="1767" y="72"/>
                    </a:lnTo>
                    <a:lnTo>
                      <a:pt x="1517" y="144"/>
                    </a:lnTo>
                    <a:lnTo>
                      <a:pt x="1290" y="215"/>
                    </a:lnTo>
                    <a:lnTo>
                      <a:pt x="1075" y="311"/>
                    </a:lnTo>
                    <a:lnTo>
                      <a:pt x="872" y="418"/>
                    </a:lnTo>
                    <a:lnTo>
                      <a:pt x="693" y="550"/>
                    </a:lnTo>
                    <a:lnTo>
                      <a:pt x="537" y="681"/>
                    </a:lnTo>
                    <a:lnTo>
                      <a:pt x="394" y="836"/>
                    </a:lnTo>
                    <a:lnTo>
                      <a:pt x="275" y="1015"/>
                    </a:lnTo>
                    <a:lnTo>
                      <a:pt x="167" y="1194"/>
                    </a:lnTo>
                    <a:lnTo>
                      <a:pt x="96" y="1397"/>
                    </a:lnTo>
                    <a:lnTo>
                      <a:pt x="36" y="1612"/>
                    </a:lnTo>
                    <a:lnTo>
                      <a:pt x="0" y="1839"/>
                    </a:lnTo>
                    <a:lnTo>
                      <a:pt x="0" y="2090"/>
                    </a:lnTo>
                    <a:lnTo>
                      <a:pt x="12" y="2341"/>
                    </a:lnTo>
                    <a:lnTo>
                      <a:pt x="179" y="3702"/>
                    </a:lnTo>
                    <a:lnTo>
                      <a:pt x="179" y="3702"/>
                    </a:lnTo>
                    <a:lnTo>
                      <a:pt x="179" y="3821"/>
                    </a:lnTo>
                    <a:lnTo>
                      <a:pt x="191" y="3976"/>
                    </a:lnTo>
                    <a:lnTo>
                      <a:pt x="215" y="4167"/>
                    </a:lnTo>
                    <a:lnTo>
                      <a:pt x="251" y="4382"/>
                    </a:lnTo>
                    <a:lnTo>
                      <a:pt x="323" y="4633"/>
                    </a:lnTo>
                    <a:lnTo>
                      <a:pt x="406" y="4896"/>
                    </a:lnTo>
                    <a:lnTo>
                      <a:pt x="466" y="5039"/>
                    </a:lnTo>
                    <a:lnTo>
                      <a:pt x="537" y="5170"/>
                    </a:lnTo>
                    <a:lnTo>
                      <a:pt x="609" y="5313"/>
                    </a:lnTo>
                    <a:lnTo>
                      <a:pt x="693" y="5445"/>
                    </a:lnTo>
                    <a:lnTo>
                      <a:pt x="800" y="5576"/>
                    </a:lnTo>
                    <a:lnTo>
                      <a:pt x="908" y="5707"/>
                    </a:lnTo>
                    <a:lnTo>
                      <a:pt x="1027" y="5839"/>
                    </a:lnTo>
                    <a:lnTo>
                      <a:pt x="1170" y="5958"/>
                    </a:lnTo>
                    <a:lnTo>
                      <a:pt x="1314" y="6066"/>
                    </a:lnTo>
                    <a:lnTo>
                      <a:pt x="1481" y="6173"/>
                    </a:lnTo>
                    <a:lnTo>
                      <a:pt x="1660" y="6269"/>
                    </a:lnTo>
                    <a:lnTo>
                      <a:pt x="1851" y="6352"/>
                    </a:lnTo>
                    <a:lnTo>
                      <a:pt x="2066" y="6424"/>
                    </a:lnTo>
                    <a:lnTo>
                      <a:pt x="2293" y="6495"/>
                    </a:lnTo>
                    <a:lnTo>
                      <a:pt x="2531" y="6543"/>
                    </a:lnTo>
                    <a:lnTo>
                      <a:pt x="2794" y="6579"/>
                    </a:lnTo>
                    <a:lnTo>
                      <a:pt x="3081" y="6591"/>
                    </a:lnTo>
                    <a:lnTo>
                      <a:pt x="3379" y="659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1"/>
              <p:cNvSpPr/>
              <p:nvPr/>
            </p:nvSpPr>
            <p:spPr>
              <a:xfrm>
                <a:off x="7051053" y="939610"/>
                <a:ext cx="34648" cy="32685"/>
              </a:xfrm>
              <a:custGeom>
                <a:rect b="b" l="l" r="r" t="t"/>
                <a:pathLst>
                  <a:path extrusionOk="0" h="383" w="406">
                    <a:moveTo>
                      <a:pt x="191" y="1"/>
                    </a:moveTo>
                    <a:lnTo>
                      <a:pt x="155" y="13"/>
                    </a:lnTo>
                    <a:lnTo>
                      <a:pt x="108" y="25"/>
                    </a:lnTo>
                    <a:lnTo>
                      <a:pt x="84" y="37"/>
                    </a:lnTo>
                    <a:lnTo>
                      <a:pt x="48" y="72"/>
                    </a:lnTo>
                    <a:lnTo>
                      <a:pt x="24" y="96"/>
                    </a:lnTo>
                    <a:lnTo>
                      <a:pt x="12" y="132"/>
                    </a:lnTo>
                    <a:lnTo>
                      <a:pt x="0" y="168"/>
                    </a:lnTo>
                    <a:lnTo>
                      <a:pt x="0" y="204"/>
                    </a:lnTo>
                    <a:lnTo>
                      <a:pt x="0" y="251"/>
                    </a:lnTo>
                    <a:lnTo>
                      <a:pt x="12" y="287"/>
                    </a:lnTo>
                    <a:lnTo>
                      <a:pt x="36" y="311"/>
                    </a:lnTo>
                    <a:lnTo>
                      <a:pt x="60" y="347"/>
                    </a:lnTo>
                    <a:lnTo>
                      <a:pt x="96" y="359"/>
                    </a:lnTo>
                    <a:lnTo>
                      <a:pt x="131" y="383"/>
                    </a:lnTo>
                    <a:lnTo>
                      <a:pt x="251" y="383"/>
                    </a:lnTo>
                    <a:lnTo>
                      <a:pt x="299" y="371"/>
                    </a:lnTo>
                    <a:lnTo>
                      <a:pt x="322" y="347"/>
                    </a:lnTo>
                    <a:lnTo>
                      <a:pt x="358" y="323"/>
                    </a:lnTo>
                    <a:lnTo>
                      <a:pt x="382" y="287"/>
                    </a:lnTo>
                    <a:lnTo>
                      <a:pt x="394" y="251"/>
                    </a:lnTo>
                    <a:lnTo>
                      <a:pt x="406" y="216"/>
                    </a:lnTo>
                    <a:lnTo>
                      <a:pt x="406" y="180"/>
                    </a:lnTo>
                    <a:lnTo>
                      <a:pt x="406" y="144"/>
                    </a:lnTo>
                    <a:lnTo>
                      <a:pt x="394" y="108"/>
                    </a:lnTo>
                    <a:lnTo>
                      <a:pt x="370" y="72"/>
                    </a:lnTo>
                    <a:lnTo>
                      <a:pt x="346" y="48"/>
                    </a:lnTo>
                    <a:lnTo>
                      <a:pt x="310" y="25"/>
                    </a:lnTo>
                    <a:lnTo>
                      <a:pt x="275" y="13"/>
                    </a:lnTo>
                    <a:lnTo>
                      <a:pt x="239"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1"/>
              <p:cNvSpPr/>
              <p:nvPr/>
            </p:nvSpPr>
            <p:spPr>
              <a:xfrm>
                <a:off x="6887969" y="950874"/>
                <a:ext cx="35757" cy="33709"/>
              </a:xfrm>
              <a:custGeom>
                <a:rect b="b" l="l" r="r" t="t"/>
                <a:pathLst>
                  <a:path extrusionOk="0" h="395" w="419">
                    <a:moveTo>
                      <a:pt x="192" y="0"/>
                    </a:moveTo>
                    <a:lnTo>
                      <a:pt x="156" y="12"/>
                    </a:lnTo>
                    <a:lnTo>
                      <a:pt x="120" y="24"/>
                    </a:lnTo>
                    <a:lnTo>
                      <a:pt x="84" y="48"/>
                    </a:lnTo>
                    <a:lnTo>
                      <a:pt x="60" y="72"/>
                    </a:lnTo>
                    <a:lnTo>
                      <a:pt x="37" y="96"/>
                    </a:lnTo>
                    <a:lnTo>
                      <a:pt x="13" y="131"/>
                    </a:lnTo>
                    <a:lnTo>
                      <a:pt x="1" y="167"/>
                    </a:lnTo>
                    <a:lnTo>
                      <a:pt x="1" y="215"/>
                    </a:lnTo>
                    <a:lnTo>
                      <a:pt x="13" y="251"/>
                    </a:lnTo>
                    <a:lnTo>
                      <a:pt x="25" y="287"/>
                    </a:lnTo>
                    <a:lnTo>
                      <a:pt x="48" y="310"/>
                    </a:lnTo>
                    <a:lnTo>
                      <a:pt x="72" y="346"/>
                    </a:lnTo>
                    <a:lnTo>
                      <a:pt x="108" y="370"/>
                    </a:lnTo>
                    <a:lnTo>
                      <a:pt x="144" y="382"/>
                    </a:lnTo>
                    <a:lnTo>
                      <a:pt x="180" y="394"/>
                    </a:lnTo>
                    <a:lnTo>
                      <a:pt x="216" y="394"/>
                    </a:lnTo>
                    <a:lnTo>
                      <a:pt x="263" y="382"/>
                    </a:lnTo>
                    <a:lnTo>
                      <a:pt x="299" y="370"/>
                    </a:lnTo>
                    <a:lnTo>
                      <a:pt x="335" y="346"/>
                    </a:lnTo>
                    <a:lnTo>
                      <a:pt x="359" y="322"/>
                    </a:lnTo>
                    <a:lnTo>
                      <a:pt x="383" y="287"/>
                    </a:lnTo>
                    <a:lnTo>
                      <a:pt x="407" y="251"/>
                    </a:lnTo>
                    <a:lnTo>
                      <a:pt x="407" y="215"/>
                    </a:lnTo>
                    <a:lnTo>
                      <a:pt x="419" y="179"/>
                    </a:lnTo>
                    <a:lnTo>
                      <a:pt x="407" y="143"/>
                    </a:lnTo>
                    <a:lnTo>
                      <a:pt x="395" y="108"/>
                    </a:lnTo>
                    <a:lnTo>
                      <a:pt x="371" y="72"/>
                    </a:lnTo>
                    <a:lnTo>
                      <a:pt x="347" y="48"/>
                    </a:lnTo>
                    <a:lnTo>
                      <a:pt x="311" y="24"/>
                    </a:lnTo>
                    <a:lnTo>
                      <a:pt x="275" y="12"/>
                    </a:lnTo>
                    <a:lnTo>
                      <a:pt x="24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1"/>
              <p:cNvSpPr/>
              <p:nvPr/>
            </p:nvSpPr>
            <p:spPr>
              <a:xfrm>
                <a:off x="6848286" y="903938"/>
                <a:ext cx="60165" cy="12374"/>
              </a:xfrm>
              <a:custGeom>
                <a:rect b="b" l="l" r="r" t="t"/>
                <a:pathLst>
                  <a:path extrusionOk="0" h="145" w="705">
                    <a:moveTo>
                      <a:pt x="346" y="1"/>
                    </a:moveTo>
                    <a:lnTo>
                      <a:pt x="251" y="13"/>
                    </a:lnTo>
                    <a:lnTo>
                      <a:pt x="167" y="37"/>
                    </a:lnTo>
                    <a:lnTo>
                      <a:pt x="84" y="72"/>
                    </a:lnTo>
                    <a:lnTo>
                      <a:pt x="0" y="108"/>
                    </a:lnTo>
                    <a:lnTo>
                      <a:pt x="0" y="120"/>
                    </a:lnTo>
                    <a:lnTo>
                      <a:pt x="0" y="132"/>
                    </a:lnTo>
                    <a:lnTo>
                      <a:pt x="12" y="144"/>
                    </a:lnTo>
                    <a:lnTo>
                      <a:pt x="24" y="144"/>
                    </a:lnTo>
                    <a:lnTo>
                      <a:pt x="96" y="96"/>
                    </a:lnTo>
                    <a:lnTo>
                      <a:pt x="179" y="72"/>
                    </a:lnTo>
                    <a:lnTo>
                      <a:pt x="263" y="49"/>
                    </a:lnTo>
                    <a:lnTo>
                      <a:pt x="346" y="37"/>
                    </a:lnTo>
                    <a:lnTo>
                      <a:pt x="430" y="37"/>
                    </a:lnTo>
                    <a:lnTo>
                      <a:pt x="513" y="49"/>
                    </a:lnTo>
                    <a:lnTo>
                      <a:pt x="597" y="72"/>
                    </a:lnTo>
                    <a:lnTo>
                      <a:pt x="669" y="108"/>
                    </a:lnTo>
                    <a:lnTo>
                      <a:pt x="693" y="108"/>
                    </a:lnTo>
                    <a:lnTo>
                      <a:pt x="705" y="96"/>
                    </a:lnTo>
                    <a:lnTo>
                      <a:pt x="693" y="84"/>
                    </a:lnTo>
                    <a:lnTo>
                      <a:pt x="609" y="49"/>
                    </a:lnTo>
                    <a:lnTo>
                      <a:pt x="525" y="25"/>
                    </a:lnTo>
                    <a:lnTo>
                      <a:pt x="43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1"/>
              <p:cNvSpPr/>
              <p:nvPr/>
            </p:nvSpPr>
            <p:spPr>
              <a:xfrm>
                <a:off x="7030656" y="896854"/>
                <a:ext cx="59141" cy="12289"/>
              </a:xfrm>
              <a:custGeom>
                <a:rect b="b" l="l" r="r" t="t"/>
                <a:pathLst>
                  <a:path extrusionOk="0" h="144" w="693">
                    <a:moveTo>
                      <a:pt x="347" y="0"/>
                    </a:moveTo>
                    <a:lnTo>
                      <a:pt x="251" y="12"/>
                    </a:lnTo>
                    <a:lnTo>
                      <a:pt x="167" y="36"/>
                    </a:lnTo>
                    <a:lnTo>
                      <a:pt x="84" y="72"/>
                    </a:lnTo>
                    <a:lnTo>
                      <a:pt x="0" y="108"/>
                    </a:lnTo>
                    <a:lnTo>
                      <a:pt x="0" y="120"/>
                    </a:lnTo>
                    <a:lnTo>
                      <a:pt x="0" y="132"/>
                    </a:lnTo>
                    <a:lnTo>
                      <a:pt x="12" y="144"/>
                    </a:lnTo>
                    <a:lnTo>
                      <a:pt x="24" y="144"/>
                    </a:lnTo>
                    <a:lnTo>
                      <a:pt x="96" y="96"/>
                    </a:lnTo>
                    <a:lnTo>
                      <a:pt x="179" y="72"/>
                    </a:lnTo>
                    <a:lnTo>
                      <a:pt x="263" y="48"/>
                    </a:lnTo>
                    <a:lnTo>
                      <a:pt x="347" y="36"/>
                    </a:lnTo>
                    <a:lnTo>
                      <a:pt x="430" y="36"/>
                    </a:lnTo>
                    <a:lnTo>
                      <a:pt x="514" y="48"/>
                    </a:lnTo>
                    <a:lnTo>
                      <a:pt x="597" y="72"/>
                    </a:lnTo>
                    <a:lnTo>
                      <a:pt x="669" y="108"/>
                    </a:lnTo>
                    <a:lnTo>
                      <a:pt x="693" y="108"/>
                    </a:lnTo>
                    <a:lnTo>
                      <a:pt x="693" y="96"/>
                    </a:lnTo>
                    <a:lnTo>
                      <a:pt x="693" y="84"/>
                    </a:lnTo>
                    <a:lnTo>
                      <a:pt x="609" y="48"/>
                    </a:lnTo>
                    <a:lnTo>
                      <a:pt x="526" y="24"/>
                    </a:lnTo>
                    <a:lnTo>
                      <a:pt x="430"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1"/>
              <p:cNvSpPr/>
              <p:nvPr/>
            </p:nvSpPr>
            <p:spPr>
              <a:xfrm>
                <a:off x="7027584" y="840786"/>
                <a:ext cx="46937" cy="2133"/>
              </a:xfrm>
              <a:custGeom>
                <a:rect b="b" l="l" r="r" t="t"/>
                <a:pathLst>
                  <a:path extrusionOk="0" fill="none" h="25" w="550">
                    <a:moveTo>
                      <a:pt x="0" y="24"/>
                    </a:moveTo>
                    <a:lnTo>
                      <a:pt x="0" y="24"/>
                    </a:lnTo>
                    <a:lnTo>
                      <a:pt x="132" y="1"/>
                    </a:lnTo>
                    <a:lnTo>
                      <a:pt x="275" y="1"/>
                    </a:lnTo>
                    <a:lnTo>
                      <a:pt x="406" y="1"/>
                    </a:lnTo>
                    <a:lnTo>
                      <a:pt x="550" y="24"/>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1"/>
              <p:cNvSpPr/>
              <p:nvPr/>
            </p:nvSpPr>
            <p:spPr>
              <a:xfrm>
                <a:off x="6850249" y="858110"/>
                <a:ext cx="47022" cy="2133"/>
              </a:xfrm>
              <a:custGeom>
                <a:rect b="b" l="l" r="r" t="t"/>
                <a:pathLst>
                  <a:path extrusionOk="0" fill="none" h="25" w="551">
                    <a:moveTo>
                      <a:pt x="1" y="24"/>
                    </a:moveTo>
                    <a:lnTo>
                      <a:pt x="1" y="24"/>
                    </a:lnTo>
                    <a:lnTo>
                      <a:pt x="132" y="12"/>
                    </a:lnTo>
                    <a:lnTo>
                      <a:pt x="276" y="1"/>
                    </a:lnTo>
                    <a:lnTo>
                      <a:pt x="407" y="12"/>
                    </a:lnTo>
                    <a:lnTo>
                      <a:pt x="550" y="24"/>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1"/>
              <p:cNvSpPr/>
              <p:nvPr/>
            </p:nvSpPr>
            <p:spPr>
              <a:xfrm>
                <a:off x="6648506" y="624792"/>
                <a:ext cx="383262" cy="376093"/>
              </a:xfrm>
              <a:custGeom>
                <a:rect b="b" l="l" r="r" t="t"/>
                <a:pathLst>
                  <a:path extrusionOk="0" h="4407" w="4491">
                    <a:moveTo>
                      <a:pt x="2759" y="0"/>
                    </a:moveTo>
                    <a:lnTo>
                      <a:pt x="2496" y="24"/>
                    </a:lnTo>
                    <a:lnTo>
                      <a:pt x="2365" y="48"/>
                    </a:lnTo>
                    <a:lnTo>
                      <a:pt x="2234" y="72"/>
                    </a:lnTo>
                    <a:lnTo>
                      <a:pt x="2102" y="108"/>
                    </a:lnTo>
                    <a:lnTo>
                      <a:pt x="1971" y="156"/>
                    </a:lnTo>
                    <a:lnTo>
                      <a:pt x="1840" y="215"/>
                    </a:lnTo>
                    <a:lnTo>
                      <a:pt x="1708" y="275"/>
                    </a:lnTo>
                    <a:lnTo>
                      <a:pt x="1577" y="347"/>
                    </a:lnTo>
                    <a:lnTo>
                      <a:pt x="1446" y="430"/>
                    </a:lnTo>
                    <a:lnTo>
                      <a:pt x="1326" y="526"/>
                    </a:lnTo>
                    <a:lnTo>
                      <a:pt x="1207" y="621"/>
                    </a:lnTo>
                    <a:lnTo>
                      <a:pt x="1099" y="717"/>
                    </a:lnTo>
                    <a:lnTo>
                      <a:pt x="992" y="824"/>
                    </a:lnTo>
                    <a:lnTo>
                      <a:pt x="813" y="1039"/>
                    </a:lnTo>
                    <a:lnTo>
                      <a:pt x="646" y="1266"/>
                    </a:lnTo>
                    <a:lnTo>
                      <a:pt x="514" y="1481"/>
                    </a:lnTo>
                    <a:lnTo>
                      <a:pt x="395" y="1708"/>
                    </a:lnTo>
                    <a:lnTo>
                      <a:pt x="287" y="1935"/>
                    </a:lnTo>
                    <a:lnTo>
                      <a:pt x="216" y="2150"/>
                    </a:lnTo>
                    <a:lnTo>
                      <a:pt x="144" y="2352"/>
                    </a:lnTo>
                    <a:lnTo>
                      <a:pt x="96" y="2544"/>
                    </a:lnTo>
                    <a:lnTo>
                      <a:pt x="37" y="2854"/>
                    </a:lnTo>
                    <a:lnTo>
                      <a:pt x="1" y="3069"/>
                    </a:lnTo>
                    <a:lnTo>
                      <a:pt x="1" y="3140"/>
                    </a:lnTo>
                    <a:lnTo>
                      <a:pt x="908" y="4394"/>
                    </a:lnTo>
                    <a:lnTo>
                      <a:pt x="980" y="4406"/>
                    </a:lnTo>
                    <a:lnTo>
                      <a:pt x="1040" y="4406"/>
                    </a:lnTo>
                    <a:lnTo>
                      <a:pt x="1099" y="4394"/>
                    </a:lnTo>
                    <a:lnTo>
                      <a:pt x="1159" y="4370"/>
                    </a:lnTo>
                    <a:lnTo>
                      <a:pt x="1278" y="4323"/>
                    </a:lnTo>
                    <a:lnTo>
                      <a:pt x="1386" y="4239"/>
                    </a:lnTo>
                    <a:lnTo>
                      <a:pt x="1505" y="4131"/>
                    </a:lnTo>
                    <a:lnTo>
                      <a:pt x="1613" y="4000"/>
                    </a:lnTo>
                    <a:lnTo>
                      <a:pt x="1840" y="3714"/>
                    </a:lnTo>
                    <a:lnTo>
                      <a:pt x="2078" y="3379"/>
                    </a:lnTo>
                    <a:lnTo>
                      <a:pt x="2222" y="3212"/>
                    </a:lnTo>
                    <a:lnTo>
                      <a:pt x="2377" y="3045"/>
                    </a:lnTo>
                    <a:lnTo>
                      <a:pt x="2544" y="2890"/>
                    </a:lnTo>
                    <a:lnTo>
                      <a:pt x="2735" y="2735"/>
                    </a:lnTo>
                    <a:lnTo>
                      <a:pt x="2938" y="2591"/>
                    </a:lnTo>
                    <a:lnTo>
                      <a:pt x="3165" y="2472"/>
                    </a:lnTo>
                    <a:lnTo>
                      <a:pt x="3284" y="2400"/>
                    </a:lnTo>
                    <a:lnTo>
                      <a:pt x="3416" y="2317"/>
                    </a:lnTo>
                    <a:lnTo>
                      <a:pt x="3523" y="2221"/>
                    </a:lnTo>
                    <a:lnTo>
                      <a:pt x="3642" y="2114"/>
                    </a:lnTo>
                    <a:lnTo>
                      <a:pt x="3750" y="1994"/>
                    </a:lnTo>
                    <a:lnTo>
                      <a:pt x="3845" y="1875"/>
                    </a:lnTo>
                    <a:lnTo>
                      <a:pt x="3941" y="1744"/>
                    </a:lnTo>
                    <a:lnTo>
                      <a:pt x="4025" y="1600"/>
                    </a:lnTo>
                    <a:lnTo>
                      <a:pt x="4108" y="1457"/>
                    </a:lnTo>
                    <a:lnTo>
                      <a:pt x="4192" y="1302"/>
                    </a:lnTo>
                    <a:lnTo>
                      <a:pt x="4323" y="1003"/>
                    </a:lnTo>
                    <a:lnTo>
                      <a:pt x="4419" y="693"/>
                    </a:lnTo>
                    <a:lnTo>
                      <a:pt x="4490" y="394"/>
                    </a:lnTo>
                    <a:lnTo>
                      <a:pt x="4419" y="359"/>
                    </a:lnTo>
                    <a:lnTo>
                      <a:pt x="4204" y="275"/>
                    </a:lnTo>
                    <a:lnTo>
                      <a:pt x="4060" y="215"/>
                    </a:lnTo>
                    <a:lnTo>
                      <a:pt x="3893" y="156"/>
                    </a:lnTo>
                    <a:lnTo>
                      <a:pt x="3690" y="108"/>
                    </a:lnTo>
                    <a:lnTo>
                      <a:pt x="3487" y="60"/>
                    </a:lnTo>
                    <a:lnTo>
                      <a:pt x="3248" y="24"/>
                    </a:lnTo>
                    <a:lnTo>
                      <a:pt x="301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1"/>
              <p:cNvSpPr/>
              <p:nvPr/>
            </p:nvSpPr>
            <p:spPr>
              <a:xfrm>
                <a:off x="6648506" y="966150"/>
                <a:ext cx="101981" cy="123316"/>
              </a:xfrm>
              <a:custGeom>
                <a:rect b="b" l="l" r="r" t="t"/>
                <a:pathLst>
                  <a:path extrusionOk="0" h="1445" w="1195">
                    <a:moveTo>
                      <a:pt x="646" y="0"/>
                    </a:moveTo>
                    <a:lnTo>
                      <a:pt x="550" y="12"/>
                    </a:lnTo>
                    <a:lnTo>
                      <a:pt x="455" y="24"/>
                    </a:lnTo>
                    <a:lnTo>
                      <a:pt x="371" y="60"/>
                    </a:lnTo>
                    <a:lnTo>
                      <a:pt x="287" y="108"/>
                    </a:lnTo>
                    <a:lnTo>
                      <a:pt x="204" y="179"/>
                    </a:lnTo>
                    <a:lnTo>
                      <a:pt x="144" y="251"/>
                    </a:lnTo>
                    <a:lnTo>
                      <a:pt x="84" y="334"/>
                    </a:lnTo>
                    <a:lnTo>
                      <a:pt x="49" y="430"/>
                    </a:lnTo>
                    <a:lnTo>
                      <a:pt x="13" y="525"/>
                    </a:lnTo>
                    <a:lnTo>
                      <a:pt x="1" y="633"/>
                    </a:lnTo>
                    <a:lnTo>
                      <a:pt x="1" y="728"/>
                    </a:lnTo>
                    <a:lnTo>
                      <a:pt x="13" y="836"/>
                    </a:lnTo>
                    <a:lnTo>
                      <a:pt x="49" y="931"/>
                    </a:lnTo>
                    <a:lnTo>
                      <a:pt x="84" y="1027"/>
                    </a:lnTo>
                    <a:lnTo>
                      <a:pt x="144" y="1111"/>
                    </a:lnTo>
                    <a:lnTo>
                      <a:pt x="204" y="1194"/>
                    </a:lnTo>
                    <a:lnTo>
                      <a:pt x="276" y="1254"/>
                    </a:lnTo>
                    <a:lnTo>
                      <a:pt x="347" y="1325"/>
                    </a:lnTo>
                    <a:lnTo>
                      <a:pt x="431" y="1373"/>
                    </a:lnTo>
                    <a:lnTo>
                      <a:pt x="526" y="1409"/>
                    </a:lnTo>
                    <a:lnTo>
                      <a:pt x="622" y="1433"/>
                    </a:lnTo>
                    <a:lnTo>
                      <a:pt x="717" y="1445"/>
                    </a:lnTo>
                    <a:lnTo>
                      <a:pt x="813" y="1445"/>
                    </a:lnTo>
                    <a:lnTo>
                      <a:pt x="908" y="1433"/>
                    </a:lnTo>
                    <a:lnTo>
                      <a:pt x="1004" y="1409"/>
                    </a:lnTo>
                    <a:lnTo>
                      <a:pt x="1099" y="1385"/>
                    </a:lnTo>
                    <a:lnTo>
                      <a:pt x="1195" y="1337"/>
                    </a:lnTo>
                    <a:lnTo>
                      <a:pt x="1099" y="131"/>
                    </a:lnTo>
                    <a:lnTo>
                      <a:pt x="1016" y="84"/>
                    </a:lnTo>
                    <a:lnTo>
                      <a:pt x="920" y="48"/>
                    </a:lnTo>
                    <a:lnTo>
                      <a:pt x="825" y="24"/>
                    </a:lnTo>
                    <a:lnTo>
                      <a:pt x="729" y="12"/>
                    </a:lnTo>
                    <a:lnTo>
                      <a:pt x="646" y="0"/>
                    </a:lnTo>
                    <a:close/>
                  </a:path>
                </a:pathLst>
              </a:custGeom>
              <a:solidFill>
                <a:srgbClr val="AC5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1"/>
              <p:cNvSpPr/>
              <p:nvPr/>
            </p:nvSpPr>
            <p:spPr>
              <a:xfrm>
                <a:off x="6677095" y="1005833"/>
                <a:ext cx="47961" cy="25602"/>
              </a:xfrm>
              <a:custGeom>
                <a:rect b="b" l="l" r="r" t="t"/>
                <a:pathLst>
                  <a:path extrusionOk="0" fill="none" h="300" w="562">
                    <a:moveTo>
                      <a:pt x="561" y="299"/>
                    </a:moveTo>
                    <a:lnTo>
                      <a:pt x="561" y="299"/>
                    </a:lnTo>
                    <a:lnTo>
                      <a:pt x="537" y="228"/>
                    </a:lnTo>
                    <a:lnTo>
                      <a:pt x="490" y="168"/>
                    </a:lnTo>
                    <a:lnTo>
                      <a:pt x="442" y="108"/>
                    </a:lnTo>
                    <a:lnTo>
                      <a:pt x="370" y="49"/>
                    </a:lnTo>
                    <a:lnTo>
                      <a:pt x="287" y="13"/>
                    </a:lnTo>
                    <a:lnTo>
                      <a:pt x="191" y="1"/>
                    </a:lnTo>
                    <a:lnTo>
                      <a:pt x="96" y="13"/>
                    </a:lnTo>
                    <a:lnTo>
                      <a:pt x="48" y="25"/>
                    </a:lnTo>
                    <a:lnTo>
                      <a:pt x="0" y="49"/>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1"/>
              <p:cNvSpPr/>
              <p:nvPr/>
            </p:nvSpPr>
            <p:spPr>
              <a:xfrm>
                <a:off x="6858441" y="1201517"/>
                <a:ext cx="122378" cy="39768"/>
              </a:xfrm>
              <a:custGeom>
                <a:rect b="b" l="l" r="r" t="t"/>
                <a:pathLst>
                  <a:path extrusionOk="0" fill="none" h="466" w="1434">
                    <a:moveTo>
                      <a:pt x="1433" y="454"/>
                    </a:moveTo>
                    <a:lnTo>
                      <a:pt x="1433" y="454"/>
                    </a:lnTo>
                    <a:lnTo>
                      <a:pt x="1242" y="466"/>
                    </a:lnTo>
                    <a:lnTo>
                      <a:pt x="1051" y="466"/>
                    </a:lnTo>
                    <a:lnTo>
                      <a:pt x="860" y="430"/>
                    </a:lnTo>
                    <a:lnTo>
                      <a:pt x="669" y="382"/>
                    </a:lnTo>
                    <a:lnTo>
                      <a:pt x="490" y="311"/>
                    </a:lnTo>
                    <a:lnTo>
                      <a:pt x="323" y="227"/>
                    </a:lnTo>
                    <a:lnTo>
                      <a:pt x="156" y="120"/>
                    </a:lnTo>
                    <a:lnTo>
                      <a:pt x="0" y="0"/>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1"/>
              <p:cNvSpPr/>
              <p:nvPr/>
            </p:nvSpPr>
            <p:spPr>
              <a:xfrm>
                <a:off x="6981757" y="947802"/>
                <a:ext cx="38744" cy="100957"/>
              </a:xfrm>
              <a:custGeom>
                <a:rect b="b" l="l" r="r" t="t"/>
                <a:pathLst>
                  <a:path extrusionOk="0" h="1183" w="454">
                    <a:moveTo>
                      <a:pt x="24" y="0"/>
                    </a:moveTo>
                    <a:lnTo>
                      <a:pt x="12" y="12"/>
                    </a:lnTo>
                    <a:lnTo>
                      <a:pt x="0" y="24"/>
                    </a:lnTo>
                    <a:lnTo>
                      <a:pt x="72" y="418"/>
                    </a:lnTo>
                    <a:lnTo>
                      <a:pt x="120" y="609"/>
                    </a:lnTo>
                    <a:lnTo>
                      <a:pt x="131" y="681"/>
                    </a:lnTo>
                    <a:lnTo>
                      <a:pt x="143" y="705"/>
                    </a:lnTo>
                    <a:lnTo>
                      <a:pt x="167" y="729"/>
                    </a:lnTo>
                    <a:lnTo>
                      <a:pt x="191" y="740"/>
                    </a:lnTo>
                    <a:lnTo>
                      <a:pt x="239" y="752"/>
                    </a:lnTo>
                    <a:lnTo>
                      <a:pt x="358" y="752"/>
                    </a:lnTo>
                    <a:lnTo>
                      <a:pt x="394" y="764"/>
                    </a:lnTo>
                    <a:lnTo>
                      <a:pt x="406" y="788"/>
                    </a:lnTo>
                    <a:lnTo>
                      <a:pt x="418" y="824"/>
                    </a:lnTo>
                    <a:lnTo>
                      <a:pt x="406" y="848"/>
                    </a:lnTo>
                    <a:lnTo>
                      <a:pt x="394" y="872"/>
                    </a:lnTo>
                    <a:lnTo>
                      <a:pt x="358" y="920"/>
                    </a:lnTo>
                    <a:lnTo>
                      <a:pt x="311" y="979"/>
                    </a:lnTo>
                    <a:lnTo>
                      <a:pt x="179" y="1146"/>
                    </a:lnTo>
                    <a:lnTo>
                      <a:pt x="179" y="1158"/>
                    </a:lnTo>
                    <a:lnTo>
                      <a:pt x="179" y="1170"/>
                    </a:lnTo>
                    <a:lnTo>
                      <a:pt x="191" y="1182"/>
                    </a:lnTo>
                    <a:lnTo>
                      <a:pt x="203" y="1170"/>
                    </a:lnTo>
                    <a:lnTo>
                      <a:pt x="334" y="1003"/>
                    </a:lnTo>
                    <a:lnTo>
                      <a:pt x="394" y="932"/>
                    </a:lnTo>
                    <a:lnTo>
                      <a:pt x="418" y="896"/>
                    </a:lnTo>
                    <a:lnTo>
                      <a:pt x="442" y="848"/>
                    </a:lnTo>
                    <a:lnTo>
                      <a:pt x="454" y="800"/>
                    </a:lnTo>
                    <a:lnTo>
                      <a:pt x="430" y="752"/>
                    </a:lnTo>
                    <a:lnTo>
                      <a:pt x="394" y="729"/>
                    </a:lnTo>
                    <a:lnTo>
                      <a:pt x="346" y="717"/>
                    </a:lnTo>
                    <a:lnTo>
                      <a:pt x="215" y="717"/>
                    </a:lnTo>
                    <a:lnTo>
                      <a:pt x="179" y="693"/>
                    </a:lnTo>
                    <a:lnTo>
                      <a:pt x="167" y="669"/>
                    </a:lnTo>
                    <a:lnTo>
                      <a:pt x="155" y="633"/>
                    </a:lnTo>
                    <a:lnTo>
                      <a:pt x="143" y="573"/>
                    </a:lnTo>
                    <a:lnTo>
                      <a:pt x="120" y="454"/>
                    </a:lnTo>
                    <a:lnTo>
                      <a:pt x="36" y="12"/>
                    </a:lnTo>
                    <a:lnTo>
                      <a:pt x="36"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1"/>
              <p:cNvSpPr/>
              <p:nvPr/>
            </p:nvSpPr>
            <p:spPr>
              <a:xfrm>
                <a:off x="6907341" y="1057805"/>
                <a:ext cx="79537" cy="63237"/>
              </a:xfrm>
              <a:custGeom>
                <a:rect b="b" l="l" r="r" t="t"/>
                <a:pathLst>
                  <a:path extrusionOk="0" h="741" w="932">
                    <a:moveTo>
                      <a:pt x="204" y="1"/>
                    </a:moveTo>
                    <a:lnTo>
                      <a:pt x="156" y="13"/>
                    </a:lnTo>
                    <a:lnTo>
                      <a:pt x="120" y="25"/>
                    </a:lnTo>
                    <a:lnTo>
                      <a:pt x="96" y="48"/>
                    </a:lnTo>
                    <a:lnTo>
                      <a:pt x="48" y="96"/>
                    </a:lnTo>
                    <a:lnTo>
                      <a:pt x="24" y="156"/>
                    </a:lnTo>
                    <a:lnTo>
                      <a:pt x="1" y="216"/>
                    </a:lnTo>
                    <a:lnTo>
                      <a:pt x="1" y="275"/>
                    </a:lnTo>
                    <a:lnTo>
                      <a:pt x="1" y="335"/>
                    </a:lnTo>
                    <a:lnTo>
                      <a:pt x="13" y="395"/>
                    </a:lnTo>
                    <a:lnTo>
                      <a:pt x="24" y="454"/>
                    </a:lnTo>
                    <a:lnTo>
                      <a:pt x="48" y="514"/>
                    </a:lnTo>
                    <a:lnTo>
                      <a:pt x="84" y="562"/>
                    </a:lnTo>
                    <a:lnTo>
                      <a:pt x="132" y="610"/>
                    </a:lnTo>
                    <a:lnTo>
                      <a:pt x="180" y="645"/>
                    </a:lnTo>
                    <a:lnTo>
                      <a:pt x="227" y="681"/>
                    </a:lnTo>
                    <a:lnTo>
                      <a:pt x="287" y="705"/>
                    </a:lnTo>
                    <a:lnTo>
                      <a:pt x="347" y="717"/>
                    </a:lnTo>
                    <a:lnTo>
                      <a:pt x="407" y="729"/>
                    </a:lnTo>
                    <a:lnTo>
                      <a:pt x="466" y="741"/>
                    </a:lnTo>
                    <a:lnTo>
                      <a:pt x="526" y="729"/>
                    </a:lnTo>
                    <a:lnTo>
                      <a:pt x="586" y="717"/>
                    </a:lnTo>
                    <a:lnTo>
                      <a:pt x="645" y="705"/>
                    </a:lnTo>
                    <a:lnTo>
                      <a:pt x="753" y="645"/>
                    </a:lnTo>
                    <a:lnTo>
                      <a:pt x="848" y="574"/>
                    </a:lnTo>
                    <a:lnTo>
                      <a:pt x="932" y="478"/>
                    </a:lnTo>
                    <a:lnTo>
                      <a:pt x="872" y="359"/>
                    </a:lnTo>
                    <a:lnTo>
                      <a:pt x="323" y="48"/>
                    </a:lnTo>
                    <a:lnTo>
                      <a:pt x="239" y="13"/>
                    </a:lnTo>
                    <a:lnTo>
                      <a:pt x="204" y="1"/>
                    </a:lnTo>
                    <a:close/>
                  </a:path>
                </a:pathLst>
              </a:custGeom>
              <a:solidFill>
                <a:srgbClr val="822D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1"/>
              <p:cNvSpPr/>
              <p:nvPr/>
            </p:nvSpPr>
            <p:spPr>
              <a:xfrm>
                <a:off x="6401960" y="673691"/>
                <a:ext cx="292546" cy="293570"/>
              </a:xfrm>
              <a:custGeom>
                <a:rect b="b" l="l" r="r" t="t"/>
                <a:pathLst>
                  <a:path extrusionOk="0" h="3440" w="3428">
                    <a:moveTo>
                      <a:pt x="1553" y="0"/>
                    </a:moveTo>
                    <a:lnTo>
                      <a:pt x="1433" y="12"/>
                    </a:lnTo>
                    <a:lnTo>
                      <a:pt x="1326" y="24"/>
                    </a:lnTo>
                    <a:lnTo>
                      <a:pt x="1206" y="48"/>
                    </a:lnTo>
                    <a:lnTo>
                      <a:pt x="1099" y="84"/>
                    </a:lnTo>
                    <a:lnTo>
                      <a:pt x="980" y="120"/>
                    </a:lnTo>
                    <a:lnTo>
                      <a:pt x="872" y="168"/>
                    </a:lnTo>
                    <a:lnTo>
                      <a:pt x="777" y="215"/>
                    </a:lnTo>
                    <a:lnTo>
                      <a:pt x="669" y="275"/>
                    </a:lnTo>
                    <a:lnTo>
                      <a:pt x="574" y="347"/>
                    </a:lnTo>
                    <a:lnTo>
                      <a:pt x="478" y="406"/>
                    </a:lnTo>
                    <a:lnTo>
                      <a:pt x="383" y="502"/>
                    </a:lnTo>
                    <a:lnTo>
                      <a:pt x="299" y="597"/>
                    </a:lnTo>
                    <a:lnTo>
                      <a:pt x="215" y="693"/>
                    </a:lnTo>
                    <a:lnTo>
                      <a:pt x="144" y="800"/>
                    </a:lnTo>
                    <a:lnTo>
                      <a:pt x="84" y="920"/>
                    </a:lnTo>
                    <a:lnTo>
                      <a:pt x="36" y="1039"/>
                    </a:lnTo>
                    <a:lnTo>
                      <a:pt x="12" y="1159"/>
                    </a:lnTo>
                    <a:lnTo>
                      <a:pt x="1" y="1290"/>
                    </a:lnTo>
                    <a:lnTo>
                      <a:pt x="1" y="1421"/>
                    </a:lnTo>
                    <a:lnTo>
                      <a:pt x="24" y="1541"/>
                    </a:lnTo>
                    <a:lnTo>
                      <a:pt x="72" y="1660"/>
                    </a:lnTo>
                    <a:lnTo>
                      <a:pt x="132" y="1779"/>
                    </a:lnTo>
                    <a:lnTo>
                      <a:pt x="215" y="1875"/>
                    </a:lnTo>
                    <a:lnTo>
                      <a:pt x="311" y="1959"/>
                    </a:lnTo>
                    <a:lnTo>
                      <a:pt x="418" y="2030"/>
                    </a:lnTo>
                    <a:lnTo>
                      <a:pt x="538" y="2066"/>
                    </a:lnTo>
                    <a:lnTo>
                      <a:pt x="406" y="2114"/>
                    </a:lnTo>
                    <a:lnTo>
                      <a:pt x="287" y="2173"/>
                    </a:lnTo>
                    <a:lnTo>
                      <a:pt x="180" y="2257"/>
                    </a:lnTo>
                    <a:lnTo>
                      <a:pt x="132" y="2305"/>
                    </a:lnTo>
                    <a:lnTo>
                      <a:pt x="84" y="2353"/>
                    </a:lnTo>
                    <a:lnTo>
                      <a:pt x="48" y="2412"/>
                    </a:lnTo>
                    <a:lnTo>
                      <a:pt x="24" y="2484"/>
                    </a:lnTo>
                    <a:lnTo>
                      <a:pt x="12" y="2544"/>
                    </a:lnTo>
                    <a:lnTo>
                      <a:pt x="1" y="2615"/>
                    </a:lnTo>
                    <a:lnTo>
                      <a:pt x="1" y="2687"/>
                    </a:lnTo>
                    <a:lnTo>
                      <a:pt x="12" y="2747"/>
                    </a:lnTo>
                    <a:lnTo>
                      <a:pt x="36" y="2806"/>
                    </a:lnTo>
                    <a:lnTo>
                      <a:pt x="60" y="2866"/>
                    </a:lnTo>
                    <a:lnTo>
                      <a:pt x="108" y="2926"/>
                    </a:lnTo>
                    <a:lnTo>
                      <a:pt x="156" y="2962"/>
                    </a:lnTo>
                    <a:lnTo>
                      <a:pt x="215" y="2997"/>
                    </a:lnTo>
                    <a:lnTo>
                      <a:pt x="287" y="3021"/>
                    </a:lnTo>
                    <a:lnTo>
                      <a:pt x="347" y="3033"/>
                    </a:lnTo>
                    <a:lnTo>
                      <a:pt x="418" y="3045"/>
                    </a:lnTo>
                    <a:lnTo>
                      <a:pt x="490" y="3045"/>
                    </a:lnTo>
                    <a:lnTo>
                      <a:pt x="562" y="3033"/>
                    </a:lnTo>
                    <a:lnTo>
                      <a:pt x="621" y="3009"/>
                    </a:lnTo>
                    <a:lnTo>
                      <a:pt x="681" y="2985"/>
                    </a:lnTo>
                    <a:lnTo>
                      <a:pt x="800" y="2914"/>
                    </a:lnTo>
                    <a:lnTo>
                      <a:pt x="908" y="2818"/>
                    </a:lnTo>
                    <a:lnTo>
                      <a:pt x="992" y="2711"/>
                    </a:lnTo>
                    <a:lnTo>
                      <a:pt x="944" y="2806"/>
                    </a:lnTo>
                    <a:lnTo>
                      <a:pt x="920" y="2902"/>
                    </a:lnTo>
                    <a:lnTo>
                      <a:pt x="920" y="2997"/>
                    </a:lnTo>
                    <a:lnTo>
                      <a:pt x="944" y="3105"/>
                    </a:lnTo>
                    <a:lnTo>
                      <a:pt x="980" y="3200"/>
                    </a:lnTo>
                    <a:lnTo>
                      <a:pt x="1039" y="3284"/>
                    </a:lnTo>
                    <a:lnTo>
                      <a:pt x="1123" y="3344"/>
                    </a:lnTo>
                    <a:lnTo>
                      <a:pt x="1206" y="3391"/>
                    </a:lnTo>
                    <a:lnTo>
                      <a:pt x="1314" y="3403"/>
                    </a:lnTo>
                    <a:lnTo>
                      <a:pt x="1409" y="3403"/>
                    </a:lnTo>
                    <a:lnTo>
                      <a:pt x="1505" y="3367"/>
                    </a:lnTo>
                    <a:lnTo>
                      <a:pt x="1600" y="3320"/>
                    </a:lnTo>
                    <a:lnTo>
                      <a:pt x="1672" y="3248"/>
                    </a:lnTo>
                    <a:lnTo>
                      <a:pt x="1732" y="3164"/>
                    </a:lnTo>
                    <a:lnTo>
                      <a:pt x="1768" y="3081"/>
                    </a:lnTo>
                    <a:lnTo>
                      <a:pt x="1791" y="2973"/>
                    </a:lnTo>
                    <a:lnTo>
                      <a:pt x="1780" y="3045"/>
                    </a:lnTo>
                    <a:lnTo>
                      <a:pt x="1791" y="3117"/>
                    </a:lnTo>
                    <a:lnTo>
                      <a:pt x="1815" y="3176"/>
                    </a:lnTo>
                    <a:lnTo>
                      <a:pt x="1851" y="3236"/>
                    </a:lnTo>
                    <a:lnTo>
                      <a:pt x="1887" y="3296"/>
                    </a:lnTo>
                    <a:lnTo>
                      <a:pt x="1947" y="3344"/>
                    </a:lnTo>
                    <a:lnTo>
                      <a:pt x="2006" y="3391"/>
                    </a:lnTo>
                    <a:lnTo>
                      <a:pt x="2066" y="3415"/>
                    </a:lnTo>
                    <a:lnTo>
                      <a:pt x="2138" y="3439"/>
                    </a:lnTo>
                    <a:lnTo>
                      <a:pt x="2281" y="3439"/>
                    </a:lnTo>
                    <a:lnTo>
                      <a:pt x="2341" y="3427"/>
                    </a:lnTo>
                    <a:lnTo>
                      <a:pt x="2412" y="3415"/>
                    </a:lnTo>
                    <a:lnTo>
                      <a:pt x="2484" y="3391"/>
                    </a:lnTo>
                    <a:lnTo>
                      <a:pt x="2544" y="3356"/>
                    </a:lnTo>
                    <a:lnTo>
                      <a:pt x="2603" y="3320"/>
                    </a:lnTo>
                    <a:lnTo>
                      <a:pt x="2711" y="3224"/>
                    </a:lnTo>
                    <a:lnTo>
                      <a:pt x="2806" y="3117"/>
                    </a:lnTo>
                    <a:lnTo>
                      <a:pt x="2878" y="2997"/>
                    </a:lnTo>
                    <a:lnTo>
                      <a:pt x="2938" y="2866"/>
                    </a:lnTo>
                    <a:lnTo>
                      <a:pt x="3427" y="1445"/>
                    </a:lnTo>
                    <a:lnTo>
                      <a:pt x="3391" y="1326"/>
                    </a:lnTo>
                    <a:lnTo>
                      <a:pt x="3356" y="1218"/>
                    </a:lnTo>
                    <a:lnTo>
                      <a:pt x="3320" y="1111"/>
                    </a:lnTo>
                    <a:lnTo>
                      <a:pt x="3272" y="1003"/>
                    </a:lnTo>
                    <a:lnTo>
                      <a:pt x="3212" y="896"/>
                    </a:lnTo>
                    <a:lnTo>
                      <a:pt x="3153" y="800"/>
                    </a:lnTo>
                    <a:lnTo>
                      <a:pt x="3081" y="705"/>
                    </a:lnTo>
                    <a:lnTo>
                      <a:pt x="3009" y="621"/>
                    </a:lnTo>
                    <a:lnTo>
                      <a:pt x="2926" y="526"/>
                    </a:lnTo>
                    <a:lnTo>
                      <a:pt x="2842" y="454"/>
                    </a:lnTo>
                    <a:lnTo>
                      <a:pt x="2747" y="383"/>
                    </a:lnTo>
                    <a:lnTo>
                      <a:pt x="2651" y="311"/>
                    </a:lnTo>
                    <a:lnTo>
                      <a:pt x="2556" y="239"/>
                    </a:lnTo>
                    <a:lnTo>
                      <a:pt x="2460" y="192"/>
                    </a:lnTo>
                    <a:lnTo>
                      <a:pt x="2353" y="144"/>
                    </a:lnTo>
                    <a:lnTo>
                      <a:pt x="2245" y="96"/>
                    </a:lnTo>
                    <a:lnTo>
                      <a:pt x="2126" y="60"/>
                    </a:lnTo>
                    <a:lnTo>
                      <a:pt x="2018" y="36"/>
                    </a:lnTo>
                    <a:lnTo>
                      <a:pt x="1899" y="12"/>
                    </a:lnTo>
                    <a:lnTo>
                      <a:pt x="1791"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1"/>
              <p:cNvSpPr/>
              <p:nvPr/>
            </p:nvSpPr>
            <p:spPr>
              <a:xfrm>
                <a:off x="6924665" y="1398139"/>
                <a:ext cx="934473" cy="674613"/>
              </a:xfrm>
              <a:custGeom>
                <a:rect b="b" l="l" r="r" t="t"/>
                <a:pathLst>
                  <a:path extrusionOk="0" h="7905" w="10950">
                    <a:moveTo>
                      <a:pt x="1994" y="1"/>
                    </a:moveTo>
                    <a:lnTo>
                      <a:pt x="1" y="3726"/>
                    </a:lnTo>
                    <a:lnTo>
                      <a:pt x="3224" y="7069"/>
                    </a:lnTo>
                    <a:lnTo>
                      <a:pt x="3427" y="7260"/>
                    </a:lnTo>
                    <a:lnTo>
                      <a:pt x="3642" y="7427"/>
                    </a:lnTo>
                    <a:lnTo>
                      <a:pt x="3881" y="7570"/>
                    </a:lnTo>
                    <a:lnTo>
                      <a:pt x="4120" y="7690"/>
                    </a:lnTo>
                    <a:lnTo>
                      <a:pt x="4382" y="7785"/>
                    </a:lnTo>
                    <a:lnTo>
                      <a:pt x="4645" y="7845"/>
                    </a:lnTo>
                    <a:lnTo>
                      <a:pt x="4908" y="7893"/>
                    </a:lnTo>
                    <a:lnTo>
                      <a:pt x="5194" y="7904"/>
                    </a:lnTo>
                    <a:lnTo>
                      <a:pt x="5361" y="7904"/>
                    </a:lnTo>
                    <a:lnTo>
                      <a:pt x="5529" y="7881"/>
                    </a:lnTo>
                    <a:lnTo>
                      <a:pt x="5696" y="7857"/>
                    </a:lnTo>
                    <a:lnTo>
                      <a:pt x="5863" y="7821"/>
                    </a:lnTo>
                    <a:lnTo>
                      <a:pt x="6030" y="7773"/>
                    </a:lnTo>
                    <a:lnTo>
                      <a:pt x="6185" y="7713"/>
                    </a:lnTo>
                    <a:lnTo>
                      <a:pt x="6340" y="7654"/>
                    </a:lnTo>
                    <a:lnTo>
                      <a:pt x="6496" y="7570"/>
                    </a:lnTo>
                    <a:lnTo>
                      <a:pt x="6639" y="7487"/>
                    </a:lnTo>
                    <a:lnTo>
                      <a:pt x="6770" y="7403"/>
                    </a:lnTo>
                    <a:lnTo>
                      <a:pt x="6914" y="7296"/>
                    </a:lnTo>
                    <a:lnTo>
                      <a:pt x="7033" y="7188"/>
                    </a:lnTo>
                    <a:lnTo>
                      <a:pt x="7152" y="7069"/>
                    </a:lnTo>
                    <a:lnTo>
                      <a:pt x="7272" y="6937"/>
                    </a:lnTo>
                    <a:lnTo>
                      <a:pt x="7379" y="6806"/>
                    </a:lnTo>
                    <a:lnTo>
                      <a:pt x="7475" y="6675"/>
                    </a:lnTo>
                    <a:lnTo>
                      <a:pt x="10949" y="1374"/>
                    </a:lnTo>
                    <a:lnTo>
                      <a:pt x="8597" y="1"/>
                    </a:lnTo>
                    <a:lnTo>
                      <a:pt x="6890" y="1911"/>
                    </a:lnTo>
                    <a:lnTo>
                      <a:pt x="5254" y="3726"/>
                    </a:lnTo>
                    <a:lnTo>
                      <a:pt x="1994"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1"/>
              <p:cNvSpPr/>
              <p:nvPr/>
            </p:nvSpPr>
            <p:spPr>
              <a:xfrm>
                <a:off x="7003092" y="3682510"/>
                <a:ext cx="701153" cy="491217"/>
              </a:xfrm>
              <a:custGeom>
                <a:rect b="b" l="l" r="r" t="t"/>
                <a:pathLst>
                  <a:path extrusionOk="0" h="5756" w="8216">
                    <a:moveTo>
                      <a:pt x="1183" y="1"/>
                    </a:moveTo>
                    <a:lnTo>
                      <a:pt x="1" y="4144"/>
                    </a:lnTo>
                    <a:lnTo>
                      <a:pt x="8203" y="5756"/>
                    </a:lnTo>
                    <a:lnTo>
                      <a:pt x="8203" y="5660"/>
                    </a:lnTo>
                    <a:lnTo>
                      <a:pt x="8215" y="5565"/>
                    </a:lnTo>
                    <a:lnTo>
                      <a:pt x="8215" y="5422"/>
                    </a:lnTo>
                    <a:lnTo>
                      <a:pt x="8203" y="5266"/>
                    </a:lnTo>
                    <a:lnTo>
                      <a:pt x="8168" y="5075"/>
                    </a:lnTo>
                    <a:lnTo>
                      <a:pt x="8132" y="4872"/>
                    </a:lnTo>
                    <a:lnTo>
                      <a:pt x="8060" y="4645"/>
                    </a:lnTo>
                    <a:lnTo>
                      <a:pt x="7965" y="4419"/>
                    </a:lnTo>
                    <a:lnTo>
                      <a:pt x="7905" y="4299"/>
                    </a:lnTo>
                    <a:lnTo>
                      <a:pt x="7833" y="4192"/>
                    </a:lnTo>
                    <a:lnTo>
                      <a:pt x="7750" y="4072"/>
                    </a:lnTo>
                    <a:lnTo>
                      <a:pt x="7666" y="3953"/>
                    </a:lnTo>
                    <a:lnTo>
                      <a:pt x="7571" y="3834"/>
                    </a:lnTo>
                    <a:lnTo>
                      <a:pt x="7463" y="3726"/>
                    </a:lnTo>
                    <a:lnTo>
                      <a:pt x="7344" y="3607"/>
                    </a:lnTo>
                    <a:lnTo>
                      <a:pt x="7212" y="3499"/>
                    </a:lnTo>
                    <a:lnTo>
                      <a:pt x="7069" y="3392"/>
                    </a:lnTo>
                    <a:lnTo>
                      <a:pt x="6914" y="3296"/>
                    </a:lnTo>
                    <a:lnTo>
                      <a:pt x="6747" y="3201"/>
                    </a:lnTo>
                    <a:lnTo>
                      <a:pt x="6556" y="3105"/>
                    </a:lnTo>
                    <a:lnTo>
                      <a:pt x="6365" y="3022"/>
                    </a:lnTo>
                    <a:lnTo>
                      <a:pt x="6150" y="2938"/>
                    </a:lnTo>
                    <a:lnTo>
                      <a:pt x="6639" y="1219"/>
                    </a:lnTo>
                    <a:lnTo>
                      <a:pt x="1183"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1"/>
              <p:cNvSpPr/>
              <p:nvPr/>
            </p:nvSpPr>
            <p:spPr>
              <a:xfrm>
                <a:off x="7521786" y="3961741"/>
                <a:ext cx="112137" cy="34733"/>
              </a:xfrm>
              <a:custGeom>
                <a:rect b="b" l="l" r="r" t="t"/>
                <a:pathLst>
                  <a:path extrusionOk="0" h="407" w="1314">
                    <a:moveTo>
                      <a:pt x="1302" y="0"/>
                    </a:moveTo>
                    <a:lnTo>
                      <a:pt x="967" y="72"/>
                    </a:lnTo>
                    <a:lnTo>
                      <a:pt x="645" y="156"/>
                    </a:lnTo>
                    <a:lnTo>
                      <a:pt x="334" y="263"/>
                    </a:lnTo>
                    <a:lnTo>
                      <a:pt x="12" y="371"/>
                    </a:lnTo>
                    <a:lnTo>
                      <a:pt x="0" y="382"/>
                    </a:lnTo>
                    <a:lnTo>
                      <a:pt x="0" y="394"/>
                    </a:lnTo>
                    <a:lnTo>
                      <a:pt x="12" y="406"/>
                    </a:lnTo>
                    <a:lnTo>
                      <a:pt x="24" y="406"/>
                    </a:lnTo>
                    <a:lnTo>
                      <a:pt x="346" y="299"/>
                    </a:lnTo>
                    <a:lnTo>
                      <a:pt x="657" y="191"/>
                    </a:lnTo>
                    <a:lnTo>
                      <a:pt x="979" y="108"/>
                    </a:lnTo>
                    <a:lnTo>
                      <a:pt x="1302" y="36"/>
                    </a:lnTo>
                    <a:lnTo>
                      <a:pt x="1313" y="24"/>
                    </a:lnTo>
                    <a:lnTo>
                      <a:pt x="1313" y="12"/>
                    </a:lnTo>
                    <a:lnTo>
                      <a:pt x="131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1"/>
              <p:cNvSpPr/>
              <p:nvPr/>
            </p:nvSpPr>
            <p:spPr>
              <a:xfrm>
                <a:off x="7489186" y="3937249"/>
                <a:ext cx="101981" cy="38830"/>
              </a:xfrm>
              <a:custGeom>
                <a:rect b="b" l="l" r="r" t="t"/>
                <a:pathLst>
                  <a:path extrusionOk="0" h="455" w="1195">
                    <a:moveTo>
                      <a:pt x="1182" y="1"/>
                    </a:moveTo>
                    <a:lnTo>
                      <a:pt x="12" y="419"/>
                    </a:lnTo>
                    <a:lnTo>
                      <a:pt x="0" y="431"/>
                    </a:lnTo>
                    <a:lnTo>
                      <a:pt x="0" y="443"/>
                    </a:lnTo>
                    <a:lnTo>
                      <a:pt x="12" y="455"/>
                    </a:lnTo>
                    <a:lnTo>
                      <a:pt x="24" y="455"/>
                    </a:lnTo>
                    <a:lnTo>
                      <a:pt x="1182" y="37"/>
                    </a:lnTo>
                    <a:lnTo>
                      <a:pt x="1194" y="25"/>
                    </a:lnTo>
                    <a:lnTo>
                      <a:pt x="1194" y="13"/>
                    </a:lnTo>
                    <a:lnTo>
                      <a:pt x="119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1"/>
              <p:cNvSpPr/>
              <p:nvPr/>
            </p:nvSpPr>
            <p:spPr>
              <a:xfrm>
                <a:off x="6239985" y="3319817"/>
                <a:ext cx="596100" cy="759185"/>
              </a:xfrm>
              <a:custGeom>
                <a:rect b="b" l="l" r="r" t="t"/>
                <a:pathLst>
                  <a:path extrusionOk="0" h="8896" w="6985">
                    <a:moveTo>
                      <a:pt x="3558" y="0"/>
                    </a:moveTo>
                    <a:lnTo>
                      <a:pt x="0" y="2436"/>
                    </a:lnTo>
                    <a:lnTo>
                      <a:pt x="5301" y="8895"/>
                    </a:lnTo>
                    <a:lnTo>
                      <a:pt x="5361" y="8836"/>
                    </a:lnTo>
                    <a:lnTo>
                      <a:pt x="5433" y="8764"/>
                    </a:lnTo>
                    <a:lnTo>
                      <a:pt x="5516" y="8657"/>
                    </a:lnTo>
                    <a:lnTo>
                      <a:pt x="5612" y="8525"/>
                    </a:lnTo>
                    <a:lnTo>
                      <a:pt x="5707" y="8358"/>
                    </a:lnTo>
                    <a:lnTo>
                      <a:pt x="5803" y="8179"/>
                    </a:lnTo>
                    <a:lnTo>
                      <a:pt x="5886" y="7964"/>
                    </a:lnTo>
                    <a:lnTo>
                      <a:pt x="5958" y="7725"/>
                    </a:lnTo>
                    <a:lnTo>
                      <a:pt x="5994" y="7594"/>
                    </a:lnTo>
                    <a:lnTo>
                      <a:pt x="6018" y="7463"/>
                    </a:lnTo>
                    <a:lnTo>
                      <a:pt x="6030" y="7319"/>
                    </a:lnTo>
                    <a:lnTo>
                      <a:pt x="6030" y="7176"/>
                    </a:lnTo>
                    <a:lnTo>
                      <a:pt x="6030" y="7021"/>
                    </a:lnTo>
                    <a:lnTo>
                      <a:pt x="6030" y="6866"/>
                    </a:lnTo>
                    <a:lnTo>
                      <a:pt x="6006" y="6710"/>
                    </a:lnTo>
                    <a:lnTo>
                      <a:pt x="5970" y="6531"/>
                    </a:lnTo>
                    <a:lnTo>
                      <a:pt x="5934" y="6364"/>
                    </a:lnTo>
                    <a:lnTo>
                      <a:pt x="5874" y="6185"/>
                    </a:lnTo>
                    <a:lnTo>
                      <a:pt x="5803" y="6006"/>
                    </a:lnTo>
                    <a:lnTo>
                      <a:pt x="5719" y="5815"/>
                    </a:lnTo>
                    <a:lnTo>
                      <a:pt x="5624" y="5624"/>
                    </a:lnTo>
                    <a:lnTo>
                      <a:pt x="5516" y="5421"/>
                    </a:lnTo>
                    <a:lnTo>
                      <a:pt x="6985" y="4418"/>
                    </a:lnTo>
                    <a:lnTo>
                      <a:pt x="3558"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1"/>
              <p:cNvSpPr/>
              <p:nvPr/>
            </p:nvSpPr>
            <p:spPr>
              <a:xfrm>
                <a:off x="6665830" y="3826222"/>
                <a:ext cx="108126" cy="47961"/>
              </a:xfrm>
              <a:custGeom>
                <a:rect b="b" l="l" r="r" t="t"/>
                <a:pathLst>
                  <a:path extrusionOk="0" h="562" w="1267">
                    <a:moveTo>
                      <a:pt x="13" y="0"/>
                    </a:moveTo>
                    <a:lnTo>
                      <a:pt x="1" y="12"/>
                    </a:lnTo>
                    <a:lnTo>
                      <a:pt x="1" y="24"/>
                    </a:lnTo>
                    <a:lnTo>
                      <a:pt x="13" y="36"/>
                    </a:lnTo>
                    <a:lnTo>
                      <a:pt x="335" y="144"/>
                    </a:lnTo>
                    <a:lnTo>
                      <a:pt x="634" y="275"/>
                    </a:lnTo>
                    <a:lnTo>
                      <a:pt x="944" y="406"/>
                    </a:lnTo>
                    <a:lnTo>
                      <a:pt x="1243" y="562"/>
                    </a:lnTo>
                    <a:lnTo>
                      <a:pt x="1255" y="562"/>
                    </a:lnTo>
                    <a:lnTo>
                      <a:pt x="1266" y="550"/>
                    </a:lnTo>
                    <a:lnTo>
                      <a:pt x="1266" y="538"/>
                    </a:lnTo>
                    <a:lnTo>
                      <a:pt x="1255" y="526"/>
                    </a:lnTo>
                    <a:lnTo>
                      <a:pt x="956" y="382"/>
                    </a:lnTo>
                    <a:lnTo>
                      <a:pt x="658" y="239"/>
                    </a:lnTo>
                    <a:lnTo>
                      <a:pt x="335" y="108"/>
                    </a:ln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1"/>
              <p:cNvSpPr/>
              <p:nvPr/>
            </p:nvSpPr>
            <p:spPr>
              <a:xfrm>
                <a:off x="6653626" y="3789526"/>
                <a:ext cx="101981" cy="38830"/>
              </a:xfrm>
              <a:custGeom>
                <a:rect b="b" l="l" r="r" t="t"/>
                <a:pathLst>
                  <a:path extrusionOk="0" h="455" w="1195">
                    <a:moveTo>
                      <a:pt x="13" y="1"/>
                    </a:moveTo>
                    <a:lnTo>
                      <a:pt x="1" y="13"/>
                    </a:lnTo>
                    <a:lnTo>
                      <a:pt x="13" y="24"/>
                    </a:lnTo>
                    <a:lnTo>
                      <a:pt x="13" y="36"/>
                    </a:lnTo>
                    <a:lnTo>
                      <a:pt x="1183" y="454"/>
                    </a:lnTo>
                    <a:lnTo>
                      <a:pt x="1195" y="454"/>
                    </a:lnTo>
                    <a:lnTo>
                      <a:pt x="1195" y="442"/>
                    </a:lnTo>
                    <a:lnTo>
                      <a:pt x="1195" y="430"/>
                    </a:lnTo>
                    <a:lnTo>
                      <a:pt x="1183" y="418"/>
                    </a:lnTo>
                    <a:lnTo>
                      <a:pt x="2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1"/>
              <p:cNvSpPr/>
              <p:nvPr/>
            </p:nvSpPr>
            <p:spPr>
              <a:xfrm>
                <a:off x="6465111" y="2885779"/>
                <a:ext cx="1062824" cy="894705"/>
              </a:xfrm>
              <a:custGeom>
                <a:rect b="b" l="l" r="r" t="t"/>
                <a:pathLst>
                  <a:path extrusionOk="0" h="10484" w="12454">
                    <a:moveTo>
                      <a:pt x="8824" y="0"/>
                    </a:moveTo>
                    <a:lnTo>
                      <a:pt x="1" y="5480"/>
                    </a:lnTo>
                    <a:lnTo>
                      <a:pt x="168" y="5731"/>
                    </a:lnTo>
                    <a:lnTo>
                      <a:pt x="598" y="6304"/>
                    </a:lnTo>
                    <a:lnTo>
                      <a:pt x="1851" y="8024"/>
                    </a:lnTo>
                    <a:lnTo>
                      <a:pt x="3678" y="10483"/>
                    </a:lnTo>
                    <a:lnTo>
                      <a:pt x="10508" y="5516"/>
                    </a:lnTo>
                    <a:lnTo>
                      <a:pt x="12454" y="203"/>
                    </a:lnTo>
                    <a:lnTo>
                      <a:pt x="8824" y="0"/>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1"/>
              <p:cNvSpPr/>
              <p:nvPr/>
            </p:nvSpPr>
            <p:spPr>
              <a:xfrm>
                <a:off x="6341881" y="2226531"/>
                <a:ext cx="1561039" cy="1657815"/>
              </a:xfrm>
              <a:custGeom>
                <a:rect b="b" l="l" r="r" t="t"/>
                <a:pathLst>
                  <a:path extrusionOk="0" h="19426" w="18292">
                    <a:moveTo>
                      <a:pt x="8107" y="0"/>
                    </a:moveTo>
                    <a:lnTo>
                      <a:pt x="1803" y="120"/>
                    </a:lnTo>
                    <a:lnTo>
                      <a:pt x="1564" y="550"/>
                    </a:lnTo>
                    <a:lnTo>
                      <a:pt x="1313" y="1015"/>
                    </a:lnTo>
                    <a:lnTo>
                      <a:pt x="1027" y="1600"/>
                    </a:lnTo>
                    <a:lnTo>
                      <a:pt x="716" y="2245"/>
                    </a:lnTo>
                    <a:lnTo>
                      <a:pt x="573" y="2579"/>
                    </a:lnTo>
                    <a:lnTo>
                      <a:pt x="430" y="2926"/>
                    </a:lnTo>
                    <a:lnTo>
                      <a:pt x="311" y="3248"/>
                    </a:lnTo>
                    <a:lnTo>
                      <a:pt x="203" y="3570"/>
                    </a:lnTo>
                    <a:lnTo>
                      <a:pt x="119" y="3869"/>
                    </a:lnTo>
                    <a:lnTo>
                      <a:pt x="60" y="4155"/>
                    </a:lnTo>
                    <a:lnTo>
                      <a:pt x="36" y="4334"/>
                    </a:lnTo>
                    <a:lnTo>
                      <a:pt x="12" y="4513"/>
                    </a:lnTo>
                    <a:lnTo>
                      <a:pt x="0" y="4681"/>
                    </a:lnTo>
                    <a:lnTo>
                      <a:pt x="0" y="4848"/>
                    </a:lnTo>
                    <a:lnTo>
                      <a:pt x="0" y="5015"/>
                    </a:lnTo>
                    <a:lnTo>
                      <a:pt x="24" y="5170"/>
                    </a:lnTo>
                    <a:lnTo>
                      <a:pt x="36" y="5325"/>
                    </a:lnTo>
                    <a:lnTo>
                      <a:pt x="60" y="5481"/>
                    </a:lnTo>
                    <a:lnTo>
                      <a:pt x="131" y="5767"/>
                    </a:lnTo>
                    <a:lnTo>
                      <a:pt x="227" y="6042"/>
                    </a:lnTo>
                    <a:lnTo>
                      <a:pt x="334" y="6304"/>
                    </a:lnTo>
                    <a:lnTo>
                      <a:pt x="466" y="6543"/>
                    </a:lnTo>
                    <a:lnTo>
                      <a:pt x="597" y="6746"/>
                    </a:lnTo>
                    <a:lnTo>
                      <a:pt x="740" y="6937"/>
                    </a:lnTo>
                    <a:lnTo>
                      <a:pt x="896" y="7116"/>
                    </a:lnTo>
                    <a:lnTo>
                      <a:pt x="1051" y="7295"/>
                    </a:lnTo>
                    <a:lnTo>
                      <a:pt x="1230" y="7451"/>
                    </a:lnTo>
                    <a:lnTo>
                      <a:pt x="1421" y="7594"/>
                    </a:lnTo>
                    <a:lnTo>
                      <a:pt x="1612" y="7737"/>
                    </a:lnTo>
                    <a:lnTo>
                      <a:pt x="1815" y="7857"/>
                    </a:lnTo>
                    <a:lnTo>
                      <a:pt x="2030" y="7964"/>
                    </a:lnTo>
                    <a:lnTo>
                      <a:pt x="2245" y="8060"/>
                    </a:lnTo>
                    <a:lnTo>
                      <a:pt x="2472" y="8131"/>
                    </a:lnTo>
                    <a:lnTo>
                      <a:pt x="2698" y="8203"/>
                    </a:lnTo>
                    <a:lnTo>
                      <a:pt x="2937" y="8251"/>
                    </a:lnTo>
                    <a:lnTo>
                      <a:pt x="3176" y="8286"/>
                    </a:lnTo>
                    <a:lnTo>
                      <a:pt x="3415" y="8310"/>
                    </a:lnTo>
                    <a:lnTo>
                      <a:pt x="3654" y="8322"/>
                    </a:lnTo>
                    <a:lnTo>
                      <a:pt x="11235" y="8322"/>
                    </a:lnTo>
                    <a:lnTo>
                      <a:pt x="7904" y="18208"/>
                    </a:lnTo>
                    <a:lnTo>
                      <a:pt x="14483" y="19426"/>
                    </a:lnTo>
                    <a:lnTo>
                      <a:pt x="15068" y="17587"/>
                    </a:lnTo>
                    <a:lnTo>
                      <a:pt x="15653" y="15677"/>
                    </a:lnTo>
                    <a:lnTo>
                      <a:pt x="16345" y="13420"/>
                    </a:lnTo>
                    <a:lnTo>
                      <a:pt x="17026" y="11080"/>
                    </a:lnTo>
                    <a:lnTo>
                      <a:pt x="17348" y="9946"/>
                    </a:lnTo>
                    <a:lnTo>
                      <a:pt x="17635" y="8895"/>
                    </a:lnTo>
                    <a:lnTo>
                      <a:pt x="17886" y="7940"/>
                    </a:lnTo>
                    <a:lnTo>
                      <a:pt x="18077" y="7128"/>
                    </a:lnTo>
                    <a:lnTo>
                      <a:pt x="18160" y="6782"/>
                    </a:lnTo>
                    <a:lnTo>
                      <a:pt x="18208" y="6472"/>
                    </a:lnTo>
                    <a:lnTo>
                      <a:pt x="18256" y="6221"/>
                    </a:lnTo>
                    <a:lnTo>
                      <a:pt x="18268" y="6018"/>
                    </a:lnTo>
                    <a:lnTo>
                      <a:pt x="18292" y="5672"/>
                    </a:lnTo>
                    <a:lnTo>
                      <a:pt x="18292" y="5361"/>
                    </a:lnTo>
                    <a:lnTo>
                      <a:pt x="18280" y="5075"/>
                    </a:lnTo>
                    <a:lnTo>
                      <a:pt x="18256" y="4812"/>
                    </a:lnTo>
                    <a:lnTo>
                      <a:pt x="18220" y="4573"/>
                    </a:lnTo>
                    <a:lnTo>
                      <a:pt x="18160" y="4358"/>
                    </a:lnTo>
                    <a:lnTo>
                      <a:pt x="18101" y="4155"/>
                    </a:lnTo>
                    <a:lnTo>
                      <a:pt x="18017" y="3964"/>
                    </a:lnTo>
                    <a:lnTo>
                      <a:pt x="17921" y="3797"/>
                    </a:lnTo>
                    <a:lnTo>
                      <a:pt x="17802" y="3642"/>
                    </a:lnTo>
                    <a:lnTo>
                      <a:pt x="17671" y="3499"/>
                    </a:lnTo>
                    <a:lnTo>
                      <a:pt x="17527" y="3367"/>
                    </a:lnTo>
                    <a:lnTo>
                      <a:pt x="17360" y="3248"/>
                    </a:lnTo>
                    <a:lnTo>
                      <a:pt x="17169" y="3129"/>
                    </a:lnTo>
                    <a:lnTo>
                      <a:pt x="16966" y="3033"/>
                    </a:lnTo>
                    <a:lnTo>
                      <a:pt x="16751" y="2926"/>
                    </a:lnTo>
                    <a:lnTo>
                      <a:pt x="16608" y="2878"/>
                    </a:lnTo>
                    <a:lnTo>
                      <a:pt x="16441" y="2830"/>
                    </a:lnTo>
                    <a:lnTo>
                      <a:pt x="16023" y="2735"/>
                    </a:lnTo>
                    <a:lnTo>
                      <a:pt x="15510" y="2651"/>
                    </a:lnTo>
                    <a:lnTo>
                      <a:pt x="14913" y="2567"/>
                    </a:lnTo>
                    <a:lnTo>
                      <a:pt x="14244" y="2484"/>
                    </a:lnTo>
                    <a:lnTo>
                      <a:pt x="13540" y="2412"/>
                    </a:lnTo>
                    <a:lnTo>
                      <a:pt x="12083" y="2269"/>
                    </a:lnTo>
                    <a:lnTo>
                      <a:pt x="10674" y="2161"/>
                    </a:lnTo>
                    <a:lnTo>
                      <a:pt x="9492" y="2066"/>
                    </a:lnTo>
                    <a:lnTo>
                      <a:pt x="8346" y="1994"/>
                    </a:lnTo>
                    <a:lnTo>
                      <a:pt x="810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1"/>
              <p:cNvSpPr/>
              <p:nvPr/>
            </p:nvSpPr>
            <p:spPr>
              <a:xfrm>
                <a:off x="6693394" y="2377326"/>
                <a:ext cx="680672" cy="43865"/>
              </a:xfrm>
              <a:custGeom>
                <a:rect b="b" l="l" r="r" t="t"/>
                <a:pathLst>
                  <a:path extrusionOk="0" h="514" w="7976">
                    <a:moveTo>
                      <a:pt x="0" y="0"/>
                    </a:moveTo>
                    <a:lnTo>
                      <a:pt x="0" y="12"/>
                    </a:lnTo>
                    <a:lnTo>
                      <a:pt x="0" y="24"/>
                    </a:lnTo>
                    <a:lnTo>
                      <a:pt x="24" y="36"/>
                    </a:lnTo>
                    <a:lnTo>
                      <a:pt x="800" y="48"/>
                    </a:lnTo>
                    <a:lnTo>
                      <a:pt x="1576" y="60"/>
                    </a:lnTo>
                    <a:lnTo>
                      <a:pt x="2340" y="84"/>
                    </a:lnTo>
                    <a:lnTo>
                      <a:pt x="3116" y="120"/>
                    </a:lnTo>
                    <a:lnTo>
                      <a:pt x="3893" y="168"/>
                    </a:lnTo>
                    <a:lnTo>
                      <a:pt x="4669" y="215"/>
                    </a:lnTo>
                    <a:lnTo>
                      <a:pt x="5445" y="275"/>
                    </a:lnTo>
                    <a:lnTo>
                      <a:pt x="6221" y="335"/>
                    </a:lnTo>
                    <a:lnTo>
                      <a:pt x="7092" y="418"/>
                    </a:lnTo>
                    <a:lnTo>
                      <a:pt x="7964" y="514"/>
                    </a:lnTo>
                    <a:lnTo>
                      <a:pt x="7976" y="502"/>
                    </a:lnTo>
                    <a:lnTo>
                      <a:pt x="7976" y="490"/>
                    </a:lnTo>
                    <a:lnTo>
                      <a:pt x="7976" y="478"/>
                    </a:lnTo>
                    <a:lnTo>
                      <a:pt x="7964" y="478"/>
                    </a:lnTo>
                    <a:lnTo>
                      <a:pt x="7188" y="394"/>
                    </a:lnTo>
                    <a:lnTo>
                      <a:pt x="6424" y="311"/>
                    </a:lnTo>
                    <a:lnTo>
                      <a:pt x="5648" y="251"/>
                    </a:lnTo>
                    <a:lnTo>
                      <a:pt x="4872" y="191"/>
                    </a:lnTo>
                    <a:lnTo>
                      <a:pt x="4096" y="144"/>
                    </a:lnTo>
                    <a:lnTo>
                      <a:pt x="3319" y="96"/>
                    </a:lnTo>
                    <a:lnTo>
                      <a:pt x="2543" y="60"/>
                    </a:lnTo>
                    <a:lnTo>
                      <a:pt x="1767" y="36"/>
                    </a:lnTo>
                    <a:lnTo>
                      <a:pt x="896" y="12"/>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1"/>
              <p:cNvSpPr/>
              <p:nvPr/>
            </p:nvSpPr>
            <p:spPr>
              <a:xfrm>
                <a:off x="6208410" y="2931607"/>
                <a:ext cx="911943" cy="74502"/>
              </a:xfrm>
              <a:custGeom>
                <a:rect b="b" l="l" r="r" t="t"/>
                <a:pathLst>
                  <a:path extrusionOk="0" h="873" w="10686">
                    <a:moveTo>
                      <a:pt x="430" y="1"/>
                    </a:moveTo>
                    <a:lnTo>
                      <a:pt x="346" y="12"/>
                    </a:lnTo>
                    <a:lnTo>
                      <a:pt x="263" y="36"/>
                    </a:lnTo>
                    <a:lnTo>
                      <a:pt x="191" y="84"/>
                    </a:lnTo>
                    <a:lnTo>
                      <a:pt x="119" y="132"/>
                    </a:lnTo>
                    <a:lnTo>
                      <a:pt x="72" y="192"/>
                    </a:lnTo>
                    <a:lnTo>
                      <a:pt x="36" y="275"/>
                    </a:lnTo>
                    <a:lnTo>
                      <a:pt x="0" y="347"/>
                    </a:lnTo>
                    <a:lnTo>
                      <a:pt x="0" y="442"/>
                    </a:lnTo>
                    <a:lnTo>
                      <a:pt x="0" y="526"/>
                    </a:lnTo>
                    <a:lnTo>
                      <a:pt x="36" y="609"/>
                    </a:lnTo>
                    <a:lnTo>
                      <a:pt x="72" y="681"/>
                    </a:lnTo>
                    <a:lnTo>
                      <a:pt x="119" y="753"/>
                    </a:lnTo>
                    <a:lnTo>
                      <a:pt x="191" y="800"/>
                    </a:lnTo>
                    <a:lnTo>
                      <a:pt x="263" y="836"/>
                    </a:lnTo>
                    <a:lnTo>
                      <a:pt x="346" y="860"/>
                    </a:lnTo>
                    <a:lnTo>
                      <a:pt x="430" y="872"/>
                    </a:lnTo>
                    <a:lnTo>
                      <a:pt x="10244" y="872"/>
                    </a:lnTo>
                    <a:lnTo>
                      <a:pt x="10340" y="860"/>
                    </a:lnTo>
                    <a:lnTo>
                      <a:pt x="10411" y="836"/>
                    </a:lnTo>
                    <a:lnTo>
                      <a:pt x="10495" y="800"/>
                    </a:lnTo>
                    <a:lnTo>
                      <a:pt x="10555" y="753"/>
                    </a:lnTo>
                    <a:lnTo>
                      <a:pt x="10602" y="681"/>
                    </a:lnTo>
                    <a:lnTo>
                      <a:pt x="10650" y="609"/>
                    </a:lnTo>
                    <a:lnTo>
                      <a:pt x="10674" y="526"/>
                    </a:lnTo>
                    <a:lnTo>
                      <a:pt x="10686" y="442"/>
                    </a:lnTo>
                    <a:lnTo>
                      <a:pt x="10674" y="347"/>
                    </a:lnTo>
                    <a:lnTo>
                      <a:pt x="10650" y="275"/>
                    </a:lnTo>
                    <a:lnTo>
                      <a:pt x="10602" y="192"/>
                    </a:lnTo>
                    <a:lnTo>
                      <a:pt x="10555" y="132"/>
                    </a:lnTo>
                    <a:lnTo>
                      <a:pt x="10495" y="84"/>
                    </a:lnTo>
                    <a:lnTo>
                      <a:pt x="10411" y="36"/>
                    </a:lnTo>
                    <a:lnTo>
                      <a:pt x="10340" y="12"/>
                    </a:lnTo>
                    <a:lnTo>
                      <a:pt x="1024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1"/>
              <p:cNvSpPr/>
              <p:nvPr/>
            </p:nvSpPr>
            <p:spPr>
              <a:xfrm>
                <a:off x="6051470" y="1656974"/>
                <a:ext cx="220177" cy="1345044"/>
              </a:xfrm>
              <a:custGeom>
                <a:rect b="b" l="l" r="r" t="t"/>
                <a:pathLst>
                  <a:path extrusionOk="0" h="15761" w="2580">
                    <a:moveTo>
                      <a:pt x="394" y="0"/>
                    </a:moveTo>
                    <a:lnTo>
                      <a:pt x="311" y="24"/>
                    </a:lnTo>
                    <a:lnTo>
                      <a:pt x="227" y="60"/>
                    </a:lnTo>
                    <a:lnTo>
                      <a:pt x="156" y="108"/>
                    </a:lnTo>
                    <a:lnTo>
                      <a:pt x="96" y="167"/>
                    </a:lnTo>
                    <a:lnTo>
                      <a:pt x="48" y="239"/>
                    </a:lnTo>
                    <a:lnTo>
                      <a:pt x="12" y="323"/>
                    </a:lnTo>
                    <a:lnTo>
                      <a:pt x="0" y="406"/>
                    </a:lnTo>
                    <a:lnTo>
                      <a:pt x="0" y="502"/>
                    </a:lnTo>
                    <a:lnTo>
                      <a:pt x="1672" y="15366"/>
                    </a:lnTo>
                    <a:lnTo>
                      <a:pt x="1696" y="15450"/>
                    </a:lnTo>
                    <a:lnTo>
                      <a:pt x="1732" y="15533"/>
                    </a:lnTo>
                    <a:lnTo>
                      <a:pt x="1779" y="15605"/>
                    </a:lnTo>
                    <a:lnTo>
                      <a:pt x="1839" y="15665"/>
                    </a:lnTo>
                    <a:lnTo>
                      <a:pt x="1911" y="15713"/>
                    </a:lnTo>
                    <a:lnTo>
                      <a:pt x="1994" y="15748"/>
                    </a:lnTo>
                    <a:lnTo>
                      <a:pt x="2078" y="15760"/>
                    </a:lnTo>
                    <a:lnTo>
                      <a:pt x="2173" y="15760"/>
                    </a:lnTo>
                    <a:lnTo>
                      <a:pt x="2269" y="15736"/>
                    </a:lnTo>
                    <a:lnTo>
                      <a:pt x="2340" y="15701"/>
                    </a:lnTo>
                    <a:lnTo>
                      <a:pt x="2412" y="15653"/>
                    </a:lnTo>
                    <a:lnTo>
                      <a:pt x="2472" y="15593"/>
                    </a:lnTo>
                    <a:lnTo>
                      <a:pt x="2520" y="15522"/>
                    </a:lnTo>
                    <a:lnTo>
                      <a:pt x="2555" y="15438"/>
                    </a:lnTo>
                    <a:lnTo>
                      <a:pt x="2579" y="15354"/>
                    </a:lnTo>
                    <a:lnTo>
                      <a:pt x="2567" y="15259"/>
                    </a:lnTo>
                    <a:lnTo>
                      <a:pt x="896" y="394"/>
                    </a:lnTo>
                    <a:lnTo>
                      <a:pt x="872" y="311"/>
                    </a:lnTo>
                    <a:lnTo>
                      <a:pt x="836" y="227"/>
                    </a:lnTo>
                    <a:lnTo>
                      <a:pt x="788" y="155"/>
                    </a:lnTo>
                    <a:lnTo>
                      <a:pt x="729" y="96"/>
                    </a:lnTo>
                    <a:lnTo>
                      <a:pt x="657" y="48"/>
                    </a:lnTo>
                    <a:lnTo>
                      <a:pt x="573" y="12"/>
                    </a:lnTo>
                    <a:lnTo>
                      <a:pt x="49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1"/>
              <p:cNvSpPr/>
              <p:nvPr/>
            </p:nvSpPr>
            <p:spPr>
              <a:xfrm>
                <a:off x="6030050" y="3009010"/>
                <a:ext cx="246633" cy="1145348"/>
              </a:xfrm>
              <a:custGeom>
                <a:rect b="b" l="l" r="r" t="t"/>
                <a:pathLst>
                  <a:path extrusionOk="0" h="13421" w="2890">
                    <a:moveTo>
                      <a:pt x="2866" y="1"/>
                    </a:moveTo>
                    <a:lnTo>
                      <a:pt x="2866" y="13"/>
                    </a:lnTo>
                    <a:lnTo>
                      <a:pt x="2783" y="371"/>
                    </a:lnTo>
                    <a:lnTo>
                      <a:pt x="2580" y="1350"/>
                    </a:lnTo>
                    <a:lnTo>
                      <a:pt x="2269" y="2795"/>
                    </a:lnTo>
                    <a:lnTo>
                      <a:pt x="1887" y="4550"/>
                    </a:lnTo>
                    <a:lnTo>
                      <a:pt x="1481" y="6472"/>
                    </a:lnTo>
                    <a:lnTo>
                      <a:pt x="1063" y="8418"/>
                    </a:lnTo>
                    <a:lnTo>
                      <a:pt x="681" y="10221"/>
                    </a:lnTo>
                    <a:lnTo>
                      <a:pt x="347" y="11761"/>
                    </a:lnTo>
                    <a:lnTo>
                      <a:pt x="108" y="12860"/>
                    </a:lnTo>
                    <a:lnTo>
                      <a:pt x="1" y="13385"/>
                    </a:lnTo>
                    <a:lnTo>
                      <a:pt x="1" y="13409"/>
                    </a:lnTo>
                    <a:lnTo>
                      <a:pt x="1" y="13421"/>
                    </a:lnTo>
                    <a:lnTo>
                      <a:pt x="24" y="13421"/>
                    </a:lnTo>
                    <a:lnTo>
                      <a:pt x="24" y="13409"/>
                    </a:lnTo>
                    <a:lnTo>
                      <a:pt x="108" y="13051"/>
                    </a:lnTo>
                    <a:lnTo>
                      <a:pt x="311" y="12072"/>
                    </a:lnTo>
                    <a:lnTo>
                      <a:pt x="621" y="10639"/>
                    </a:lnTo>
                    <a:lnTo>
                      <a:pt x="1004" y="8884"/>
                    </a:lnTo>
                    <a:lnTo>
                      <a:pt x="1409" y="6950"/>
                    </a:lnTo>
                    <a:lnTo>
                      <a:pt x="1827" y="5004"/>
                    </a:lnTo>
                    <a:lnTo>
                      <a:pt x="2209" y="3201"/>
                    </a:lnTo>
                    <a:lnTo>
                      <a:pt x="2544" y="1672"/>
                    </a:lnTo>
                    <a:lnTo>
                      <a:pt x="2783" y="574"/>
                    </a:lnTo>
                    <a:lnTo>
                      <a:pt x="2890" y="49"/>
                    </a:lnTo>
                    <a:lnTo>
                      <a:pt x="2890" y="25"/>
                    </a:lnTo>
                    <a:lnTo>
                      <a:pt x="2890" y="13"/>
                    </a:lnTo>
                    <a:lnTo>
                      <a:pt x="287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1"/>
              <p:cNvSpPr/>
              <p:nvPr/>
            </p:nvSpPr>
            <p:spPr>
              <a:xfrm>
                <a:off x="7000105" y="3004999"/>
                <a:ext cx="215057" cy="1149359"/>
              </a:xfrm>
              <a:custGeom>
                <a:rect b="b" l="l" r="r" t="t"/>
                <a:pathLst>
                  <a:path extrusionOk="0" h="13468" w="2520">
                    <a:moveTo>
                      <a:pt x="12" y="0"/>
                    </a:moveTo>
                    <a:lnTo>
                      <a:pt x="0" y="24"/>
                    </a:lnTo>
                    <a:lnTo>
                      <a:pt x="72" y="382"/>
                    </a:lnTo>
                    <a:lnTo>
                      <a:pt x="251" y="1361"/>
                    </a:lnTo>
                    <a:lnTo>
                      <a:pt x="513" y="2806"/>
                    </a:lnTo>
                    <a:lnTo>
                      <a:pt x="848" y="4573"/>
                    </a:lnTo>
                    <a:lnTo>
                      <a:pt x="1194" y="6507"/>
                    </a:lnTo>
                    <a:lnTo>
                      <a:pt x="1552" y="8453"/>
                    </a:lnTo>
                    <a:lnTo>
                      <a:pt x="1898" y="10268"/>
                    </a:lnTo>
                    <a:lnTo>
                      <a:pt x="2173" y="11808"/>
                    </a:lnTo>
                    <a:lnTo>
                      <a:pt x="2376" y="12919"/>
                    </a:lnTo>
                    <a:lnTo>
                      <a:pt x="2472" y="13432"/>
                    </a:lnTo>
                    <a:lnTo>
                      <a:pt x="2483" y="13456"/>
                    </a:lnTo>
                    <a:lnTo>
                      <a:pt x="2483" y="13468"/>
                    </a:lnTo>
                    <a:lnTo>
                      <a:pt x="2507" y="13468"/>
                    </a:lnTo>
                    <a:lnTo>
                      <a:pt x="2519" y="13456"/>
                    </a:lnTo>
                    <a:lnTo>
                      <a:pt x="2448" y="13086"/>
                    </a:lnTo>
                    <a:lnTo>
                      <a:pt x="2269" y="12119"/>
                    </a:lnTo>
                    <a:lnTo>
                      <a:pt x="2006" y="10662"/>
                    </a:lnTo>
                    <a:lnTo>
                      <a:pt x="1672" y="8907"/>
                    </a:lnTo>
                    <a:lnTo>
                      <a:pt x="1325" y="6973"/>
                    </a:lnTo>
                    <a:lnTo>
                      <a:pt x="955" y="5015"/>
                    </a:lnTo>
                    <a:lnTo>
                      <a:pt x="621" y="3200"/>
                    </a:lnTo>
                    <a:lnTo>
                      <a:pt x="346" y="1660"/>
                    </a:lnTo>
                    <a:lnTo>
                      <a:pt x="143" y="549"/>
                    </a:lnTo>
                    <a:lnTo>
                      <a:pt x="48" y="36"/>
                    </a:lnTo>
                    <a:lnTo>
                      <a:pt x="36" y="12"/>
                    </a:lnTo>
                    <a:lnTo>
                      <a:pt x="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1"/>
              <p:cNvSpPr/>
              <p:nvPr/>
            </p:nvSpPr>
            <p:spPr>
              <a:xfrm>
                <a:off x="7632812" y="1227972"/>
                <a:ext cx="493265" cy="326169"/>
              </a:xfrm>
              <a:custGeom>
                <a:rect b="b" l="l" r="r" t="t"/>
                <a:pathLst>
                  <a:path extrusionOk="0" h="3822" w="5780">
                    <a:moveTo>
                      <a:pt x="2484" y="1"/>
                    </a:moveTo>
                    <a:lnTo>
                      <a:pt x="2209" y="13"/>
                    </a:lnTo>
                    <a:lnTo>
                      <a:pt x="1887" y="60"/>
                    </a:lnTo>
                    <a:lnTo>
                      <a:pt x="1541" y="132"/>
                    </a:lnTo>
                    <a:lnTo>
                      <a:pt x="1374" y="192"/>
                    </a:lnTo>
                    <a:lnTo>
                      <a:pt x="1230" y="263"/>
                    </a:lnTo>
                    <a:lnTo>
                      <a:pt x="1111" y="359"/>
                    </a:lnTo>
                    <a:lnTo>
                      <a:pt x="1015" y="466"/>
                    </a:lnTo>
                    <a:lnTo>
                      <a:pt x="932" y="586"/>
                    </a:lnTo>
                    <a:lnTo>
                      <a:pt x="860" y="705"/>
                    </a:lnTo>
                    <a:lnTo>
                      <a:pt x="800" y="824"/>
                    </a:lnTo>
                    <a:lnTo>
                      <a:pt x="765" y="956"/>
                    </a:lnTo>
                    <a:lnTo>
                      <a:pt x="729" y="1075"/>
                    </a:lnTo>
                    <a:lnTo>
                      <a:pt x="717" y="1195"/>
                    </a:lnTo>
                    <a:lnTo>
                      <a:pt x="693" y="1398"/>
                    </a:lnTo>
                    <a:lnTo>
                      <a:pt x="693" y="1541"/>
                    </a:lnTo>
                    <a:lnTo>
                      <a:pt x="693" y="1589"/>
                    </a:lnTo>
                    <a:lnTo>
                      <a:pt x="1" y="2568"/>
                    </a:lnTo>
                    <a:lnTo>
                      <a:pt x="36" y="2675"/>
                    </a:lnTo>
                    <a:lnTo>
                      <a:pt x="72" y="2771"/>
                    </a:lnTo>
                    <a:lnTo>
                      <a:pt x="168" y="2938"/>
                    </a:lnTo>
                    <a:lnTo>
                      <a:pt x="287" y="3093"/>
                    </a:lnTo>
                    <a:lnTo>
                      <a:pt x="406" y="3236"/>
                    </a:lnTo>
                    <a:lnTo>
                      <a:pt x="550" y="3356"/>
                    </a:lnTo>
                    <a:lnTo>
                      <a:pt x="693" y="3451"/>
                    </a:lnTo>
                    <a:lnTo>
                      <a:pt x="836" y="3547"/>
                    </a:lnTo>
                    <a:lnTo>
                      <a:pt x="992" y="3618"/>
                    </a:lnTo>
                    <a:lnTo>
                      <a:pt x="1135" y="3678"/>
                    </a:lnTo>
                    <a:lnTo>
                      <a:pt x="1266" y="3714"/>
                    </a:lnTo>
                    <a:lnTo>
                      <a:pt x="1505" y="3785"/>
                    </a:lnTo>
                    <a:lnTo>
                      <a:pt x="1672" y="3821"/>
                    </a:lnTo>
                    <a:lnTo>
                      <a:pt x="1732" y="3821"/>
                    </a:lnTo>
                    <a:lnTo>
                      <a:pt x="1994" y="3356"/>
                    </a:lnTo>
                    <a:lnTo>
                      <a:pt x="2185" y="3021"/>
                    </a:lnTo>
                    <a:lnTo>
                      <a:pt x="2245" y="2914"/>
                    </a:lnTo>
                    <a:lnTo>
                      <a:pt x="2281" y="2878"/>
                    </a:lnTo>
                    <a:lnTo>
                      <a:pt x="2759" y="2723"/>
                    </a:lnTo>
                    <a:lnTo>
                      <a:pt x="3797" y="2389"/>
                    </a:lnTo>
                    <a:lnTo>
                      <a:pt x="4872" y="2030"/>
                    </a:lnTo>
                    <a:lnTo>
                      <a:pt x="5266" y="1887"/>
                    </a:lnTo>
                    <a:lnTo>
                      <a:pt x="5481" y="1803"/>
                    </a:lnTo>
                    <a:lnTo>
                      <a:pt x="5529" y="1780"/>
                    </a:lnTo>
                    <a:lnTo>
                      <a:pt x="5564" y="1744"/>
                    </a:lnTo>
                    <a:lnTo>
                      <a:pt x="5624" y="1672"/>
                    </a:lnTo>
                    <a:lnTo>
                      <a:pt x="5648" y="1589"/>
                    </a:lnTo>
                    <a:lnTo>
                      <a:pt x="5672" y="1517"/>
                    </a:lnTo>
                    <a:lnTo>
                      <a:pt x="5672" y="1457"/>
                    </a:lnTo>
                    <a:lnTo>
                      <a:pt x="5660" y="1398"/>
                    </a:lnTo>
                    <a:lnTo>
                      <a:pt x="5660" y="1350"/>
                    </a:lnTo>
                    <a:lnTo>
                      <a:pt x="5708" y="1266"/>
                    </a:lnTo>
                    <a:lnTo>
                      <a:pt x="5755" y="1195"/>
                    </a:lnTo>
                    <a:lnTo>
                      <a:pt x="5767" y="1135"/>
                    </a:lnTo>
                    <a:lnTo>
                      <a:pt x="5779" y="1075"/>
                    </a:lnTo>
                    <a:lnTo>
                      <a:pt x="5767" y="1027"/>
                    </a:lnTo>
                    <a:lnTo>
                      <a:pt x="5755" y="980"/>
                    </a:lnTo>
                    <a:lnTo>
                      <a:pt x="5720" y="944"/>
                    </a:lnTo>
                    <a:lnTo>
                      <a:pt x="5696" y="908"/>
                    </a:lnTo>
                    <a:lnTo>
                      <a:pt x="5612" y="860"/>
                    </a:lnTo>
                    <a:lnTo>
                      <a:pt x="5541" y="824"/>
                    </a:lnTo>
                    <a:lnTo>
                      <a:pt x="5457" y="801"/>
                    </a:lnTo>
                    <a:lnTo>
                      <a:pt x="5457" y="753"/>
                    </a:lnTo>
                    <a:lnTo>
                      <a:pt x="5469" y="705"/>
                    </a:lnTo>
                    <a:lnTo>
                      <a:pt x="5457" y="645"/>
                    </a:lnTo>
                    <a:lnTo>
                      <a:pt x="5433" y="574"/>
                    </a:lnTo>
                    <a:lnTo>
                      <a:pt x="5397" y="502"/>
                    </a:lnTo>
                    <a:lnTo>
                      <a:pt x="5349" y="442"/>
                    </a:lnTo>
                    <a:lnTo>
                      <a:pt x="5266" y="383"/>
                    </a:lnTo>
                    <a:lnTo>
                      <a:pt x="5194" y="359"/>
                    </a:lnTo>
                    <a:lnTo>
                      <a:pt x="5099" y="347"/>
                    </a:lnTo>
                    <a:lnTo>
                      <a:pt x="4812" y="323"/>
                    </a:lnTo>
                    <a:lnTo>
                      <a:pt x="4466" y="311"/>
                    </a:lnTo>
                    <a:lnTo>
                      <a:pt x="4096" y="311"/>
                    </a:lnTo>
                    <a:lnTo>
                      <a:pt x="3415" y="323"/>
                    </a:lnTo>
                    <a:lnTo>
                      <a:pt x="3117" y="323"/>
                    </a:lnTo>
                    <a:lnTo>
                      <a:pt x="3117" y="263"/>
                    </a:lnTo>
                    <a:lnTo>
                      <a:pt x="3105" y="204"/>
                    </a:lnTo>
                    <a:lnTo>
                      <a:pt x="3081" y="156"/>
                    </a:lnTo>
                    <a:lnTo>
                      <a:pt x="3033" y="120"/>
                    </a:lnTo>
                    <a:lnTo>
                      <a:pt x="2985" y="72"/>
                    </a:lnTo>
                    <a:lnTo>
                      <a:pt x="2902" y="48"/>
                    </a:lnTo>
                    <a:lnTo>
                      <a:pt x="2818" y="24"/>
                    </a:lnTo>
                    <a:lnTo>
                      <a:pt x="2723" y="13"/>
                    </a:lnTo>
                    <a:lnTo>
                      <a:pt x="2603" y="1"/>
                    </a:lnTo>
                    <a:close/>
                  </a:path>
                </a:pathLst>
              </a:custGeom>
              <a:solidFill>
                <a:srgbClr val="AC5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1"/>
              <p:cNvSpPr/>
              <p:nvPr/>
            </p:nvSpPr>
            <p:spPr>
              <a:xfrm>
                <a:off x="7952750" y="1300340"/>
                <a:ext cx="57178" cy="79537"/>
              </a:xfrm>
              <a:custGeom>
                <a:rect b="b" l="l" r="r" t="t"/>
                <a:pathLst>
                  <a:path extrusionOk="0" h="932" w="670">
                    <a:moveTo>
                      <a:pt x="13" y="0"/>
                    </a:moveTo>
                    <a:lnTo>
                      <a:pt x="1" y="12"/>
                    </a:lnTo>
                    <a:lnTo>
                      <a:pt x="1" y="24"/>
                    </a:lnTo>
                    <a:lnTo>
                      <a:pt x="1" y="36"/>
                    </a:lnTo>
                    <a:lnTo>
                      <a:pt x="96" y="132"/>
                    </a:lnTo>
                    <a:lnTo>
                      <a:pt x="192" y="227"/>
                    </a:lnTo>
                    <a:lnTo>
                      <a:pt x="359" y="442"/>
                    </a:lnTo>
                    <a:lnTo>
                      <a:pt x="514" y="669"/>
                    </a:lnTo>
                    <a:lnTo>
                      <a:pt x="633" y="920"/>
                    </a:lnTo>
                    <a:lnTo>
                      <a:pt x="645" y="932"/>
                    </a:lnTo>
                    <a:lnTo>
                      <a:pt x="657" y="920"/>
                    </a:lnTo>
                    <a:lnTo>
                      <a:pt x="669" y="920"/>
                    </a:lnTo>
                    <a:lnTo>
                      <a:pt x="669" y="896"/>
                    </a:lnTo>
                    <a:lnTo>
                      <a:pt x="609" y="776"/>
                    </a:lnTo>
                    <a:lnTo>
                      <a:pt x="538" y="657"/>
                    </a:lnTo>
                    <a:lnTo>
                      <a:pt x="466" y="538"/>
                    </a:lnTo>
                    <a:lnTo>
                      <a:pt x="395" y="418"/>
                    </a:lnTo>
                    <a:lnTo>
                      <a:pt x="311" y="311"/>
                    </a:lnTo>
                    <a:lnTo>
                      <a:pt x="215" y="203"/>
                    </a:lnTo>
                    <a:lnTo>
                      <a:pt x="132" y="108"/>
                    </a:lnTo>
                    <a:lnTo>
                      <a:pt x="24" y="12"/>
                    </a:lnTo>
                    <a:lnTo>
                      <a:pt x="13"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1"/>
              <p:cNvSpPr/>
              <p:nvPr/>
            </p:nvSpPr>
            <p:spPr>
              <a:xfrm>
                <a:off x="7800931" y="1293172"/>
                <a:ext cx="61189" cy="77574"/>
              </a:xfrm>
              <a:custGeom>
                <a:rect b="b" l="l" r="r" t="t"/>
                <a:pathLst>
                  <a:path extrusionOk="0" h="909" w="717">
                    <a:moveTo>
                      <a:pt x="693" y="1"/>
                    </a:moveTo>
                    <a:lnTo>
                      <a:pt x="681" y="13"/>
                    </a:lnTo>
                    <a:lnTo>
                      <a:pt x="645" y="144"/>
                    </a:lnTo>
                    <a:lnTo>
                      <a:pt x="586" y="275"/>
                    </a:lnTo>
                    <a:lnTo>
                      <a:pt x="514" y="395"/>
                    </a:lnTo>
                    <a:lnTo>
                      <a:pt x="430" y="514"/>
                    </a:lnTo>
                    <a:lnTo>
                      <a:pt x="347" y="622"/>
                    </a:lnTo>
                    <a:lnTo>
                      <a:pt x="239" y="717"/>
                    </a:lnTo>
                    <a:lnTo>
                      <a:pt x="120" y="801"/>
                    </a:lnTo>
                    <a:lnTo>
                      <a:pt x="1" y="872"/>
                    </a:lnTo>
                    <a:lnTo>
                      <a:pt x="1" y="884"/>
                    </a:lnTo>
                    <a:lnTo>
                      <a:pt x="1" y="896"/>
                    </a:lnTo>
                    <a:lnTo>
                      <a:pt x="13" y="908"/>
                    </a:lnTo>
                    <a:lnTo>
                      <a:pt x="24" y="908"/>
                    </a:lnTo>
                    <a:lnTo>
                      <a:pt x="144" y="837"/>
                    </a:lnTo>
                    <a:lnTo>
                      <a:pt x="263" y="741"/>
                    </a:lnTo>
                    <a:lnTo>
                      <a:pt x="371" y="645"/>
                    </a:lnTo>
                    <a:lnTo>
                      <a:pt x="466" y="538"/>
                    </a:lnTo>
                    <a:lnTo>
                      <a:pt x="550" y="419"/>
                    </a:lnTo>
                    <a:lnTo>
                      <a:pt x="621" y="287"/>
                    </a:lnTo>
                    <a:lnTo>
                      <a:pt x="681" y="156"/>
                    </a:lnTo>
                    <a:lnTo>
                      <a:pt x="717" y="25"/>
                    </a:lnTo>
                    <a:lnTo>
                      <a:pt x="717"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1"/>
              <p:cNvSpPr/>
              <p:nvPr/>
            </p:nvSpPr>
            <p:spPr>
              <a:xfrm>
                <a:off x="7842748" y="1333964"/>
                <a:ext cx="65285" cy="15361"/>
              </a:xfrm>
              <a:custGeom>
                <a:rect b="b" l="l" r="r" t="t"/>
                <a:pathLst>
                  <a:path extrusionOk="0" h="180" w="765">
                    <a:moveTo>
                      <a:pt x="203" y="0"/>
                    </a:moveTo>
                    <a:lnTo>
                      <a:pt x="12" y="12"/>
                    </a:lnTo>
                    <a:lnTo>
                      <a:pt x="0" y="24"/>
                    </a:lnTo>
                    <a:lnTo>
                      <a:pt x="0" y="36"/>
                    </a:lnTo>
                    <a:lnTo>
                      <a:pt x="0" y="48"/>
                    </a:lnTo>
                    <a:lnTo>
                      <a:pt x="12" y="48"/>
                    </a:lnTo>
                    <a:lnTo>
                      <a:pt x="203" y="36"/>
                    </a:lnTo>
                    <a:lnTo>
                      <a:pt x="382" y="60"/>
                    </a:lnTo>
                    <a:lnTo>
                      <a:pt x="561" y="108"/>
                    </a:lnTo>
                    <a:lnTo>
                      <a:pt x="740" y="179"/>
                    </a:lnTo>
                    <a:lnTo>
                      <a:pt x="752" y="179"/>
                    </a:lnTo>
                    <a:lnTo>
                      <a:pt x="764" y="167"/>
                    </a:lnTo>
                    <a:lnTo>
                      <a:pt x="764" y="156"/>
                    </a:lnTo>
                    <a:lnTo>
                      <a:pt x="752" y="144"/>
                    </a:lnTo>
                    <a:lnTo>
                      <a:pt x="585" y="72"/>
                    </a:lnTo>
                    <a:lnTo>
                      <a:pt x="394" y="24"/>
                    </a:lnTo>
                    <a:lnTo>
                      <a:pt x="203"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1"/>
              <p:cNvSpPr/>
              <p:nvPr/>
            </p:nvSpPr>
            <p:spPr>
              <a:xfrm>
                <a:off x="7805028" y="1256476"/>
                <a:ext cx="92765" cy="20482"/>
              </a:xfrm>
              <a:custGeom>
                <a:rect b="b" l="l" r="r" t="t"/>
                <a:pathLst>
                  <a:path extrusionOk="0" h="240" w="1087">
                    <a:moveTo>
                      <a:pt x="1063" y="1"/>
                    </a:moveTo>
                    <a:lnTo>
                      <a:pt x="538" y="96"/>
                    </a:lnTo>
                    <a:lnTo>
                      <a:pt x="12" y="216"/>
                    </a:lnTo>
                    <a:lnTo>
                      <a:pt x="0" y="216"/>
                    </a:lnTo>
                    <a:lnTo>
                      <a:pt x="0" y="228"/>
                    </a:lnTo>
                    <a:lnTo>
                      <a:pt x="0" y="240"/>
                    </a:lnTo>
                    <a:lnTo>
                      <a:pt x="12" y="240"/>
                    </a:lnTo>
                    <a:lnTo>
                      <a:pt x="538" y="132"/>
                    </a:lnTo>
                    <a:lnTo>
                      <a:pt x="1075" y="37"/>
                    </a:lnTo>
                    <a:lnTo>
                      <a:pt x="1087" y="25"/>
                    </a:lnTo>
                    <a:lnTo>
                      <a:pt x="1087" y="13"/>
                    </a:lnTo>
                    <a:lnTo>
                      <a:pt x="1075"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1"/>
              <p:cNvSpPr/>
              <p:nvPr/>
            </p:nvSpPr>
            <p:spPr>
              <a:xfrm>
                <a:off x="7978267" y="1293172"/>
                <a:ext cx="125364" cy="13313"/>
              </a:xfrm>
              <a:custGeom>
                <a:rect b="b" l="l" r="r" t="t"/>
                <a:pathLst>
                  <a:path extrusionOk="0" h="156" w="1469">
                    <a:moveTo>
                      <a:pt x="1087" y="1"/>
                    </a:moveTo>
                    <a:lnTo>
                      <a:pt x="728" y="13"/>
                    </a:lnTo>
                    <a:lnTo>
                      <a:pt x="370" y="48"/>
                    </a:lnTo>
                    <a:lnTo>
                      <a:pt x="12" y="120"/>
                    </a:lnTo>
                    <a:lnTo>
                      <a:pt x="0" y="132"/>
                    </a:lnTo>
                    <a:lnTo>
                      <a:pt x="0" y="144"/>
                    </a:lnTo>
                    <a:lnTo>
                      <a:pt x="0" y="156"/>
                    </a:lnTo>
                    <a:lnTo>
                      <a:pt x="12" y="156"/>
                    </a:lnTo>
                    <a:lnTo>
                      <a:pt x="370" y="84"/>
                    </a:lnTo>
                    <a:lnTo>
                      <a:pt x="728" y="48"/>
                    </a:lnTo>
                    <a:lnTo>
                      <a:pt x="1087" y="37"/>
                    </a:lnTo>
                    <a:lnTo>
                      <a:pt x="1445" y="48"/>
                    </a:lnTo>
                    <a:lnTo>
                      <a:pt x="1457" y="48"/>
                    </a:lnTo>
                    <a:lnTo>
                      <a:pt x="1469" y="37"/>
                    </a:lnTo>
                    <a:lnTo>
                      <a:pt x="1457" y="25"/>
                    </a:lnTo>
                    <a:lnTo>
                      <a:pt x="1445" y="13"/>
                    </a:lnTo>
                    <a:lnTo>
                      <a:pt x="1087"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1"/>
              <p:cNvSpPr/>
              <p:nvPr/>
            </p:nvSpPr>
            <p:spPr>
              <a:xfrm>
                <a:off x="8002674" y="1339084"/>
                <a:ext cx="117257" cy="17324"/>
              </a:xfrm>
              <a:custGeom>
                <a:rect b="b" l="l" r="r" t="t"/>
                <a:pathLst>
                  <a:path extrusionOk="0" h="203" w="1374">
                    <a:moveTo>
                      <a:pt x="1015" y="0"/>
                    </a:moveTo>
                    <a:lnTo>
                      <a:pt x="681" y="36"/>
                    </a:lnTo>
                    <a:lnTo>
                      <a:pt x="347" y="96"/>
                    </a:lnTo>
                    <a:lnTo>
                      <a:pt x="13" y="179"/>
                    </a:lnTo>
                    <a:lnTo>
                      <a:pt x="1" y="179"/>
                    </a:lnTo>
                    <a:lnTo>
                      <a:pt x="1" y="191"/>
                    </a:lnTo>
                    <a:lnTo>
                      <a:pt x="13" y="203"/>
                    </a:lnTo>
                    <a:lnTo>
                      <a:pt x="24" y="203"/>
                    </a:lnTo>
                    <a:lnTo>
                      <a:pt x="347" y="131"/>
                    </a:lnTo>
                    <a:lnTo>
                      <a:pt x="681" y="72"/>
                    </a:lnTo>
                    <a:lnTo>
                      <a:pt x="1015" y="36"/>
                    </a:lnTo>
                    <a:lnTo>
                      <a:pt x="1350" y="36"/>
                    </a:lnTo>
                    <a:lnTo>
                      <a:pt x="1362" y="24"/>
                    </a:lnTo>
                    <a:lnTo>
                      <a:pt x="1374" y="12"/>
                    </a:lnTo>
                    <a:lnTo>
                      <a:pt x="1362"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1"/>
              <p:cNvSpPr/>
              <p:nvPr/>
            </p:nvSpPr>
            <p:spPr>
              <a:xfrm>
                <a:off x="6308257" y="1341047"/>
                <a:ext cx="859032" cy="1011876"/>
              </a:xfrm>
              <a:custGeom>
                <a:rect b="b" l="l" r="r" t="t"/>
                <a:pathLst>
                  <a:path extrusionOk="0" h="11857" w="10066">
                    <a:moveTo>
                      <a:pt x="4895" y="1"/>
                    </a:moveTo>
                    <a:lnTo>
                      <a:pt x="4740" y="13"/>
                    </a:lnTo>
                    <a:lnTo>
                      <a:pt x="4382" y="61"/>
                    </a:lnTo>
                    <a:lnTo>
                      <a:pt x="4155" y="108"/>
                    </a:lnTo>
                    <a:lnTo>
                      <a:pt x="3880" y="168"/>
                    </a:lnTo>
                    <a:lnTo>
                      <a:pt x="3594" y="240"/>
                    </a:lnTo>
                    <a:lnTo>
                      <a:pt x="3295" y="335"/>
                    </a:lnTo>
                    <a:lnTo>
                      <a:pt x="2985" y="443"/>
                    </a:lnTo>
                    <a:lnTo>
                      <a:pt x="2675" y="574"/>
                    </a:lnTo>
                    <a:lnTo>
                      <a:pt x="2364" y="741"/>
                    </a:lnTo>
                    <a:lnTo>
                      <a:pt x="2221" y="825"/>
                    </a:lnTo>
                    <a:lnTo>
                      <a:pt x="2078" y="920"/>
                    </a:lnTo>
                    <a:lnTo>
                      <a:pt x="1946" y="1028"/>
                    </a:lnTo>
                    <a:lnTo>
                      <a:pt x="1815" y="1135"/>
                    </a:lnTo>
                    <a:lnTo>
                      <a:pt x="1696" y="1255"/>
                    </a:lnTo>
                    <a:lnTo>
                      <a:pt x="1588" y="1374"/>
                    </a:lnTo>
                    <a:lnTo>
                      <a:pt x="1481" y="1517"/>
                    </a:lnTo>
                    <a:lnTo>
                      <a:pt x="1385" y="1649"/>
                    </a:lnTo>
                    <a:lnTo>
                      <a:pt x="1302" y="1804"/>
                    </a:lnTo>
                    <a:lnTo>
                      <a:pt x="1230" y="1959"/>
                    </a:lnTo>
                    <a:lnTo>
                      <a:pt x="1110" y="2329"/>
                    </a:lnTo>
                    <a:lnTo>
                      <a:pt x="979" y="2747"/>
                    </a:lnTo>
                    <a:lnTo>
                      <a:pt x="872" y="3237"/>
                    </a:lnTo>
                    <a:lnTo>
                      <a:pt x="752" y="3750"/>
                    </a:lnTo>
                    <a:lnTo>
                      <a:pt x="657" y="4311"/>
                    </a:lnTo>
                    <a:lnTo>
                      <a:pt x="549" y="4896"/>
                    </a:lnTo>
                    <a:lnTo>
                      <a:pt x="466" y="5481"/>
                    </a:lnTo>
                    <a:lnTo>
                      <a:pt x="382" y="6078"/>
                    </a:lnTo>
                    <a:lnTo>
                      <a:pt x="227" y="7224"/>
                    </a:lnTo>
                    <a:lnTo>
                      <a:pt x="119" y="8251"/>
                    </a:lnTo>
                    <a:lnTo>
                      <a:pt x="36" y="9063"/>
                    </a:lnTo>
                    <a:lnTo>
                      <a:pt x="0" y="9588"/>
                    </a:lnTo>
                    <a:lnTo>
                      <a:pt x="0" y="9767"/>
                    </a:lnTo>
                    <a:lnTo>
                      <a:pt x="0" y="9958"/>
                    </a:lnTo>
                    <a:lnTo>
                      <a:pt x="12" y="10161"/>
                    </a:lnTo>
                    <a:lnTo>
                      <a:pt x="36" y="10364"/>
                    </a:lnTo>
                    <a:lnTo>
                      <a:pt x="72" y="10555"/>
                    </a:lnTo>
                    <a:lnTo>
                      <a:pt x="119" y="10758"/>
                    </a:lnTo>
                    <a:lnTo>
                      <a:pt x="191" y="10949"/>
                    </a:lnTo>
                    <a:lnTo>
                      <a:pt x="275" y="11129"/>
                    </a:lnTo>
                    <a:lnTo>
                      <a:pt x="382" y="11296"/>
                    </a:lnTo>
                    <a:lnTo>
                      <a:pt x="442" y="11367"/>
                    </a:lnTo>
                    <a:lnTo>
                      <a:pt x="502" y="11451"/>
                    </a:lnTo>
                    <a:lnTo>
                      <a:pt x="573" y="11511"/>
                    </a:lnTo>
                    <a:lnTo>
                      <a:pt x="657" y="11582"/>
                    </a:lnTo>
                    <a:lnTo>
                      <a:pt x="740" y="11642"/>
                    </a:lnTo>
                    <a:lnTo>
                      <a:pt x="824" y="11690"/>
                    </a:lnTo>
                    <a:lnTo>
                      <a:pt x="931" y="11737"/>
                    </a:lnTo>
                    <a:lnTo>
                      <a:pt x="1027" y="11773"/>
                    </a:lnTo>
                    <a:lnTo>
                      <a:pt x="1146" y="11809"/>
                    </a:lnTo>
                    <a:lnTo>
                      <a:pt x="1266" y="11833"/>
                    </a:lnTo>
                    <a:lnTo>
                      <a:pt x="1397" y="11845"/>
                    </a:lnTo>
                    <a:lnTo>
                      <a:pt x="1528" y="11857"/>
                    </a:lnTo>
                    <a:lnTo>
                      <a:pt x="1672" y="11857"/>
                    </a:lnTo>
                    <a:lnTo>
                      <a:pt x="1827" y="11845"/>
                    </a:lnTo>
                    <a:lnTo>
                      <a:pt x="2030" y="11821"/>
                    </a:lnTo>
                    <a:lnTo>
                      <a:pt x="2221" y="11773"/>
                    </a:lnTo>
                    <a:lnTo>
                      <a:pt x="2424" y="11726"/>
                    </a:lnTo>
                    <a:lnTo>
                      <a:pt x="2615" y="11654"/>
                    </a:lnTo>
                    <a:lnTo>
                      <a:pt x="2806" y="11582"/>
                    </a:lnTo>
                    <a:lnTo>
                      <a:pt x="2997" y="11487"/>
                    </a:lnTo>
                    <a:lnTo>
                      <a:pt x="3176" y="11403"/>
                    </a:lnTo>
                    <a:lnTo>
                      <a:pt x="3343" y="11296"/>
                    </a:lnTo>
                    <a:lnTo>
                      <a:pt x="3677" y="11081"/>
                    </a:lnTo>
                    <a:lnTo>
                      <a:pt x="3976" y="10854"/>
                    </a:lnTo>
                    <a:lnTo>
                      <a:pt x="4251" y="10639"/>
                    </a:lnTo>
                    <a:lnTo>
                      <a:pt x="4477" y="10424"/>
                    </a:lnTo>
                    <a:lnTo>
                      <a:pt x="8143" y="10424"/>
                    </a:lnTo>
                    <a:lnTo>
                      <a:pt x="8262" y="10412"/>
                    </a:lnTo>
                    <a:lnTo>
                      <a:pt x="8358" y="10388"/>
                    </a:lnTo>
                    <a:lnTo>
                      <a:pt x="8453" y="10341"/>
                    </a:lnTo>
                    <a:lnTo>
                      <a:pt x="8537" y="10281"/>
                    </a:lnTo>
                    <a:lnTo>
                      <a:pt x="8609" y="10197"/>
                    </a:lnTo>
                    <a:lnTo>
                      <a:pt x="8668" y="10114"/>
                    </a:lnTo>
                    <a:lnTo>
                      <a:pt x="8716" y="10018"/>
                    </a:lnTo>
                    <a:lnTo>
                      <a:pt x="8740" y="9911"/>
                    </a:lnTo>
                    <a:lnTo>
                      <a:pt x="8919" y="9397"/>
                    </a:lnTo>
                    <a:lnTo>
                      <a:pt x="9014" y="9182"/>
                    </a:lnTo>
                    <a:lnTo>
                      <a:pt x="9098" y="8944"/>
                    </a:lnTo>
                    <a:lnTo>
                      <a:pt x="9265" y="8466"/>
                    </a:lnTo>
                    <a:lnTo>
                      <a:pt x="9420" y="7941"/>
                    </a:lnTo>
                    <a:lnTo>
                      <a:pt x="9552" y="7403"/>
                    </a:lnTo>
                    <a:lnTo>
                      <a:pt x="9671" y="6854"/>
                    </a:lnTo>
                    <a:lnTo>
                      <a:pt x="9767" y="6293"/>
                    </a:lnTo>
                    <a:lnTo>
                      <a:pt x="9862" y="5732"/>
                    </a:lnTo>
                    <a:lnTo>
                      <a:pt x="9934" y="5183"/>
                    </a:lnTo>
                    <a:lnTo>
                      <a:pt x="9982" y="4633"/>
                    </a:lnTo>
                    <a:lnTo>
                      <a:pt x="10029" y="4120"/>
                    </a:lnTo>
                    <a:lnTo>
                      <a:pt x="10053" y="3642"/>
                    </a:lnTo>
                    <a:lnTo>
                      <a:pt x="10065" y="3189"/>
                    </a:lnTo>
                    <a:lnTo>
                      <a:pt x="10065" y="2783"/>
                    </a:lnTo>
                    <a:lnTo>
                      <a:pt x="10053" y="2437"/>
                    </a:lnTo>
                    <a:lnTo>
                      <a:pt x="10029" y="2138"/>
                    </a:lnTo>
                    <a:lnTo>
                      <a:pt x="9994" y="1923"/>
                    </a:lnTo>
                    <a:lnTo>
                      <a:pt x="9934" y="1732"/>
                    </a:lnTo>
                    <a:lnTo>
                      <a:pt x="9874" y="1565"/>
                    </a:lnTo>
                    <a:lnTo>
                      <a:pt x="9802" y="1410"/>
                    </a:lnTo>
                    <a:lnTo>
                      <a:pt x="9719" y="1266"/>
                    </a:lnTo>
                    <a:lnTo>
                      <a:pt x="9635" y="1147"/>
                    </a:lnTo>
                    <a:lnTo>
                      <a:pt x="9552" y="1028"/>
                    </a:lnTo>
                    <a:lnTo>
                      <a:pt x="9468" y="920"/>
                    </a:lnTo>
                    <a:lnTo>
                      <a:pt x="9385" y="825"/>
                    </a:lnTo>
                    <a:lnTo>
                      <a:pt x="9217" y="670"/>
                    </a:lnTo>
                    <a:lnTo>
                      <a:pt x="9086" y="574"/>
                    </a:lnTo>
                    <a:lnTo>
                      <a:pt x="8967" y="490"/>
                    </a:lnTo>
                    <a:lnTo>
                      <a:pt x="8788" y="431"/>
                    </a:lnTo>
                    <a:lnTo>
                      <a:pt x="8585" y="371"/>
                    </a:lnTo>
                    <a:lnTo>
                      <a:pt x="8167" y="276"/>
                    </a:lnTo>
                    <a:lnTo>
                      <a:pt x="7689" y="180"/>
                    </a:lnTo>
                    <a:lnTo>
                      <a:pt x="7653" y="240"/>
                    </a:lnTo>
                    <a:lnTo>
                      <a:pt x="7618" y="299"/>
                    </a:lnTo>
                    <a:lnTo>
                      <a:pt x="7570" y="347"/>
                    </a:lnTo>
                    <a:lnTo>
                      <a:pt x="7522" y="395"/>
                    </a:lnTo>
                    <a:lnTo>
                      <a:pt x="7415" y="467"/>
                    </a:lnTo>
                    <a:lnTo>
                      <a:pt x="7283" y="526"/>
                    </a:lnTo>
                    <a:lnTo>
                      <a:pt x="7128" y="562"/>
                    </a:lnTo>
                    <a:lnTo>
                      <a:pt x="6961" y="586"/>
                    </a:lnTo>
                    <a:lnTo>
                      <a:pt x="6782" y="586"/>
                    </a:lnTo>
                    <a:lnTo>
                      <a:pt x="6591" y="574"/>
                    </a:lnTo>
                    <a:lnTo>
                      <a:pt x="6388" y="550"/>
                    </a:lnTo>
                    <a:lnTo>
                      <a:pt x="6185" y="514"/>
                    </a:lnTo>
                    <a:lnTo>
                      <a:pt x="5970" y="455"/>
                    </a:lnTo>
                    <a:lnTo>
                      <a:pt x="5755" y="395"/>
                    </a:lnTo>
                    <a:lnTo>
                      <a:pt x="5540" y="311"/>
                    </a:lnTo>
                    <a:lnTo>
                      <a:pt x="5325" y="216"/>
                    </a:lnTo>
                    <a:lnTo>
                      <a:pt x="5110" y="120"/>
                    </a:lnTo>
                    <a:lnTo>
                      <a:pt x="4895"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1"/>
              <p:cNvSpPr/>
              <p:nvPr/>
            </p:nvSpPr>
            <p:spPr>
              <a:xfrm>
                <a:off x="6308257" y="1341047"/>
                <a:ext cx="859032" cy="1011876"/>
              </a:xfrm>
              <a:custGeom>
                <a:rect b="b" l="l" r="r" t="t"/>
                <a:pathLst>
                  <a:path extrusionOk="0" fill="none" h="11857" w="10066">
                    <a:moveTo>
                      <a:pt x="8955" y="9481"/>
                    </a:moveTo>
                    <a:lnTo>
                      <a:pt x="8955" y="9481"/>
                    </a:lnTo>
                    <a:lnTo>
                      <a:pt x="8919" y="9397"/>
                    </a:lnTo>
                    <a:lnTo>
                      <a:pt x="8740" y="9911"/>
                    </a:lnTo>
                    <a:lnTo>
                      <a:pt x="8740" y="9911"/>
                    </a:lnTo>
                    <a:lnTo>
                      <a:pt x="8716" y="10018"/>
                    </a:lnTo>
                    <a:lnTo>
                      <a:pt x="8668" y="10114"/>
                    </a:lnTo>
                    <a:lnTo>
                      <a:pt x="8609" y="10197"/>
                    </a:lnTo>
                    <a:lnTo>
                      <a:pt x="8537" y="10281"/>
                    </a:lnTo>
                    <a:lnTo>
                      <a:pt x="8453" y="10341"/>
                    </a:lnTo>
                    <a:lnTo>
                      <a:pt x="8358" y="10388"/>
                    </a:lnTo>
                    <a:lnTo>
                      <a:pt x="8262" y="10412"/>
                    </a:lnTo>
                    <a:lnTo>
                      <a:pt x="8143" y="10424"/>
                    </a:lnTo>
                    <a:lnTo>
                      <a:pt x="4477" y="10424"/>
                    </a:lnTo>
                    <a:lnTo>
                      <a:pt x="4477" y="10424"/>
                    </a:lnTo>
                    <a:lnTo>
                      <a:pt x="4251" y="10639"/>
                    </a:lnTo>
                    <a:lnTo>
                      <a:pt x="3976" y="10854"/>
                    </a:lnTo>
                    <a:lnTo>
                      <a:pt x="3677" y="11081"/>
                    </a:lnTo>
                    <a:lnTo>
                      <a:pt x="3343" y="11296"/>
                    </a:lnTo>
                    <a:lnTo>
                      <a:pt x="3176" y="11403"/>
                    </a:lnTo>
                    <a:lnTo>
                      <a:pt x="2997" y="11487"/>
                    </a:lnTo>
                    <a:lnTo>
                      <a:pt x="2806" y="11582"/>
                    </a:lnTo>
                    <a:lnTo>
                      <a:pt x="2615" y="11654"/>
                    </a:lnTo>
                    <a:lnTo>
                      <a:pt x="2424" y="11726"/>
                    </a:lnTo>
                    <a:lnTo>
                      <a:pt x="2221" y="11773"/>
                    </a:lnTo>
                    <a:lnTo>
                      <a:pt x="2030" y="11821"/>
                    </a:lnTo>
                    <a:lnTo>
                      <a:pt x="1827" y="11845"/>
                    </a:lnTo>
                    <a:lnTo>
                      <a:pt x="1827" y="11845"/>
                    </a:lnTo>
                    <a:lnTo>
                      <a:pt x="1672" y="11857"/>
                    </a:lnTo>
                    <a:lnTo>
                      <a:pt x="1528" y="11857"/>
                    </a:lnTo>
                    <a:lnTo>
                      <a:pt x="1397" y="11845"/>
                    </a:lnTo>
                    <a:lnTo>
                      <a:pt x="1266" y="11833"/>
                    </a:lnTo>
                    <a:lnTo>
                      <a:pt x="1146" y="11809"/>
                    </a:lnTo>
                    <a:lnTo>
                      <a:pt x="1027" y="11773"/>
                    </a:lnTo>
                    <a:lnTo>
                      <a:pt x="931" y="11737"/>
                    </a:lnTo>
                    <a:lnTo>
                      <a:pt x="824" y="11690"/>
                    </a:lnTo>
                    <a:lnTo>
                      <a:pt x="740" y="11642"/>
                    </a:lnTo>
                    <a:lnTo>
                      <a:pt x="657" y="11582"/>
                    </a:lnTo>
                    <a:lnTo>
                      <a:pt x="573" y="11511"/>
                    </a:lnTo>
                    <a:lnTo>
                      <a:pt x="502" y="11451"/>
                    </a:lnTo>
                    <a:lnTo>
                      <a:pt x="442" y="11367"/>
                    </a:lnTo>
                    <a:lnTo>
                      <a:pt x="382" y="11296"/>
                    </a:lnTo>
                    <a:lnTo>
                      <a:pt x="275" y="11129"/>
                    </a:lnTo>
                    <a:lnTo>
                      <a:pt x="191" y="10949"/>
                    </a:lnTo>
                    <a:lnTo>
                      <a:pt x="119" y="10758"/>
                    </a:lnTo>
                    <a:lnTo>
                      <a:pt x="72" y="10555"/>
                    </a:lnTo>
                    <a:lnTo>
                      <a:pt x="36" y="10364"/>
                    </a:lnTo>
                    <a:lnTo>
                      <a:pt x="12" y="10161"/>
                    </a:lnTo>
                    <a:lnTo>
                      <a:pt x="0" y="9958"/>
                    </a:lnTo>
                    <a:lnTo>
                      <a:pt x="0" y="9767"/>
                    </a:lnTo>
                    <a:lnTo>
                      <a:pt x="0" y="9588"/>
                    </a:lnTo>
                    <a:lnTo>
                      <a:pt x="0" y="9588"/>
                    </a:lnTo>
                    <a:lnTo>
                      <a:pt x="36" y="9063"/>
                    </a:lnTo>
                    <a:lnTo>
                      <a:pt x="119" y="8251"/>
                    </a:lnTo>
                    <a:lnTo>
                      <a:pt x="227" y="7224"/>
                    </a:lnTo>
                    <a:lnTo>
                      <a:pt x="382" y="6078"/>
                    </a:lnTo>
                    <a:lnTo>
                      <a:pt x="466" y="5481"/>
                    </a:lnTo>
                    <a:lnTo>
                      <a:pt x="549" y="4896"/>
                    </a:lnTo>
                    <a:lnTo>
                      <a:pt x="657" y="4311"/>
                    </a:lnTo>
                    <a:lnTo>
                      <a:pt x="752" y="3750"/>
                    </a:lnTo>
                    <a:lnTo>
                      <a:pt x="872" y="3237"/>
                    </a:lnTo>
                    <a:lnTo>
                      <a:pt x="979" y="2747"/>
                    </a:lnTo>
                    <a:lnTo>
                      <a:pt x="1110" y="2329"/>
                    </a:lnTo>
                    <a:lnTo>
                      <a:pt x="1230" y="1959"/>
                    </a:lnTo>
                    <a:lnTo>
                      <a:pt x="1230" y="1959"/>
                    </a:lnTo>
                    <a:lnTo>
                      <a:pt x="1302" y="1804"/>
                    </a:lnTo>
                    <a:lnTo>
                      <a:pt x="1385" y="1649"/>
                    </a:lnTo>
                    <a:lnTo>
                      <a:pt x="1481" y="1517"/>
                    </a:lnTo>
                    <a:lnTo>
                      <a:pt x="1588" y="1374"/>
                    </a:lnTo>
                    <a:lnTo>
                      <a:pt x="1696" y="1255"/>
                    </a:lnTo>
                    <a:lnTo>
                      <a:pt x="1815" y="1135"/>
                    </a:lnTo>
                    <a:lnTo>
                      <a:pt x="1946" y="1028"/>
                    </a:lnTo>
                    <a:lnTo>
                      <a:pt x="2078" y="920"/>
                    </a:lnTo>
                    <a:lnTo>
                      <a:pt x="2221" y="825"/>
                    </a:lnTo>
                    <a:lnTo>
                      <a:pt x="2364" y="741"/>
                    </a:lnTo>
                    <a:lnTo>
                      <a:pt x="2675" y="574"/>
                    </a:lnTo>
                    <a:lnTo>
                      <a:pt x="2985" y="443"/>
                    </a:lnTo>
                    <a:lnTo>
                      <a:pt x="3295" y="335"/>
                    </a:lnTo>
                    <a:lnTo>
                      <a:pt x="3594" y="240"/>
                    </a:lnTo>
                    <a:lnTo>
                      <a:pt x="3880" y="168"/>
                    </a:lnTo>
                    <a:lnTo>
                      <a:pt x="4155" y="108"/>
                    </a:lnTo>
                    <a:lnTo>
                      <a:pt x="4382" y="61"/>
                    </a:lnTo>
                    <a:lnTo>
                      <a:pt x="4740" y="13"/>
                    </a:lnTo>
                    <a:lnTo>
                      <a:pt x="4895" y="1"/>
                    </a:lnTo>
                    <a:lnTo>
                      <a:pt x="4895" y="1"/>
                    </a:lnTo>
                    <a:lnTo>
                      <a:pt x="5110" y="120"/>
                    </a:lnTo>
                    <a:lnTo>
                      <a:pt x="5325" y="216"/>
                    </a:lnTo>
                    <a:lnTo>
                      <a:pt x="5540" y="311"/>
                    </a:lnTo>
                    <a:lnTo>
                      <a:pt x="5755" y="395"/>
                    </a:lnTo>
                    <a:lnTo>
                      <a:pt x="5970" y="455"/>
                    </a:lnTo>
                    <a:lnTo>
                      <a:pt x="6185" y="514"/>
                    </a:lnTo>
                    <a:lnTo>
                      <a:pt x="6388" y="550"/>
                    </a:lnTo>
                    <a:lnTo>
                      <a:pt x="6591" y="574"/>
                    </a:lnTo>
                    <a:lnTo>
                      <a:pt x="6782" y="586"/>
                    </a:lnTo>
                    <a:lnTo>
                      <a:pt x="6961" y="586"/>
                    </a:lnTo>
                    <a:lnTo>
                      <a:pt x="7128" y="562"/>
                    </a:lnTo>
                    <a:lnTo>
                      <a:pt x="7283" y="526"/>
                    </a:lnTo>
                    <a:lnTo>
                      <a:pt x="7415" y="467"/>
                    </a:lnTo>
                    <a:lnTo>
                      <a:pt x="7522" y="395"/>
                    </a:lnTo>
                    <a:lnTo>
                      <a:pt x="7570" y="347"/>
                    </a:lnTo>
                    <a:lnTo>
                      <a:pt x="7618" y="299"/>
                    </a:lnTo>
                    <a:lnTo>
                      <a:pt x="7653" y="240"/>
                    </a:lnTo>
                    <a:lnTo>
                      <a:pt x="7689" y="180"/>
                    </a:lnTo>
                    <a:lnTo>
                      <a:pt x="7689" y="180"/>
                    </a:lnTo>
                    <a:lnTo>
                      <a:pt x="8167" y="276"/>
                    </a:lnTo>
                    <a:lnTo>
                      <a:pt x="8585" y="371"/>
                    </a:lnTo>
                    <a:lnTo>
                      <a:pt x="8788" y="431"/>
                    </a:lnTo>
                    <a:lnTo>
                      <a:pt x="8967" y="490"/>
                    </a:lnTo>
                    <a:lnTo>
                      <a:pt x="8967" y="490"/>
                    </a:lnTo>
                    <a:lnTo>
                      <a:pt x="9086" y="574"/>
                    </a:lnTo>
                    <a:lnTo>
                      <a:pt x="9217" y="670"/>
                    </a:lnTo>
                    <a:lnTo>
                      <a:pt x="9385" y="825"/>
                    </a:lnTo>
                    <a:lnTo>
                      <a:pt x="9468" y="920"/>
                    </a:lnTo>
                    <a:lnTo>
                      <a:pt x="9552" y="1028"/>
                    </a:lnTo>
                    <a:lnTo>
                      <a:pt x="9635" y="1147"/>
                    </a:lnTo>
                    <a:lnTo>
                      <a:pt x="9719" y="1266"/>
                    </a:lnTo>
                    <a:lnTo>
                      <a:pt x="9802" y="1410"/>
                    </a:lnTo>
                    <a:lnTo>
                      <a:pt x="9874" y="1565"/>
                    </a:lnTo>
                    <a:lnTo>
                      <a:pt x="9934" y="1732"/>
                    </a:lnTo>
                    <a:lnTo>
                      <a:pt x="9994" y="1923"/>
                    </a:lnTo>
                    <a:lnTo>
                      <a:pt x="9994" y="1923"/>
                    </a:lnTo>
                    <a:lnTo>
                      <a:pt x="10029" y="2138"/>
                    </a:lnTo>
                    <a:lnTo>
                      <a:pt x="10053" y="2437"/>
                    </a:lnTo>
                    <a:lnTo>
                      <a:pt x="10065" y="2783"/>
                    </a:lnTo>
                    <a:lnTo>
                      <a:pt x="10065" y="3189"/>
                    </a:lnTo>
                    <a:lnTo>
                      <a:pt x="10053" y="3642"/>
                    </a:lnTo>
                    <a:lnTo>
                      <a:pt x="10029" y="4120"/>
                    </a:lnTo>
                    <a:lnTo>
                      <a:pt x="9982" y="4633"/>
                    </a:lnTo>
                    <a:lnTo>
                      <a:pt x="9934" y="5183"/>
                    </a:lnTo>
                    <a:lnTo>
                      <a:pt x="9862" y="5732"/>
                    </a:lnTo>
                    <a:lnTo>
                      <a:pt x="9767" y="6293"/>
                    </a:lnTo>
                    <a:lnTo>
                      <a:pt x="9671" y="6854"/>
                    </a:lnTo>
                    <a:lnTo>
                      <a:pt x="9552" y="7403"/>
                    </a:lnTo>
                    <a:lnTo>
                      <a:pt x="9420" y="7941"/>
                    </a:lnTo>
                    <a:lnTo>
                      <a:pt x="9265" y="8466"/>
                    </a:lnTo>
                    <a:lnTo>
                      <a:pt x="9098" y="8944"/>
                    </a:lnTo>
                    <a:lnTo>
                      <a:pt x="9014" y="9182"/>
                    </a:lnTo>
                    <a:lnTo>
                      <a:pt x="8919" y="9397"/>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1"/>
              <p:cNvSpPr/>
              <p:nvPr/>
            </p:nvSpPr>
            <p:spPr>
              <a:xfrm>
                <a:off x="6644495" y="1592714"/>
                <a:ext cx="29613" cy="363890"/>
              </a:xfrm>
              <a:custGeom>
                <a:rect b="b" l="l" r="r" t="t"/>
                <a:pathLst>
                  <a:path extrusionOk="0" h="4264" w="347">
                    <a:moveTo>
                      <a:pt x="323" y="1"/>
                    </a:moveTo>
                    <a:lnTo>
                      <a:pt x="311" y="13"/>
                    </a:lnTo>
                    <a:lnTo>
                      <a:pt x="263" y="419"/>
                    </a:lnTo>
                    <a:lnTo>
                      <a:pt x="227" y="825"/>
                    </a:lnTo>
                    <a:lnTo>
                      <a:pt x="191" y="1231"/>
                    </a:lnTo>
                    <a:lnTo>
                      <a:pt x="179" y="1637"/>
                    </a:lnTo>
                    <a:lnTo>
                      <a:pt x="143" y="2461"/>
                    </a:lnTo>
                    <a:lnTo>
                      <a:pt x="131" y="2866"/>
                    </a:lnTo>
                    <a:lnTo>
                      <a:pt x="108" y="3272"/>
                    </a:lnTo>
                    <a:lnTo>
                      <a:pt x="60" y="3762"/>
                    </a:lnTo>
                    <a:lnTo>
                      <a:pt x="0" y="4239"/>
                    </a:lnTo>
                    <a:lnTo>
                      <a:pt x="0" y="4251"/>
                    </a:lnTo>
                    <a:lnTo>
                      <a:pt x="12" y="4263"/>
                    </a:lnTo>
                    <a:lnTo>
                      <a:pt x="24" y="4263"/>
                    </a:lnTo>
                    <a:lnTo>
                      <a:pt x="36" y="4251"/>
                    </a:lnTo>
                    <a:lnTo>
                      <a:pt x="84" y="3845"/>
                    </a:lnTo>
                    <a:lnTo>
                      <a:pt x="120" y="3440"/>
                    </a:lnTo>
                    <a:lnTo>
                      <a:pt x="155" y="3034"/>
                    </a:lnTo>
                    <a:lnTo>
                      <a:pt x="167" y="2628"/>
                    </a:lnTo>
                    <a:lnTo>
                      <a:pt x="203" y="1804"/>
                    </a:lnTo>
                    <a:lnTo>
                      <a:pt x="215" y="1398"/>
                    </a:lnTo>
                    <a:lnTo>
                      <a:pt x="251" y="992"/>
                    </a:lnTo>
                    <a:lnTo>
                      <a:pt x="287" y="502"/>
                    </a:lnTo>
                    <a:lnTo>
                      <a:pt x="346" y="25"/>
                    </a:lnTo>
                    <a:lnTo>
                      <a:pt x="346" y="13"/>
                    </a:lnTo>
                    <a:lnTo>
                      <a:pt x="3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1"/>
              <p:cNvSpPr/>
              <p:nvPr/>
            </p:nvSpPr>
            <p:spPr>
              <a:xfrm>
                <a:off x="6646543" y="1812804"/>
                <a:ext cx="426956" cy="317038"/>
              </a:xfrm>
              <a:custGeom>
                <a:rect b="b" l="l" r="r" t="t"/>
                <a:pathLst>
                  <a:path extrusionOk="0" h="3715" w="5003">
                    <a:moveTo>
                      <a:pt x="3582" y="1"/>
                    </a:moveTo>
                    <a:lnTo>
                      <a:pt x="3427" y="25"/>
                    </a:lnTo>
                    <a:lnTo>
                      <a:pt x="3260" y="49"/>
                    </a:lnTo>
                    <a:lnTo>
                      <a:pt x="3080" y="96"/>
                    </a:lnTo>
                    <a:lnTo>
                      <a:pt x="2889" y="156"/>
                    </a:lnTo>
                    <a:lnTo>
                      <a:pt x="2686" y="252"/>
                    </a:lnTo>
                    <a:lnTo>
                      <a:pt x="2472" y="383"/>
                    </a:lnTo>
                    <a:lnTo>
                      <a:pt x="2257" y="526"/>
                    </a:lnTo>
                    <a:lnTo>
                      <a:pt x="2042" y="670"/>
                    </a:lnTo>
                    <a:lnTo>
                      <a:pt x="1719" y="932"/>
                    </a:lnTo>
                    <a:lnTo>
                      <a:pt x="1588" y="1040"/>
                    </a:lnTo>
                    <a:lnTo>
                      <a:pt x="0" y="1708"/>
                    </a:lnTo>
                    <a:lnTo>
                      <a:pt x="107" y="1959"/>
                    </a:lnTo>
                    <a:lnTo>
                      <a:pt x="370" y="2628"/>
                    </a:lnTo>
                    <a:lnTo>
                      <a:pt x="525" y="2998"/>
                    </a:lnTo>
                    <a:lnTo>
                      <a:pt x="669" y="3356"/>
                    </a:lnTo>
                    <a:lnTo>
                      <a:pt x="836" y="3714"/>
                    </a:lnTo>
                    <a:lnTo>
                      <a:pt x="1158" y="3439"/>
                    </a:lnTo>
                    <a:lnTo>
                      <a:pt x="1409" y="3225"/>
                    </a:lnTo>
                    <a:lnTo>
                      <a:pt x="1504" y="3129"/>
                    </a:lnTo>
                    <a:lnTo>
                      <a:pt x="1564" y="3057"/>
                    </a:lnTo>
                    <a:lnTo>
                      <a:pt x="1886" y="2628"/>
                    </a:lnTo>
                    <a:lnTo>
                      <a:pt x="1970" y="2699"/>
                    </a:lnTo>
                    <a:lnTo>
                      <a:pt x="2042" y="2783"/>
                    </a:lnTo>
                    <a:lnTo>
                      <a:pt x="2101" y="2866"/>
                    </a:lnTo>
                    <a:lnTo>
                      <a:pt x="2149" y="2962"/>
                    </a:lnTo>
                    <a:lnTo>
                      <a:pt x="2197" y="3057"/>
                    </a:lnTo>
                    <a:lnTo>
                      <a:pt x="2245" y="3141"/>
                    </a:lnTo>
                    <a:lnTo>
                      <a:pt x="2304" y="3201"/>
                    </a:lnTo>
                    <a:lnTo>
                      <a:pt x="2340" y="3237"/>
                    </a:lnTo>
                    <a:lnTo>
                      <a:pt x="2376" y="3248"/>
                    </a:lnTo>
                    <a:lnTo>
                      <a:pt x="2448" y="3272"/>
                    </a:lnTo>
                    <a:lnTo>
                      <a:pt x="2519" y="3260"/>
                    </a:lnTo>
                    <a:lnTo>
                      <a:pt x="2579" y="3248"/>
                    </a:lnTo>
                    <a:lnTo>
                      <a:pt x="2639" y="3201"/>
                    </a:lnTo>
                    <a:lnTo>
                      <a:pt x="2674" y="3153"/>
                    </a:lnTo>
                    <a:lnTo>
                      <a:pt x="2722" y="3081"/>
                    </a:lnTo>
                    <a:lnTo>
                      <a:pt x="2746" y="3010"/>
                    </a:lnTo>
                    <a:lnTo>
                      <a:pt x="2770" y="2926"/>
                    </a:lnTo>
                    <a:lnTo>
                      <a:pt x="2770" y="2878"/>
                    </a:lnTo>
                    <a:lnTo>
                      <a:pt x="2770" y="2831"/>
                    </a:lnTo>
                    <a:lnTo>
                      <a:pt x="2722" y="2687"/>
                    </a:lnTo>
                    <a:lnTo>
                      <a:pt x="2663" y="2544"/>
                    </a:lnTo>
                    <a:lnTo>
                      <a:pt x="2579" y="2389"/>
                    </a:lnTo>
                    <a:lnTo>
                      <a:pt x="2424" y="2114"/>
                    </a:lnTo>
                    <a:lnTo>
                      <a:pt x="2352" y="2007"/>
                    </a:lnTo>
                    <a:lnTo>
                      <a:pt x="2352" y="2007"/>
                    </a:lnTo>
                    <a:lnTo>
                      <a:pt x="2543" y="2090"/>
                    </a:lnTo>
                    <a:lnTo>
                      <a:pt x="2663" y="2186"/>
                    </a:lnTo>
                    <a:lnTo>
                      <a:pt x="2794" y="2293"/>
                    </a:lnTo>
                    <a:lnTo>
                      <a:pt x="2913" y="2413"/>
                    </a:lnTo>
                    <a:lnTo>
                      <a:pt x="3021" y="2520"/>
                    </a:lnTo>
                    <a:lnTo>
                      <a:pt x="3200" y="2723"/>
                    </a:lnTo>
                    <a:lnTo>
                      <a:pt x="3260" y="2795"/>
                    </a:lnTo>
                    <a:lnTo>
                      <a:pt x="3367" y="2819"/>
                    </a:lnTo>
                    <a:lnTo>
                      <a:pt x="3451" y="2807"/>
                    </a:lnTo>
                    <a:lnTo>
                      <a:pt x="3522" y="2795"/>
                    </a:lnTo>
                    <a:lnTo>
                      <a:pt x="3594" y="2771"/>
                    </a:lnTo>
                    <a:lnTo>
                      <a:pt x="3642" y="2747"/>
                    </a:lnTo>
                    <a:lnTo>
                      <a:pt x="3689" y="2699"/>
                    </a:lnTo>
                    <a:lnTo>
                      <a:pt x="3725" y="2663"/>
                    </a:lnTo>
                    <a:lnTo>
                      <a:pt x="3749" y="2604"/>
                    </a:lnTo>
                    <a:lnTo>
                      <a:pt x="3785" y="2508"/>
                    </a:lnTo>
                    <a:lnTo>
                      <a:pt x="3809" y="2425"/>
                    </a:lnTo>
                    <a:lnTo>
                      <a:pt x="3809" y="2329"/>
                    </a:lnTo>
                    <a:lnTo>
                      <a:pt x="3904" y="2341"/>
                    </a:lnTo>
                    <a:lnTo>
                      <a:pt x="3976" y="2341"/>
                    </a:lnTo>
                    <a:lnTo>
                      <a:pt x="4048" y="2329"/>
                    </a:lnTo>
                    <a:lnTo>
                      <a:pt x="4107" y="2317"/>
                    </a:lnTo>
                    <a:lnTo>
                      <a:pt x="4155" y="2293"/>
                    </a:lnTo>
                    <a:lnTo>
                      <a:pt x="4191" y="2269"/>
                    </a:lnTo>
                    <a:lnTo>
                      <a:pt x="4251" y="2210"/>
                    </a:lnTo>
                    <a:lnTo>
                      <a:pt x="4274" y="2150"/>
                    </a:lnTo>
                    <a:lnTo>
                      <a:pt x="4298" y="2090"/>
                    </a:lnTo>
                    <a:lnTo>
                      <a:pt x="4298" y="2031"/>
                    </a:lnTo>
                    <a:lnTo>
                      <a:pt x="4274" y="1923"/>
                    </a:lnTo>
                    <a:lnTo>
                      <a:pt x="4239" y="1804"/>
                    </a:lnTo>
                    <a:lnTo>
                      <a:pt x="4191" y="1696"/>
                    </a:lnTo>
                    <a:lnTo>
                      <a:pt x="4119" y="1589"/>
                    </a:lnTo>
                    <a:lnTo>
                      <a:pt x="4036" y="1481"/>
                    </a:lnTo>
                    <a:lnTo>
                      <a:pt x="3940" y="1386"/>
                    </a:lnTo>
                    <a:lnTo>
                      <a:pt x="3749" y="1207"/>
                    </a:lnTo>
                    <a:lnTo>
                      <a:pt x="3546" y="1052"/>
                    </a:lnTo>
                    <a:lnTo>
                      <a:pt x="3379" y="932"/>
                    </a:lnTo>
                    <a:lnTo>
                      <a:pt x="3224" y="837"/>
                    </a:lnTo>
                    <a:lnTo>
                      <a:pt x="3319" y="813"/>
                    </a:lnTo>
                    <a:lnTo>
                      <a:pt x="3558" y="753"/>
                    </a:lnTo>
                    <a:lnTo>
                      <a:pt x="3713" y="729"/>
                    </a:lnTo>
                    <a:lnTo>
                      <a:pt x="3880" y="717"/>
                    </a:lnTo>
                    <a:lnTo>
                      <a:pt x="4048" y="717"/>
                    </a:lnTo>
                    <a:lnTo>
                      <a:pt x="4203" y="741"/>
                    </a:lnTo>
                    <a:lnTo>
                      <a:pt x="4465" y="801"/>
                    </a:lnTo>
                    <a:lnTo>
                      <a:pt x="4585" y="825"/>
                    </a:lnTo>
                    <a:lnTo>
                      <a:pt x="4680" y="837"/>
                    </a:lnTo>
                    <a:lnTo>
                      <a:pt x="4776" y="837"/>
                    </a:lnTo>
                    <a:lnTo>
                      <a:pt x="4848" y="813"/>
                    </a:lnTo>
                    <a:lnTo>
                      <a:pt x="4883" y="789"/>
                    </a:lnTo>
                    <a:lnTo>
                      <a:pt x="4919" y="753"/>
                    </a:lnTo>
                    <a:lnTo>
                      <a:pt x="4943" y="717"/>
                    </a:lnTo>
                    <a:lnTo>
                      <a:pt x="4967" y="681"/>
                    </a:lnTo>
                    <a:lnTo>
                      <a:pt x="4991" y="610"/>
                    </a:lnTo>
                    <a:lnTo>
                      <a:pt x="5003" y="538"/>
                    </a:lnTo>
                    <a:lnTo>
                      <a:pt x="4991" y="478"/>
                    </a:lnTo>
                    <a:lnTo>
                      <a:pt x="4955" y="419"/>
                    </a:lnTo>
                    <a:lnTo>
                      <a:pt x="4919" y="371"/>
                    </a:lnTo>
                    <a:lnTo>
                      <a:pt x="4859" y="311"/>
                    </a:lnTo>
                    <a:lnTo>
                      <a:pt x="4800" y="264"/>
                    </a:lnTo>
                    <a:lnTo>
                      <a:pt x="4728" y="228"/>
                    </a:lnTo>
                    <a:lnTo>
                      <a:pt x="4573" y="144"/>
                    </a:lnTo>
                    <a:lnTo>
                      <a:pt x="4406" y="84"/>
                    </a:lnTo>
                    <a:lnTo>
                      <a:pt x="4251" y="49"/>
                    </a:lnTo>
                    <a:lnTo>
                      <a:pt x="4107" y="25"/>
                    </a:lnTo>
                    <a:lnTo>
                      <a:pt x="3857" y="1"/>
                    </a:lnTo>
                    <a:close/>
                  </a:path>
                </a:pathLst>
              </a:custGeom>
              <a:solidFill>
                <a:srgbClr val="AC5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1"/>
              <p:cNvSpPr/>
              <p:nvPr/>
            </p:nvSpPr>
            <p:spPr>
              <a:xfrm>
                <a:off x="6873717" y="1876041"/>
                <a:ext cx="87730" cy="35757"/>
              </a:xfrm>
              <a:custGeom>
                <a:rect b="b" l="l" r="r" t="t"/>
                <a:pathLst>
                  <a:path extrusionOk="0" h="419" w="1028">
                    <a:moveTo>
                      <a:pt x="156" y="0"/>
                    </a:moveTo>
                    <a:lnTo>
                      <a:pt x="12" y="12"/>
                    </a:lnTo>
                    <a:lnTo>
                      <a:pt x="1" y="12"/>
                    </a:lnTo>
                    <a:lnTo>
                      <a:pt x="1" y="24"/>
                    </a:lnTo>
                    <a:lnTo>
                      <a:pt x="1" y="36"/>
                    </a:lnTo>
                    <a:lnTo>
                      <a:pt x="24" y="48"/>
                    </a:lnTo>
                    <a:lnTo>
                      <a:pt x="156" y="24"/>
                    </a:lnTo>
                    <a:lnTo>
                      <a:pt x="299" y="36"/>
                    </a:lnTo>
                    <a:lnTo>
                      <a:pt x="430" y="60"/>
                    </a:lnTo>
                    <a:lnTo>
                      <a:pt x="562" y="96"/>
                    </a:lnTo>
                    <a:lnTo>
                      <a:pt x="681" y="155"/>
                    </a:lnTo>
                    <a:lnTo>
                      <a:pt x="801" y="227"/>
                    </a:lnTo>
                    <a:lnTo>
                      <a:pt x="908" y="311"/>
                    </a:lnTo>
                    <a:lnTo>
                      <a:pt x="1003" y="418"/>
                    </a:lnTo>
                    <a:lnTo>
                      <a:pt x="1027" y="418"/>
                    </a:lnTo>
                    <a:lnTo>
                      <a:pt x="1027" y="406"/>
                    </a:lnTo>
                    <a:lnTo>
                      <a:pt x="1027" y="394"/>
                    </a:lnTo>
                    <a:lnTo>
                      <a:pt x="932" y="287"/>
                    </a:lnTo>
                    <a:lnTo>
                      <a:pt x="824" y="191"/>
                    </a:lnTo>
                    <a:lnTo>
                      <a:pt x="693" y="120"/>
                    </a:lnTo>
                    <a:lnTo>
                      <a:pt x="574" y="60"/>
                    </a:lnTo>
                    <a:lnTo>
                      <a:pt x="430" y="24"/>
                    </a:lnTo>
                    <a:lnTo>
                      <a:pt x="299"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1"/>
              <p:cNvSpPr/>
              <p:nvPr/>
            </p:nvSpPr>
            <p:spPr>
              <a:xfrm>
                <a:off x="6844189" y="1911713"/>
                <a:ext cx="123316" cy="102920"/>
              </a:xfrm>
              <a:custGeom>
                <a:rect b="b" l="l" r="r" t="t"/>
                <a:pathLst>
                  <a:path extrusionOk="0" h="1206" w="1445">
                    <a:moveTo>
                      <a:pt x="12" y="0"/>
                    </a:moveTo>
                    <a:lnTo>
                      <a:pt x="0" y="12"/>
                    </a:lnTo>
                    <a:lnTo>
                      <a:pt x="0" y="24"/>
                    </a:lnTo>
                    <a:lnTo>
                      <a:pt x="12" y="36"/>
                    </a:lnTo>
                    <a:lnTo>
                      <a:pt x="239" y="107"/>
                    </a:lnTo>
                    <a:lnTo>
                      <a:pt x="454" y="215"/>
                    </a:lnTo>
                    <a:lnTo>
                      <a:pt x="645" y="334"/>
                    </a:lnTo>
                    <a:lnTo>
                      <a:pt x="836" y="478"/>
                    </a:lnTo>
                    <a:lnTo>
                      <a:pt x="1003" y="633"/>
                    </a:lnTo>
                    <a:lnTo>
                      <a:pt x="1158" y="812"/>
                    </a:lnTo>
                    <a:lnTo>
                      <a:pt x="1302" y="1003"/>
                    </a:lnTo>
                    <a:lnTo>
                      <a:pt x="1409" y="1206"/>
                    </a:lnTo>
                    <a:lnTo>
                      <a:pt x="1433" y="1206"/>
                    </a:lnTo>
                    <a:lnTo>
                      <a:pt x="1445" y="1194"/>
                    </a:lnTo>
                    <a:lnTo>
                      <a:pt x="1445" y="1182"/>
                    </a:lnTo>
                    <a:lnTo>
                      <a:pt x="1326" y="979"/>
                    </a:lnTo>
                    <a:lnTo>
                      <a:pt x="1182" y="788"/>
                    </a:lnTo>
                    <a:lnTo>
                      <a:pt x="1027" y="609"/>
                    </a:lnTo>
                    <a:lnTo>
                      <a:pt x="860" y="442"/>
                    </a:lnTo>
                    <a:lnTo>
                      <a:pt x="669" y="299"/>
                    </a:lnTo>
                    <a:lnTo>
                      <a:pt x="466" y="179"/>
                    </a:lnTo>
                    <a:lnTo>
                      <a:pt x="251" y="72"/>
                    </a:lnTo>
                    <a:lnTo>
                      <a:pt x="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1"/>
              <p:cNvSpPr/>
              <p:nvPr/>
            </p:nvSpPr>
            <p:spPr>
              <a:xfrm>
                <a:off x="6444715" y="1957540"/>
                <a:ext cx="297666" cy="230333"/>
              </a:xfrm>
              <a:custGeom>
                <a:rect b="b" l="l" r="r" t="t"/>
                <a:pathLst>
                  <a:path extrusionOk="0" h="2699" w="3488">
                    <a:moveTo>
                      <a:pt x="2365" y="0"/>
                    </a:moveTo>
                    <a:lnTo>
                      <a:pt x="2055" y="72"/>
                    </a:lnTo>
                    <a:lnTo>
                      <a:pt x="1744" y="156"/>
                    </a:lnTo>
                    <a:lnTo>
                      <a:pt x="1446" y="251"/>
                    </a:lnTo>
                    <a:lnTo>
                      <a:pt x="1147" y="359"/>
                    </a:lnTo>
                    <a:lnTo>
                      <a:pt x="861" y="478"/>
                    </a:lnTo>
                    <a:lnTo>
                      <a:pt x="574" y="597"/>
                    </a:lnTo>
                    <a:lnTo>
                      <a:pt x="288" y="741"/>
                    </a:lnTo>
                    <a:lnTo>
                      <a:pt x="13" y="896"/>
                    </a:lnTo>
                    <a:lnTo>
                      <a:pt x="1" y="908"/>
                    </a:lnTo>
                    <a:lnTo>
                      <a:pt x="13" y="920"/>
                    </a:lnTo>
                    <a:lnTo>
                      <a:pt x="13" y="932"/>
                    </a:lnTo>
                    <a:lnTo>
                      <a:pt x="37" y="932"/>
                    </a:lnTo>
                    <a:lnTo>
                      <a:pt x="311" y="776"/>
                    </a:lnTo>
                    <a:lnTo>
                      <a:pt x="586" y="633"/>
                    </a:lnTo>
                    <a:lnTo>
                      <a:pt x="873" y="502"/>
                    </a:lnTo>
                    <a:lnTo>
                      <a:pt x="1159" y="394"/>
                    </a:lnTo>
                    <a:lnTo>
                      <a:pt x="1458" y="287"/>
                    </a:lnTo>
                    <a:lnTo>
                      <a:pt x="1756" y="191"/>
                    </a:lnTo>
                    <a:lnTo>
                      <a:pt x="2067" y="108"/>
                    </a:lnTo>
                    <a:lnTo>
                      <a:pt x="2348" y="40"/>
                    </a:lnTo>
                    <a:lnTo>
                      <a:pt x="2723" y="932"/>
                    </a:lnTo>
                    <a:lnTo>
                      <a:pt x="3308" y="2352"/>
                    </a:lnTo>
                    <a:lnTo>
                      <a:pt x="3452" y="2687"/>
                    </a:lnTo>
                    <a:lnTo>
                      <a:pt x="3463" y="2699"/>
                    </a:lnTo>
                    <a:lnTo>
                      <a:pt x="3475" y="2699"/>
                    </a:lnTo>
                    <a:lnTo>
                      <a:pt x="3487" y="2687"/>
                    </a:lnTo>
                    <a:lnTo>
                      <a:pt x="3487" y="2675"/>
                    </a:lnTo>
                    <a:lnTo>
                      <a:pt x="3105" y="1767"/>
                    </a:lnTo>
                    <a:lnTo>
                      <a:pt x="2520" y="347"/>
                    </a:lnTo>
                    <a:lnTo>
                      <a:pt x="2377" y="12"/>
                    </a:lnTo>
                    <a:lnTo>
                      <a:pt x="23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1"/>
              <p:cNvSpPr/>
              <p:nvPr/>
            </p:nvSpPr>
            <p:spPr>
              <a:xfrm>
                <a:off x="7039788" y="1577438"/>
                <a:ext cx="122378" cy="630833"/>
              </a:xfrm>
              <a:custGeom>
                <a:rect b="b" l="l" r="r" t="t"/>
                <a:pathLst>
                  <a:path extrusionOk="0" h="7392" w="1434">
                    <a:moveTo>
                      <a:pt x="1350" y="1"/>
                    </a:moveTo>
                    <a:lnTo>
                      <a:pt x="1338" y="25"/>
                    </a:lnTo>
                    <a:lnTo>
                      <a:pt x="1374" y="383"/>
                    </a:lnTo>
                    <a:lnTo>
                      <a:pt x="1386" y="753"/>
                    </a:lnTo>
                    <a:lnTo>
                      <a:pt x="1398" y="1123"/>
                    </a:lnTo>
                    <a:lnTo>
                      <a:pt x="1398" y="1481"/>
                    </a:lnTo>
                    <a:lnTo>
                      <a:pt x="1386" y="1851"/>
                    </a:lnTo>
                    <a:lnTo>
                      <a:pt x="1362" y="2222"/>
                    </a:lnTo>
                    <a:lnTo>
                      <a:pt x="1338" y="2580"/>
                    </a:lnTo>
                    <a:lnTo>
                      <a:pt x="1302" y="2950"/>
                    </a:lnTo>
                    <a:lnTo>
                      <a:pt x="1254" y="3320"/>
                    </a:lnTo>
                    <a:lnTo>
                      <a:pt x="1195" y="3678"/>
                    </a:lnTo>
                    <a:lnTo>
                      <a:pt x="1123" y="4036"/>
                    </a:lnTo>
                    <a:lnTo>
                      <a:pt x="1051" y="4407"/>
                    </a:lnTo>
                    <a:lnTo>
                      <a:pt x="956" y="4765"/>
                    </a:lnTo>
                    <a:lnTo>
                      <a:pt x="860" y="5123"/>
                    </a:lnTo>
                    <a:lnTo>
                      <a:pt x="753" y="5469"/>
                    </a:lnTo>
                    <a:lnTo>
                      <a:pt x="645" y="5827"/>
                    </a:lnTo>
                    <a:lnTo>
                      <a:pt x="502" y="6221"/>
                    </a:lnTo>
                    <a:lnTo>
                      <a:pt x="347" y="6603"/>
                    </a:lnTo>
                    <a:lnTo>
                      <a:pt x="180" y="6985"/>
                    </a:lnTo>
                    <a:lnTo>
                      <a:pt x="1" y="7368"/>
                    </a:lnTo>
                    <a:lnTo>
                      <a:pt x="1" y="7380"/>
                    </a:lnTo>
                    <a:lnTo>
                      <a:pt x="13" y="7391"/>
                    </a:lnTo>
                    <a:lnTo>
                      <a:pt x="37" y="7391"/>
                    </a:lnTo>
                    <a:lnTo>
                      <a:pt x="192" y="7057"/>
                    </a:lnTo>
                    <a:lnTo>
                      <a:pt x="335" y="6711"/>
                    </a:lnTo>
                    <a:lnTo>
                      <a:pt x="478" y="6377"/>
                    </a:lnTo>
                    <a:lnTo>
                      <a:pt x="610" y="6030"/>
                    </a:lnTo>
                    <a:lnTo>
                      <a:pt x="729" y="5672"/>
                    </a:lnTo>
                    <a:lnTo>
                      <a:pt x="836" y="5326"/>
                    </a:lnTo>
                    <a:lnTo>
                      <a:pt x="944" y="4968"/>
                    </a:lnTo>
                    <a:lnTo>
                      <a:pt x="1028" y="4610"/>
                    </a:lnTo>
                    <a:lnTo>
                      <a:pt x="1111" y="4251"/>
                    </a:lnTo>
                    <a:lnTo>
                      <a:pt x="1183" y="3893"/>
                    </a:lnTo>
                    <a:lnTo>
                      <a:pt x="1254" y="3535"/>
                    </a:lnTo>
                    <a:lnTo>
                      <a:pt x="1302" y="3165"/>
                    </a:lnTo>
                    <a:lnTo>
                      <a:pt x="1350" y="2795"/>
                    </a:lnTo>
                    <a:lnTo>
                      <a:pt x="1386" y="2437"/>
                    </a:lnTo>
                    <a:lnTo>
                      <a:pt x="1410" y="2066"/>
                    </a:lnTo>
                    <a:lnTo>
                      <a:pt x="1433" y="1696"/>
                    </a:lnTo>
                    <a:lnTo>
                      <a:pt x="1433" y="1278"/>
                    </a:lnTo>
                    <a:lnTo>
                      <a:pt x="1422" y="861"/>
                    </a:lnTo>
                    <a:lnTo>
                      <a:pt x="1410" y="443"/>
                    </a:lnTo>
                    <a:lnTo>
                      <a:pt x="1374" y="25"/>
                    </a:lnTo>
                    <a:lnTo>
                      <a:pt x="137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1"/>
              <p:cNvSpPr/>
              <p:nvPr/>
            </p:nvSpPr>
            <p:spPr>
              <a:xfrm>
                <a:off x="6682130" y="1257500"/>
                <a:ext cx="335386" cy="201829"/>
              </a:xfrm>
              <a:custGeom>
                <a:rect b="b" l="l" r="r" t="t"/>
                <a:pathLst>
                  <a:path extrusionOk="0" h="2365" w="3930">
                    <a:moveTo>
                      <a:pt x="359" y="1"/>
                    </a:moveTo>
                    <a:lnTo>
                      <a:pt x="299" y="13"/>
                    </a:lnTo>
                    <a:lnTo>
                      <a:pt x="240" y="25"/>
                    </a:lnTo>
                    <a:lnTo>
                      <a:pt x="180" y="49"/>
                    </a:lnTo>
                    <a:lnTo>
                      <a:pt x="132" y="96"/>
                    </a:lnTo>
                    <a:lnTo>
                      <a:pt x="96" y="132"/>
                    </a:lnTo>
                    <a:lnTo>
                      <a:pt x="61" y="192"/>
                    </a:lnTo>
                    <a:lnTo>
                      <a:pt x="37" y="252"/>
                    </a:lnTo>
                    <a:lnTo>
                      <a:pt x="37" y="311"/>
                    </a:lnTo>
                    <a:lnTo>
                      <a:pt x="1" y="980"/>
                    </a:lnTo>
                    <a:lnTo>
                      <a:pt x="13" y="1075"/>
                    </a:lnTo>
                    <a:lnTo>
                      <a:pt x="37" y="1159"/>
                    </a:lnTo>
                    <a:lnTo>
                      <a:pt x="96" y="1231"/>
                    </a:lnTo>
                    <a:lnTo>
                      <a:pt x="168" y="1278"/>
                    </a:lnTo>
                    <a:lnTo>
                      <a:pt x="2055" y="2329"/>
                    </a:lnTo>
                    <a:lnTo>
                      <a:pt x="2138" y="2365"/>
                    </a:lnTo>
                    <a:lnTo>
                      <a:pt x="2234" y="2365"/>
                    </a:lnTo>
                    <a:lnTo>
                      <a:pt x="2317" y="2353"/>
                    </a:lnTo>
                    <a:lnTo>
                      <a:pt x="2401" y="2317"/>
                    </a:lnTo>
                    <a:lnTo>
                      <a:pt x="3678" y="1457"/>
                    </a:lnTo>
                    <a:lnTo>
                      <a:pt x="3738" y="1410"/>
                    </a:lnTo>
                    <a:lnTo>
                      <a:pt x="3774" y="1362"/>
                    </a:lnTo>
                    <a:lnTo>
                      <a:pt x="3810" y="1290"/>
                    </a:lnTo>
                    <a:lnTo>
                      <a:pt x="3822" y="1231"/>
                    </a:lnTo>
                    <a:lnTo>
                      <a:pt x="3929" y="443"/>
                    </a:lnTo>
                    <a:lnTo>
                      <a:pt x="3929" y="371"/>
                    </a:lnTo>
                    <a:lnTo>
                      <a:pt x="3917" y="299"/>
                    </a:lnTo>
                    <a:lnTo>
                      <a:pt x="3893" y="240"/>
                    </a:lnTo>
                    <a:lnTo>
                      <a:pt x="3857" y="192"/>
                    </a:lnTo>
                    <a:lnTo>
                      <a:pt x="3810" y="144"/>
                    </a:lnTo>
                    <a:lnTo>
                      <a:pt x="3750" y="108"/>
                    </a:lnTo>
                    <a:lnTo>
                      <a:pt x="3690" y="84"/>
                    </a:lnTo>
                    <a:lnTo>
                      <a:pt x="3619" y="72"/>
                    </a:lnTo>
                    <a:lnTo>
                      <a:pt x="35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1"/>
              <p:cNvSpPr/>
              <p:nvPr/>
            </p:nvSpPr>
            <p:spPr>
              <a:xfrm>
                <a:off x="6701502" y="1351288"/>
                <a:ext cx="305773" cy="18433"/>
              </a:xfrm>
              <a:custGeom>
                <a:rect b="b" l="l" r="r" t="t"/>
                <a:pathLst>
                  <a:path extrusionOk="0" h="216" w="3583">
                    <a:moveTo>
                      <a:pt x="25" y="0"/>
                    </a:moveTo>
                    <a:lnTo>
                      <a:pt x="13" y="12"/>
                    </a:lnTo>
                    <a:lnTo>
                      <a:pt x="1" y="24"/>
                    </a:lnTo>
                    <a:lnTo>
                      <a:pt x="1" y="36"/>
                    </a:lnTo>
                    <a:lnTo>
                      <a:pt x="13" y="36"/>
                    </a:lnTo>
                    <a:lnTo>
                      <a:pt x="359" y="96"/>
                    </a:lnTo>
                    <a:lnTo>
                      <a:pt x="693" y="144"/>
                    </a:lnTo>
                    <a:lnTo>
                      <a:pt x="1028" y="167"/>
                    </a:lnTo>
                    <a:lnTo>
                      <a:pt x="1374" y="191"/>
                    </a:lnTo>
                    <a:lnTo>
                      <a:pt x="1744" y="203"/>
                    </a:lnTo>
                    <a:lnTo>
                      <a:pt x="2102" y="215"/>
                    </a:lnTo>
                    <a:lnTo>
                      <a:pt x="2472" y="203"/>
                    </a:lnTo>
                    <a:lnTo>
                      <a:pt x="2842" y="191"/>
                    </a:lnTo>
                    <a:lnTo>
                      <a:pt x="3201" y="156"/>
                    </a:lnTo>
                    <a:lnTo>
                      <a:pt x="3571" y="120"/>
                    </a:lnTo>
                    <a:lnTo>
                      <a:pt x="3583" y="108"/>
                    </a:lnTo>
                    <a:lnTo>
                      <a:pt x="3583" y="96"/>
                    </a:lnTo>
                    <a:lnTo>
                      <a:pt x="3571" y="84"/>
                    </a:lnTo>
                    <a:lnTo>
                      <a:pt x="3559" y="84"/>
                    </a:lnTo>
                    <a:lnTo>
                      <a:pt x="3224" y="120"/>
                    </a:lnTo>
                    <a:lnTo>
                      <a:pt x="2878" y="156"/>
                    </a:lnTo>
                    <a:lnTo>
                      <a:pt x="2532" y="167"/>
                    </a:lnTo>
                    <a:lnTo>
                      <a:pt x="2198" y="179"/>
                    </a:lnTo>
                    <a:lnTo>
                      <a:pt x="1839" y="167"/>
                    </a:lnTo>
                    <a:lnTo>
                      <a:pt x="1481" y="167"/>
                    </a:lnTo>
                    <a:lnTo>
                      <a:pt x="1123" y="144"/>
                    </a:lnTo>
                    <a:lnTo>
                      <a:pt x="765" y="108"/>
                    </a:lnTo>
                    <a:lnTo>
                      <a:pt x="395" y="60"/>
                    </a:ln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 name="Google Shape;926;p1"/>
            <p:cNvGrpSpPr/>
            <p:nvPr/>
          </p:nvGrpSpPr>
          <p:grpSpPr>
            <a:xfrm>
              <a:off x="7102385" y="1586053"/>
              <a:ext cx="1553691" cy="2779039"/>
              <a:chOff x="8467150" y="907650"/>
              <a:chExt cx="1693396" cy="3028925"/>
            </a:xfrm>
          </p:grpSpPr>
          <p:sp>
            <p:nvSpPr>
              <p:cNvPr id="927" name="Google Shape;927;p1"/>
              <p:cNvSpPr/>
              <p:nvPr/>
            </p:nvSpPr>
            <p:spPr>
              <a:xfrm>
                <a:off x="8785046" y="3734675"/>
                <a:ext cx="1375500" cy="2019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928" name="Google Shape;928;p1"/>
              <p:cNvSpPr/>
              <p:nvPr/>
            </p:nvSpPr>
            <p:spPr>
              <a:xfrm>
                <a:off x="9046666" y="2081749"/>
                <a:ext cx="877217" cy="1609802"/>
              </a:xfrm>
              <a:custGeom>
                <a:rect b="b" l="l" r="r" t="t"/>
                <a:pathLst>
                  <a:path extrusionOk="0" h="29384" w="16012">
                    <a:moveTo>
                      <a:pt x="10245" y="1"/>
                    </a:moveTo>
                    <a:lnTo>
                      <a:pt x="1" y="84"/>
                    </a:lnTo>
                    <a:lnTo>
                      <a:pt x="658" y="29384"/>
                    </a:lnTo>
                    <a:lnTo>
                      <a:pt x="7236" y="29384"/>
                    </a:lnTo>
                    <a:lnTo>
                      <a:pt x="5804" y="7009"/>
                    </a:lnTo>
                    <a:lnTo>
                      <a:pt x="9911" y="29145"/>
                    </a:lnTo>
                    <a:lnTo>
                      <a:pt x="16012" y="28250"/>
                    </a:lnTo>
                    <a:lnTo>
                      <a:pt x="1024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1"/>
              <p:cNvSpPr/>
              <p:nvPr/>
            </p:nvSpPr>
            <p:spPr>
              <a:xfrm>
                <a:off x="9281530" y="2334254"/>
                <a:ext cx="90286" cy="149180"/>
              </a:xfrm>
              <a:custGeom>
                <a:rect b="b" l="l" r="r" t="t"/>
                <a:pathLst>
                  <a:path extrusionOk="0" h="2723" w="1648">
                    <a:moveTo>
                      <a:pt x="0" y="0"/>
                    </a:moveTo>
                    <a:lnTo>
                      <a:pt x="0" y="12"/>
                    </a:lnTo>
                    <a:lnTo>
                      <a:pt x="72" y="323"/>
                    </a:lnTo>
                    <a:lnTo>
                      <a:pt x="167" y="621"/>
                    </a:lnTo>
                    <a:lnTo>
                      <a:pt x="275" y="908"/>
                    </a:lnTo>
                    <a:lnTo>
                      <a:pt x="406" y="1194"/>
                    </a:lnTo>
                    <a:lnTo>
                      <a:pt x="561" y="1469"/>
                    </a:lnTo>
                    <a:lnTo>
                      <a:pt x="729" y="1732"/>
                    </a:lnTo>
                    <a:lnTo>
                      <a:pt x="908" y="1994"/>
                    </a:lnTo>
                    <a:lnTo>
                      <a:pt x="1111" y="2233"/>
                    </a:lnTo>
                    <a:lnTo>
                      <a:pt x="1349" y="2484"/>
                    </a:lnTo>
                    <a:lnTo>
                      <a:pt x="1612" y="2723"/>
                    </a:lnTo>
                    <a:lnTo>
                      <a:pt x="1636" y="2723"/>
                    </a:lnTo>
                    <a:lnTo>
                      <a:pt x="1648" y="2711"/>
                    </a:lnTo>
                    <a:lnTo>
                      <a:pt x="1636" y="2699"/>
                    </a:lnTo>
                    <a:lnTo>
                      <a:pt x="1409" y="2484"/>
                    </a:lnTo>
                    <a:lnTo>
                      <a:pt x="1194" y="2269"/>
                    </a:lnTo>
                    <a:lnTo>
                      <a:pt x="991" y="2030"/>
                    </a:lnTo>
                    <a:lnTo>
                      <a:pt x="800" y="1779"/>
                    </a:lnTo>
                    <a:lnTo>
                      <a:pt x="633" y="1517"/>
                    </a:lnTo>
                    <a:lnTo>
                      <a:pt x="478" y="1242"/>
                    </a:lnTo>
                    <a:lnTo>
                      <a:pt x="346" y="967"/>
                    </a:lnTo>
                    <a:lnTo>
                      <a:pt x="227" y="669"/>
                    </a:lnTo>
                    <a:lnTo>
                      <a:pt x="120" y="347"/>
                    </a:lnTo>
                    <a:lnTo>
                      <a:pt x="36" y="12"/>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1"/>
              <p:cNvSpPr/>
              <p:nvPr/>
            </p:nvSpPr>
            <p:spPr>
              <a:xfrm>
                <a:off x="9182752" y="1260192"/>
                <a:ext cx="170107" cy="205444"/>
              </a:xfrm>
              <a:custGeom>
                <a:rect b="b" l="l" r="r" t="t"/>
                <a:pathLst>
                  <a:path extrusionOk="0" h="3750" w="3105">
                    <a:moveTo>
                      <a:pt x="2890" y="1"/>
                    </a:moveTo>
                    <a:lnTo>
                      <a:pt x="0" y="1302"/>
                    </a:lnTo>
                    <a:lnTo>
                      <a:pt x="156" y="3750"/>
                    </a:lnTo>
                    <a:lnTo>
                      <a:pt x="3105" y="3571"/>
                    </a:lnTo>
                    <a:lnTo>
                      <a:pt x="2890"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1"/>
              <p:cNvSpPr/>
              <p:nvPr/>
            </p:nvSpPr>
            <p:spPr>
              <a:xfrm>
                <a:off x="9070881" y="997881"/>
                <a:ext cx="285265" cy="378783"/>
              </a:xfrm>
              <a:custGeom>
                <a:rect b="b" l="l" r="r" t="t"/>
                <a:pathLst>
                  <a:path extrusionOk="0" h="6914" w="5207">
                    <a:moveTo>
                      <a:pt x="2687" y="1"/>
                    </a:moveTo>
                    <a:lnTo>
                      <a:pt x="2544" y="13"/>
                    </a:lnTo>
                    <a:lnTo>
                      <a:pt x="2269" y="25"/>
                    </a:lnTo>
                    <a:lnTo>
                      <a:pt x="2018" y="61"/>
                    </a:lnTo>
                    <a:lnTo>
                      <a:pt x="1768" y="108"/>
                    </a:lnTo>
                    <a:lnTo>
                      <a:pt x="1541" y="168"/>
                    </a:lnTo>
                    <a:lnTo>
                      <a:pt x="1326" y="240"/>
                    </a:lnTo>
                    <a:lnTo>
                      <a:pt x="1111" y="323"/>
                    </a:lnTo>
                    <a:lnTo>
                      <a:pt x="932" y="431"/>
                    </a:lnTo>
                    <a:lnTo>
                      <a:pt x="753" y="550"/>
                    </a:lnTo>
                    <a:lnTo>
                      <a:pt x="598" y="681"/>
                    </a:lnTo>
                    <a:lnTo>
                      <a:pt x="466" y="837"/>
                    </a:lnTo>
                    <a:lnTo>
                      <a:pt x="335" y="992"/>
                    </a:lnTo>
                    <a:lnTo>
                      <a:pt x="239" y="1183"/>
                    </a:lnTo>
                    <a:lnTo>
                      <a:pt x="156" y="1374"/>
                    </a:lnTo>
                    <a:lnTo>
                      <a:pt x="96" y="1589"/>
                    </a:lnTo>
                    <a:lnTo>
                      <a:pt x="48" y="1816"/>
                    </a:lnTo>
                    <a:lnTo>
                      <a:pt x="25" y="2066"/>
                    </a:lnTo>
                    <a:lnTo>
                      <a:pt x="1" y="2926"/>
                    </a:lnTo>
                    <a:lnTo>
                      <a:pt x="1" y="3631"/>
                    </a:lnTo>
                    <a:lnTo>
                      <a:pt x="13" y="4227"/>
                    </a:lnTo>
                    <a:lnTo>
                      <a:pt x="48" y="4753"/>
                    </a:lnTo>
                    <a:lnTo>
                      <a:pt x="60" y="4932"/>
                    </a:lnTo>
                    <a:lnTo>
                      <a:pt x="84" y="5099"/>
                    </a:lnTo>
                    <a:lnTo>
                      <a:pt x="120" y="5266"/>
                    </a:lnTo>
                    <a:lnTo>
                      <a:pt x="168" y="5421"/>
                    </a:lnTo>
                    <a:lnTo>
                      <a:pt x="216" y="5553"/>
                    </a:lnTo>
                    <a:lnTo>
                      <a:pt x="275" y="5696"/>
                    </a:lnTo>
                    <a:lnTo>
                      <a:pt x="335" y="5815"/>
                    </a:lnTo>
                    <a:lnTo>
                      <a:pt x="407" y="5935"/>
                    </a:lnTo>
                    <a:lnTo>
                      <a:pt x="478" y="6042"/>
                    </a:lnTo>
                    <a:lnTo>
                      <a:pt x="550" y="6138"/>
                    </a:lnTo>
                    <a:lnTo>
                      <a:pt x="633" y="6233"/>
                    </a:lnTo>
                    <a:lnTo>
                      <a:pt x="717" y="6317"/>
                    </a:lnTo>
                    <a:lnTo>
                      <a:pt x="884" y="6460"/>
                    </a:lnTo>
                    <a:lnTo>
                      <a:pt x="1063" y="6580"/>
                    </a:lnTo>
                    <a:lnTo>
                      <a:pt x="1230" y="6675"/>
                    </a:lnTo>
                    <a:lnTo>
                      <a:pt x="1398" y="6759"/>
                    </a:lnTo>
                    <a:lnTo>
                      <a:pt x="1553" y="6818"/>
                    </a:lnTo>
                    <a:lnTo>
                      <a:pt x="1696" y="6854"/>
                    </a:lnTo>
                    <a:lnTo>
                      <a:pt x="1899" y="6902"/>
                    </a:lnTo>
                    <a:lnTo>
                      <a:pt x="1983" y="6914"/>
                    </a:lnTo>
                    <a:lnTo>
                      <a:pt x="2293" y="6890"/>
                    </a:lnTo>
                    <a:lnTo>
                      <a:pt x="2592" y="6854"/>
                    </a:lnTo>
                    <a:lnTo>
                      <a:pt x="2854" y="6806"/>
                    </a:lnTo>
                    <a:lnTo>
                      <a:pt x="3105" y="6735"/>
                    </a:lnTo>
                    <a:lnTo>
                      <a:pt x="3344" y="6663"/>
                    </a:lnTo>
                    <a:lnTo>
                      <a:pt x="3559" y="6568"/>
                    </a:lnTo>
                    <a:lnTo>
                      <a:pt x="3750" y="6472"/>
                    </a:lnTo>
                    <a:lnTo>
                      <a:pt x="3929" y="6353"/>
                    </a:lnTo>
                    <a:lnTo>
                      <a:pt x="4096" y="6233"/>
                    </a:lnTo>
                    <a:lnTo>
                      <a:pt x="4239" y="6114"/>
                    </a:lnTo>
                    <a:lnTo>
                      <a:pt x="4371" y="5983"/>
                    </a:lnTo>
                    <a:lnTo>
                      <a:pt x="4490" y="5839"/>
                    </a:lnTo>
                    <a:lnTo>
                      <a:pt x="4597" y="5696"/>
                    </a:lnTo>
                    <a:lnTo>
                      <a:pt x="4693" y="5553"/>
                    </a:lnTo>
                    <a:lnTo>
                      <a:pt x="4777" y="5410"/>
                    </a:lnTo>
                    <a:lnTo>
                      <a:pt x="4848" y="5266"/>
                    </a:lnTo>
                    <a:lnTo>
                      <a:pt x="4908" y="5111"/>
                    </a:lnTo>
                    <a:lnTo>
                      <a:pt x="4956" y="4968"/>
                    </a:lnTo>
                    <a:lnTo>
                      <a:pt x="5039" y="4693"/>
                    </a:lnTo>
                    <a:lnTo>
                      <a:pt x="5087" y="4430"/>
                    </a:lnTo>
                    <a:lnTo>
                      <a:pt x="5111" y="4192"/>
                    </a:lnTo>
                    <a:lnTo>
                      <a:pt x="5123" y="3989"/>
                    </a:lnTo>
                    <a:lnTo>
                      <a:pt x="5123" y="3845"/>
                    </a:lnTo>
                    <a:lnTo>
                      <a:pt x="5123" y="3714"/>
                    </a:lnTo>
                    <a:lnTo>
                      <a:pt x="5206" y="2293"/>
                    </a:lnTo>
                    <a:lnTo>
                      <a:pt x="5206" y="2019"/>
                    </a:lnTo>
                    <a:lnTo>
                      <a:pt x="5182" y="1768"/>
                    </a:lnTo>
                    <a:lnTo>
                      <a:pt x="5135" y="1529"/>
                    </a:lnTo>
                    <a:lnTo>
                      <a:pt x="5063" y="1314"/>
                    </a:lnTo>
                    <a:lnTo>
                      <a:pt x="4968" y="1111"/>
                    </a:lnTo>
                    <a:lnTo>
                      <a:pt x="4860" y="920"/>
                    </a:lnTo>
                    <a:lnTo>
                      <a:pt x="4717" y="753"/>
                    </a:lnTo>
                    <a:lnTo>
                      <a:pt x="4562" y="610"/>
                    </a:lnTo>
                    <a:lnTo>
                      <a:pt x="4383" y="467"/>
                    </a:lnTo>
                    <a:lnTo>
                      <a:pt x="4191" y="347"/>
                    </a:lnTo>
                    <a:lnTo>
                      <a:pt x="3977" y="252"/>
                    </a:lnTo>
                    <a:lnTo>
                      <a:pt x="3750" y="168"/>
                    </a:lnTo>
                    <a:lnTo>
                      <a:pt x="3511" y="96"/>
                    </a:lnTo>
                    <a:lnTo>
                      <a:pt x="3248" y="49"/>
                    </a:lnTo>
                    <a:lnTo>
                      <a:pt x="2974" y="25"/>
                    </a:lnTo>
                    <a:lnTo>
                      <a:pt x="2687"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1"/>
              <p:cNvSpPr/>
              <p:nvPr/>
            </p:nvSpPr>
            <p:spPr>
              <a:xfrm>
                <a:off x="9070881" y="997881"/>
                <a:ext cx="285265" cy="378783"/>
              </a:xfrm>
              <a:custGeom>
                <a:rect b="b" l="l" r="r" t="t"/>
                <a:pathLst>
                  <a:path extrusionOk="0" fill="none" h="6914" w="5207">
                    <a:moveTo>
                      <a:pt x="1983" y="6914"/>
                    </a:moveTo>
                    <a:lnTo>
                      <a:pt x="1983" y="6914"/>
                    </a:lnTo>
                    <a:lnTo>
                      <a:pt x="1899" y="6902"/>
                    </a:lnTo>
                    <a:lnTo>
                      <a:pt x="1696" y="6854"/>
                    </a:lnTo>
                    <a:lnTo>
                      <a:pt x="1553" y="6818"/>
                    </a:lnTo>
                    <a:lnTo>
                      <a:pt x="1398" y="6759"/>
                    </a:lnTo>
                    <a:lnTo>
                      <a:pt x="1230" y="6675"/>
                    </a:lnTo>
                    <a:lnTo>
                      <a:pt x="1063" y="6580"/>
                    </a:lnTo>
                    <a:lnTo>
                      <a:pt x="884" y="6460"/>
                    </a:lnTo>
                    <a:lnTo>
                      <a:pt x="717" y="6317"/>
                    </a:lnTo>
                    <a:lnTo>
                      <a:pt x="633" y="6233"/>
                    </a:lnTo>
                    <a:lnTo>
                      <a:pt x="550" y="6138"/>
                    </a:lnTo>
                    <a:lnTo>
                      <a:pt x="478" y="6042"/>
                    </a:lnTo>
                    <a:lnTo>
                      <a:pt x="407" y="5935"/>
                    </a:lnTo>
                    <a:lnTo>
                      <a:pt x="335" y="5815"/>
                    </a:lnTo>
                    <a:lnTo>
                      <a:pt x="275" y="5696"/>
                    </a:lnTo>
                    <a:lnTo>
                      <a:pt x="216" y="5553"/>
                    </a:lnTo>
                    <a:lnTo>
                      <a:pt x="168" y="5421"/>
                    </a:lnTo>
                    <a:lnTo>
                      <a:pt x="120" y="5266"/>
                    </a:lnTo>
                    <a:lnTo>
                      <a:pt x="84" y="5099"/>
                    </a:lnTo>
                    <a:lnTo>
                      <a:pt x="60" y="4932"/>
                    </a:lnTo>
                    <a:lnTo>
                      <a:pt x="48" y="4753"/>
                    </a:lnTo>
                    <a:lnTo>
                      <a:pt x="48" y="4753"/>
                    </a:lnTo>
                    <a:lnTo>
                      <a:pt x="13" y="4227"/>
                    </a:lnTo>
                    <a:lnTo>
                      <a:pt x="1" y="3631"/>
                    </a:lnTo>
                    <a:lnTo>
                      <a:pt x="1" y="2926"/>
                    </a:lnTo>
                    <a:lnTo>
                      <a:pt x="25" y="2066"/>
                    </a:lnTo>
                    <a:lnTo>
                      <a:pt x="25" y="2066"/>
                    </a:lnTo>
                    <a:lnTo>
                      <a:pt x="48" y="1816"/>
                    </a:lnTo>
                    <a:lnTo>
                      <a:pt x="96" y="1589"/>
                    </a:lnTo>
                    <a:lnTo>
                      <a:pt x="156" y="1374"/>
                    </a:lnTo>
                    <a:lnTo>
                      <a:pt x="239" y="1183"/>
                    </a:lnTo>
                    <a:lnTo>
                      <a:pt x="335" y="992"/>
                    </a:lnTo>
                    <a:lnTo>
                      <a:pt x="466" y="837"/>
                    </a:lnTo>
                    <a:lnTo>
                      <a:pt x="598" y="681"/>
                    </a:lnTo>
                    <a:lnTo>
                      <a:pt x="753" y="550"/>
                    </a:lnTo>
                    <a:lnTo>
                      <a:pt x="932" y="431"/>
                    </a:lnTo>
                    <a:lnTo>
                      <a:pt x="1111" y="323"/>
                    </a:lnTo>
                    <a:lnTo>
                      <a:pt x="1326" y="240"/>
                    </a:lnTo>
                    <a:lnTo>
                      <a:pt x="1541" y="168"/>
                    </a:lnTo>
                    <a:lnTo>
                      <a:pt x="1768" y="108"/>
                    </a:lnTo>
                    <a:lnTo>
                      <a:pt x="2018" y="61"/>
                    </a:lnTo>
                    <a:lnTo>
                      <a:pt x="2269" y="25"/>
                    </a:lnTo>
                    <a:lnTo>
                      <a:pt x="2544" y="13"/>
                    </a:lnTo>
                    <a:lnTo>
                      <a:pt x="2687" y="1"/>
                    </a:lnTo>
                    <a:lnTo>
                      <a:pt x="2687" y="1"/>
                    </a:lnTo>
                    <a:lnTo>
                      <a:pt x="2974" y="25"/>
                    </a:lnTo>
                    <a:lnTo>
                      <a:pt x="3248" y="49"/>
                    </a:lnTo>
                    <a:lnTo>
                      <a:pt x="3511" y="96"/>
                    </a:lnTo>
                    <a:lnTo>
                      <a:pt x="3750" y="168"/>
                    </a:lnTo>
                    <a:lnTo>
                      <a:pt x="3977" y="252"/>
                    </a:lnTo>
                    <a:lnTo>
                      <a:pt x="4191" y="347"/>
                    </a:lnTo>
                    <a:lnTo>
                      <a:pt x="4383" y="467"/>
                    </a:lnTo>
                    <a:lnTo>
                      <a:pt x="4562" y="610"/>
                    </a:lnTo>
                    <a:lnTo>
                      <a:pt x="4717" y="753"/>
                    </a:lnTo>
                    <a:lnTo>
                      <a:pt x="4860" y="920"/>
                    </a:lnTo>
                    <a:lnTo>
                      <a:pt x="4968" y="1111"/>
                    </a:lnTo>
                    <a:lnTo>
                      <a:pt x="5063" y="1314"/>
                    </a:lnTo>
                    <a:lnTo>
                      <a:pt x="5135" y="1529"/>
                    </a:lnTo>
                    <a:lnTo>
                      <a:pt x="5182" y="1768"/>
                    </a:lnTo>
                    <a:lnTo>
                      <a:pt x="5206" y="2019"/>
                    </a:lnTo>
                    <a:lnTo>
                      <a:pt x="5206" y="2293"/>
                    </a:lnTo>
                    <a:lnTo>
                      <a:pt x="5123" y="3714"/>
                    </a:lnTo>
                    <a:lnTo>
                      <a:pt x="5123" y="3714"/>
                    </a:lnTo>
                    <a:lnTo>
                      <a:pt x="5123" y="3845"/>
                    </a:lnTo>
                    <a:lnTo>
                      <a:pt x="5123" y="3989"/>
                    </a:lnTo>
                    <a:lnTo>
                      <a:pt x="5111" y="4192"/>
                    </a:lnTo>
                    <a:lnTo>
                      <a:pt x="5087" y="4430"/>
                    </a:lnTo>
                    <a:lnTo>
                      <a:pt x="5039" y="4693"/>
                    </a:lnTo>
                    <a:lnTo>
                      <a:pt x="4956" y="4968"/>
                    </a:lnTo>
                    <a:lnTo>
                      <a:pt x="4908" y="5111"/>
                    </a:lnTo>
                    <a:lnTo>
                      <a:pt x="4848" y="5266"/>
                    </a:lnTo>
                    <a:lnTo>
                      <a:pt x="4777" y="5410"/>
                    </a:lnTo>
                    <a:lnTo>
                      <a:pt x="4693" y="5553"/>
                    </a:lnTo>
                    <a:lnTo>
                      <a:pt x="4597" y="5696"/>
                    </a:lnTo>
                    <a:lnTo>
                      <a:pt x="4490" y="5839"/>
                    </a:lnTo>
                    <a:lnTo>
                      <a:pt x="4371" y="5983"/>
                    </a:lnTo>
                    <a:lnTo>
                      <a:pt x="4239" y="6114"/>
                    </a:lnTo>
                    <a:lnTo>
                      <a:pt x="4096" y="6233"/>
                    </a:lnTo>
                    <a:lnTo>
                      <a:pt x="3929" y="6353"/>
                    </a:lnTo>
                    <a:lnTo>
                      <a:pt x="3750" y="6472"/>
                    </a:lnTo>
                    <a:lnTo>
                      <a:pt x="3559" y="6568"/>
                    </a:lnTo>
                    <a:lnTo>
                      <a:pt x="3344" y="6663"/>
                    </a:lnTo>
                    <a:lnTo>
                      <a:pt x="3105" y="6735"/>
                    </a:lnTo>
                    <a:lnTo>
                      <a:pt x="2854" y="6806"/>
                    </a:lnTo>
                    <a:lnTo>
                      <a:pt x="2592" y="6854"/>
                    </a:lnTo>
                    <a:lnTo>
                      <a:pt x="2293" y="6890"/>
                    </a:lnTo>
                    <a:lnTo>
                      <a:pt x="1983" y="6914"/>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1"/>
              <p:cNvSpPr/>
              <p:nvPr/>
            </p:nvSpPr>
            <p:spPr>
              <a:xfrm>
                <a:off x="9099041" y="1181027"/>
                <a:ext cx="23558" cy="22297"/>
              </a:xfrm>
              <a:custGeom>
                <a:rect b="b" l="l" r="r" t="t"/>
                <a:pathLst>
                  <a:path extrusionOk="0" h="407" w="430">
                    <a:moveTo>
                      <a:pt x="179" y="1"/>
                    </a:moveTo>
                    <a:lnTo>
                      <a:pt x="131" y="13"/>
                    </a:lnTo>
                    <a:lnTo>
                      <a:pt x="96" y="37"/>
                    </a:lnTo>
                    <a:lnTo>
                      <a:pt x="72" y="61"/>
                    </a:lnTo>
                    <a:lnTo>
                      <a:pt x="36" y="85"/>
                    </a:lnTo>
                    <a:lnTo>
                      <a:pt x="24" y="120"/>
                    </a:lnTo>
                    <a:lnTo>
                      <a:pt x="12" y="156"/>
                    </a:lnTo>
                    <a:lnTo>
                      <a:pt x="0" y="204"/>
                    </a:lnTo>
                    <a:lnTo>
                      <a:pt x="12" y="240"/>
                    </a:lnTo>
                    <a:lnTo>
                      <a:pt x="24" y="276"/>
                    </a:lnTo>
                    <a:lnTo>
                      <a:pt x="48" y="311"/>
                    </a:lnTo>
                    <a:lnTo>
                      <a:pt x="72" y="347"/>
                    </a:lnTo>
                    <a:lnTo>
                      <a:pt x="96" y="371"/>
                    </a:lnTo>
                    <a:lnTo>
                      <a:pt x="131" y="383"/>
                    </a:lnTo>
                    <a:lnTo>
                      <a:pt x="179" y="395"/>
                    </a:lnTo>
                    <a:lnTo>
                      <a:pt x="227" y="407"/>
                    </a:lnTo>
                    <a:lnTo>
                      <a:pt x="263" y="407"/>
                    </a:lnTo>
                    <a:lnTo>
                      <a:pt x="311" y="395"/>
                    </a:lnTo>
                    <a:lnTo>
                      <a:pt x="346" y="371"/>
                    </a:lnTo>
                    <a:lnTo>
                      <a:pt x="370" y="347"/>
                    </a:lnTo>
                    <a:lnTo>
                      <a:pt x="394" y="323"/>
                    </a:lnTo>
                    <a:lnTo>
                      <a:pt x="418" y="288"/>
                    </a:lnTo>
                    <a:lnTo>
                      <a:pt x="430" y="252"/>
                    </a:lnTo>
                    <a:lnTo>
                      <a:pt x="430" y="204"/>
                    </a:lnTo>
                    <a:lnTo>
                      <a:pt x="430" y="168"/>
                    </a:lnTo>
                    <a:lnTo>
                      <a:pt x="418" y="132"/>
                    </a:lnTo>
                    <a:lnTo>
                      <a:pt x="394" y="96"/>
                    </a:lnTo>
                    <a:lnTo>
                      <a:pt x="370" y="61"/>
                    </a:lnTo>
                    <a:lnTo>
                      <a:pt x="334" y="37"/>
                    </a:lnTo>
                    <a:lnTo>
                      <a:pt x="299" y="13"/>
                    </a:lnTo>
                    <a:lnTo>
                      <a:pt x="263"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1"/>
              <p:cNvSpPr/>
              <p:nvPr/>
            </p:nvSpPr>
            <p:spPr>
              <a:xfrm>
                <a:off x="9208282" y="1181685"/>
                <a:ext cx="23558" cy="22297"/>
              </a:xfrm>
              <a:custGeom>
                <a:rect b="b" l="l" r="r" t="t"/>
                <a:pathLst>
                  <a:path extrusionOk="0" h="407" w="430">
                    <a:moveTo>
                      <a:pt x="215" y="1"/>
                    </a:moveTo>
                    <a:lnTo>
                      <a:pt x="167" y="13"/>
                    </a:lnTo>
                    <a:lnTo>
                      <a:pt x="131" y="25"/>
                    </a:lnTo>
                    <a:lnTo>
                      <a:pt x="96" y="37"/>
                    </a:lnTo>
                    <a:lnTo>
                      <a:pt x="60" y="61"/>
                    </a:lnTo>
                    <a:lnTo>
                      <a:pt x="36" y="96"/>
                    </a:lnTo>
                    <a:lnTo>
                      <a:pt x="12" y="132"/>
                    </a:lnTo>
                    <a:lnTo>
                      <a:pt x="0" y="168"/>
                    </a:lnTo>
                    <a:lnTo>
                      <a:pt x="0" y="204"/>
                    </a:lnTo>
                    <a:lnTo>
                      <a:pt x="0" y="252"/>
                    </a:lnTo>
                    <a:lnTo>
                      <a:pt x="12" y="287"/>
                    </a:lnTo>
                    <a:lnTo>
                      <a:pt x="36" y="323"/>
                    </a:lnTo>
                    <a:lnTo>
                      <a:pt x="60" y="347"/>
                    </a:lnTo>
                    <a:lnTo>
                      <a:pt x="96" y="371"/>
                    </a:lnTo>
                    <a:lnTo>
                      <a:pt x="131" y="395"/>
                    </a:lnTo>
                    <a:lnTo>
                      <a:pt x="167" y="407"/>
                    </a:lnTo>
                    <a:lnTo>
                      <a:pt x="251" y="407"/>
                    </a:lnTo>
                    <a:lnTo>
                      <a:pt x="299" y="395"/>
                    </a:lnTo>
                    <a:lnTo>
                      <a:pt x="334" y="383"/>
                    </a:lnTo>
                    <a:lnTo>
                      <a:pt x="370" y="359"/>
                    </a:lnTo>
                    <a:lnTo>
                      <a:pt x="394" y="323"/>
                    </a:lnTo>
                    <a:lnTo>
                      <a:pt x="406" y="287"/>
                    </a:lnTo>
                    <a:lnTo>
                      <a:pt x="418" y="252"/>
                    </a:lnTo>
                    <a:lnTo>
                      <a:pt x="430" y="216"/>
                    </a:lnTo>
                    <a:lnTo>
                      <a:pt x="418" y="168"/>
                    </a:lnTo>
                    <a:lnTo>
                      <a:pt x="406" y="132"/>
                    </a:lnTo>
                    <a:lnTo>
                      <a:pt x="394" y="96"/>
                    </a:lnTo>
                    <a:lnTo>
                      <a:pt x="358" y="73"/>
                    </a:lnTo>
                    <a:lnTo>
                      <a:pt x="334" y="37"/>
                    </a:lnTo>
                    <a:lnTo>
                      <a:pt x="299" y="25"/>
                    </a:lnTo>
                    <a:lnTo>
                      <a:pt x="251" y="13"/>
                    </a:lnTo>
                    <a:lnTo>
                      <a:pt x="21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1"/>
              <p:cNvSpPr/>
              <p:nvPr/>
            </p:nvSpPr>
            <p:spPr>
              <a:xfrm>
                <a:off x="9216116" y="1149636"/>
                <a:ext cx="39938" cy="7286"/>
              </a:xfrm>
              <a:custGeom>
                <a:rect b="b" l="l" r="r" t="t"/>
                <a:pathLst>
                  <a:path extrusionOk="0" h="133" w="729">
                    <a:moveTo>
                      <a:pt x="370" y="1"/>
                    </a:moveTo>
                    <a:lnTo>
                      <a:pt x="275" y="13"/>
                    </a:lnTo>
                    <a:lnTo>
                      <a:pt x="179" y="25"/>
                    </a:lnTo>
                    <a:lnTo>
                      <a:pt x="96" y="61"/>
                    </a:lnTo>
                    <a:lnTo>
                      <a:pt x="12" y="108"/>
                    </a:lnTo>
                    <a:lnTo>
                      <a:pt x="0" y="120"/>
                    </a:lnTo>
                    <a:lnTo>
                      <a:pt x="0" y="132"/>
                    </a:lnTo>
                    <a:lnTo>
                      <a:pt x="24" y="132"/>
                    </a:lnTo>
                    <a:lnTo>
                      <a:pt x="108" y="96"/>
                    </a:lnTo>
                    <a:lnTo>
                      <a:pt x="191" y="61"/>
                    </a:lnTo>
                    <a:lnTo>
                      <a:pt x="275" y="49"/>
                    </a:lnTo>
                    <a:lnTo>
                      <a:pt x="370" y="37"/>
                    </a:lnTo>
                    <a:lnTo>
                      <a:pt x="454" y="49"/>
                    </a:lnTo>
                    <a:lnTo>
                      <a:pt x="538" y="61"/>
                    </a:lnTo>
                    <a:lnTo>
                      <a:pt x="621" y="84"/>
                    </a:lnTo>
                    <a:lnTo>
                      <a:pt x="705" y="120"/>
                    </a:lnTo>
                    <a:lnTo>
                      <a:pt x="717" y="132"/>
                    </a:lnTo>
                    <a:lnTo>
                      <a:pt x="729" y="120"/>
                    </a:lnTo>
                    <a:lnTo>
                      <a:pt x="729" y="108"/>
                    </a:lnTo>
                    <a:lnTo>
                      <a:pt x="729" y="96"/>
                    </a:lnTo>
                    <a:lnTo>
                      <a:pt x="633" y="49"/>
                    </a:lnTo>
                    <a:lnTo>
                      <a:pt x="550" y="25"/>
                    </a:lnTo>
                    <a:lnTo>
                      <a:pt x="454" y="13"/>
                    </a:lnTo>
                    <a:lnTo>
                      <a:pt x="37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1"/>
              <p:cNvSpPr/>
              <p:nvPr/>
            </p:nvSpPr>
            <p:spPr>
              <a:xfrm>
                <a:off x="9094439" y="1152265"/>
                <a:ext cx="39938" cy="7889"/>
              </a:xfrm>
              <a:custGeom>
                <a:rect b="b" l="l" r="r" t="t"/>
                <a:pathLst>
                  <a:path extrusionOk="0" h="144" w="729">
                    <a:moveTo>
                      <a:pt x="359" y="1"/>
                    </a:moveTo>
                    <a:lnTo>
                      <a:pt x="275" y="13"/>
                    </a:lnTo>
                    <a:lnTo>
                      <a:pt x="180" y="36"/>
                    </a:lnTo>
                    <a:lnTo>
                      <a:pt x="96" y="60"/>
                    </a:lnTo>
                    <a:lnTo>
                      <a:pt x="12" y="108"/>
                    </a:lnTo>
                    <a:lnTo>
                      <a:pt x="1" y="120"/>
                    </a:lnTo>
                    <a:lnTo>
                      <a:pt x="1" y="132"/>
                    </a:lnTo>
                    <a:lnTo>
                      <a:pt x="12" y="144"/>
                    </a:lnTo>
                    <a:lnTo>
                      <a:pt x="24" y="132"/>
                    </a:lnTo>
                    <a:lnTo>
                      <a:pt x="108" y="96"/>
                    </a:lnTo>
                    <a:lnTo>
                      <a:pt x="192" y="60"/>
                    </a:lnTo>
                    <a:lnTo>
                      <a:pt x="275" y="48"/>
                    </a:lnTo>
                    <a:lnTo>
                      <a:pt x="359" y="36"/>
                    </a:lnTo>
                    <a:lnTo>
                      <a:pt x="454" y="48"/>
                    </a:lnTo>
                    <a:lnTo>
                      <a:pt x="538" y="60"/>
                    </a:lnTo>
                    <a:lnTo>
                      <a:pt x="621" y="84"/>
                    </a:lnTo>
                    <a:lnTo>
                      <a:pt x="705" y="120"/>
                    </a:lnTo>
                    <a:lnTo>
                      <a:pt x="717" y="132"/>
                    </a:lnTo>
                    <a:lnTo>
                      <a:pt x="729" y="120"/>
                    </a:lnTo>
                    <a:lnTo>
                      <a:pt x="729" y="108"/>
                    </a:lnTo>
                    <a:lnTo>
                      <a:pt x="717" y="96"/>
                    </a:lnTo>
                    <a:lnTo>
                      <a:pt x="633" y="48"/>
                    </a:lnTo>
                    <a:lnTo>
                      <a:pt x="550" y="25"/>
                    </a:lnTo>
                    <a:lnTo>
                      <a:pt x="454" y="13"/>
                    </a:lnTo>
                    <a:lnTo>
                      <a:pt x="3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1"/>
              <p:cNvSpPr/>
              <p:nvPr/>
            </p:nvSpPr>
            <p:spPr>
              <a:xfrm>
                <a:off x="9094439" y="1115669"/>
                <a:ext cx="39938" cy="11779"/>
              </a:xfrm>
              <a:custGeom>
                <a:rect b="b" l="l" r="r" t="t"/>
                <a:pathLst>
                  <a:path extrusionOk="0" h="215" w="729">
                    <a:moveTo>
                      <a:pt x="347" y="0"/>
                    </a:moveTo>
                    <a:lnTo>
                      <a:pt x="203" y="12"/>
                    </a:lnTo>
                    <a:lnTo>
                      <a:pt x="60" y="36"/>
                    </a:lnTo>
                    <a:lnTo>
                      <a:pt x="36" y="48"/>
                    </a:lnTo>
                    <a:lnTo>
                      <a:pt x="12" y="84"/>
                    </a:lnTo>
                    <a:lnTo>
                      <a:pt x="1" y="107"/>
                    </a:lnTo>
                    <a:lnTo>
                      <a:pt x="1" y="143"/>
                    </a:lnTo>
                    <a:lnTo>
                      <a:pt x="12" y="179"/>
                    </a:lnTo>
                    <a:lnTo>
                      <a:pt x="48" y="203"/>
                    </a:lnTo>
                    <a:lnTo>
                      <a:pt x="72" y="215"/>
                    </a:lnTo>
                    <a:lnTo>
                      <a:pt x="108" y="203"/>
                    </a:lnTo>
                    <a:lnTo>
                      <a:pt x="239" y="191"/>
                    </a:lnTo>
                    <a:lnTo>
                      <a:pt x="371" y="179"/>
                    </a:lnTo>
                    <a:lnTo>
                      <a:pt x="514" y="179"/>
                    </a:lnTo>
                    <a:lnTo>
                      <a:pt x="645" y="191"/>
                    </a:lnTo>
                    <a:lnTo>
                      <a:pt x="681" y="191"/>
                    </a:lnTo>
                    <a:lnTo>
                      <a:pt x="705" y="167"/>
                    </a:lnTo>
                    <a:lnTo>
                      <a:pt x="729" y="131"/>
                    </a:lnTo>
                    <a:lnTo>
                      <a:pt x="729" y="96"/>
                    </a:lnTo>
                    <a:lnTo>
                      <a:pt x="729" y="72"/>
                    </a:lnTo>
                    <a:lnTo>
                      <a:pt x="705" y="36"/>
                    </a:lnTo>
                    <a:lnTo>
                      <a:pt x="681" y="24"/>
                    </a:lnTo>
                    <a:lnTo>
                      <a:pt x="645" y="12"/>
                    </a:lnTo>
                    <a:lnTo>
                      <a:pt x="50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1"/>
              <p:cNvSpPr/>
              <p:nvPr/>
            </p:nvSpPr>
            <p:spPr>
              <a:xfrm>
                <a:off x="9216774" y="1114354"/>
                <a:ext cx="40596" cy="11834"/>
              </a:xfrm>
              <a:custGeom>
                <a:rect b="b" l="l" r="r" t="t"/>
                <a:pathLst>
                  <a:path extrusionOk="0" h="216" w="741">
                    <a:moveTo>
                      <a:pt x="358" y="0"/>
                    </a:moveTo>
                    <a:lnTo>
                      <a:pt x="203" y="12"/>
                    </a:lnTo>
                    <a:lnTo>
                      <a:pt x="60" y="36"/>
                    </a:lnTo>
                    <a:lnTo>
                      <a:pt x="24" y="60"/>
                    </a:lnTo>
                    <a:lnTo>
                      <a:pt x="12" y="84"/>
                    </a:lnTo>
                    <a:lnTo>
                      <a:pt x="0" y="120"/>
                    </a:lnTo>
                    <a:lnTo>
                      <a:pt x="0" y="155"/>
                    </a:lnTo>
                    <a:lnTo>
                      <a:pt x="12" y="179"/>
                    </a:lnTo>
                    <a:lnTo>
                      <a:pt x="36" y="203"/>
                    </a:lnTo>
                    <a:lnTo>
                      <a:pt x="72" y="215"/>
                    </a:lnTo>
                    <a:lnTo>
                      <a:pt x="108" y="215"/>
                    </a:lnTo>
                    <a:lnTo>
                      <a:pt x="239" y="191"/>
                    </a:lnTo>
                    <a:lnTo>
                      <a:pt x="370" y="179"/>
                    </a:lnTo>
                    <a:lnTo>
                      <a:pt x="514" y="179"/>
                    </a:lnTo>
                    <a:lnTo>
                      <a:pt x="657" y="191"/>
                    </a:lnTo>
                    <a:lnTo>
                      <a:pt x="681" y="179"/>
                    </a:lnTo>
                    <a:lnTo>
                      <a:pt x="717" y="155"/>
                    </a:lnTo>
                    <a:lnTo>
                      <a:pt x="740" y="131"/>
                    </a:lnTo>
                    <a:lnTo>
                      <a:pt x="740" y="96"/>
                    </a:lnTo>
                    <a:lnTo>
                      <a:pt x="729" y="60"/>
                    </a:lnTo>
                    <a:lnTo>
                      <a:pt x="717" y="36"/>
                    </a:lnTo>
                    <a:lnTo>
                      <a:pt x="681" y="12"/>
                    </a:lnTo>
                    <a:lnTo>
                      <a:pt x="657" y="12"/>
                    </a:lnTo>
                    <a:lnTo>
                      <a:pt x="50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1"/>
              <p:cNvSpPr/>
              <p:nvPr/>
            </p:nvSpPr>
            <p:spPr>
              <a:xfrm>
                <a:off x="9327933" y="1184315"/>
                <a:ext cx="65468" cy="82506"/>
              </a:xfrm>
              <a:custGeom>
                <a:rect b="b" l="l" r="r" t="t"/>
                <a:pathLst>
                  <a:path extrusionOk="0" h="1506" w="1195">
                    <a:moveTo>
                      <a:pt x="490" y="1"/>
                    </a:moveTo>
                    <a:lnTo>
                      <a:pt x="395" y="13"/>
                    </a:lnTo>
                    <a:lnTo>
                      <a:pt x="299" y="36"/>
                    </a:lnTo>
                    <a:lnTo>
                      <a:pt x="204" y="72"/>
                    </a:lnTo>
                    <a:lnTo>
                      <a:pt x="108" y="108"/>
                    </a:lnTo>
                    <a:lnTo>
                      <a:pt x="25" y="156"/>
                    </a:lnTo>
                    <a:lnTo>
                      <a:pt x="1" y="1421"/>
                    </a:lnTo>
                    <a:lnTo>
                      <a:pt x="96" y="1457"/>
                    </a:lnTo>
                    <a:lnTo>
                      <a:pt x="204" y="1481"/>
                    </a:lnTo>
                    <a:lnTo>
                      <a:pt x="299" y="1505"/>
                    </a:lnTo>
                    <a:lnTo>
                      <a:pt x="395" y="1505"/>
                    </a:lnTo>
                    <a:lnTo>
                      <a:pt x="502" y="1493"/>
                    </a:lnTo>
                    <a:lnTo>
                      <a:pt x="598" y="1481"/>
                    </a:lnTo>
                    <a:lnTo>
                      <a:pt x="693" y="1445"/>
                    </a:lnTo>
                    <a:lnTo>
                      <a:pt x="789" y="1398"/>
                    </a:lnTo>
                    <a:lnTo>
                      <a:pt x="873" y="1350"/>
                    </a:lnTo>
                    <a:lnTo>
                      <a:pt x="956" y="1278"/>
                    </a:lnTo>
                    <a:lnTo>
                      <a:pt x="1028" y="1195"/>
                    </a:lnTo>
                    <a:lnTo>
                      <a:pt x="1087" y="1111"/>
                    </a:lnTo>
                    <a:lnTo>
                      <a:pt x="1135" y="1016"/>
                    </a:lnTo>
                    <a:lnTo>
                      <a:pt x="1171" y="920"/>
                    </a:lnTo>
                    <a:lnTo>
                      <a:pt x="1195" y="824"/>
                    </a:lnTo>
                    <a:lnTo>
                      <a:pt x="1195" y="717"/>
                    </a:lnTo>
                    <a:lnTo>
                      <a:pt x="1195" y="610"/>
                    </a:lnTo>
                    <a:lnTo>
                      <a:pt x="1171" y="502"/>
                    </a:lnTo>
                    <a:lnTo>
                      <a:pt x="1135" y="407"/>
                    </a:lnTo>
                    <a:lnTo>
                      <a:pt x="1087" y="311"/>
                    </a:lnTo>
                    <a:lnTo>
                      <a:pt x="1028" y="228"/>
                    </a:lnTo>
                    <a:lnTo>
                      <a:pt x="956" y="144"/>
                    </a:lnTo>
                    <a:lnTo>
                      <a:pt x="873" y="84"/>
                    </a:lnTo>
                    <a:lnTo>
                      <a:pt x="777" y="36"/>
                    </a:lnTo>
                    <a:lnTo>
                      <a:pt x="682" y="13"/>
                    </a:lnTo>
                    <a:lnTo>
                      <a:pt x="586"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1"/>
              <p:cNvSpPr/>
              <p:nvPr/>
            </p:nvSpPr>
            <p:spPr>
              <a:xfrm>
                <a:off x="9327933" y="1184315"/>
                <a:ext cx="65468" cy="82506"/>
              </a:xfrm>
              <a:custGeom>
                <a:rect b="b" l="l" r="r" t="t"/>
                <a:pathLst>
                  <a:path extrusionOk="0" fill="none" h="1506" w="1195">
                    <a:moveTo>
                      <a:pt x="25" y="156"/>
                    </a:moveTo>
                    <a:lnTo>
                      <a:pt x="25" y="156"/>
                    </a:lnTo>
                    <a:lnTo>
                      <a:pt x="108" y="108"/>
                    </a:lnTo>
                    <a:lnTo>
                      <a:pt x="204" y="72"/>
                    </a:lnTo>
                    <a:lnTo>
                      <a:pt x="299" y="36"/>
                    </a:lnTo>
                    <a:lnTo>
                      <a:pt x="395" y="13"/>
                    </a:lnTo>
                    <a:lnTo>
                      <a:pt x="490" y="1"/>
                    </a:lnTo>
                    <a:lnTo>
                      <a:pt x="586" y="1"/>
                    </a:lnTo>
                    <a:lnTo>
                      <a:pt x="682" y="13"/>
                    </a:lnTo>
                    <a:lnTo>
                      <a:pt x="777" y="36"/>
                    </a:lnTo>
                    <a:lnTo>
                      <a:pt x="777" y="36"/>
                    </a:lnTo>
                    <a:lnTo>
                      <a:pt x="873" y="84"/>
                    </a:lnTo>
                    <a:lnTo>
                      <a:pt x="956" y="144"/>
                    </a:lnTo>
                    <a:lnTo>
                      <a:pt x="1028" y="228"/>
                    </a:lnTo>
                    <a:lnTo>
                      <a:pt x="1087" y="311"/>
                    </a:lnTo>
                    <a:lnTo>
                      <a:pt x="1135" y="407"/>
                    </a:lnTo>
                    <a:lnTo>
                      <a:pt x="1171" y="502"/>
                    </a:lnTo>
                    <a:lnTo>
                      <a:pt x="1195" y="610"/>
                    </a:lnTo>
                    <a:lnTo>
                      <a:pt x="1195" y="717"/>
                    </a:lnTo>
                    <a:lnTo>
                      <a:pt x="1195" y="717"/>
                    </a:lnTo>
                    <a:lnTo>
                      <a:pt x="1195" y="824"/>
                    </a:lnTo>
                    <a:lnTo>
                      <a:pt x="1171" y="920"/>
                    </a:lnTo>
                    <a:lnTo>
                      <a:pt x="1135" y="1016"/>
                    </a:lnTo>
                    <a:lnTo>
                      <a:pt x="1087" y="1111"/>
                    </a:lnTo>
                    <a:lnTo>
                      <a:pt x="1028" y="1195"/>
                    </a:lnTo>
                    <a:lnTo>
                      <a:pt x="956" y="1278"/>
                    </a:lnTo>
                    <a:lnTo>
                      <a:pt x="873" y="1350"/>
                    </a:lnTo>
                    <a:lnTo>
                      <a:pt x="789" y="1398"/>
                    </a:lnTo>
                    <a:lnTo>
                      <a:pt x="789" y="1398"/>
                    </a:lnTo>
                    <a:lnTo>
                      <a:pt x="693" y="1445"/>
                    </a:lnTo>
                    <a:lnTo>
                      <a:pt x="598" y="1481"/>
                    </a:lnTo>
                    <a:lnTo>
                      <a:pt x="502" y="1493"/>
                    </a:lnTo>
                    <a:lnTo>
                      <a:pt x="395" y="1505"/>
                    </a:lnTo>
                    <a:lnTo>
                      <a:pt x="299" y="1505"/>
                    </a:lnTo>
                    <a:lnTo>
                      <a:pt x="204" y="1481"/>
                    </a:lnTo>
                    <a:lnTo>
                      <a:pt x="96" y="1457"/>
                    </a:lnTo>
                    <a:lnTo>
                      <a:pt x="1" y="142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1"/>
              <p:cNvSpPr/>
              <p:nvPr/>
            </p:nvSpPr>
            <p:spPr>
              <a:xfrm>
                <a:off x="9342341" y="1209844"/>
                <a:ext cx="31447" cy="18353"/>
              </a:xfrm>
              <a:custGeom>
                <a:rect b="b" l="l" r="r" t="t"/>
                <a:pathLst>
                  <a:path extrusionOk="0" fill="none" h="335" w="574">
                    <a:moveTo>
                      <a:pt x="1" y="335"/>
                    </a:moveTo>
                    <a:lnTo>
                      <a:pt x="1" y="335"/>
                    </a:lnTo>
                    <a:lnTo>
                      <a:pt x="25" y="263"/>
                    </a:lnTo>
                    <a:lnTo>
                      <a:pt x="72" y="191"/>
                    </a:lnTo>
                    <a:lnTo>
                      <a:pt x="132" y="132"/>
                    </a:lnTo>
                    <a:lnTo>
                      <a:pt x="204" y="72"/>
                    </a:lnTo>
                    <a:lnTo>
                      <a:pt x="287" y="24"/>
                    </a:lnTo>
                    <a:lnTo>
                      <a:pt x="371" y="0"/>
                    </a:lnTo>
                    <a:lnTo>
                      <a:pt x="466" y="0"/>
                    </a:lnTo>
                    <a:lnTo>
                      <a:pt x="526" y="12"/>
                    </a:lnTo>
                    <a:lnTo>
                      <a:pt x="574" y="36"/>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1"/>
              <p:cNvSpPr/>
              <p:nvPr/>
            </p:nvSpPr>
            <p:spPr>
              <a:xfrm>
                <a:off x="9180780" y="1347191"/>
                <a:ext cx="79877" cy="30789"/>
              </a:xfrm>
              <a:custGeom>
                <a:rect b="b" l="l" r="r" t="t"/>
                <a:pathLst>
                  <a:path extrusionOk="0" fill="none" h="562" w="1458">
                    <a:moveTo>
                      <a:pt x="1" y="562"/>
                    </a:moveTo>
                    <a:lnTo>
                      <a:pt x="1" y="562"/>
                    </a:lnTo>
                    <a:lnTo>
                      <a:pt x="204" y="562"/>
                    </a:lnTo>
                    <a:lnTo>
                      <a:pt x="406" y="538"/>
                    </a:lnTo>
                    <a:lnTo>
                      <a:pt x="598" y="502"/>
                    </a:lnTo>
                    <a:lnTo>
                      <a:pt x="789" y="442"/>
                    </a:lnTo>
                    <a:lnTo>
                      <a:pt x="968" y="359"/>
                    </a:lnTo>
                    <a:lnTo>
                      <a:pt x="1147" y="251"/>
                    </a:lnTo>
                    <a:lnTo>
                      <a:pt x="1314" y="132"/>
                    </a:lnTo>
                    <a:lnTo>
                      <a:pt x="1457" y="1"/>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1"/>
              <p:cNvSpPr/>
              <p:nvPr/>
            </p:nvSpPr>
            <p:spPr>
              <a:xfrm>
                <a:off x="9145444" y="1183000"/>
                <a:ext cx="22955" cy="67440"/>
              </a:xfrm>
              <a:custGeom>
                <a:rect b="b" l="l" r="r" t="t"/>
                <a:pathLst>
                  <a:path extrusionOk="0" h="1231" w="419">
                    <a:moveTo>
                      <a:pt x="395" y="1"/>
                    </a:moveTo>
                    <a:lnTo>
                      <a:pt x="383" y="13"/>
                    </a:lnTo>
                    <a:lnTo>
                      <a:pt x="383" y="25"/>
                    </a:lnTo>
                    <a:lnTo>
                      <a:pt x="323" y="466"/>
                    </a:lnTo>
                    <a:lnTo>
                      <a:pt x="311" y="586"/>
                    </a:lnTo>
                    <a:lnTo>
                      <a:pt x="299" y="657"/>
                    </a:lnTo>
                    <a:lnTo>
                      <a:pt x="299" y="693"/>
                    </a:lnTo>
                    <a:lnTo>
                      <a:pt x="287" y="729"/>
                    </a:lnTo>
                    <a:lnTo>
                      <a:pt x="275" y="741"/>
                    </a:lnTo>
                    <a:lnTo>
                      <a:pt x="252" y="753"/>
                    </a:lnTo>
                    <a:lnTo>
                      <a:pt x="204" y="765"/>
                    </a:lnTo>
                    <a:lnTo>
                      <a:pt x="108" y="765"/>
                    </a:lnTo>
                    <a:lnTo>
                      <a:pt x="61" y="777"/>
                    </a:lnTo>
                    <a:lnTo>
                      <a:pt x="25" y="813"/>
                    </a:lnTo>
                    <a:lnTo>
                      <a:pt x="1" y="860"/>
                    </a:lnTo>
                    <a:lnTo>
                      <a:pt x="1" y="884"/>
                    </a:lnTo>
                    <a:lnTo>
                      <a:pt x="13" y="908"/>
                    </a:lnTo>
                    <a:lnTo>
                      <a:pt x="37" y="956"/>
                    </a:lnTo>
                    <a:lnTo>
                      <a:pt x="72" y="992"/>
                    </a:lnTo>
                    <a:lnTo>
                      <a:pt x="132" y="1063"/>
                    </a:lnTo>
                    <a:lnTo>
                      <a:pt x="275" y="1231"/>
                    </a:lnTo>
                    <a:lnTo>
                      <a:pt x="299" y="1231"/>
                    </a:lnTo>
                    <a:lnTo>
                      <a:pt x="311" y="1219"/>
                    </a:lnTo>
                    <a:lnTo>
                      <a:pt x="311" y="1207"/>
                    </a:lnTo>
                    <a:lnTo>
                      <a:pt x="168" y="1051"/>
                    </a:lnTo>
                    <a:lnTo>
                      <a:pt x="96" y="968"/>
                    </a:lnTo>
                    <a:lnTo>
                      <a:pt x="61" y="920"/>
                    </a:lnTo>
                    <a:lnTo>
                      <a:pt x="49" y="872"/>
                    </a:lnTo>
                    <a:lnTo>
                      <a:pt x="49" y="848"/>
                    </a:lnTo>
                    <a:lnTo>
                      <a:pt x="49" y="825"/>
                    </a:lnTo>
                    <a:lnTo>
                      <a:pt x="72" y="813"/>
                    </a:lnTo>
                    <a:lnTo>
                      <a:pt x="84" y="801"/>
                    </a:lnTo>
                    <a:lnTo>
                      <a:pt x="204" y="801"/>
                    </a:lnTo>
                    <a:lnTo>
                      <a:pt x="252" y="789"/>
                    </a:lnTo>
                    <a:lnTo>
                      <a:pt x="299" y="765"/>
                    </a:lnTo>
                    <a:lnTo>
                      <a:pt x="323" y="741"/>
                    </a:lnTo>
                    <a:lnTo>
                      <a:pt x="323" y="717"/>
                    </a:lnTo>
                    <a:lnTo>
                      <a:pt x="335" y="657"/>
                    </a:lnTo>
                    <a:lnTo>
                      <a:pt x="359" y="443"/>
                    </a:lnTo>
                    <a:lnTo>
                      <a:pt x="419" y="25"/>
                    </a:lnTo>
                    <a:lnTo>
                      <a:pt x="407" y="13"/>
                    </a:lnTo>
                    <a:lnTo>
                      <a:pt x="39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1"/>
              <p:cNvSpPr/>
              <p:nvPr/>
            </p:nvSpPr>
            <p:spPr>
              <a:xfrm>
                <a:off x="9173603" y="1253672"/>
                <a:ext cx="48430" cy="40596"/>
              </a:xfrm>
              <a:custGeom>
                <a:rect b="b" l="l" r="r" t="t"/>
                <a:pathLst>
                  <a:path extrusionOk="0" h="741" w="884">
                    <a:moveTo>
                      <a:pt x="657" y="0"/>
                    </a:moveTo>
                    <a:lnTo>
                      <a:pt x="621" y="12"/>
                    </a:lnTo>
                    <a:lnTo>
                      <a:pt x="537" y="48"/>
                    </a:lnTo>
                    <a:lnTo>
                      <a:pt x="0" y="394"/>
                    </a:lnTo>
                    <a:lnTo>
                      <a:pt x="12" y="418"/>
                    </a:lnTo>
                    <a:lnTo>
                      <a:pt x="36" y="466"/>
                    </a:lnTo>
                    <a:lnTo>
                      <a:pt x="132" y="585"/>
                    </a:lnTo>
                    <a:lnTo>
                      <a:pt x="191" y="645"/>
                    </a:lnTo>
                    <a:lnTo>
                      <a:pt x="251" y="693"/>
                    </a:lnTo>
                    <a:lnTo>
                      <a:pt x="311" y="729"/>
                    </a:lnTo>
                    <a:lnTo>
                      <a:pt x="382" y="741"/>
                    </a:lnTo>
                    <a:lnTo>
                      <a:pt x="502" y="741"/>
                    </a:lnTo>
                    <a:lnTo>
                      <a:pt x="561" y="717"/>
                    </a:lnTo>
                    <a:lnTo>
                      <a:pt x="621" y="693"/>
                    </a:lnTo>
                    <a:lnTo>
                      <a:pt x="669" y="669"/>
                    </a:lnTo>
                    <a:lnTo>
                      <a:pt x="717" y="633"/>
                    </a:lnTo>
                    <a:lnTo>
                      <a:pt x="764" y="597"/>
                    </a:lnTo>
                    <a:lnTo>
                      <a:pt x="800" y="549"/>
                    </a:lnTo>
                    <a:lnTo>
                      <a:pt x="836" y="490"/>
                    </a:lnTo>
                    <a:lnTo>
                      <a:pt x="860" y="430"/>
                    </a:lnTo>
                    <a:lnTo>
                      <a:pt x="872" y="370"/>
                    </a:lnTo>
                    <a:lnTo>
                      <a:pt x="884" y="311"/>
                    </a:lnTo>
                    <a:lnTo>
                      <a:pt x="872" y="251"/>
                    </a:lnTo>
                    <a:lnTo>
                      <a:pt x="860" y="191"/>
                    </a:lnTo>
                    <a:lnTo>
                      <a:pt x="848" y="132"/>
                    </a:lnTo>
                    <a:lnTo>
                      <a:pt x="812" y="84"/>
                    </a:lnTo>
                    <a:lnTo>
                      <a:pt x="764" y="24"/>
                    </a:lnTo>
                    <a:lnTo>
                      <a:pt x="740" y="12"/>
                    </a:lnTo>
                    <a:lnTo>
                      <a:pt x="705" y="0"/>
                    </a:lnTo>
                    <a:close/>
                  </a:path>
                </a:pathLst>
              </a:custGeom>
              <a:solidFill>
                <a:srgbClr val="EC79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1"/>
              <p:cNvSpPr/>
              <p:nvPr/>
            </p:nvSpPr>
            <p:spPr>
              <a:xfrm>
                <a:off x="8987170" y="907650"/>
                <a:ext cx="428473" cy="319890"/>
              </a:xfrm>
              <a:custGeom>
                <a:rect b="b" l="l" r="r" t="t"/>
                <a:pathLst>
                  <a:path extrusionOk="0" h="5839" w="7821">
                    <a:moveTo>
                      <a:pt x="3630" y="0"/>
                    </a:moveTo>
                    <a:lnTo>
                      <a:pt x="3439" y="12"/>
                    </a:lnTo>
                    <a:lnTo>
                      <a:pt x="3248" y="48"/>
                    </a:lnTo>
                    <a:lnTo>
                      <a:pt x="3069" y="96"/>
                    </a:lnTo>
                    <a:lnTo>
                      <a:pt x="2902" y="167"/>
                    </a:lnTo>
                    <a:lnTo>
                      <a:pt x="2735" y="263"/>
                    </a:lnTo>
                    <a:lnTo>
                      <a:pt x="2591" y="370"/>
                    </a:lnTo>
                    <a:lnTo>
                      <a:pt x="2460" y="502"/>
                    </a:lnTo>
                    <a:lnTo>
                      <a:pt x="2329" y="657"/>
                    </a:lnTo>
                    <a:lnTo>
                      <a:pt x="2269" y="729"/>
                    </a:lnTo>
                    <a:lnTo>
                      <a:pt x="2197" y="788"/>
                    </a:lnTo>
                    <a:lnTo>
                      <a:pt x="2114" y="824"/>
                    </a:lnTo>
                    <a:lnTo>
                      <a:pt x="2030" y="860"/>
                    </a:lnTo>
                    <a:lnTo>
                      <a:pt x="1947" y="872"/>
                    </a:lnTo>
                    <a:lnTo>
                      <a:pt x="1863" y="884"/>
                    </a:lnTo>
                    <a:lnTo>
                      <a:pt x="1684" y="896"/>
                    </a:lnTo>
                    <a:lnTo>
                      <a:pt x="1505" y="896"/>
                    </a:lnTo>
                    <a:lnTo>
                      <a:pt x="1326" y="908"/>
                    </a:lnTo>
                    <a:lnTo>
                      <a:pt x="1135" y="932"/>
                    </a:lnTo>
                    <a:lnTo>
                      <a:pt x="944" y="979"/>
                    </a:lnTo>
                    <a:lnTo>
                      <a:pt x="777" y="1051"/>
                    </a:lnTo>
                    <a:lnTo>
                      <a:pt x="609" y="1134"/>
                    </a:lnTo>
                    <a:lnTo>
                      <a:pt x="454" y="1242"/>
                    </a:lnTo>
                    <a:lnTo>
                      <a:pt x="311" y="1361"/>
                    </a:lnTo>
                    <a:lnTo>
                      <a:pt x="251" y="1433"/>
                    </a:lnTo>
                    <a:lnTo>
                      <a:pt x="191" y="1505"/>
                    </a:lnTo>
                    <a:lnTo>
                      <a:pt x="144" y="1576"/>
                    </a:lnTo>
                    <a:lnTo>
                      <a:pt x="96" y="1660"/>
                    </a:lnTo>
                    <a:lnTo>
                      <a:pt x="60" y="1755"/>
                    </a:lnTo>
                    <a:lnTo>
                      <a:pt x="36" y="1839"/>
                    </a:lnTo>
                    <a:lnTo>
                      <a:pt x="12" y="1934"/>
                    </a:lnTo>
                    <a:lnTo>
                      <a:pt x="0" y="2030"/>
                    </a:lnTo>
                    <a:lnTo>
                      <a:pt x="0" y="2125"/>
                    </a:lnTo>
                    <a:lnTo>
                      <a:pt x="0" y="2221"/>
                    </a:lnTo>
                    <a:lnTo>
                      <a:pt x="12" y="2317"/>
                    </a:lnTo>
                    <a:lnTo>
                      <a:pt x="36" y="2400"/>
                    </a:lnTo>
                    <a:lnTo>
                      <a:pt x="60" y="2484"/>
                    </a:lnTo>
                    <a:lnTo>
                      <a:pt x="96" y="2567"/>
                    </a:lnTo>
                    <a:lnTo>
                      <a:pt x="144" y="2651"/>
                    </a:lnTo>
                    <a:lnTo>
                      <a:pt x="191" y="2722"/>
                    </a:lnTo>
                    <a:lnTo>
                      <a:pt x="251" y="2794"/>
                    </a:lnTo>
                    <a:lnTo>
                      <a:pt x="323" y="2854"/>
                    </a:lnTo>
                    <a:lnTo>
                      <a:pt x="466" y="2937"/>
                    </a:lnTo>
                    <a:lnTo>
                      <a:pt x="597" y="3033"/>
                    </a:lnTo>
                    <a:lnTo>
                      <a:pt x="657" y="3081"/>
                    </a:lnTo>
                    <a:lnTo>
                      <a:pt x="705" y="3128"/>
                    </a:lnTo>
                    <a:lnTo>
                      <a:pt x="753" y="3200"/>
                    </a:lnTo>
                    <a:lnTo>
                      <a:pt x="777" y="3272"/>
                    </a:lnTo>
                    <a:lnTo>
                      <a:pt x="777" y="3319"/>
                    </a:lnTo>
                    <a:lnTo>
                      <a:pt x="777" y="3367"/>
                    </a:lnTo>
                    <a:lnTo>
                      <a:pt x="753" y="3463"/>
                    </a:lnTo>
                    <a:lnTo>
                      <a:pt x="693" y="3666"/>
                    </a:lnTo>
                    <a:lnTo>
                      <a:pt x="669" y="3749"/>
                    </a:lnTo>
                    <a:lnTo>
                      <a:pt x="669" y="3845"/>
                    </a:lnTo>
                    <a:lnTo>
                      <a:pt x="669" y="3940"/>
                    </a:lnTo>
                    <a:lnTo>
                      <a:pt x="681" y="4036"/>
                    </a:lnTo>
                    <a:lnTo>
                      <a:pt x="717" y="4119"/>
                    </a:lnTo>
                    <a:lnTo>
                      <a:pt x="753" y="4203"/>
                    </a:lnTo>
                    <a:lnTo>
                      <a:pt x="800" y="4287"/>
                    </a:lnTo>
                    <a:lnTo>
                      <a:pt x="848" y="4358"/>
                    </a:lnTo>
                    <a:lnTo>
                      <a:pt x="920" y="4430"/>
                    </a:lnTo>
                    <a:lnTo>
                      <a:pt x="991" y="4478"/>
                    </a:lnTo>
                    <a:lnTo>
                      <a:pt x="1075" y="4525"/>
                    </a:lnTo>
                    <a:lnTo>
                      <a:pt x="1159" y="4549"/>
                    </a:lnTo>
                    <a:lnTo>
                      <a:pt x="1242" y="4573"/>
                    </a:lnTo>
                    <a:lnTo>
                      <a:pt x="1338" y="4585"/>
                    </a:lnTo>
                    <a:lnTo>
                      <a:pt x="1433" y="4597"/>
                    </a:lnTo>
                    <a:lnTo>
                      <a:pt x="1529" y="4585"/>
                    </a:lnTo>
                    <a:lnTo>
                      <a:pt x="1517" y="4251"/>
                    </a:lnTo>
                    <a:lnTo>
                      <a:pt x="1529" y="4060"/>
                    </a:lnTo>
                    <a:lnTo>
                      <a:pt x="1553" y="3869"/>
                    </a:lnTo>
                    <a:lnTo>
                      <a:pt x="1588" y="3642"/>
                    </a:lnTo>
                    <a:lnTo>
                      <a:pt x="1636" y="3439"/>
                    </a:lnTo>
                    <a:lnTo>
                      <a:pt x="1660" y="3343"/>
                    </a:lnTo>
                    <a:lnTo>
                      <a:pt x="1696" y="3260"/>
                    </a:lnTo>
                    <a:lnTo>
                      <a:pt x="1732" y="3200"/>
                    </a:lnTo>
                    <a:lnTo>
                      <a:pt x="1767" y="3152"/>
                    </a:lnTo>
                    <a:lnTo>
                      <a:pt x="1815" y="3140"/>
                    </a:lnTo>
                    <a:lnTo>
                      <a:pt x="1839" y="3140"/>
                    </a:lnTo>
                    <a:lnTo>
                      <a:pt x="1863" y="3152"/>
                    </a:lnTo>
                    <a:lnTo>
                      <a:pt x="2006" y="3212"/>
                    </a:lnTo>
                    <a:lnTo>
                      <a:pt x="2150" y="3272"/>
                    </a:lnTo>
                    <a:lnTo>
                      <a:pt x="2293" y="3296"/>
                    </a:lnTo>
                    <a:lnTo>
                      <a:pt x="2424" y="3319"/>
                    </a:lnTo>
                    <a:lnTo>
                      <a:pt x="2556" y="3319"/>
                    </a:lnTo>
                    <a:lnTo>
                      <a:pt x="2675" y="3307"/>
                    </a:lnTo>
                    <a:lnTo>
                      <a:pt x="2794" y="3284"/>
                    </a:lnTo>
                    <a:lnTo>
                      <a:pt x="2914" y="3260"/>
                    </a:lnTo>
                    <a:lnTo>
                      <a:pt x="3021" y="3224"/>
                    </a:lnTo>
                    <a:lnTo>
                      <a:pt x="3129" y="3176"/>
                    </a:lnTo>
                    <a:lnTo>
                      <a:pt x="3320" y="3069"/>
                    </a:lnTo>
                    <a:lnTo>
                      <a:pt x="3499" y="2949"/>
                    </a:lnTo>
                    <a:lnTo>
                      <a:pt x="3654" y="2842"/>
                    </a:lnTo>
                    <a:lnTo>
                      <a:pt x="3726" y="2782"/>
                    </a:lnTo>
                    <a:lnTo>
                      <a:pt x="3809" y="2746"/>
                    </a:lnTo>
                    <a:lnTo>
                      <a:pt x="3893" y="2711"/>
                    </a:lnTo>
                    <a:lnTo>
                      <a:pt x="3988" y="2675"/>
                    </a:lnTo>
                    <a:lnTo>
                      <a:pt x="4179" y="2639"/>
                    </a:lnTo>
                    <a:lnTo>
                      <a:pt x="4370" y="2627"/>
                    </a:lnTo>
                    <a:lnTo>
                      <a:pt x="4597" y="2627"/>
                    </a:lnTo>
                    <a:lnTo>
                      <a:pt x="4705" y="2651"/>
                    </a:lnTo>
                    <a:lnTo>
                      <a:pt x="4800" y="2675"/>
                    </a:lnTo>
                    <a:lnTo>
                      <a:pt x="4896" y="2711"/>
                    </a:lnTo>
                    <a:lnTo>
                      <a:pt x="4991" y="2758"/>
                    </a:lnTo>
                    <a:lnTo>
                      <a:pt x="5075" y="2806"/>
                    </a:lnTo>
                    <a:lnTo>
                      <a:pt x="5158" y="2866"/>
                    </a:lnTo>
                    <a:lnTo>
                      <a:pt x="5242" y="2937"/>
                    </a:lnTo>
                    <a:lnTo>
                      <a:pt x="5302" y="3009"/>
                    </a:lnTo>
                    <a:lnTo>
                      <a:pt x="5361" y="3093"/>
                    </a:lnTo>
                    <a:lnTo>
                      <a:pt x="5421" y="3188"/>
                    </a:lnTo>
                    <a:lnTo>
                      <a:pt x="5469" y="3284"/>
                    </a:lnTo>
                    <a:lnTo>
                      <a:pt x="5505" y="3391"/>
                    </a:lnTo>
                    <a:lnTo>
                      <a:pt x="5540" y="3499"/>
                    </a:lnTo>
                    <a:lnTo>
                      <a:pt x="5564" y="3606"/>
                    </a:lnTo>
                    <a:lnTo>
                      <a:pt x="5588" y="3857"/>
                    </a:lnTo>
                    <a:lnTo>
                      <a:pt x="5600" y="4119"/>
                    </a:lnTo>
                    <a:lnTo>
                      <a:pt x="5612" y="4657"/>
                    </a:lnTo>
                    <a:lnTo>
                      <a:pt x="5612" y="5134"/>
                    </a:lnTo>
                    <a:lnTo>
                      <a:pt x="5624" y="5337"/>
                    </a:lnTo>
                    <a:lnTo>
                      <a:pt x="5660" y="5492"/>
                    </a:lnTo>
                    <a:lnTo>
                      <a:pt x="5672" y="5588"/>
                    </a:lnTo>
                    <a:lnTo>
                      <a:pt x="5696" y="5648"/>
                    </a:lnTo>
                    <a:lnTo>
                      <a:pt x="5719" y="5695"/>
                    </a:lnTo>
                    <a:lnTo>
                      <a:pt x="5767" y="5755"/>
                    </a:lnTo>
                    <a:lnTo>
                      <a:pt x="5827" y="5803"/>
                    </a:lnTo>
                    <a:lnTo>
                      <a:pt x="5911" y="5827"/>
                    </a:lnTo>
                    <a:lnTo>
                      <a:pt x="6018" y="5827"/>
                    </a:lnTo>
                    <a:lnTo>
                      <a:pt x="6030" y="5839"/>
                    </a:lnTo>
                    <a:lnTo>
                      <a:pt x="6054" y="5839"/>
                    </a:lnTo>
                    <a:lnTo>
                      <a:pt x="6090" y="5827"/>
                    </a:lnTo>
                    <a:lnTo>
                      <a:pt x="6113" y="5803"/>
                    </a:lnTo>
                    <a:lnTo>
                      <a:pt x="6149" y="5767"/>
                    </a:lnTo>
                    <a:lnTo>
                      <a:pt x="6185" y="5695"/>
                    </a:lnTo>
                    <a:lnTo>
                      <a:pt x="6221" y="5600"/>
                    </a:lnTo>
                    <a:lnTo>
                      <a:pt x="6257" y="5492"/>
                    </a:lnTo>
                    <a:lnTo>
                      <a:pt x="6305" y="5385"/>
                    </a:lnTo>
                    <a:lnTo>
                      <a:pt x="6364" y="5289"/>
                    </a:lnTo>
                    <a:lnTo>
                      <a:pt x="6400" y="5242"/>
                    </a:lnTo>
                    <a:lnTo>
                      <a:pt x="6448" y="5206"/>
                    </a:lnTo>
                    <a:lnTo>
                      <a:pt x="6496" y="5170"/>
                    </a:lnTo>
                    <a:lnTo>
                      <a:pt x="6555" y="5146"/>
                    </a:lnTo>
                    <a:lnTo>
                      <a:pt x="6615" y="5122"/>
                    </a:lnTo>
                    <a:lnTo>
                      <a:pt x="6687" y="5110"/>
                    </a:lnTo>
                    <a:lnTo>
                      <a:pt x="6770" y="5098"/>
                    </a:lnTo>
                    <a:lnTo>
                      <a:pt x="6866" y="5098"/>
                    </a:lnTo>
                    <a:lnTo>
                      <a:pt x="6973" y="5110"/>
                    </a:lnTo>
                    <a:lnTo>
                      <a:pt x="7081" y="5134"/>
                    </a:lnTo>
                    <a:lnTo>
                      <a:pt x="7319" y="4597"/>
                    </a:lnTo>
                    <a:lnTo>
                      <a:pt x="7355" y="4525"/>
                    </a:lnTo>
                    <a:lnTo>
                      <a:pt x="7391" y="4442"/>
                    </a:lnTo>
                    <a:lnTo>
                      <a:pt x="7487" y="4263"/>
                    </a:lnTo>
                    <a:lnTo>
                      <a:pt x="7570" y="4095"/>
                    </a:lnTo>
                    <a:lnTo>
                      <a:pt x="7642" y="3928"/>
                    </a:lnTo>
                    <a:lnTo>
                      <a:pt x="7701" y="3761"/>
                    </a:lnTo>
                    <a:lnTo>
                      <a:pt x="7749" y="3582"/>
                    </a:lnTo>
                    <a:lnTo>
                      <a:pt x="7785" y="3403"/>
                    </a:lnTo>
                    <a:lnTo>
                      <a:pt x="7809" y="3224"/>
                    </a:lnTo>
                    <a:lnTo>
                      <a:pt x="7821" y="3033"/>
                    </a:lnTo>
                    <a:lnTo>
                      <a:pt x="7821" y="2842"/>
                    </a:lnTo>
                    <a:lnTo>
                      <a:pt x="7809" y="2675"/>
                    </a:lnTo>
                    <a:lnTo>
                      <a:pt x="7773" y="2508"/>
                    </a:lnTo>
                    <a:lnTo>
                      <a:pt x="7713" y="2352"/>
                    </a:lnTo>
                    <a:lnTo>
                      <a:pt x="7642" y="2209"/>
                    </a:lnTo>
                    <a:lnTo>
                      <a:pt x="7546" y="2066"/>
                    </a:lnTo>
                    <a:lnTo>
                      <a:pt x="7439" y="1934"/>
                    </a:lnTo>
                    <a:lnTo>
                      <a:pt x="7319" y="1815"/>
                    </a:lnTo>
                    <a:lnTo>
                      <a:pt x="7188" y="1720"/>
                    </a:lnTo>
                    <a:lnTo>
                      <a:pt x="7128" y="1684"/>
                    </a:lnTo>
                    <a:lnTo>
                      <a:pt x="7069" y="1660"/>
                    </a:lnTo>
                    <a:lnTo>
                      <a:pt x="6902" y="1624"/>
                    </a:lnTo>
                    <a:lnTo>
                      <a:pt x="6734" y="1612"/>
                    </a:lnTo>
                    <a:lnTo>
                      <a:pt x="6543" y="1600"/>
                    </a:lnTo>
                    <a:lnTo>
                      <a:pt x="6245" y="1612"/>
                    </a:lnTo>
                    <a:lnTo>
                      <a:pt x="6113" y="1612"/>
                    </a:lnTo>
                    <a:lnTo>
                      <a:pt x="6018" y="1481"/>
                    </a:lnTo>
                    <a:lnTo>
                      <a:pt x="5791" y="1182"/>
                    </a:lnTo>
                    <a:lnTo>
                      <a:pt x="5648" y="1003"/>
                    </a:lnTo>
                    <a:lnTo>
                      <a:pt x="5493" y="824"/>
                    </a:lnTo>
                    <a:lnTo>
                      <a:pt x="5337" y="669"/>
                    </a:lnTo>
                    <a:lnTo>
                      <a:pt x="5194" y="549"/>
                    </a:lnTo>
                    <a:lnTo>
                      <a:pt x="5039" y="454"/>
                    </a:lnTo>
                    <a:lnTo>
                      <a:pt x="4872" y="358"/>
                    </a:lnTo>
                    <a:lnTo>
                      <a:pt x="4705" y="263"/>
                    </a:lnTo>
                    <a:lnTo>
                      <a:pt x="4537" y="191"/>
                    </a:lnTo>
                    <a:lnTo>
                      <a:pt x="4358" y="120"/>
                    </a:lnTo>
                    <a:lnTo>
                      <a:pt x="4179" y="72"/>
                    </a:lnTo>
                    <a:lnTo>
                      <a:pt x="4000" y="36"/>
                    </a:lnTo>
                    <a:lnTo>
                      <a:pt x="3809" y="12"/>
                    </a:lnTo>
                    <a:lnTo>
                      <a:pt x="363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1"/>
              <p:cNvSpPr/>
              <p:nvPr/>
            </p:nvSpPr>
            <p:spPr>
              <a:xfrm>
                <a:off x="9613801" y="1704335"/>
                <a:ext cx="272829" cy="240780"/>
              </a:xfrm>
              <a:custGeom>
                <a:rect b="b" l="l" r="r" t="t"/>
                <a:pathLst>
                  <a:path extrusionOk="0" h="4395" w="4980">
                    <a:moveTo>
                      <a:pt x="3033" y="1"/>
                    </a:moveTo>
                    <a:lnTo>
                      <a:pt x="1" y="1768"/>
                    </a:lnTo>
                    <a:lnTo>
                      <a:pt x="1218" y="3523"/>
                    </a:lnTo>
                    <a:lnTo>
                      <a:pt x="3356" y="4394"/>
                    </a:lnTo>
                    <a:lnTo>
                      <a:pt x="3523" y="4382"/>
                    </a:lnTo>
                    <a:lnTo>
                      <a:pt x="3690" y="4359"/>
                    </a:lnTo>
                    <a:lnTo>
                      <a:pt x="3833" y="4335"/>
                    </a:lnTo>
                    <a:lnTo>
                      <a:pt x="3976" y="4299"/>
                    </a:lnTo>
                    <a:lnTo>
                      <a:pt x="4096" y="4263"/>
                    </a:lnTo>
                    <a:lnTo>
                      <a:pt x="4215" y="4215"/>
                    </a:lnTo>
                    <a:lnTo>
                      <a:pt x="4323" y="4167"/>
                    </a:lnTo>
                    <a:lnTo>
                      <a:pt x="4418" y="4108"/>
                    </a:lnTo>
                    <a:lnTo>
                      <a:pt x="4502" y="4048"/>
                    </a:lnTo>
                    <a:lnTo>
                      <a:pt x="4585" y="3988"/>
                    </a:lnTo>
                    <a:lnTo>
                      <a:pt x="4645" y="3929"/>
                    </a:lnTo>
                    <a:lnTo>
                      <a:pt x="4717" y="3857"/>
                    </a:lnTo>
                    <a:lnTo>
                      <a:pt x="4764" y="3785"/>
                    </a:lnTo>
                    <a:lnTo>
                      <a:pt x="4812" y="3702"/>
                    </a:lnTo>
                    <a:lnTo>
                      <a:pt x="4884" y="3547"/>
                    </a:lnTo>
                    <a:lnTo>
                      <a:pt x="4932" y="3391"/>
                    </a:lnTo>
                    <a:lnTo>
                      <a:pt x="4967" y="3224"/>
                    </a:lnTo>
                    <a:lnTo>
                      <a:pt x="4979" y="3069"/>
                    </a:lnTo>
                    <a:lnTo>
                      <a:pt x="4967" y="2902"/>
                    </a:lnTo>
                    <a:lnTo>
                      <a:pt x="4955" y="2759"/>
                    </a:lnTo>
                    <a:lnTo>
                      <a:pt x="4920" y="2615"/>
                    </a:lnTo>
                    <a:lnTo>
                      <a:pt x="4896" y="2484"/>
                    </a:lnTo>
                    <a:lnTo>
                      <a:pt x="4860" y="2377"/>
                    </a:lnTo>
                    <a:lnTo>
                      <a:pt x="4800" y="2269"/>
                    </a:lnTo>
                    <a:lnTo>
                      <a:pt x="4717" y="2126"/>
                    </a:lnTo>
                    <a:lnTo>
                      <a:pt x="4609" y="1959"/>
                    </a:lnTo>
                    <a:lnTo>
                      <a:pt x="4490" y="1780"/>
                    </a:lnTo>
                    <a:lnTo>
                      <a:pt x="4191" y="1386"/>
                    </a:lnTo>
                    <a:lnTo>
                      <a:pt x="3869" y="992"/>
                    </a:lnTo>
                    <a:lnTo>
                      <a:pt x="3284" y="299"/>
                    </a:lnTo>
                    <a:lnTo>
                      <a:pt x="3033"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1"/>
              <p:cNvSpPr/>
              <p:nvPr/>
            </p:nvSpPr>
            <p:spPr>
              <a:xfrm>
                <a:off x="9795633" y="1352450"/>
                <a:ext cx="134826" cy="180571"/>
              </a:xfrm>
              <a:custGeom>
                <a:rect b="b" l="l" r="r" t="t"/>
                <a:pathLst>
                  <a:path extrusionOk="0" h="3296" w="2461">
                    <a:moveTo>
                      <a:pt x="299" y="0"/>
                    </a:moveTo>
                    <a:lnTo>
                      <a:pt x="216" y="12"/>
                    </a:lnTo>
                    <a:lnTo>
                      <a:pt x="144" y="36"/>
                    </a:lnTo>
                    <a:lnTo>
                      <a:pt x="84" y="84"/>
                    </a:lnTo>
                    <a:lnTo>
                      <a:pt x="37" y="131"/>
                    </a:lnTo>
                    <a:lnTo>
                      <a:pt x="1" y="203"/>
                    </a:lnTo>
                    <a:lnTo>
                      <a:pt x="1" y="251"/>
                    </a:lnTo>
                    <a:lnTo>
                      <a:pt x="1" y="311"/>
                    </a:lnTo>
                    <a:lnTo>
                      <a:pt x="13" y="358"/>
                    </a:lnTo>
                    <a:lnTo>
                      <a:pt x="37" y="418"/>
                    </a:lnTo>
                    <a:lnTo>
                      <a:pt x="96" y="514"/>
                    </a:lnTo>
                    <a:lnTo>
                      <a:pt x="168" y="609"/>
                    </a:lnTo>
                    <a:lnTo>
                      <a:pt x="263" y="740"/>
                    </a:lnTo>
                    <a:lnTo>
                      <a:pt x="347" y="884"/>
                    </a:lnTo>
                    <a:lnTo>
                      <a:pt x="419" y="1027"/>
                    </a:lnTo>
                    <a:lnTo>
                      <a:pt x="490" y="1170"/>
                    </a:lnTo>
                    <a:lnTo>
                      <a:pt x="550" y="1325"/>
                    </a:lnTo>
                    <a:lnTo>
                      <a:pt x="598" y="1481"/>
                    </a:lnTo>
                    <a:lnTo>
                      <a:pt x="634" y="1636"/>
                    </a:lnTo>
                    <a:lnTo>
                      <a:pt x="657" y="1803"/>
                    </a:lnTo>
                    <a:lnTo>
                      <a:pt x="693" y="1982"/>
                    </a:lnTo>
                    <a:lnTo>
                      <a:pt x="753" y="2149"/>
                    </a:lnTo>
                    <a:lnTo>
                      <a:pt x="837" y="2316"/>
                    </a:lnTo>
                    <a:lnTo>
                      <a:pt x="932" y="2472"/>
                    </a:lnTo>
                    <a:lnTo>
                      <a:pt x="1040" y="2603"/>
                    </a:lnTo>
                    <a:lnTo>
                      <a:pt x="1159" y="2746"/>
                    </a:lnTo>
                    <a:lnTo>
                      <a:pt x="1278" y="2866"/>
                    </a:lnTo>
                    <a:lnTo>
                      <a:pt x="1410" y="2985"/>
                    </a:lnTo>
                    <a:lnTo>
                      <a:pt x="1541" y="3081"/>
                    </a:lnTo>
                    <a:lnTo>
                      <a:pt x="1660" y="3176"/>
                    </a:lnTo>
                    <a:lnTo>
                      <a:pt x="1792" y="3236"/>
                    </a:lnTo>
                    <a:lnTo>
                      <a:pt x="1911" y="3295"/>
                    </a:lnTo>
                    <a:lnTo>
                      <a:pt x="2460" y="2030"/>
                    </a:lnTo>
                    <a:lnTo>
                      <a:pt x="2424" y="1946"/>
                    </a:lnTo>
                    <a:lnTo>
                      <a:pt x="2389" y="1875"/>
                    </a:lnTo>
                    <a:lnTo>
                      <a:pt x="2329" y="1791"/>
                    </a:lnTo>
                    <a:lnTo>
                      <a:pt x="2269" y="1719"/>
                    </a:lnTo>
                    <a:lnTo>
                      <a:pt x="2126" y="1576"/>
                    </a:lnTo>
                    <a:lnTo>
                      <a:pt x="1971" y="1433"/>
                    </a:lnTo>
                    <a:lnTo>
                      <a:pt x="1648" y="1182"/>
                    </a:lnTo>
                    <a:lnTo>
                      <a:pt x="1517" y="1087"/>
                    </a:lnTo>
                    <a:lnTo>
                      <a:pt x="1434" y="991"/>
                    </a:lnTo>
                    <a:lnTo>
                      <a:pt x="1362" y="896"/>
                    </a:lnTo>
                    <a:lnTo>
                      <a:pt x="1302" y="788"/>
                    </a:lnTo>
                    <a:lnTo>
                      <a:pt x="1183" y="561"/>
                    </a:lnTo>
                    <a:lnTo>
                      <a:pt x="1123" y="478"/>
                    </a:lnTo>
                    <a:lnTo>
                      <a:pt x="1063" y="394"/>
                    </a:lnTo>
                    <a:lnTo>
                      <a:pt x="992" y="311"/>
                    </a:lnTo>
                    <a:lnTo>
                      <a:pt x="908" y="239"/>
                    </a:lnTo>
                    <a:lnTo>
                      <a:pt x="825" y="179"/>
                    </a:lnTo>
                    <a:lnTo>
                      <a:pt x="729" y="120"/>
                    </a:lnTo>
                    <a:lnTo>
                      <a:pt x="634" y="72"/>
                    </a:lnTo>
                    <a:lnTo>
                      <a:pt x="538" y="36"/>
                    </a:lnTo>
                    <a:lnTo>
                      <a:pt x="466" y="12"/>
                    </a:lnTo>
                    <a:lnTo>
                      <a:pt x="38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1"/>
              <p:cNvSpPr/>
              <p:nvPr/>
            </p:nvSpPr>
            <p:spPr>
              <a:xfrm>
                <a:off x="9795633" y="1352450"/>
                <a:ext cx="134826" cy="180571"/>
              </a:xfrm>
              <a:custGeom>
                <a:rect b="b" l="l" r="r" t="t"/>
                <a:pathLst>
                  <a:path extrusionOk="0" fill="none" h="3296" w="2461">
                    <a:moveTo>
                      <a:pt x="1911" y="3295"/>
                    </a:moveTo>
                    <a:lnTo>
                      <a:pt x="1911" y="3295"/>
                    </a:lnTo>
                    <a:lnTo>
                      <a:pt x="1792" y="3236"/>
                    </a:lnTo>
                    <a:lnTo>
                      <a:pt x="1660" y="3176"/>
                    </a:lnTo>
                    <a:lnTo>
                      <a:pt x="1541" y="3081"/>
                    </a:lnTo>
                    <a:lnTo>
                      <a:pt x="1410" y="2985"/>
                    </a:lnTo>
                    <a:lnTo>
                      <a:pt x="1278" y="2866"/>
                    </a:lnTo>
                    <a:lnTo>
                      <a:pt x="1159" y="2746"/>
                    </a:lnTo>
                    <a:lnTo>
                      <a:pt x="1040" y="2603"/>
                    </a:lnTo>
                    <a:lnTo>
                      <a:pt x="932" y="2472"/>
                    </a:lnTo>
                    <a:lnTo>
                      <a:pt x="932" y="2472"/>
                    </a:lnTo>
                    <a:lnTo>
                      <a:pt x="837" y="2316"/>
                    </a:lnTo>
                    <a:lnTo>
                      <a:pt x="753" y="2149"/>
                    </a:lnTo>
                    <a:lnTo>
                      <a:pt x="693" y="1982"/>
                    </a:lnTo>
                    <a:lnTo>
                      <a:pt x="657" y="1803"/>
                    </a:lnTo>
                    <a:lnTo>
                      <a:pt x="657" y="1803"/>
                    </a:lnTo>
                    <a:lnTo>
                      <a:pt x="634" y="1636"/>
                    </a:lnTo>
                    <a:lnTo>
                      <a:pt x="598" y="1481"/>
                    </a:lnTo>
                    <a:lnTo>
                      <a:pt x="550" y="1325"/>
                    </a:lnTo>
                    <a:lnTo>
                      <a:pt x="490" y="1170"/>
                    </a:lnTo>
                    <a:lnTo>
                      <a:pt x="419" y="1027"/>
                    </a:lnTo>
                    <a:lnTo>
                      <a:pt x="347" y="884"/>
                    </a:lnTo>
                    <a:lnTo>
                      <a:pt x="263" y="740"/>
                    </a:lnTo>
                    <a:lnTo>
                      <a:pt x="168" y="609"/>
                    </a:lnTo>
                    <a:lnTo>
                      <a:pt x="168" y="609"/>
                    </a:lnTo>
                    <a:lnTo>
                      <a:pt x="96" y="514"/>
                    </a:lnTo>
                    <a:lnTo>
                      <a:pt x="37" y="418"/>
                    </a:lnTo>
                    <a:lnTo>
                      <a:pt x="13" y="358"/>
                    </a:lnTo>
                    <a:lnTo>
                      <a:pt x="1" y="311"/>
                    </a:lnTo>
                    <a:lnTo>
                      <a:pt x="1" y="251"/>
                    </a:lnTo>
                    <a:lnTo>
                      <a:pt x="1" y="203"/>
                    </a:lnTo>
                    <a:lnTo>
                      <a:pt x="1" y="203"/>
                    </a:lnTo>
                    <a:lnTo>
                      <a:pt x="37" y="131"/>
                    </a:lnTo>
                    <a:lnTo>
                      <a:pt x="84" y="84"/>
                    </a:lnTo>
                    <a:lnTo>
                      <a:pt x="144" y="36"/>
                    </a:lnTo>
                    <a:lnTo>
                      <a:pt x="216" y="12"/>
                    </a:lnTo>
                    <a:lnTo>
                      <a:pt x="299" y="0"/>
                    </a:lnTo>
                    <a:lnTo>
                      <a:pt x="383" y="0"/>
                    </a:lnTo>
                    <a:lnTo>
                      <a:pt x="466" y="12"/>
                    </a:lnTo>
                    <a:lnTo>
                      <a:pt x="538" y="36"/>
                    </a:lnTo>
                    <a:lnTo>
                      <a:pt x="538" y="36"/>
                    </a:lnTo>
                    <a:lnTo>
                      <a:pt x="634" y="72"/>
                    </a:lnTo>
                    <a:lnTo>
                      <a:pt x="729" y="120"/>
                    </a:lnTo>
                    <a:lnTo>
                      <a:pt x="825" y="179"/>
                    </a:lnTo>
                    <a:lnTo>
                      <a:pt x="908" y="239"/>
                    </a:lnTo>
                    <a:lnTo>
                      <a:pt x="992" y="311"/>
                    </a:lnTo>
                    <a:lnTo>
                      <a:pt x="1063" y="394"/>
                    </a:lnTo>
                    <a:lnTo>
                      <a:pt x="1123" y="478"/>
                    </a:lnTo>
                    <a:lnTo>
                      <a:pt x="1183" y="561"/>
                    </a:lnTo>
                    <a:lnTo>
                      <a:pt x="1183" y="561"/>
                    </a:lnTo>
                    <a:lnTo>
                      <a:pt x="1302" y="788"/>
                    </a:lnTo>
                    <a:lnTo>
                      <a:pt x="1362" y="896"/>
                    </a:lnTo>
                    <a:lnTo>
                      <a:pt x="1434" y="991"/>
                    </a:lnTo>
                    <a:lnTo>
                      <a:pt x="1434" y="991"/>
                    </a:lnTo>
                    <a:lnTo>
                      <a:pt x="1517" y="1087"/>
                    </a:lnTo>
                    <a:lnTo>
                      <a:pt x="1648" y="1182"/>
                    </a:lnTo>
                    <a:lnTo>
                      <a:pt x="1971" y="1433"/>
                    </a:lnTo>
                    <a:lnTo>
                      <a:pt x="2126" y="1576"/>
                    </a:lnTo>
                    <a:lnTo>
                      <a:pt x="2269" y="1719"/>
                    </a:lnTo>
                    <a:lnTo>
                      <a:pt x="2329" y="1791"/>
                    </a:lnTo>
                    <a:lnTo>
                      <a:pt x="2389" y="1875"/>
                    </a:lnTo>
                    <a:lnTo>
                      <a:pt x="2424" y="1946"/>
                    </a:lnTo>
                    <a:lnTo>
                      <a:pt x="2460" y="2030"/>
                    </a:lnTo>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1"/>
              <p:cNvSpPr/>
              <p:nvPr/>
            </p:nvSpPr>
            <p:spPr>
              <a:xfrm>
                <a:off x="9851239" y="1250385"/>
                <a:ext cx="202157" cy="289155"/>
              </a:xfrm>
              <a:custGeom>
                <a:rect b="b" l="l" r="r" t="t"/>
                <a:pathLst>
                  <a:path extrusionOk="0" h="5278" w="3690">
                    <a:moveTo>
                      <a:pt x="1266" y="1"/>
                    </a:moveTo>
                    <a:lnTo>
                      <a:pt x="1218" y="12"/>
                    </a:lnTo>
                    <a:lnTo>
                      <a:pt x="1159" y="36"/>
                    </a:lnTo>
                    <a:lnTo>
                      <a:pt x="1099" y="60"/>
                    </a:lnTo>
                    <a:lnTo>
                      <a:pt x="1063" y="108"/>
                    </a:lnTo>
                    <a:lnTo>
                      <a:pt x="1015" y="156"/>
                    </a:lnTo>
                    <a:lnTo>
                      <a:pt x="956" y="251"/>
                    </a:lnTo>
                    <a:lnTo>
                      <a:pt x="920" y="371"/>
                    </a:lnTo>
                    <a:lnTo>
                      <a:pt x="896" y="490"/>
                    </a:lnTo>
                    <a:lnTo>
                      <a:pt x="884" y="609"/>
                    </a:lnTo>
                    <a:lnTo>
                      <a:pt x="824" y="992"/>
                    </a:lnTo>
                    <a:lnTo>
                      <a:pt x="717" y="1505"/>
                    </a:lnTo>
                    <a:lnTo>
                      <a:pt x="442" y="2723"/>
                    </a:lnTo>
                    <a:lnTo>
                      <a:pt x="168" y="3953"/>
                    </a:lnTo>
                    <a:lnTo>
                      <a:pt x="72" y="4454"/>
                    </a:lnTo>
                    <a:lnTo>
                      <a:pt x="1" y="4848"/>
                    </a:lnTo>
                    <a:lnTo>
                      <a:pt x="2365" y="5278"/>
                    </a:lnTo>
                    <a:lnTo>
                      <a:pt x="2448" y="5194"/>
                    </a:lnTo>
                    <a:lnTo>
                      <a:pt x="2532" y="5111"/>
                    </a:lnTo>
                    <a:lnTo>
                      <a:pt x="2663" y="4932"/>
                    </a:lnTo>
                    <a:lnTo>
                      <a:pt x="2794" y="4729"/>
                    </a:lnTo>
                    <a:lnTo>
                      <a:pt x="2902" y="4502"/>
                    </a:lnTo>
                    <a:lnTo>
                      <a:pt x="3009" y="4275"/>
                    </a:lnTo>
                    <a:lnTo>
                      <a:pt x="3093" y="4036"/>
                    </a:lnTo>
                    <a:lnTo>
                      <a:pt x="3177" y="3785"/>
                    </a:lnTo>
                    <a:lnTo>
                      <a:pt x="3248" y="3535"/>
                    </a:lnTo>
                    <a:lnTo>
                      <a:pt x="3368" y="3033"/>
                    </a:lnTo>
                    <a:lnTo>
                      <a:pt x="3463" y="2556"/>
                    </a:lnTo>
                    <a:lnTo>
                      <a:pt x="3547" y="2150"/>
                    </a:lnTo>
                    <a:lnTo>
                      <a:pt x="3594" y="1971"/>
                    </a:lnTo>
                    <a:lnTo>
                      <a:pt x="3642" y="1815"/>
                    </a:lnTo>
                    <a:lnTo>
                      <a:pt x="3678" y="1648"/>
                    </a:lnTo>
                    <a:lnTo>
                      <a:pt x="3690" y="1565"/>
                    </a:lnTo>
                    <a:lnTo>
                      <a:pt x="3690" y="1493"/>
                    </a:lnTo>
                    <a:lnTo>
                      <a:pt x="3666" y="1409"/>
                    </a:lnTo>
                    <a:lnTo>
                      <a:pt x="3630" y="1338"/>
                    </a:lnTo>
                    <a:lnTo>
                      <a:pt x="3571" y="1278"/>
                    </a:lnTo>
                    <a:lnTo>
                      <a:pt x="3535" y="1266"/>
                    </a:lnTo>
                    <a:lnTo>
                      <a:pt x="3487" y="1254"/>
                    </a:lnTo>
                    <a:lnTo>
                      <a:pt x="3439" y="1254"/>
                    </a:lnTo>
                    <a:lnTo>
                      <a:pt x="3391" y="1266"/>
                    </a:lnTo>
                    <a:lnTo>
                      <a:pt x="3344" y="1290"/>
                    </a:lnTo>
                    <a:lnTo>
                      <a:pt x="3296" y="1314"/>
                    </a:lnTo>
                    <a:lnTo>
                      <a:pt x="3224" y="1397"/>
                    </a:lnTo>
                    <a:lnTo>
                      <a:pt x="3153" y="1493"/>
                    </a:lnTo>
                    <a:lnTo>
                      <a:pt x="3045" y="1684"/>
                    </a:lnTo>
                    <a:lnTo>
                      <a:pt x="2950" y="1875"/>
                    </a:lnTo>
                    <a:lnTo>
                      <a:pt x="2866" y="2078"/>
                    </a:lnTo>
                    <a:lnTo>
                      <a:pt x="2783" y="2281"/>
                    </a:lnTo>
                    <a:lnTo>
                      <a:pt x="2950" y="1183"/>
                    </a:lnTo>
                    <a:lnTo>
                      <a:pt x="2974" y="1015"/>
                    </a:lnTo>
                    <a:lnTo>
                      <a:pt x="2974" y="920"/>
                    </a:lnTo>
                    <a:lnTo>
                      <a:pt x="2974" y="836"/>
                    </a:lnTo>
                    <a:lnTo>
                      <a:pt x="2950" y="753"/>
                    </a:lnTo>
                    <a:lnTo>
                      <a:pt x="2914" y="669"/>
                    </a:lnTo>
                    <a:lnTo>
                      <a:pt x="2866" y="609"/>
                    </a:lnTo>
                    <a:lnTo>
                      <a:pt x="2806" y="550"/>
                    </a:lnTo>
                    <a:lnTo>
                      <a:pt x="2759" y="526"/>
                    </a:lnTo>
                    <a:lnTo>
                      <a:pt x="2723" y="514"/>
                    </a:lnTo>
                    <a:lnTo>
                      <a:pt x="2592" y="514"/>
                    </a:lnTo>
                    <a:lnTo>
                      <a:pt x="2556" y="538"/>
                    </a:lnTo>
                    <a:lnTo>
                      <a:pt x="2520" y="550"/>
                    </a:lnTo>
                    <a:lnTo>
                      <a:pt x="2484" y="586"/>
                    </a:lnTo>
                    <a:lnTo>
                      <a:pt x="2496" y="538"/>
                    </a:lnTo>
                    <a:lnTo>
                      <a:pt x="2496" y="490"/>
                    </a:lnTo>
                    <a:lnTo>
                      <a:pt x="2484" y="442"/>
                    </a:lnTo>
                    <a:lnTo>
                      <a:pt x="2448" y="395"/>
                    </a:lnTo>
                    <a:lnTo>
                      <a:pt x="2424" y="359"/>
                    </a:lnTo>
                    <a:lnTo>
                      <a:pt x="2377" y="323"/>
                    </a:lnTo>
                    <a:lnTo>
                      <a:pt x="2329" y="299"/>
                    </a:lnTo>
                    <a:lnTo>
                      <a:pt x="2281" y="287"/>
                    </a:lnTo>
                    <a:lnTo>
                      <a:pt x="2186" y="287"/>
                    </a:lnTo>
                    <a:lnTo>
                      <a:pt x="2126" y="299"/>
                    </a:lnTo>
                    <a:lnTo>
                      <a:pt x="2078" y="323"/>
                    </a:lnTo>
                    <a:lnTo>
                      <a:pt x="1995" y="383"/>
                    </a:lnTo>
                    <a:lnTo>
                      <a:pt x="1923" y="466"/>
                    </a:lnTo>
                    <a:lnTo>
                      <a:pt x="1875" y="550"/>
                    </a:lnTo>
                    <a:lnTo>
                      <a:pt x="1827" y="645"/>
                    </a:lnTo>
                    <a:lnTo>
                      <a:pt x="1768" y="848"/>
                    </a:lnTo>
                    <a:lnTo>
                      <a:pt x="1469" y="1899"/>
                    </a:lnTo>
                    <a:lnTo>
                      <a:pt x="1529" y="1529"/>
                    </a:lnTo>
                    <a:lnTo>
                      <a:pt x="1577" y="1171"/>
                    </a:lnTo>
                    <a:lnTo>
                      <a:pt x="1589" y="801"/>
                    </a:lnTo>
                    <a:lnTo>
                      <a:pt x="1589" y="430"/>
                    </a:lnTo>
                    <a:lnTo>
                      <a:pt x="1577" y="323"/>
                    </a:lnTo>
                    <a:lnTo>
                      <a:pt x="1553" y="204"/>
                    </a:lnTo>
                    <a:lnTo>
                      <a:pt x="1541" y="156"/>
                    </a:lnTo>
                    <a:lnTo>
                      <a:pt x="1517" y="108"/>
                    </a:lnTo>
                    <a:lnTo>
                      <a:pt x="1481" y="60"/>
                    </a:lnTo>
                    <a:lnTo>
                      <a:pt x="1433" y="36"/>
                    </a:lnTo>
                    <a:lnTo>
                      <a:pt x="1386" y="12"/>
                    </a:lnTo>
                    <a:lnTo>
                      <a:pt x="1326"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1"/>
              <p:cNvSpPr/>
              <p:nvPr/>
            </p:nvSpPr>
            <p:spPr>
              <a:xfrm>
                <a:off x="9851897" y="1370748"/>
                <a:ext cx="81794" cy="125622"/>
              </a:xfrm>
              <a:custGeom>
                <a:rect b="b" l="l" r="r" t="t"/>
                <a:pathLst>
                  <a:path extrusionOk="0" h="2293" w="1493">
                    <a:moveTo>
                      <a:pt x="1" y="0"/>
                    </a:moveTo>
                    <a:lnTo>
                      <a:pt x="1" y="12"/>
                    </a:lnTo>
                    <a:lnTo>
                      <a:pt x="1" y="24"/>
                    </a:lnTo>
                    <a:lnTo>
                      <a:pt x="96" y="144"/>
                    </a:lnTo>
                    <a:lnTo>
                      <a:pt x="168" y="263"/>
                    </a:lnTo>
                    <a:lnTo>
                      <a:pt x="323" y="514"/>
                    </a:lnTo>
                    <a:lnTo>
                      <a:pt x="383" y="609"/>
                    </a:lnTo>
                    <a:lnTo>
                      <a:pt x="454" y="705"/>
                    </a:lnTo>
                    <a:lnTo>
                      <a:pt x="538" y="788"/>
                    </a:lnTo>
                    <a:lnTo>
                      <a:pt x="621" y="848"/>
                    </a:lnTo>
                    <a:lnTo>
                      <a:pt x="872" y="1003"/>
                    </a:lnTo>
                    <a:lnTo>
                      <a:pt x="1003" y="1087"/>
                    </a:lnTo>
                    <a:lnTo>
                      <a:pt x="1111" y="1182"/>
                    </a:lnTo>
                    <a:lnTo>
                      <a:pt x="1206" y="1290"/>
                    </a:lnTo>
                    <a:lnTo>
                      <a:pt x="1290" y="1409"/>
                    </a:lnTo>
                    <a:lnTo>
                      <a:pt x="1362" y="1529"/>
                    </a:lnTo>
                    <a:lnTo>
                      <a:pt x="1409" y="1660"/>
                    </a:lnTo>
                    <a:lnTo>
                      <a:pt x="1445" y="1815"/>
                    </a:lnTo>
                    <a:lnTo>
                      <a:pt x="1457" y="1970"/>
                    </a:lnTo>
                    <a:lnTo>
                      <a:pt x="1445" y="2126"/>
                    </a:lnTo>
                    <a:lnTo>
                      <a:pt x="1421" y="2269"/>
                    </a:lnTo>
                    <a:lnTo>
                      <a:pt x="1421" y="2293"/>
                    </a:lnTo>
                    <a:lnTo>
                      <a:pt x="1445" y="2293"/>
                    </a:lnTo>
                    <a:lnTo>
                      <a:pt x="1457" y="2281"/>
                    </a:lnTo>
                    <a:lnTo>
                      <a:pt x="1481" y="2150"/>
                    </a:lnTo>
                    <a:lnTo>
                      <a:pt x="1493" y="2018"/>
                    </a:lnTo>
                    <a:lnTo>
                      <a:pt x="1493" y="1887"/>
                    </a:lnTo>
                    <a:lnTo>
                      <a:pt x="1469" y="1756"/>
                    </a:lnTo>
                    <a:lnTo>
                      <a:pt x="1433" y="1636"/>
                    </a:lnTo>
                    <a:lnTo>
                      <a:pt x="1386" y="1505"/>
                    </a:lnTo>
                    <a:lnTo>
                      <a:pt x="1326" y="1397"/>
                    </a:lnTo>
                    <a:lnTo>
                      <a:pt x="1254" y="1278"/>
                    </a:lnTo>
                    <a:lnTo>
                      <a:pt x="1147" y="1171"/>
                    </a:lnTo>
                    <a:lnTo>
                      <a:pt x="1039" y="1075"/>
                    </a:lnTo>
                    <a:lnTo>
                      <a:pt x="920" y="991"/>
                    </a:lnTo>
                    <a:lnTo>
                      <a:pt x="789" y="908"/>
                    </a:lnTo>
                    <a:lnTo>
                      <a:pt x="657" y="836"/>
                    </a:lnTo>
                    <a:lnTo>
                      <a:pt x="538" y="741"/>
                    </a:lnTo>
                    <a:lnTo>
                      <a:pt x="454" y="657"/>
                    </a:lnTo>
                    <a:lnTo>
                      <a:pt x="383" y="562"/>
                    </a:lnTo>
                    <a:lnTo>
                      <a:pt x="215" y="275"/>
                    </a:lnTo>
                    <a:lnTo>
                      <a:pt x="132" y="132"/>
                    </a:lnTo>
                    <a:lnTo>
                      <a:pt x="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1"/>
              <p:cNvSpPr/>
              <p:nvPr/>
            </p:nvSpPr>
            <p:spPr>
              <a:xfrm>
                <a:off x="9952647" y="1283092"/>
                <a:ext cx="34076" cy="90998"/>
              </a:xfrm>
              <a:custGeom>
                <a:rect b="b" l="l" r="r" t="t"/>
                <a:pathLst>
                  <a:path extrusionOk="0" h="1661" w="622">
                    <a:moveTo>
                      <a:pt x="597" y="1"/>
                    </a:moveTo>
                    <a:lnTo>
                      <a:pt x="585" y="12"/>
                    </a:lnTo>
                    <a:lnTo>
                      <a:pt x="0" y="1636"/>
                    </a:lnTo>
                    <a:lnTo>
                      <a:pt x="0" y="1660"/>
                    </a:lnTo>
                    <a:lnTo>
                      <a:pt x="24" y="1660"/>
                    </a:lnTo>
                    <a:lnTo>
                      <a:pt x="36" y="1648"/>
                    </a:lnTo>
                    <a:lnTo>
                      <a:pt x="621" y="12"/>
                    </a:lnTo>
                    <a:lnTo>
                      <a:pt x="621"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1"/>
              <p:cNvSpPr/>
              <p:nvPr/>
            </p:nvSpPr>
            <p:spPr>
              <a:xfrm>
                <a:off x="9680529" y="1510724"/>
                <a:ext cx="301591" cy="495202"/>
              </a:xfrm>
              <a:custGeom>
                <a:rect b="b" l="l" r="r" t="t"/>
                <a:pathLst>
                  <a:path extrusionOk="0" h="9039" w="5505">
                    <a:moveTo>
                      <a:pt x="3129" y="0"/>
                    </a:moveTo>
                    <a:lnTo>
                      <a:pt x="1505" y="5552"/>
                    </a:lnTo>
                    <a:lnTo>
                      <a:pt x="0" y="7057"/>
                    </a:lnTo>
                    <a:lnTo>
                      <a:pt x="1111" y="8418"/>
                    </a:lnTo>
                    <a:lnTo>
                      <a:pt x="1278" y="8561"/>
                    </a:lnTo>
                    <a:lnTo>
                      <a:pt x="1457" y="8681"/>
                    </a:lnTo>
                    <a:lnTo>
                      <a:pt x="1648" y="8788"/>
                    </a:lnTo>
                    <a:lnTo>
                      <a:pt x="1839" y="8884"/>
                    </a:lnTo>
                    <a:lnTo>
                      <a:pt x="2042" y="8943"/>
                    </a:lnTo>
                    <a:lnTo>
                      <a:pt x="2245" y="8991"/>
                    </a:lnTo>
                    <a:lnTo>
                      <a:pt x="2460" y="9027"/>
                    </a:lnTo>
                    <a:lnTo>
                      <a:pt x="2663" y="9039"/>
                    </a:lnTo>
                    <a:lnTo>
                      <a:pt x="2878" y="9027"/>
                    </a:lnTo>
                    <a:lnTo>
                      <a:pt x="3081" y="8991"/>
                    </a:lnTo>
                    <a:lnTo>
                      <a:pt x="3296" y="8943"/>
                    </a:lnTo>
                    <a:lnTo>
                      <a:pt x="3487" y="8872"/>
                    </a:lnTo>
                    <a:lnTo>
                      <a:pt x="3690" y="8788"/>
                    </a:lnTo>
                    <a:lnTo>
                      <a:pt x="3869" y="8681"/>
                    </a:lnTo>
                    <a:lnTo>
                      <a:pt x="4048" y="8549"/>
                    </a:lnTo>
                    <a:lnTo>
                      <a:pt x="4215" y="8394"/>
                    </a:lnTo>
                    <a:lnTo>
                      <a:pt x="4346" y="8263"/>
                    </a:lnTo>
                    <a:lnTo>
                      <a:pt x="4454" y="8119"/>
                    </a:lnTo>
                    <a:lnTo>
                      <a:pt x="4561" y="7964"/>
                    </a:lnTo>
                    <a:lnTo>
                      <a:pt x="4645" y="7809"/>
                    </a:lnTo>
                    <a:lnTo>
                      <a:pt x="4728" y="7642"/>
                    </a:lnTo>
                    <a:lnTo>
                      <a:pt x="4788" y="7463"/>
                    </a:lnTo>
                    <a:lnTo>
                      <a:pt x="4836" y="7284"/>
                    </a:lnTo>
                    <a:lnTo>
                      <a:pt x="4860" y="7105"/>
                    </a:lnTo>
                    <a:lnTo>
                      <a:pt x="5505" y="454"/>
                    </a:lnTo>
                    <a:lnTo>
                      <a:pt x="3129"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1"/>
              <p:cNvSpPr/>
              <p:nvPr/>
            </p:nvSpPr>
            <p:spPr>
              <a:xfrm>
                <a:off x="9758379" y="1529680"/>
                <a:ext cx="90286" cy="317972"/>
              </a:xfrm>
              <a:custGeom>
                <a:rect b="b" l="l" r="r" t="t"/>
                <a:pathLst>
                  <a:path extrusionOk="0" h="5804" w="1648">
                    <a:moveTo>
                      <a:pt x="1624" y="1"/>
                    </a:moveTo>
                    <a:lnTo>
                      <a:pt x="1612" y="13"/>
                    </a:lnTo>
                    <a:lnTo>
                      <a:pt x="1254" y="1302"/>
                    </a:lnTo>
                    <a:lnTo>
                      <a:pt x="812" y="2807"/>
                    </a:lnTo>
                    <a:lnTo>
                      <a:pt x="394" y="4251"/>
                    </a:lnTo>
                    <a:lnTo>
                      <a:pt x="239" y="4788"/>
                    </a:lnTo>
                    <a:lnTo>
                      <a:pt x="96" y="5338"/>
                    </a:lnTo>
                    <a:lnTo>
                      <a:pt x="24" y="5660"/>
                    </a:lnTo>
                    <a:lnTo>
                      <a:pt x="0" y="5732"/>
                    </a:lnTo>
                    <a:lnTo>
                      <a:pt x="0" y="5768"/>
                    </a:lnTo>
                    <a:lnTo>
                      <a:pt x="12" y="5791"/>
                    </a:lnTo>
                    <a:lnTo>
                      <a:pt x="12" y="5803"/>
                    </a:lnTo>
                    <a:lnTo>
                      <a:pt x="36" y="5803"/>
                    </a:lnTo>
                    <a:lnTo>
                      <a:pt x="48" y="5791"/>
                    </a:lnTo>
                    <a:lnTo>
                      <a:pt x="48" y="5779"/>
                    </a:lnTo>
                    <a:lnTo>
                      <a:pt x="36" y="5768"/>
                    </a:lnTo>
                    <a:lnTo>
                      <a:pt x="36" y="5744"/>
                    </a:lnTo>
                    <a:lnTo>
                      <a:pt x="60" y="5660"/>
                    </a:lnTo>
                    <a:lnTo>
                      <a:pt x="132" y="5350"/>
                    </a:lnTo>
                    <a:lnTo>
                      <a:pt x="275" y="4824"/>
                    </a:lnTo>
                    <a:lnTo>
                      <a:pt x="418" y="4299"/>
                    </a:lnTo>
                    <a:lnTo>
                      <a:pt x="812" y="2914"/>
                    </a:lnTo>
                    <a:lnTo>
                      <a:pt x="1242" y="1445"/>
                    </a:lnTo>
                    <a:lnTo>
                      <a:pt x="1612" y="156"/>
                    </a:lnTo>
                    <a:lnTo>
                      <a:pt x="1648" y="25"/>
                    </a:lnTo>
                    <a:lnTo>
                      <a:pt x="1648" y="13"/>
                    </a:lnTo>
                    <a:lnTo>
                      <a:pt x="1636"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1"/>
              <p:cNvSpPr/>
              <p:nvPr/>
            </p:nvSpPr>
            <p:spPr>
              <a:xfrm>
                <a:off x="9469881" y="3577054"/>
                <a:ext cx="494599" cy="310741"/>
              </a:xfrm>
              <a:custGeom>
                <a:rect b="b" l="l" r="r" t="t"/>
                <a:pathLst>
                  <a:path extrusionOk="0" h="5672" w="9028">
                    <a:moveTo>
                      <a:pt x="8072" y="0"/>
                    </a:moveTo>
                    <a:lnTo>
                      <a:pt x="2066" y="884"/>
                    </a:lnTo>
                    <a:lnTo>
                      <a:pt x="2448" y="2794"/>
                    </a:lnTo>
                    <a:lnTo>
                      <a:pt x="2222" y="2854"/>
                    </a:lnTo>
                    <a:lnTo>
                      <a:pt x="1995" y="2938"/>
                    </a:lnTo>
                    <a:lnTo>
                      <a:pt x="1792" y="3021"/>
                    </a:lnTo>
                    <a:lnTo>
                      <a:pt x="1601" y="3117"/>
                    </a:lnTo>
                    <a:lnTo>
                      <a:pt x="1422" y="3212"/>
                    </a:lnTo>
                    <a:lnTo>
                      <a:pt x="1255" y="3320"/>
                    </a:lnTo>
                    <a:lnTo>
                      <a:pt x="1111" y="3427"/>
                    </a:lnTo>
                    <a:lnTo>
                      <a:pt x="968" y="3535"/>
                    </a:lnTo>
                    <a:lnTo>
                      <a:pt x="837" y="3654"/>
                    </a:lnTo>
                    <a:lnTo>
                      <a:pt x="729" y="3773"/>
                    </a:lnTo>
                    <a:lnTo>
                      <a:pt x="622" y="3893"/>
                    </a:lnTo>
                    <a:lnTo>
                      <a:pt x="526" y="4012"/>
                    </a:lnTo>
                    <a:lnTo>
                      <a:pt x="443" y="4132"/>
                    </a:lnTo>
                    <a:lnTo>
                      <a:pt x="371" y="4251"/>
                    </a:lnTo>
                    <a:lnTo>
                      <a:pt x="252" y="4490"/>
                    </a:lnTo>
                    <a:lnTo>
                      <a:pt x="156" y="4729"/>
                    </a:lnTo>
                    <a:lnTo>
                      <a:pt x="84" y="4943"/>
                    </a:lnTo>
                    <a:lnTo>
                      <a:pt x="49" y="5146"/>
                    </a:lnTo>
                    <a:lnTo>
                      <a:pt x="25" y="5326"/>
                    </a:lnTo>
                    <a:lnTo>
                      <a:pt x="1" y="5469"/>
                    </a:lnTo>
                    <a:lnTo>
                      <a:pt x="1" y="5576"/>
                    </a:lnTo>
                    <a:lnTo>
                      <a:pt x="1" y="5672"/>
                    </a:lnTo>
                    <a:lnTo>
                      <a:pt x="9027" y="4597"/>
                    </a:lnTo>
                    <a:lnTo>
                      <a:pt x="8072"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1"/>
              <p:cNvSpPr/>
              <p:nvPr/>
            </p:nvSpPr>
            <p:spPr>
              <a:xfrm>
                <a:off x="9528775" y="3744532"/>
                <a:ext cx="76589" cy="29474"/>
              </a:xfrm>
              <a:custGeom>
                <a:rect b="b" l="l" r="r" t="t"/>
                <a:pathLst>
                  <a:path extrusionOk="0" h="538" w="1398">
                    <a:moveTo>
                      <a:pt x="12" y="0"/>
                    </a:moveTo>
                    <a:lnTo>
                      <a:pt x="0" y="12"/>
                    </a:lnTo>
                    <a:lnTo>
                      <a:pt x="0" y="24"/>
                    </a:lnTo>
                    <a:lnTo>
                      <a:pt x="12" y="36"/>
                    </a:lnTo>
                    <a:lnTo>
                      <a:pt x="359" y="131"/>
                    </a:lnTo>
                    <a:lnTo>
                      <a:pt x="705" y="263"/>
                    </a:lnTo>
                    <a:lnTo>
                      <a:pt x="1039" y="394"/>
                    </a:lnTo>
                    <a:lnTo>
                      <a:pt x="1362" y="537"/>
                    </a:lnTo>
                    <a:lnTo>
                      <a:pt x="1385" y="537"/>
                    </a:lnTo>
                    <a:lnTo>
                      <a:pt x="1397" y="525"/>
                    </a:lnTo>
                    <a:lnTo>
                      <a:pt x="1397" y="513"/>
                    </a:lnTo>
                    <a:lnTo>
                      <a:pt x="1385" y="501"/>
                    </a:lnTo>
                    <a:lnTo>
                      <a:pt x="1051" y="358"/>
                    </a:lnTo>
                    <a:lnTo>
                      <a:pt x="717" y="227"/>
                    </a:lnTo>
                    <a:lnTo>
                      <a:pt x="371" y="107"/>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1"/>
              <p:cNvSpPr/>
              <p:nvPr/>
            </p:nvSpPr>
            <p:spPr>
              <a:xfrm>
                <a:off x="9559509" y="3729466"/>
                <a:ext cx="69413" cy="32104"/>
              </a:xfrm>
              <a:custGeom>
                <a:rect b="b" l="l" r="r" t="t"/>
                <a:pathLst>
                  <a:path extrusionOk="0" h="586" w="1267">
                    <a:moveTo>
                      <a:pt x="24" y="0"/>
                    </a:moveTo>
                    <a:lnTo>
                      <a:pt x="13" y="12"/>
                    </a:lnTo>
                    <a:lnTo>
                      <a:pt x="1" y="24"/>
                    </a:lnTo>
                    <a:lnTo>
                      <a:pt x="13" y="36"/>
                    </a:lnTo>
                    <a:lnTo>
                      <a:pt x="1242" y="585"/>
                    </a:lnTo>
                    <a:lnTo>
                      <a:pt x="1254" y="585"/>
                    </a:lnTo>
                    <a:lnTo>
                      <a:pt x="1266" y="573"/>
                    </a:lnTo>
                    <a:lnTo>
                      <a:pt x="1266" y="562"/>
                    </a:lnTo>
                    <a:lnTo>
                      <a:pt x="1254" y="550"/>
                    </a:lnTo>
                    <a:lnTo>
                      <a:pt x="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1"/>
              <p:cNvSpPr/>
              <p:nvPr/>
            </p:nvSpPr>
            <p:spPr>
              <a:xfrm>
                <a:off x="8790272" y="1798510"/>
                <a:ext cx="259736" cy="240123"/>
              </a:xfrm>
              <a:custGeom>
                <a:rect b="b" l="l" r="r" t="t"/>
                <a:pathLst>
                  <a:path extrusionOk="0" h="4383" w="4741">
                    <a:moveTo>
                      <a:pt x="1051" y="1"/>
                    </a:moveTo>
                    <a:lnTo>
                      <a:pt x="884" y="359"/>
                    </a:lnTo>
                    <a:lnTo>
                      <a:pt x="538" y="1195"/>
                    </a:lnTo>
                    <a:lnTo>
                      <a:pt x="347" y="1672"/>
                    </a:lnTo>
                    <a:lnTo>
                      <a:pt x="168" y="2126"/>
                    </a:lnTo>
                    <a:lnTo>
                      <a:pt x="108" y="2341"/>
                    </a:lnTo>
                    <a:lnTo>
                      <a:pt x="48" y="2520"/>
                    </a:lnTo>
                    <a:lnTo>
                      <a:pt x="13" y="2687"/>
                    </a:lnTo>
                    <a:lnTo>
                      <a:pt x="1" y="2807"/>
                    </a:lnTo>
                    <a:lnTo>
                      <a:pt x="1" y="2926"/>
                    </a:lnTo>
                    <a:lnTo>
                      <a:pt x="1" y="3057"/>
                    </a:lnTo>
                    <a:lnTo>
                      <a:pt x="13" y="3201"/>
                    </a:lnTo>
                    <a:lnTo>
                      <a:pt x="48" y="3344"/>
                    </a:lnTo>
                    <a:lnTo>
                      <a:pt x="84" y="3499"/>
                    </a:lnTo>
                    <a:lnTo>
                      <a:pt x="144" y="3654"/>
                    </a:lnTo>
                    <a:lnTo>
                      <a:pt x="216" y="3798"/>
                    </a:lnTo>
                    <a:lnTo>
                      <a:pt x="311" y="3941"/>
                    </a:lnTo>
                    <a:lnTo>
                      <a:pt x="430" y="4060"/>
                    </a:lnTo>
                    <a:lnTo>
                      <a:pt x="490" y="4120"/>
                    </a:lnTo>
                    <a:lnTo>
                      <a:pt x="574" y="4180"/>
                    </a:lnTo>
                    <a:lnTo>
                      <a:pt x="645" y="4227"/>
                    </a:lnTo>
                    <a:lnTo>
                      <a:pt x="741" y="4263"/>
                    </a:lnTo>
                    <a:lnTo>
                      <a:pt x="824" y="4299"/>
                    </a:lnTo>
                    <a:lnTo>
                      <a:pt x="932" y="4335"/>
                    </a:lnTo>
                    <a:lnTo>
                      <a:pt x="1039" y="4359"/>
                    </a:lnTo>
                    <a:lnTo>
                      <a:pt x="1147" y="4371"/>
                    </a:lnTo>
                    <a:lnTo>
                      <a:pt x="1278" y="4383"/>
                    </a:lnTo>
                    <a:lnTo>
                      <a:pt x="1553" y="4383"/>
                    </a:lnTo>
                    <a:lnTo>
                      <a:pt x="1696" y="4359"/>
                    </a:lnTo>
                    <a:lnTo>
                      <a:pt x="1851" y="4335"/>
                    </a:lnTo>
                    <a:lnTo>
                      <a:pt x="2018" y="4299"/>
                    </a:lnTo>
                    <a:lnTo>
                      <a:pt x="3809" y="2831"/>
                    </a:lnTo>
                    <a:lnTo>
                      <a:pt x="4741" y="920"/>
                    </a:lnTo>
                    <a:lnTo>
                      <a:pt x="1051"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1"/>
              <p:cNvSpPr/>
              <p:nvPr/>
            </p:nvSpPr>
            <p:spPr>
              <a:xfrm>
                <a:off x="8467150" y="1380555"/>
                <a:ext cx="272172" cy="355226"/>
              </a:xfrm>
              <a:custGeom>
                <a:rect b="b" l="l" r="r" t="t"/>
                <a:pathLst>
                  <a:path extrusionOk="0" h="6484" w="4968">
                    <a:moveTo>
                      <a:pt x="1123" y="1"/>
                    </a:moveTo>
                    <a:lnTo>
                      <a:pt x="1039" y="24"/>
                    </a:lnTo>
                    <a:lnTo>
                      <a:pt x="968" y="60"/>
                    </a:lnTo>
                    <a:lnTo>
                      <a:pt x="908" y="120"/>
                    </a:lnTo>
                    <a:lnTo>
                      <a:pt x="872" y="180"/>
                    </a:lnTo>
                    <a:lnTo>
                      <a:pt x="848" y="251"/>
                    </a:lnTo>
                    <a:lnTo>
                      <a:pt x="836" y="311"/>
                    </a:lnTo>
                    <a:lnTo>
                      <a:pt x="848" y="383"/>
                    </a:lnTo>
                    <a:lnTo>
                      <a:pt x="860" y="454"/>
                    </a:lnTo>
                    <a:lnTo>
                      <a:pt x="884" y="538"/>
                    </a:lnTo>
                    <a:lnTo>
                      <a:pt x="944" y="669"/>
                    </a:lnTo>
                    <a:lnTo>
                      <a:pt x="1326" y="1469"/>
                    </a:lnTo>
                    <a:lnTo>
                      <a:pt x="1732" y="2257"/>
                    </a:lnTo>
                    <a:lnTo>
                      <a:pt x="1696" y="2209"/>
                    </a:lnTo>
                    <a:lnTo>
                      <a:pt x="1636" y="2174"/>
                    </a:lnTo>
                    <a:lnTo>
                      <a:pt x="1588" y="2138"/>
                    </a:lnTo>
                    <a:lnTo>
                      <a:pt x="1517" y="2102"/>
                    </a:lnTo>
                    <a:lnTo>
                      <a:pt x="1457" y="2090"/>
                    </a:lnTo>
                    <a:lnTo>
                      <a:pt x="1397" y="2078"/>
                    </a:lnTo>
                    <a:lnTo>
                      <a:pt x="1338" y="2078"/>
                    </a:lnTo>
                    <a:lnTo>
                      <a:pt x="1278" y="2090"/>
                    </a:lnTo>
                    <a:lnTo>
                      <a:pt x="1230" y="2126"/>
                    </a:lnTo>
                    <a:lnTo>
                      <a:pt x="1194" y="2174"/>
                    </a:lnTo>
                    <a:lnTo>
                      <a:pt x="1171" y="2233"/>
                    </a:lnTo>
                    <a:lnTo>
                      <a:pt x="1147" y="2293"/>
                    </a:lnTo>
                    <a:lnTo>
                      <a:pt x="1135" y="2365"/>
                    </a:lnTo>
                    <a:lnTo>
                      <a:pt x="1135" y="2424"/>
                    </a:lnTo>
                    <a:lnTo>
                      <a:pt x="1135" y="2496"/>
                    </a:lnTo>
                    <a:lnTo>
                      <a:pt x="1147" y="2556"/>
                    </a:lnTo>
                    <a:lnTo>
                      <a:pt x="1147" y="2556"/>
                    </a:lnTo>
                    <a:lnTo>
                      <a:pt x="1015" y="2484"/>
                    </a:lnTo>
                    <a:lnTo>
                      <a:pt x="944" y="2460"/>
                    </a:lnTo>
                    <a:lnTo>
                      <a:pt x="884" y="2436"/>
                    </a:lnTo>
                    <a:lnTo>
                      <a:pt x="741" y="2436"/>
                    </a:lnTo>
                    <a:lnTo>
                      <a:pt x="681" y="2460"/>
                    </a:lnTo>
                    <a:lnTo>
                      <a:pt x="621" y="2484"/>
                    </a:lnTo>
                    <a:lnTo>
                      <a:pt x="562" y="2532"/>
                    </a:lnTo>
                    <a:lnTo>
                      <a:pt x="526" y="2579"/>
                    </a:lnTo>
                    <a:lnTo>
                      <a:pt x="490" y="2627"/>
                    </a:lnTo>
                    <a:lnTo>
                      <a:pt x="466" y="2687"/>
                    </a:lnTo>
                    <a:lnTo>
                      <a:pt x="454" y="2747"/>
                    </a:lnTo>
                    <a:lnTo>
                      <a:pt x="454" y="2806"/>
                    </a:lnTo>
                    <a:lnTo>
                      <a:pt x="466" y="2950"/>
                    </a:lnTo>
                    <a:lnTo>
                      <a:pt x="418" y="2914"/>
                    </a:lnTo>
                    <a:lnTo>
                      <a:pt x="359" y="2914"/>
                    </a:lnTo>
                    <a:lnTo>
                      <a:pt x="299" y="2926"/>
                    </a:lnTo>
                    <a:lnTo>
                      <a:pt x="239" y="2950"/>
                    </a:lnTo>
                    <a:lnTo>
                      <a:pt x="180" y="2985"/>
                    </a:lnTo>
                    <a:lnTo>
                      <a:pt x="132" y="3033"/>
                    </a:lnTo>
                    <a:lnTo>
                      <a:pt x="84" y="3081"/>
                    </a:lnTo>
                    <a:lnTo>
                      <a:pt x="48" y="3129"/>
                    </a:lnTo>
                    <a:lnTo>
                      <a:pt x="12" y="3236"/>
                    </a:lnTo>
                    <a:lnTo>
                      <a:pt x="0" y="3344"/>
                    </a:lnTo>
                    <a:lnTo>
                      <a:pt x="12" y="3451"/>
                    </a:lnTo>
                    <a:lnTo>
                      <a:pt x="36" y="3559"/>
                    </a:lnTo>
                    <a:lnTo>
                      <a:pt x="96" y="3726"/>
                    </a:lnTo>
                    <a:lnTo>
                      <a:pt x="156" y="3881"/>
                    </a:lnTo>
                    <a:lnTo>
                      <a:pt x="239" y="4036"/>
                    </a:lnTo>
                    <a:lnTo>
                      <a:pt x="299" y="4108"/>
                    </a:lnTo>
                    <a:lnTo>
                      <a:pt x="359" y="4167"/>
                    </a:lnTo>
                    <a:lnTo>
                      <a:pt x="418" y="4227"/>
                    </a:lnTo>
                    <a:lnTo>
                      <a:pt x="502" y="4275"/>
                    </a:lnTo>
                    <a:lnTo>
                      <a:pt x="586" y="4299"/>
                    </a:lnTo>
                    <a:lnTo>
                      <a:pt x="669" y="4323"/>
                    </a:lnTo>
                    <a:lnTo>
                      <a:pt x="753" y="4335"/>
                    </a:lnTo>
                    <a:lnTo>
                      <a:pt x="836" y="4323"/>
                    </a:lnTo>
                    <a:lnTo>
                      <a:pt x="920" y="4287"/>
                    </a:lnTo>
                    <a:lnTo>
                      <a:pt x="991" y="4251"/>
                    </a:lnTo>
                    <a:lnTo>
                      <a:pt x="1063" y="4442"/>
                    </a:lnTo>
                    <a:lnTo>
                      <a:pt x="1147" y="4657"/>
                    </a:lnTo>
                    <a:lnTo>
                      <a:pt x="1242" y="4860"/>
                    </a:lnTo>
                    <a:lnTo>
                      <a:pt x="1350" y="5051"/>
                    </a:lnTo>
                    <a:lnTo>
                      <a:pt x="1469" y="5230"/>
                    </a:lnTo>
                    <a:lnTo>
                      <a:pt x="1612" y="5397"/>
                    </a:lnTo>
                    <a:lnTo>
                      <a:pt x="1684" y="5481"/>
                    </a:lnTo>
                    <a:lnTo>
                      <a:pt x="1768" y="5552"/>
                    </a:lnTo>
                    <a:lnTo>
                      <a:pt x="1851" y="5612"/>
                    </a:lnTo>
                    <a:lnTo>
                      <a:pt x="1935" y="5672"/>
                    </a:lnTo>
                    <a:lnTo>
                      <a:pt x="2006" y="5696"/>
                    </a:lnTo>
                    <a:lnTo>
                      <a:pt x="2090" y="5720"/>
                    </a:lnTo>
                    <a:lnTo>
                      <a:pt x="2257" y="5731"/>
                    </a:lnTo>
                    <a:lnTo>
                      <a:pt x="2341" y="5743"/>
                    </a:lnTo>
                    <a:lnTo>
                      <a:pt x="2424" y="5755"/>
                    </a:lnTo>
                    <a:lnTo>
                      <a:pt x="2496" y="5779"/>
                    </a:lnTo>
                    <a:lnTo>
                      <a:pt x="2567" y="5827"/>
                    </a:lnTo>
                    <a:lnTo>
                      <a:pt x="2627" y="5887"/>
                    </a:lnTo>
                    <a:lnTo>
                      <a:pt x="2711" y="5982"/>
                    </a:lnTo>
                    <a:lnTo>
                      <a:pt x="2878" y="6197"/>
                    </a:lnTo>
                    <a:lnTo>
                      <a:pt x="3069" y="6484"/>
                    </a:lnTo>
                    <a:lnTo>
                      <a:pt x="4967" y="5182"/>
                    </a:lnTo>
                    <a:lnTo>
                      <a:pt x="4681" y="4705"/>
                    </a:lnTo>
                    <a:lnTo>
                      <a:pt x="4370" y="4203"/>
                    </a:lnTo>
                    <a:lnTo>
                      <a:pt x="4024" y="3702"/>
                    </a:lnTo>
                    <a:lnTo>
                      <a:pt x="3666" y="3188"/>
                    </a:lnTo>
                    <a:lnTo>
                      <a:pt x="2950" y="2185"/>
                    </a:lnTo>
                    <a:lnTo>
                      <a:pt x="2293" y="1242"/>
                    </a:lnTo>
                    <a:lnTo>
                      <a:pt x="1911" y="669"/>
                    </a:lnTo>
                    <a:lnTo>
                      <a:pt x="1708" y="395"/>
                    </a:lnTo>
                    <a:lnTo>
                      <a:pt x="1505" y="132"/>
                    </a:lnTo>
                    <a:lnTo>
                      <a:pt x="1445" y="72"/>
                    </a:lnTo>
                    <a:lnTo>
                      <a:pt x="1374" y="36"/>
                    </a:lnTo>
                    <a:lnTo>
                      <a:pt x="1290" y="12"/>
                    </a:lnTo>
                    <a:lnTo>
                      <a:pt x="1206"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1"/>
              <p:cNvSpPr/>
              <p:nvPr/>
            </p:nvSpPr>
            <p:spPr>
              <a:xfrm>
                <a:off x="8491365" y="1519873"/>
                <a:ext cx="62838" cy="86396"/>
              </a:xfrm>
              <a:custGeom>
                <a:rect b="b" l="l" r="r" t="t"/>
                <a:pathLst>
                  <a:path extrusionOk="0" h="1577" w="1147">
                    <a:moveTo>
                      <a:pt x="621" y="1"/>
                    </a:moveTo>
                    <a:lnTo>
                      <a:pt x="621" y="25"/>
                    </a:lnTo>
                    <a:lnTo>
                      <a:pt x="740" y="323"/>
                    </a:lnTo>
                    <a:lnTo>
                      <a:pt x="884" y="610"/>
                    </a:lnTo>
                    <a:lnTo>
                      <a:pt x="1039" y="908"/>
                    </a:lnTo>
                    <a:lnTo>
                      <a:pt x="1075" y="980"/>
                    </a:lnTo>
                    <a:lnTo>
                      <a:pt x="1099" y="1063"/>
                    </a:lnTo>
                    <a:lnTo>
                      <a:pt x="1111" y="1147"/>
                    </a:lnTo>
                    <a:lnTo>
                      <a:pt x="1111" y="1218"/>
                    </a:lnTo>
                    <a:lnTo>
                      <a:pt x="1087" y="1302"/>
                    </a:lnTo>
                    <a:lnTo>
                      <a:pt x="1063" y="1362"/>
                    </a:lnTo>
                    <a:lnTo>
                      <a:pt x="1015" y="1421"/>
                    </a:lnTo>
                    <a:lnTo>
                      <a:pt x="955" y="1469"/>
                    </a:lnTo>
                    <a:lnTo>
                      <a:pt x="896" y="1505"/>
                    </a:lnTo>
                    <a:lnTo>
                      <a:pt x="824" y="1529"/>
                    </a:lnTo>
                    <a:lnTo>
                      <a:pt x="752" y="1541"/>
                    </a:lnTo>
                    <a:lnTo>
                      <a:pt x="669" y="1529"/>
                    </a:lnTo>
                    <a:lnTo>
                      <a:pt x="597" y="1505"/>
                    </a:lnTo>
                    <a:lnTo>
                      <a:pt x="538" y="1469"/>
                    </a:lnTo>
                    <a:lnTo>
                      <a:pt x="478" y="1421"/>
                    </a:lnTo>
                    <a:lnTo>
                      <a:pt x="430" y="1362"/>
                    </a:lnTo>
                    <a:lnTo>
                      <a:pt x="382" y="1302"/>
                    </a:lnTo>
                    <a:lnTo>
                      <a:pt x="346" y="1230"/>
                    </a:lnTo>
                    <a:lnTo>
                      <a:pt x="275" y="1087"/>
                    </a:lnTo>
                    <a:lnTo>
                      <a:pt x="203" y="920"/>
                    </a:lnTo>
                    <a:lnTo>
                      <a:pt x="144" y="741"/>
                    </a:lnTo>
                    <a:lnTo>
                      <a:pt x="84" y="562"/>
                    </a:lnTo>
                    <a:lnTo>
                      <a:pt x="36" y="383"/>
                    </a:lnTo>
                    <a:lnTo>
                      <a:pt x="36" y="371"/>
                    </a:lnTo>
                    <a:lnTo>
                      <a:pt x="24" y="371"/>
                    </a:lnTo>
                    <a:lnTo>
                      <a:pt x="12" y="383"/>
                    </a:lnTo>
                    <a:lnTo>
                      <a:pt x="0" y="395"/>
                    </a:lnTo>
                    <a:lnTo>
                      <a:pt x="48" y="574"/>
                    </a:lnTo>
                    <a:lnTo>
                      <a:pt x="108" y="741"/>
                    </a:lnTo>
                    <a:lnTo>
                      <a:pt x="167" y="920"/>
                    </a:lnTo>
                    <a:lnTo>
                      <a:pt x="239" y="1087"/>
                    </a:lnTo>
                    <a:lnTo>
                      <a:pt x="299" y="1230"/>
                    </a:lnTo>
                    <a:lnTo>
                      <a:pt x="382" y="1362"/>
                    </a:lnTo>
                    <a:lnTo>
                      <a:pt x="430" y="1421"/>
                    </a:lnTo>
                    <a:lnTo>
                      <a:pt x="490" y="1481"/>
                    </a:lnTo>
                    <a:lnTo>
                      <a:pt x="549" y="1529"/>
                    </a:lnTo>
                    <a:lnTo>
                      <a:pt x="621" y="1553"/>
                    </a:lnTo>
                    <a:lnTo>
                      <a:pt x="693" y="1577"/>
                    </a:lnTo>
                    <a:lnTo>
                      <a:pt x="752" y="1577"/>
                    </a:lnTo>
                    <a:lnTo>
                      <a:pt x="824" y="1565"/>
                    </a:lnTo>
                    <a:lnTo>
                      <a:pt x="884" y="1553"/>
                    </a:lnTo>
                    <a:lnTo>
                      <a:pt x="943" y="1529"/>
                    </a:lnTo>
                    <a:lnTo>
                      <a:pt x="1003" y="1481"/>
                    </a:lnTo>
                    <a:lnTo>
                      <a:pt x="1051" y="1433"/>
                    </a:lnTo>
                    <a:lnTo>
                      <a:pt x="1087" y="1386"/>
                    </a:lnTo>
                    <a:lnTo>
                      <a:pt x="1123" y="1314"/>
                    </a:lnTo>
                    <a:lnTo>
                      <a:pt x="1146" y="1242"/>
                    </a:lnTo>
                    <a:lnTo>
                      <a:pt x="1146" y="1171"/>
                    </a:lnTo>
                    <a:lnTo>
                      <a:pt x="1134" y="1099"/>
                    </a:lnTo>
                    <a:lnTo>
                      <a:pt x="1123" y="1027"/>
                    </a:lnTo>
                    <a:lnTo>
                      <a:pt x="1099" y="968"/>
                    </a:lnTo>
                    <a:lnTo>
                      <a:pt x="1027" y="824"/>
                    </a:lnTo>
                    <a:lnTo>
                      <a:pt x="836" y="419"/>
                    </a:lnTo>
                    <a:lnTo>
                      <a:pt x="645" y="13"/>
                    </a:lnTo>
                    <a:lnTo>
                      <a:pt x="645"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1"/>
              <p:cNvSpPr/>
              <p:nvPr/>
            </p:nvSpPr>
            <p:spPr>
              <a:xfrm>
                <a:off x="8552834" y="1500260"/>
                <a:ext cx="32761" cy="78562"/>
              </a:xfrm>
              <a:custGeom>
                <a:rect b="b" l="l" r="r" t="t"/>
                <a:pathLst>
                  <a:path extrusionOk="0" h="1434" w="598">
                    <a:moveTo>
                      <a:pt x="120" y="0"/>
                    </a:moveTo>
                    <a:lnTo>
                      <a:pt x="108" y="12"/>
                    </a:lnTo>
                    <a:lnTo>
                      <a:pt x="120" y="24"/>
                    </a:lnTo>
                    <a:lnTo>
                      <a:pt x="239" y="215"/>
                    </a:lnTo>
                    <a:lnTo>
                      <a:pt x="347" y="418"/>
                    </a:lnTo>
                    <a:lnTo>
                      <a:pt x="442" y="621"/>
                    </a:lnTo>
                    <a:lnTo>
                      <a:pt x="526" y="836"/>
                    </a:lnTo>
                    <a:lnTo>
                      <a:pt x="562" y="944"/>
                    </a:lnTo>
                    <a:lnTo>
                      <a:pt x="562" y="1003"/>
                    </a:lnTo>
                    <a:lnTo>
                      <a:pt x="562" y="1051"/>
                    </a:lnTo>
                    <a:lnTo>
                      <a:pt x="538" y="1099"/>
                    </a:lnTo>
                    <a:lnTo>
                      <a:pt x="526" y="1147"/>
                    </a:lnTo>
                    <a:lnTo>
                      <a:pt x="490" y="1194"/>
                    </a:lnTo>
                    <a:lnTo>
                      <a:pt x="442" y="1242"/>
                    </a:lnTo>
                    <a:lnTo>
                      <a:pt x="359" y="1302"/>
                    </a:lnTo>
                    <a:lnTo>
                      <a:pt x="239" y="1374"/>
                    </a:lnTo>
                    <a:lnTo>
                      <a:pt x="180" y="1385"/>
                    </a:lnTo>
                    <a:lnTo>
                      <a:pt x="132" y="1397"/>
                    </a:lnTo>
                    <a:lnTo>
                      <a:pt x="72" y="1385"/>
                    </a:lnTo>
                    <a:lnTo>
                      <a:pt x="24" y="1350"/>
                    </a:lnTo>
                    <a:lnTo>
                      <a:pt x="1" y="1350"/>
                    </a:lnTo>
                    <a:lnTo>
                      <a:pt x="1" y="1362"/>
                    </a:lnTo>
                    <a:lnTo>
                      <a:pt x="1" y="1374"/>
                    </a:lnTo>
                    <a:lnTo>
                      <a:pt x="48" y="1409"/>
                    </a:lnTo>
                    <a:lnTo>
                      <a:pt x="96" y="1433"/>
                    </a:lnTo>
                    <a:lnTo>
                      <a:pt x="144" y="1433"/>
                    </a:lnTo>
                    <a:lnTo>
                      <a:pt x="192" y="1421"/>
                    </a:lnTo>
                    <a:lnTo>
                      <a:pt x="287" y="1385"/>
                    </a:lnTo>
                    <a:lnTo>
                      <a:pt x="383" y="1326"/>
                    </a:lnTo>
                    <a:lnTo>
                      <a:pt x="466" y="1266"/>
                    </a:lnTo>
                    <a:lnTo>
                      <a:pt x="538" y="1194"/>
                    </a:lnTo>
                    <a:lnTo>
                      <a:pt x="562" y="1147"/>
                    </a:lnTo>
                    <a:lnTo>
                      <a:pt x="586" y="1099"/>
                    </a:lnTo>
                    <a:lnTo>
                      <a:pt x="598" y="1051"/>
                    </a:lnTo>
                    <a:lnTo>
                      <a:pt x="598" y="991"/>
                    </a:lnTo>
                    <a:lnTo>
                      <a:pt x="598" y="932"/>
                    </a:lnTo>
                    <a:lnTo>
                      <a:pt x="586" y="872"/>
                    </a:lnTo>
                    <a:lnTo>
                      <a:pt x="538" y="741"/>
                    </a:lnTo>
                    <a:lnTo>
                      <a:pt x="430" y="502"/>
                    </a:lnTo>
                    <a:lnTo>
                      <a:pt x="287" y="251"/>
                    </a:lnTo>
                    <a:lnTo>
                      <a:pt x="14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1"/>
              <p:cNvSpPr/>
              <p:nvPr/>
            </p:nvSpPr>
            <p:spPr>
              <a:xfrm>
                <a:off x="8512293" y="1519216"/>
                <a:ext cx="140030" cy="111268"/>
              </a:xfrm>
              <a:custGeom>
                <a:rect b="b" l="l" r="r" t="t"/>
                <a:pathLst>
                  <a:path extrusionOk="0" h="2031" w="2556">
                    <a:moveTo>
                      <a:pt x="1517" y="1"/>
                    </a:moveTo>
                    <a:lnTo>
                      <a:pt x="1433" y="13"/>
                    </a:lnTo>
                    <a:lnTo>
                      <a:pt x="1349" y="25"/>
                    </a:lnTo>
                    <a:lnTo>
                      <a:pt x="1194" y="60"/>
                    </a:lnTo>
                    <a:lnTo>
                      <a:pt x="1039" y="120"/>
                    </a:lnTo>
                    <a:lnTo>
                      <a:pt x="896" y="192"/>
                    </a:lnTo>
                    <a:lnTo>
                      <a:pt x="764" y="275"/>
                    </a:lnTo>
                    <a:lnTo>
                      <a:pt x="490" y="454"/>
                    </a:lnTo>
                    <a:lnTo>
                      <a:pt x="215" y="633"/>
                    </a:lnTo>
                    <a:lnTo>
                      <a:pt x="120" y="717"/>
                    </a:lnTo>
                    <a:lnTo>
                      <a:pt x="24" y="813"/>
                    </a:lnTo>
                    <a:lnTo>
                      <a:pt x="0" y="860"/>
                    </a:lnTo>
                    <a:lnTo>
                      <a:pt x="0" y="908"/>
                    </a:lnTo>
                    <a:lnTo>
                      <a:pt x="12" y="956"/>
                    </a:lnTo>
                    <a:lnTo>
                      <a:pt x="36" y="1004"/>
                    </a:lnTo>
                    <a:lnTo>
                      <a:pt x="60" y="1039"/>
                    </a:lnTo>
                    <a:lnTo>
                      <a:pt x="108" y="1087"/>
                    </a:lnTo>
                    <a:lnTo>
                      <a:pt x="191" y="1147"/>
                    </a:lnTo>
                    <a:lnTo>
                      <a:pt x="335" y="1219"/>
                    </a:lnTo>
                    <a:lnTo>
                      <a:pt x="490" y="1254"/>
                    </a:lnTo>
                    <a:lnTo>
                      <a:pt x="657" y="1266"/>
                    </a:lnTo>
                    <a:lnTo>
                      <a:pt x="812" y="1266"/>
                    </a:lnTo>
                    <a:lnTo>
                      <a:pt x="967" y="1230"/>
                    </a:lnTo>
                    <a:lnTo>
                      <a:pt x="1123" y="1171"/>
                    </a:lnTo>
                    <a:lnTo>
                      <a:pt x="1266" y="1099"/>
                    </a:lnTo>
                    <a:lnTo>
                      <a:pt x="1385" y="992"/>
                    </a:lnTo>
                    <a:lnTo>
                      <a:pt x="1409" y="1183"/>
                    </a:lnTo>
                    <a:lnTo>
                      <a:pt x="1445" y="1374"/>
                    </a:lnTo>
                    <a:lnTo>
                      <a:pt x="1469" y="1457"/>
                    </a:lnTo>
                    <a:lnTo>
                      <a:pt x="1505" y="1529"/>
                    </a:lnTo>
                    <a:lnTo>
                      <a:pt x="1541" y="1613"/>
                    </a:lnTo>
                    <a:lnTo>
                      <a:pt x="1588" y="1684"/>
                    </a:lnTo>
                    <a:lnTo>
                      <a:pt x="1648" y="1744"/>
                    </a:lnTo>
                    <a:lnTo>
                      <a:pt x="1720" y="1804"/>
                    </a:lnTo>
                    <a:lnTo>
                      <a:pt x="1791" y="1863"/>
                    </a:lnTo>
                    <a:lnTo>
                      <a:pt x="1887" y="1911"/>
                    </a:lnTo>
                    <a:lnTo>
                      <a:pt x="1994" y="1947"/>
                    </a:lnTo>
                    <a:lnTo>
                      <a:pt x="2114" y="1983"/>
                    </a:lnTo>
                    <a:lnTo>
                      <a:pt x="2257" y="2007"/>
                    </a:lnTo>
                    <a:lnTo>
                      <a:pt x="2412" y="2030"/>
                    </a:lnTo>
                    <a:lnTo>
                      <a:pt x="2555" y="514"/>
                    </a:lnTo>
                    <a:lnTo>
                      <a:pt x="2436" y="383"/>
                    </a:lnTo>
                    <a:lnTo>
                      <a:pt x="2305" y="275"/>
                    </a:lnTo>
                    <a:lnTo>
                      <a:pt x="2161" y="180"/>
                    </a:lnTo>
                    <a:lnTo>
                      <a:pt x="2006" y="108"/>
                    </a:lnTo>
                    <a:lnTo>
                      <a:pt x="1839" y="48"/>
                    </a:lnTo>
                    <a:lnTo>
                      <a:pt x="1684" y="13"/>
                    </a:lnTo>
                    <a:lnTo>
                      <a:pt x="1517"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1"/>
              <p:cNvSpPr/>
              <p:nvPr/>
            </p:nvSpPr>
            <p:spPr>
              <a:xfrm>
                <a:off x="8512293" y="1519216"/>
                <a:ext cx="140030" cy="111268"/>
              </a:xfrm>
              <a:custGeom>
                <a:rect b="b" l="l" r="r" t="t"/>
                <a:pathLst>
                  <a:path extrusionOk="0" fill="none" h="2031" w="2556">
                    <a:moveTo>
                      <a:pt x="2555" y="514"/>
                    </a:moveTo>
                    <a:lnTo>
                      <a:pt x="2555" y="514"/>
                    </a:lnTo>
                    <a:lnTo>
                      <a:pt x="2436" y="383"/>
                    </a:lnTo>
                    <a:lnTo>
                      <a:pt x="2305" y="275"/>
                    </a:lnTo>
                    <a:lnTo>
                      <a:pt x="2161" y="180"/>
                    </a:lnTo>
                    <a:lnTo>
                      <a:pt x="2006" y="108"/>
                    </a:lnTo>
                    <a:lnTo>
                      <a:pt x="1839" y="48"/>
                    </a:lnTo>
                    <a:lnTo>
                      <a:pt x="1684" y="13"/>
                    </a:lnTo>
                    <a:lnTo>
                      <a:pt x="1517" y="1"/>
                    </a:lnTo>
                    <a:lnTo>
                      <a:pt x="1433" y="13"/>
                    </a:lnTo>
                    <a:lnTo>
                      <a:pt x="1349" y="25"/>
                    </a:lnTo>
                    <a:lnTo>
                      <a:pt x="1349" y="25"/>
                    </a:lnTo>
                    <a:lnTo>
                      <a:pt x="1194" y="60"/>
                    </a:lnTo>
                    <a:lnTo>
                      <a:pt x="1039" y="120"/>
                    </a:lnTo>
                    <a:lnTo>
                      <a:pt x="896" y="192"/>
                    </a:lnTo>
                    <a:lnTo>
                      <a:pt x="764" y="275"/>
                    </a:lnTo>
                    <a:lnTo>
                      <a:pt x="490" y="454"/>
                    </a:lnTo>
                    <a:lnTo>
                      <a:pt x="215" y="633"/>
                    </a:lnTo>
                    <a:lnTo>
                      <a:pt x="215" y="633"/>
                    </a:lnTo>
                    <a:lnTo>
                      <a:pt x="120" y="717"/>
                    </a:lnTo>
                    <a:lnTo>
                      <a:pt x="24" y="813"/>
                    </a:lnTo>
                    <a:lnTo>
                      <a:pt x="24" y="813"/>
                    </a:lnTo>
                    <a:lnTo>
                      <a:pt x="0" y="860"/>
                    </a:lnTo>
                    <a:lnTo>
                      <a:pt x="0" y="908"/>
                    </a:lnTo>
                    <a:lnTo>
                      <a:pt x="12" y="956"/>
                    </a:lnTo>
                    <a:lnTo>
                      <a:pt x="36" y="1004"/>
                    </a:lnTo>
                    <a:lnTo>
                      <a:pt x="60" y="1039"/>
                    </a:lnTo>
                    <a:lnTo>
                      <a:pt x="108" y="1087"/>
                    </a:lnTo>
                    <a:lnTo>
                      <a:pt x="191" y="1147"/>
                    </a:lnTo>
                    <a:lnTo>
                      <a:pt x="191" y="1147"/>
                    </a:lnTo>
                    <a:lnTo>
                      <a:pt x="335" y="1219"/>
                    </a:lnTo>
                    <a:lnTo>
                      <a:pt x="490" y="1254"/>
                    </a:lnTo>
                    <a:lnTo>
                      <a:pt x="657" y="1266"/>
                    </a:lnTo>
                    <a:lnTo>
                      <a:pt x="812" y="1266"/>
                    </a:lnTo>
                    <a:lnTo>
                      <a:pt x="967" y="1230"/>
                    </a:lnTo>
                    <a:lnTo>
                      <a:pt x="1123" y="1171"/>
                    </a:lnTo>
                    <a:lnTo>
                      <a:pt x="1266" y="1099"/>
                    </a:lnTo>
                    <a:lnTo>
                      <a:pt x="1385" y="992"/>
                    </a:lnTo>
                    <a:lnTo>
                      <a:pt x="1385" y="992"/>
                    </a:lnTo>
                    <a:lnTo>
                      <a:pt x="1409" y="1183"/>
                    </a:lnTo>
                    <a:lnTo>
                      <a:pt x="1445" y="1374"/>
                    </a:lnTo>
                    <a:lnTo>
                      <a:pt x="1469" y="1457"/>
                    </a:lnTo>
                    <a:lnTo>
                      <a:pt x="1505" y="1529"/>
                    </a:lnTo>
                    <a:lnTo>
                      <a:pt x="1541" y="1613"/>
                    </a:lnTo>
                    <a:lnTo>
                      <a:pt x="1588" y="1684"/>
                    </a:lnTo>
                    <a:lnTo>
                      <a:pt x="1648" y="1744"/>
                    </a:lnTo>
                    <a:lnTo>
                      <a:pt x="1720" y="1804"/>
                    </a:lnTo>
                    <a:lnTo>
                      <a:pt x="1791" y="1863"/>
                    </a:lnTo>
                    <a:lnTo>
                      <a:pt x="1887" y="1911"/>
                    </a:lnTo>
                    <a:lnTo>
                      <a:pt x="1994" y="1947"/>
                    </a:lnTo>
                    <a:lnTo>
                      <a:pt x="2114" y="1983"/>
                    </a:lnTo>
                    <a:lnTo>
                      <a:pt x="2257" y="2007"/>
                    </a:lnTo>
                    <a:lnTo>
                      <a:pt x="2412" y="2030"/>
                    </a:lnTo>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1"/>
              <p:cNvSpPr/>
              <p:nvPr/>
            </p:nvSpPr>
            <p:spPr>
              <a:xfrm>
                <a:off x="8511635" y="1518558"/>
                <a:ext cx="141345" cy="112583"/>
              </a:xfrm>
              <a:custGeom>
                <a:rect b="b" l="l" r="r" t="t"/>
                <a:pathLst>
                  <a:path extrusionOk="0" h="2055" w="2580">
                    <a:moveTo>
                      <a:pt x="1505" y="1"/>
                    </a:moveTo>
                    <a:lnTo>
                      <a:pt x="1385" y="13"/>
                    </a:lnTo>
                    <a:lnTo>
                      <a:pt x="1266" y="37"/>
                    </a:lnTo>
                    <a:lnTo>
                      <a:pt x="1158" y="72"/>
                    </a:lnTo>
                    <a:lnTo>
                      <a:pt x="1039" y="120"/>
                    </a:lnTo>
                    <a:lnTo>
                      <a:pt x="932" y="168"/>
                    </a:lnTo>
                    <a:lnTo>
                      <a:pt x="824" y="228"/>
                    </a:lnTo>
                    <a:lnTo>
                      <a:pt x="597" y="383"/>
                    </a:lnTo>
                    <a:lnTo>
                      <a:pt x="370" y="526"/>
                    </a:lnTo>
                    <a:lnTo>
                      <a:pt x="203" y="645"/>
                    </a:lnTo>
                    <a:lnTo>
                      <a:pt x="132" y="705"/>
                    </a:lnTo>
                    <a:lnTo>
                      <a:pt x="60" y="777"/>
                    </a:lnTo>
                    <a:lnTo>
                      <a:pt x="24" y="813"/>
                    </a:lnTo>
                    <a:lnTo>
                      <a:pt x="12" y="848"/>
                    </a:lnTo>
                    <a:lnTo>
                      <a:pt x="0" y="896"/>
                    </a:lnTo>
                    <a:lnTo>
                      <a:pt x="0" y="932"/>
                    </a:lnTo>
                    <a:lnTo>
                      <a:pt x="12" y="968"/>
                    </a:lnTo>
                    <a:lnTo>
                      <a:pt x="24" y="1004"/>
                    </a:lnTo>
                    <a:lnTo>
                      <a:pt x="72" y="1087"/>
                    </a:lnTo>
                    <a:lnTo>
                      <a:pt x="156" y="1159"/>
                    </a:lnTo>
                    <a:lnTo>
                      <a:pt x="263" y="1207"/>
                    </a:lnTo>
                    <a:lnTo>
                      <a:pt x="359" y="1254"/>
                    </a:lnTo>
                    <a:lnTo>
                      <a:pt x="466" y="1278"/>
                    </a:lnTo>
                    <a:lnTo>
                      <a:pt x="597" y="1302"/>
                    </a:lnTo>
                    <a:lnTo>
                      <a:pt x="729" y="1302"/>
                    </a:lnTo>
                    <a:lnTo>
                      <a:pt x="848" y="1290"/>
                    </a:lnTo>
                    <a:lnTo>
                      <a:pt x="979" y="1266"/>
                    </a:lnTo>
                    <a:lnTo>
                      <a:pt x="1099" y="1219"/>
                    </a:lnTo>
                    <a:lnTo>
                      <a:pt x="1206" y="1171"/>
                    </a:lnTo>
                    <a:lnTo>
                      <a:pt x="1314" y="1099"/>
                    </a:lnTo>
                    <a:lnTo>
                      <a:pt x="1388" y="1034"/>
                    </a:lnTo>
                    <a:lnTo>
                      <a:pt x="1388" y="1034"/>
                    </a:lnTo>
                    <a:lnTo>
                      <a:pt x="1397" y="1147"/>
                    </a:lnTo>
                    <a:lnTo>
                      <a:pt x="1421" y="1302"/>
                    </a:lnTo>
                    <a:lnTo>
                      <a:pt x="1457" y="1434"/>
                    </a:lnTo>
                    <a:lnTo>
                      <a:pt x="1505" y="1577"/>
                    </a:lnTo>
                    <a:lnTo>
                      <a:pt x="1541" y="1636"/>
                    </a:lnTo>
                    <a:lnTo>
                      <a:pt x="1588" y="1696"/>
                    </a:lnTo>
                    <a:lnTo>
                      <a:pt x="1636" y="1756"/>
                    </a:lnTo>
                    <a:lnTo>
                      <a:pt x="1684" y="1804"/>
                    </a:lnTo>
                    <a:lnTo>
                      <a:pt x="1803" y="1887"/>
                    </a:lnTo>
                    <a:lnTo>
                      <a:pt x="1935" y="1959"/>
                    </a:lnTo>
                    <a:lnTo>
                      <a:pt x="2054" y="1995"/>
                    </a:lnTo>
                    <a:lnTo>
                      <a:pt x="2173" y="2019"/>
                    </a:lnTo>
                    <a:lnTo>
                      <a:pt x="2305" y="2042"/>
                    </a:lnTo>
                    <a:lnTo>
                      <a:pt x="2424" y="2054"/>
                    </a:lnTo>
                    <a:lnTo>
                      <a:pt x="2436" y="2054"/>
                    </a:lnTo>
                    <a:lnTo>
                      <a:pt x="2436" y="2042"/>
                    </a:lnTo>
                    <a:lnTo>
                      <a:pt x="2436" y="2030"/>
                    </a:lnTo>
                    <a:lnTo>
                      <a:pt x="2424" y="2019"/>
                    </a:lnTo>
                    <a:lnTo>
                      <a:pt x="2197" y="1995"/>
                    </a:lnTo>
                    <a:lnTo>
                      <a:pt x="2090" y="1971"/>
                    </a:lnTo>
                    <a:lnTo>
                      <a:pt x="1970" y="1935"/>
                    </a:lnTo>
                    <a:lnTo>
                      <a:pt x="1875" y="1887"/>
                    </a:lnTo>
                    <a:lnTo>
                      <a:pt x="1779" y="1828"/>
                    </a:lnTo>
                    <a:lnTo>
                      <a:pt x="1684" y="1756"/>
                    </a:lnTo>
                    <a:lnTo>
                      <a:pt x="1612" y="1672"/>
                    </a:lnTo>
                    <a:lnTo>
                      <a:pt x="1564" y="1601"/>
                    </a:lnTo>
                    <a:lnTo>
                      <a:pt x="1517" y="1517"/>
                    </a:lnTo>
                    <a:lnTo>
                      <a:pt x="1493" y="1445"/>
                    </a:lnTo>
                    <a:lnTo>
                      <a:pt x="1469" y="1350"/>
                    </a:lnTo>
                    <a:lnTo>
                      <a:pt x="1433" y="1183"/>
                    </a:lnTo>
                    <a:lnTo>
                      <a:pt x="1421" y="1004"/>
                    </a:lnTo>
                    <a:lnTo>
                      <a:pt x="1409" y="992"/>
                    </a:lnTo>
                    <a:lnTo>
                      <a:pt x="1385" y="992"/>
                    </a:lnTo>
                    <a:lnTo>
                      <a:pt x="1302" y="1063"/>
                    </a:lnTo>
                    <a:lnTo>
                      <a:pt x="1218" y="1123"/>
                    </a:lnTo>
                    <a:lnTo>
                      <a:pt x="1123" y="1171"/>
                    </a:lnTo>
                    <a:lnTo>
                      <a:pt x="1015" y="1207"/>
                    </a:lnTo>
                    <a:lnTo>
                      <a:pt x="920" y="1242"/>
                    </a:lnTo>
                    <a:lnTo>
                      <a:pt x="812" y="1254"/>
                    </a:lnTo>
                    <a:lnTo>
                      <a:pt x="705" y="1266"/>
                    </a:lnTo>
                    <a:lnTo>
                      <a:pt x="597" y="1266"/>
                    </a:lnTo>
                    <a:lnTo>
                      <a:pt x="490" y="1242"/>
                    </a:lnTo>
                    <a:lnTo>
                      <a:pt x="382" y="1219"/>
                    </a:lnTo>
                    <a:lnTo>
                      <a:pt x="275" y="1183"/>
                    </a:lnTo>
                    <a:lnTo>
                      <a:pt x="179" y="1123"/>
                    </a:lnTo>
                    <a:lnTo>
                      <a:pt x="132" y="1087"/>
                    </a:lnTo>
                    <a:lnTo>
                      <a:pt x="96" y="1051"/>
                    </a:lnTo>
                    <a:lnTo>
                      <a:pt x="60" y="1004"/>
                    </a:lnTo>
                    <a:lnTo>
                      <a:pt x="36" y="944"/>
                    </a:lnTo>
                    <a:lnTo>
                      <a:pt x="36" y="896"/>
                    </a:lnTo>
                    <a:lnTo>
                      <a:pt x="48" y="848"/>
                    </a:lnTo>
                    <a:lnTo>
                      <a:pt x="84" y="801"/>
                    </a:lnTo>
                    <a:lnTo>
                      <a:pt x="120" y="765"/>
                    </a:lnTo>
                    <a:lnTo>
                      <a:pt x="191" y="705"/>
                    </a:lnTo>
                    <a:lnTo>
                      <a:pt x="263" y="645"/>
                    </a:lnTo>
                    <a:lnTo>
                      <a:pt x="418" y="538"/>
                    </a:lnTo>
                    <a:lnTo>
                      <a:pt x="609" y="407"/>
                    </a:lnTo>
                    <a:lnTo>
                      <a:pt x="800" y="287"/>
                    </a:lnTo>
                    <a:lnTo>
                      <a:pt x="1003" y="180"/>
                    </a:lnTo>
                    <a:lnTo>
                      <a:pt x="1111" y="132"/>
                    </a:lnTo>
                    <a:lnTo>
                      <a:pt x="1218" y="84"/>
                    </a:lnTo>
                    <a:lnTo>
                      <a:pt x="1326" y="60"/>
                    </a:lnTo>
                    <a:lnTo>
                      <a:pt x="1445" y="37"/>
                    </a:lnTo>
                    <a:lnTo>
                      <a:pt x="1672" y="37"/>
                    </a:lnTo>
                    <a:lnTo>
                      <a:pt x="1803" y="60"/>
                    </a:lnTo>
                    <a:lnTo>
                      <a:pt x="1923" y="96"/>
                    </a:lnTo>
                    <a:lnTo>
                      <a:pt x="2042" y="144"/>
                    </a:lnTo>
                    <a:lnTo>
                      <a:pt x="2161" y="204"/>
                    </a:lnTo>
                    <a:lnTo>
                      <a:pt x="2269" y="275"/>
                    </a:lnTo>
                    <a:lnTo>
                      <a:pt x="2364" y="359"/>
                    </a:lnTo>
                    <a:lnTo>
                      <a:pt x="2460" y="443"/>
                    </a:lnTo>
                    <a:lnTo>
                      <a:pt x="2555" y="538"/>
                    </a:lnTo>
                    <a:lnTo>
                      <a:pt x="2579" y="538"/>
                    </a:lnTo>
                    <a:lnTo>
                      <a:pt x="2579" y="526"/>
                    </a:lnTo>
                    <a:lnTo>
                      <a:pt x="2579" y="502"/>
                    </a:lnTo>
                    <a:lnTo>
                      <a:pt x="2496" y="419"/>
                    </a:lnTo>
                    <a:lnTo>
                      <a:pt x="2400" y="335"/>
                    </a:lnTo>
                    <a:lnTo>
                      <a:pt x="2305" y="263"/>
                    </a:lnTo>
                    <a:lnTo>
                      <a:pt x="2209" y="192"/>
                    </a:lnTo>
                    <a:lnTo>
                      <a:pt x="2102" y="132"/>
                    </a:lnTo>
                    <a:lnTo>
                      <a:pt x="1982" y="84"/>
                    </a:lnTo>
                    <a:lnTo>
                      <a:pt x="1875" y="49"/>
                    </a:lnTo>
                    <a:lnTo>
                      <a:pt x="1755" y="13"/>
                    </a:lnTo>
                    <a:lnTo>
                      <a:pt x="1624"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1"/>
              <p:cNvSpPr/>
              <p:nvPr/>
            </p:nvSpPr>
            <p:spPr>
              <a:xfrm>
                <a:off x="8604496" y="1634374"/>
                <a:ext cx="394507" cy="470987"/>
              </a:xfrm>
              <a:custGeom>
                <a:rect b="b" l="l" r="r" t="t"/>
                <a:pathLst>
                  <a:path extrusionOk="0" h="8597" w="7201">
                    <a:moveTo>
                      <a:pt x="2138" y="0"/>
                    </a:moveTo>
                    <a:lnTo>
                      <a:pt x="1" y="1134"/>
                    </a:lnTo>
                    <a:lnTo>
                      <a:pt x="2568" y="7295"/>
                    </a:lnTo>
                    <a:lnTo>
                      <a:pt x="2651" y="7462"/>
                    </a:lnTo>
                    <a:lnTo>
                      <a:pt x="2747" y="7617"/>
                    </a:lnTo>
                    <a:lnTo>
                      <a:pt x="2854" y="7773"/>
                    </a:lnTo>
                    <a:lnTo>
                      <a:pt x="2974" y="7904"/>
                    </a:lnTo>
                    <a:lnTo>
                      <a:pt x="3117" y="8035"/>
                    </a:lnTo>
                    <a:lnTo>
                      <a:pt x="3248" y="8155"/>
                    </a:lnTo>
                    <a:lnTo>
                      <a:pt x="3404" y="8262"/>
                    </a:lnTo>
                    <a:lnTo>
                      <a:pt x="3571" y="8346"/>
                    </a:lnTo>
                    <a:lnTo>
                      <a:pt x="3774" y="8441"/>
                    </a:lnTo>
                    <a:lnTo>
                      <a:pt x="3977" y="8513"/>
                    </a:lnTo>
                    <a:lnTo>
                      <a:pt x="4192" y="8561"/>
                    </a:lnTo>
                    <a:lnTo>
                      <a:pt x="4395" y="8585"/>
                    </a:lnTo>
                    <a:lnTo>
                      <a:pt x="4609" y="8597"/>
                    </a:lnTo>
                    <a:lnTo>
                      <a:pt x="4824" y="8585"/>
                    </a:lnTo>
                    <a:lnTo>
                      <a:pt x="5027" y="8549"/>
                    </a:lnTo>
                    <a:lnTo>
                      <a:pt x="5230" y="8501"/>
                    </a:lnTo>
                    <a:lnTo>
                      <a:pt x="5433" y="8429"/>
                    </a:lnTo>
                    <a:lnTo>
                      <a:pt x="5624" y="8346"/>
                    </a:lnTo>
                    <a:lnTo>
                      <a:pt x="5803" y="8238"/>
                    </a:lnTo>
                    <a:lnTo>
                      <a:pt x="5971" y="8119"/>
                    </a:lnTo>
                    <a:lnTo>
                      <a:pt x="6138" y="7976"/>
                    </a:lnTo>
                    <a:lnTo>
                      <a:pt x="6281" y="7809"/>
                    </a:lnTo>
                    <a:lnTo>
                      <a:pt x="6412" y="7641"/>
                    </a:lnTo>
                    <a:lnTo>
                      <a:pt x="6532" y="7450"/>
                    </a:lnTo>
                    <a:lnTo>
                      <a:pt x="7200" y="5827"/>
                    </a:lnTo>
                    <a:lnTo>
                      <a:pt x="5326" y="4836"/>
                    </a:lnTo>
                    <a:lnTo>
                      <a:pt x="2138"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1"/>
              <p:cNvSpPr/>
              <p:nvPr/>
            </p:nvSpPr>
            <p:spPr>
              <a:xfrm>
                <a:off x="8730118" y="1651358"/>
                <a:ext cx="179257" cy="278034"/>
              </a:xfrm>
              <a:custGeom>
                <a:rect b="b" l="l" r="r" t="t"/>
                <a:pathLst>
                  <a:path extrusionOk="0" h="5075" w="3272">
                    <a:moveTo>
                      <a:pt x="12" y="0"/>
                    </a:moveTo>
                    <a:lnTo>
                      <a:pt x="0" y="12"/>
                    </a:lnTo>
                    <a:lnTo>
                      <a:pt x="12" y="24"/>
                    </a:lnTo>
                    <a:lnTo>
                      <a:pt x="717" y="1111"/>
                    </a:lnTo>
                    <a:lnTo>
                      <a:pt x="1552" y="2376"/>
                    </a:lnTo>
                    <a:lnTo>
                      <a:pt x="2352" y="3618"/>
                    </a:lnTo>
                    <a:lnTo>
                      <a:pt x="2663" y="4096"/>
                    </a:lnTo>
                    <a:lnTo>
                      <a:pt x="2973" y="4573"/>
                    </a:lnTo>
                    <a:lnTo>
                      <a:pt x="3152" y="4896"/>
                    </a:lnTo>
                    <a:lnTo>
                      <a:pt x="3212" y="4991"/>
                    </a:lnTo>
                    <a:lnTo>
                      <a:pt x="3224" y="5027"/>
                    </a:lnTo>
                    <a:lnTo>
                      <a:pt x="3236" y="5051"/>
                    </a:lnTo>
                    <a:lnTo>
                      <a:pt x="3236" y="5063"/>
                    </a:lnTo>
                    <a:lnTo>
                      <a:pt x="3236" y="5075"/>
                    </a:lnTo>
                    <a:lnTo>
                      <a:pt x="3272" y="5075"/>
                    </a:lnTo>
                    <a:lnTo>
                      <a:pt x="3272" y="5063"/>
                    </a:lnTo>
                    <a:lnTo>
                      <a:pt x="3272" y="5039"/>
                    </a:lnTo>
                    <a:lnTo>
                      <a:pt x="3248" y="4979"/>
                    </a:lnTo>
                    <a:lnTo>
                      <a:pt x="3176" y="4860"/>
                    </a:lnTo>
                    <a:lnTo>
                      <a:pt x="3104" y="4740"/>
                    </a:lnTo>
                    <a:lnTo>
                      <a:pt x="2830" y="4287"/>
                    </a:lnTo>
                    <a:lnTo>
                      <a:pt x="2543" y="3845"/>
                    </a:lnTo>
                    <a:lnTo>
                      <a:pt x="1731" y="2603"/>
                    </a:lnTo>
                    <a:lnTo>
                      <a:pt x="872" y="1290"/>
                    </a:lnTo>
                    <a:lnTo>
                      <a:pt x="120" y="132"/>
                    </a:lnTo>
                    <a:lnTo>
                      <a:pt x="36" y="12"/>
                    </a:lnTo>
                    <a:lnTo>
                      <a:pt x="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1"/>
              <p:cNvSpPr/>
              <p:nvPr/>
            </p:nvSpPr>
            <p:spPr>
              <a:xfrm>
                <a:off x="8950518" y="3618252"/>
                <a:ext cx="501118" cy="256449"/>
              </a:xfrm>
              <a:custGeom>
                <a:rect b="b" l="l" r="r" t="t"/>
                <a:pathLst>
                  <a:path extrusionOk="0" h="4681" w="9147">
                    <a:moveTo>
                      <a:pt x="8836" y="1"/>
                    </a:moveTo>
                    <a:lnTo>
                      <a:pt x="2759" y="48"/>
                    </a:lnTo>
                    <a:lnTo>
                      <a:pt x="2878" y="1983"/>
                    </a:lnTo>
                    <a:lnTo>
                      <a:pt x="2639" y="2018"/>
                    </a:lnTo>
                    <a:lnTo>
                      <a:pt x="2401" y="2066"/>
                    </a:lnTo>
                    <a:lnTo>
                      <a:pt x="2186" y="2126"/>
                    </a:lnTo>
                    <a:lnTo>
                      <a:pt x="1983" y="2198"/>
                    </a:lnTo>
                    <a:lnTo>
                      <a:pt x="1792" y="2269"/>
                    </a:lnTo>
                    <a:lnTo>
                      <a:pt x="1613" y="2353"/>
                    </a:lnTo>
                    <a:lnTo>
                      <a:pt x="1446" y="2436"/>
                    </a:lnTo>
                    <a:lnTo>
                      <a:pt x="1290" y="2544"/>
                    </a:lnTo>
                    <a:lnTo>
                      <a:pt x="1159" y="2639"/>
                    </a:lnTo>
                    <a:lnTo>
                      <a:pt x="1016" y="2747"/>
                    </a:lnTo>
                    <a:lnTo>
                      <a:pt x="896" y="2854"/>
                    </a:lnTo>
                    <a:lnTo>
                      <a:pt x="789" y="2974"/>
                    </a:lnTo>
                    <a:lnTo>
                      <a:pt x="681" y="3093"/>
                    </a:lnTo>
                    <a:lnTo>
                      <a:pt x="598" y="3200"/>
                    </a:lnTo>
                    <a:lnTo>
                      <a:pt x="431" y="3439"/>
                    </a:lnTo>
                    <a:lnTo>
                      <a:pt x="299" y="3678"/>
                    </a:lnTo>
                    <a:lnTo>
                      <a:pt x="204" y="3893"/>
                    </a:lnTo>
                    <a:lnTo>
                      <a:pt x="120" y="4096"/>
                    </a:lnTo>
                    <a:lnTo>
                      <a:pt x="72" y="4287"/>
                    </a:lnTo>
                    <a:lnTo>
                      <a:pt x="37" y="4442"/>
                    </a:lnTo>
                    <a:lnTo>
                      <a:pt x="13" y="4550"/>
                    </a:lnTo>
                    <a:lnTo>
                      <a:pt x="1" y="4657"/>
                    </a:lnTo>
                    <a:lnTo>
                      <a:pt x="9147" y="4681"/>
                    </a:lnTo>
                    <a:lnTo>
                      <a:pt x="9147" y="4681"/>
                    </a:lnTo>
                    <a:lnTo>
                      <a:pt x="883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1"/>
              <p:cNvSpPr/>
              <p:nvPr/>
            </p:nvSpPr>
            <p:spPr>
              <a:xfrm>
                <a:off x="9031655" y="3730781"/>
                <a:ext cx="71330" cy="39938"/>
              </a:xfrm>
              <a:custGeom>
                <a:rect b="b" l="l" r="r" t="t"/>
                <a:pathLst>
                  <a:path extrusionOk="0" h="729" w="1302">
                    <a:moveTo>
                      <a:pt x="12" y="0"/>
                    </a:moveTo>
                    <a:lnTo>
                      <a:pt x="0" y="12"/>
                    </a:lnTo>
                    <a:lnTo>
                      <a:pt x="0" y="24"/>
                    </a:lnTo>
                    <a:lnTo>
                      <a:pt x="0" y="36"/>
                    </a:lnTo>
                    <a:lnTo>
                      <a:pt x="335" y="191"/>
                    </a:lnTo>
                    <a:lnTo>
                      <a:pt x="657" y="358"/>
                    </a:lnTo>
                    <a:lnTo>
                      <a:pt x="967" y="538"/>
                    </a:lnTo>
                    <a:lnTo>
                      <a:pt x="1278" y="729"/>
                    </a:lnTo>
                    <a:lnTo>
                      <a:pt x="1290" y="729"/>
                    </a:lnTo>
                    <a:lnTo>
                      <a:pt x="1302" y="717"/>
                    </a:lnTo>
                    <a:lnTo>
                      <a:pt x="1302" y="705"/>
                    </a:lnTo>
                    <a:lnTo>
                      <a:pt x="1302" y="693"/>
                    </a:lnTo>
                    <a:lnTo>
                      <a:pt x="991" y="502"/>
                    </a:lnTo>
                    <a:lnTo>
                      <a:pt x="669" y="323"/>
                    </a:lnTo>
                    <a:lnTo>
                      <a:pt x="347" y="155"/>
                    </a:lnTo>
                    <a:lnTo>
                      <a:pt x="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1"/>
              <p:cNvSpPr/>
              <p:nvPr/>
            </p:nvSpPr>
            <p:spPr>
              <a:xfrm>
                <a:off x="9064362" y="3720317"/>
                <a:ext cx="64153" cy="41253"/>
              </a:xfrm>
              <a:custGeom>
                <a:rect b="b" l="l" r="r" t="t"/>
                <a:pathLst>
                  <a:path extrusionOk="0" h="753" w="1171">
                    <a:moveTo>
                      <a:pt x="12" y="0"/>
                    </a:moveTo>
                    <a:lnTo>
                      <a:pt x="0" y="12"/>
                    </a:lnTo>
                    <a:lnTo>
                      <a:pt x="0" y="24"/>
                    </a:lnTo>
                    <a:lnTo>
                      <a:pt x="0" y="36"/>
                    </a:lnTo>
                    <a:lnTo>
                      <a:pt x="1147" y="752"/>
                    </a:lnTo>
                    <a:lnTo>
                      <a:pt x="1158" y="752"/>
                    </a:lnTo>
                    <a:lnTo>
                      <a:pt x="1170" y="740"/>
                    </a:lnTo>
                    <a:lnTo>
                      <a:pt x="1170" y="729"/>
                    </a:lnTo>
                    <a:lnTo>
                      <a:pt x="1158" y="717"/>
                    </a:lnTo>
                    <a:lnTo>
                      <a:pt x="24" y="12"/>
                    </a:lnTo>
                    <a:lnTo>
                      <a:pt x="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1"/>
              <p:cNvSpPr/>
              <p:nvPr/>
            </p:nvSpPr>
            <p:spPr>
              <a:xfrm>
                <a:off x="9081345" y="3688925"/>
                <a:ext cx="362458" cy="3945"/>
              </a:xfrm>
              <a:custGeom>
                <a:rect b="b" l="l" r="r" t="t"/>
                <a:pathLst>
                  <a:path extrusionOk="0" h="72" w="6616">
                    <a:moveTo>
                      <a:pt x="156" y="0"/>
                    </a:moveTo>
                    <a:lnTo>
                      <a:pt x="25" y="12"/>
                    </a:lnTo>
                    <a:lnTo>
                      <a:pt x="1" y="12"/>
                    </a:lnTo>
                    <a:lnTo>
                      <a:pt x="1" y="24"/>
                    </a:lnTo>
                    <a:lnTo>
                      <a:pt x="1" y="36"/>
                    </a:lnTo>
                    <a:lnTo>
                      <a:pt x="13" y="48"/>
                    </a:lnTo>
                    <a:lnTo>
                      <a:pt x="2245" y="48"/>
                    </a:lnTo>
                    <a:lnTo>
                      <a:pt x="4144" y="60"/>
                    </a:lnTo>
                    <a:lnTo>
                      <a:pt x="6329" y="60"/>
                    </a:lnTo>
                    <a:lnTo>
                      <a:pt x="6460" y="72"/>
                    </a:lnTo>
                    <a:lnTo>
                      <a:pt x="6591" y="60"/>
                    </a:lnTo>
                    <a:lnTo>
                      <a:pt x="6615" y="60"/>
                    </a:lnTo>
                    <a:lnTo>
                      <a:pt x="6615" y="48"/>
                    </a:lnTo>
                    <a:lnTo>
                      <a:pt x="6615" y="36"/>
                    </a:lnTo>
                    <a:lnTo>
                      <a:pt x="6603" y="24"/>
                    </a:lnTo>
                    <a:lnTo>
                      <a:pt x="4371" y="24"/>
                    </a:lnTo>
                    <a:lnTo>
                      <a:pt x="2472" y="12"/>
                    </a:lnTo>
                    <a:lnTo>
                      <a:pt x="287" y="12"/>
                    </a:lnTo>
                    <a:lnTo>
                      <a:pt x="1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1"/>
              <p:cNvSpPr/>
              <p:nvPr/>
            </p:nvSpPr>
            <p:spPr>
              <a:xfrm>
                <a:off x="8840620" y="1374035"/>
                <a:ext cx="959669" cy="826815"/>
              </a:xfrm>
              <a:custGeom>
                <a:rect b="b" l="l" r="r" t="t"/>
                <a:pathLst>
                  <a:path extrusionOk="0" h="15092" w="17517">
                    <a:moveTo>
                      <a:pt x="9266" y="0"/>
                    </a:moveTo>
                    <a:lnTo>
                      <a:pt x="7786" y="358"/>
                    </a:lnTo>
                    <a:lnTo>
                      <a:pt x="6341" y="705"/>
                    </a:lnTo>
                    <a:lnTo>
                      <a:pt x="6329" y="1290"/>
                    </a:lnTo>
                    <a:lnTo>
                      <a:pt x="5863" y="1349"/>
                    </a:lnTo>
                    <a:lnTo>
                      <a:pt x="5398" y="1421"/>
                    </a:lnTo>
                    <a:lnTo>
                      <a:pt x="4872" y="1505"/>
                    </a:lnTo>
                    <a:lnTo>
                      <a:pt x="4693" y="1540"/>
                    </a:lnTo>
                    <a:lnTo>
                      <a:pt x="4514" y="1576"/>
                    </a:lnTo>
                    <a:lnTo>
                      <a:pt x="4323" y="1636"/>
                    </a:lnTo>
                    <a:lnTo>
                      <a:pt x="4120" y="1696"/>
                    </a:lnTo>
                    <a:lnTo>
                      <a:pt x="3965" y="1755"/>
                    </a:lnTo>
                    <a:lnTo>
                      <a:pt x="3774" y="1839"/>
                    </a:lnTo>
                    <a:lnTo>
                      <a:pt x="3583" y="1934"/>
                    </a:lnTo>
                    <a:lnTo>
                      <a:pt x="3392" y="2042"/>
                    </a:lnTo>
                    <a:lnTo>
                      <a:pt x="3213" y="2161"/>
                    </a:lnTo>
                    <a:lnTo>
                      <a:pt x="3034" y="2304"/>
                    </a:lnTo>
                    <a:lnTo>
                      <a:pt x="2866" y="2460"/>
                    </a:lnTo>
                    <a:lnTo>
                      <a:pt x="2711" y="2639"/>
                    </a:lnTo>
                    <a:lnTo>
                      <a:pt x="2556" y="2830"/>
                    </a:lnTo>
                    <a:lnTo>
                      <a:pt x="2449" y="2997"/>
                    </a:lnTo>
                    <a:lnTo>
                      <a:pt x="2305" y="3248"/>
                    </a:lnTo>
                    <a:lnTo>
                      <a:pt x="1947" y="3928"/>
                    </a:lnTo>
                    <a:lnTo>
                      <a:pt x="1529" y="4776"/>
                    </a:lnTo>
                    <a:lnTo>
                      <a:pt x="1087" y="5695"/>
                    </a:lnTo>
                    <a:lnTo>
                      <a:pt x="323" y="7319"/>
                    </a:lnTo>
                    <a:lnTo>
                      <a:pt x="1" y="8035"/>
                    </a:lnTo>
                    <a:lnTo>
                      <a:pt x="3822" y="8812"/>
                    </a:lnTo>
                    <a:lnTo>
                      <a:pt x="3714" y="13313"/>
                    </a:lnTo>
                    <a:lnTo>
                      <a:pt x="3654" y="13349"/>
                    </a:lnTo>
                    <a:lnTo>
                      <a:pt x="3571" y="13408"/>
                    </a:lnTo>
                    <a:lnTo>
                      <a:pt x="3499" y="13480"/>
                    </a:lnTo>
                    <a:lnTo>
                      <a:pt x="3440" y="13563"/>
                    </a:lnTo>
                    <a:lnTo>
                      <a:pt x="3368" y="13671"/>
                    </a:lnTo>
                    <a:lnTo>
                      <a:pt x="3320" y="13790"/>
                    </a:lnTo>
                    <a:lnTo>
                      <a:pt x="3284" y="13934"/>
                    </a:lnTo>
                    <a:lnTo>
                      <a:pt x="3272" y="14101"/>
                    </a:lnTo>
                    <a:lnTo>
                      <a:pt x="3272" y="14244"/>
                    </a:lnTo>
                    <a:lnTo>
                      <a:pt x="3272" y="14363"/>
                    </a:lnTo>
                    <a:lnTo>
                      <a:pt x="3296" y="14471"/>
                    </a:lnTo>
                    <a:lnTo>
                      <a:pt x="3320" y="14554"/>
                    </a:lnTo>
                    <a:lnTo>
                      <a:pt x="3344" y="14650"/>
                    </a:lnTo>
                    <a:lnTo>
                      <a:pt x="3380" y="14722"/>
                    </a:lnTo>
                    <a:lnTo>
                      <a:pt x="3463" y="14829"/>
                    </a:lnTo>
                    <a:lnTo>
                      <a:pt x="3547" y="14913"/>
                    </a:lnTo>
                    <a:lnTo>
                      <a:pt x="3607" y="14972"/>
                    </a:lnTo>
                    <a:lnTo>
                      <a:pt x="3678" y="15008"/>
                    </a:lnTo>
                    <a:lnTo>
                      <a:pt x="4407" y="15056"/>
                    </a:lnTo>
                    <a:lnTo>
                      <a:pt x="5099" y="15080"/>
                    </a:lnTo>
                    <a:lnTo>
                      <a:pt x="5756" y="15092"/>
                    </a:lnTo>
                    <a:lnTo>
                      <a:pt x="6389" y="15092"/>
                    </a:lnTo>
                    <a:lnTo>
                      <a:pt x="6998" y="15080"/>
                    </a:lnTo>
                    <a:lnTo>
                      <a:pt x="7571" y="15044"/>
                    </a:lnTo>
                    <a:lnTo>
                      <a:pt x="8120" y="14996"/>
                    </a:lnTo>
                    <a:lnTo>
                      <a:pt x="8645" y="14936"/>
                    </a:lnTo>
                    <a:lnTo>
                      <a:pt x="9135" y="14865"/>
                    </a:lnTo>
                    <a:lnTo>
                      <a:pt x="9600" y="14781"/>
                    </a:lnTo>
                    <a:lnTo>
                      <a:pt x="10054" y="14698"/>
                    </a:lnTo>
                    <a:lnTo>
                      <a:pt x="10472" y="14602"/>
                    </a:lnTo>
                    <a:lnTo>
                      <a:pt x="10854" y="14495"/>
                    </a:lnTo>
                    <a:lnTo>
                      <a:pt x="11224" y="14387"/>
                    </a:lnTo>
                    <a:lnTo>
                      <a:pt x="11570" y="14268"/>
                    </a:lnTo>
                    <a:lnTo>
                      <a:pt x="11893" y="14148"/>
                    </a:lnTo>
                    <a:lnTo>
                      <a:pt x="12191" y="14029"/>
                    </a:lnTo>
                    <a:lnTo>
                      <a:pt x="12466" y="13910"/>
                    </a:lnTo>
                    <a:lnTo>
                      <a:pt x="12717" y="13778"/>
                    </a:lnTo>
                    <a:lnTo>
                      <a:pt x="12955" y="13659"/>
                    </a:lnTo>
                    <a:lnTo>
                      <a:pt x="13158" y="13540"/>
                    </a:lnTo>
                    <a:lnTo>
                      <a:pt x="13349" y="13420"/>
                    </a:lnTo>
                    <a:lnTo>
                      <a:pt x="13517" y="13301"/>
                    </a:lnTo>
                    <a:lnTo>
                      <a:pt x="13672" y="13193"/>
                    </a:lnTo>
                    <a:lnTo>
                      <a:pt x="13803" y="13086"/>
                    </a:lnTo>
                    <a:lnTo>
                      <a:pt x="13911" y="12990"/>
                    </a:lnTo>
                    <a:lnTo>
                      <a:pt x="14078" y="12811"/>
                    </a:lnTo>
                    <a:lnTo>
                      <a:pt x="14137" y="12740"/>
                    </a:lnTo>
                    <a:lnTo>
                      <a:pt x="14173" y="12680"/>
                    </a:lnTo>
                    <a:lnTo>
                      <a:pt x="14197" y="12632"/>
                    </a:lnTo>
                    <a:lnTo>
                      <a:pt x="14209" y="12596"/>
                    </a:lnTo>
                    <a:lnTo>
                      <a:pt x="14197" y="12477"/>
                    </a:lnTo>
                    <a:lnTo>
                      <a:pt x="14185" y="12381"/>
                    </a:lnTo>
                    <a:lnTo>
                      <a:pt x="14161" y="12286"/>
                    </a:lnTo>
                    <a:lnTo>
                      <a:pt x="14137" y="12214"/>
                    </a:lnTo>
                    <a:lnTo>
                      <a:pt x="14102" y="12131"/>
                    </a:lnTo>
                    <a:lnTo>
                      <a:pt x="14066" y="12071"/>
                    </a:lnTo>
                    <a:lnTo>
                      <a:pt x="13982" y="11964"/>
                    </a:lnTo>
                    <a:lnTo>
                      <a:pt x="13899" y="11892"/>
                    </a:lnTo>
                    <a:lnTo>
                      <a:pt x="13827" y="11844"/>
                    </a:lnTo>
                    <a:lnTo>
                      <a:pt x="13767" y="11808"/>
                    </a:lnTo>
                    <a:lnTo>
                      <a:pt x="13266" y="7677"/>
                    </a:lnTo>
                    <a:lnTo>
                      <a:pt x="13803" y="8406"/>
                    </a:lnTo>
                    <a:lnTo>
                      <a:pt x="17516" y="5827"/>
                    </a:lnTo>
                    <a:lnTo>
                      <a:pt x="16788" y="4692"/>
                    </a:lnTo>
                    <a:lnTo>
                      <a:pt x="16167" y="3725"/>
                    </a:lnTo>
                    <a:lnTo>
                      <a:pt x="15869" y="3283"/>
                    </a:lnTo>
                    <a:lnTo>
                      <a:pt x="15606" y="2913"/>
                    </a:lnTo>
                    <a:lnTo>
                      <a:pt x="15379" y="2603"/>
                    </a:lnTo>
                    <a:lnTo>
                      <a:pt x="15140" y="2340"/>
                    </a:lnTo>
                    <a:lnTo>
                      <a:pt x="14914" y="2113"/>
                    </a:lnTo>
                    <a:lnTo>
                      <a:pt x="14687" y="1922"/>
                    </a:lnTo>
                    <a:lnTo>
                      <a:pt x="14472" y="1755"/>
                    </a:lnTo>
                    <a:lnTo>
                      <a:pt x="14257" y="1624"/>
                    </a:lnTo>
                    <a:lnTo>
                      <a:pt x="14054" y="1528"/>
                    </a:lnTo>
                    <a:lnTo>
                      <a:pt x="13863" y="1445"/>
                    </a:lnTo>
                    <a:lnTo>
                      <a:pt x="13684" y="1385"/>
                    </a:lnTo>
                    <a:lnTo>
                      <a:pt x="13529" y="1337"/>
                    </a:lnTo>
                    <a:lnTo>
                      <a:pt x="13397" y="1313"/>
                    </a:lnTo>
                    <a:lnTo>
                      <a:pt x="13278" y="1290"/>
                    </a:lnTo>
                    <a:lnTo>
                      <a:pt x="13051" y="1290"/>
                    </a:lnTo>
                    <a:lnTo>
                      <a:pt x="9708" y="1051"/>
                    </a:lnTo>
                    <a:lnTo>
                      <a:pt x="9266"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1"/>
              <p:cNvSpPr/>
              <p:nvPr/>
            </p:nvSpPr>
            <p:spPr>
              <a:xfrm>
                <a:off x="9041462" y="1651358"/>
                <a:ext cx="13148" cy="449401"/>
              </a:xfrm>
              <a:custGeom>
                <a:rect b="b" l="l" r="r" t="t"/>
                <a:pathLst>
                  <a:path extrusionOk="0" h="8203" w="240">
                    <a:moveTo>
                      <a:pt x="12" y="0"/>
                    </a:moveTo>
                    <a:lnTo>
                      <a:pt x="0" y="12"/>
                    </a:lnTo>
                    <a:lnTo>
                      <a:pt x="0" y="24"/>
                    </a:lnTo>
                    <a:lnTo>
                      <a:pt x="0" y="239"/>
                    </a:lnTo>
                    <a:lnTo>
                      <a:pt x="12" y="836"/>
                    </a:lnTo>
                    <a:lnTo>
                      <a:pt x="36" y="1708"/>
                    </a:lnTo>
                    <a:lnTo>
                      <a:pt x="60" y="2782"/>
                    </a:lnTo>
                    <a:lnTo>
                      <a:pt x="96" y="3952"/>
                    </a:lnTo>
                    <a:lnTo>
                      <a:pt x="120" y="5146"/>
                    </a:lnTo>
                    <a:lnTo>
                      <a:pt x="156" y="6245"/>
                    </a:lnTo>
                    <a:lnTo>
                      <a:pt x="180" y="7188"/>
                    </a:lnTo>
                    <a:lnTo>
                      <a:pt x="191" y="7857"/>
                    </a:lnTo>
                    <a:lnTo>
                      <a:pt x="191" y="8012"/>
                    </a:lnTo>
                    <a:lnTo>
                      <a:pt x="203" y="8179"/>
                    </a:lnTo>
                    <a:lnTo>
                      <a:pt x="203" y="8191"/>
                    </a:lnTo>
                    <a:lnTo>
                      <a:pt x="203" y="8203"/>
                    </a:lnTo>
                    <a:lnTo>
                      <a:pt x="227" y="8203"/>
                    </a:lnTo>
                    <a:lnTo>
                      <a:pt x="239" y="8191"/>
                    </a:lnTo>
                    <a:lnTo>
                      <a:pt x="227" y="7976"/>
                    </a:lnTo>
                    <a:lnTo>
                      <a:pt x="215" y="7379"/>
                    </a:lnTo>
                    <a:lnTo>
                      <a:pt x="191" y="6496"/>
                    </a:lnTo>
                    <a:lnTo>
                      <a:pt x="168" y="5421"/>
                    </a:lnTo>
                    <a:lnTo>
                      <a:pt x="132" y="4251"/>
                    </a:lnTo>
                    <a:lnTo>
                      <a:pt x="108" y="3069"/>
                    </a:lnTo>
                    <a:lnTo>
                      <a:pt x="84" y="1959"/>
                    </a:lnTo>
                    <a:lnTo>
                      <a:pt x="60" y="1027"/>
                    </a:lnTo>
                    <a:lnTo>
                      <a:pt x="36" y="359"/>
                    </a:lnTo>
                    <a:lnTo>
                      <a:pt x="36" y="192"/>
                    </a:lnTo>
                    <a:lnTo>
                      <a:pt x="36" y="36"/>
                    </a:lnTo>
                    <a:lnTo>
                      <a:pt x="36" y="24"/>
                    </a:lnTo>
                    <a:lnTo>
                      <a:pt x="24" y="12"/>
                    </a:lnTo>
                    <a:lnTo>
                      <a:pt x="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1"/>
              <p:cNvSpPr/>
              <p:nvPr/>
            </p:nvSpPr>
            <p:spPr>
              <a:xfrm>
                <a:off x="9226580" y="1410632"/>
                <a:ext cx="26845" cy="697358"/>
              </a:xfrm>
              <a:custGeom>
                <a:rect b="b" l="l" r="r" t="t"/>
                <a:pathLst>
                  <a:path extrusionOk="0" h="12729" w="490">
                    <a:moveTo>
                      <a:pt x="454" y="1"/>
                    </a:moveTo>
                    <a:lnTo>
                      <a:pt x="454" y="13"/>
                    </a:lnTo>
                    <a:lnTo>
                      <a:pt x="311" y="1254"/>
                    </a:lnTo>
                    <a:lnTo>
                      <a:pt x="191" y="2496"/>
                    </a:lnTo>
                    <a:lnTo>
                      <a:pt x="108" y="3738"/>
                    </a:lnTo>
                    <a:lnTo>
                      <a:pt x="48" y="4980"/>
                    </a:lnTo>
                    <a:lnTo>
                      <a:pt x="12" y="6221"/>
                    </a:lnTo>
                    <a:lnTo>
                      <a:pt x="0" y="7463"/>
                    </a:lnTo>
                    <a:lnTo>
                      <a:pt x="12" y="8693"/>
                    </a:lnTo>
                    <a:lnTo>
                      <a:pt x="48" y="9934"/>
                    </a:lnTo>
                    <a:lnTo>
                      <a:pt x="84" y="10627"/>
                    </a:lnTo>
                    <a:lnTo>
                      <a:pt x="132" y="11319"/>
                    </a:lnTo>
                    <a:lnTo>
                      <a:pt x="179" y="12012"/>
                    </a:lnTo>
                    <a:lnTo>
                      <a:pt x="239" y="12704"/>
                    </a:lnTo>
                    <a:lnTo>
                      <a:pt x="251" y="12728"/>
                    </a:lnTo>
                    <a:lnTo>
                      <a:pt x="275" y="12728"/>
                    </a:lnTo>
                    <a:lnTo>
                      <a:pt x="275" y="12704"/>
                    </a:lnTo>
                    <a:lnTo>
                      <a:pt x="179" y="11463"/>
                    </a:lnTo>
                    <a:lnTo>
                      <a:pt x="108" y="10221"/>
                    </a:lnTo>
                    <a:lnTo>
                      <a:pt x="60" y="8979"/>
                    </a:lnTo>
                    <a:lnTo>
                      <a:pt x="36" y="7738"/>
                    </a:lnTo>
                    <a:lnTo>
                      <a:pt x="36" y="6496"/>
                    </a:lnTo>
                    <a:lnTo>
                      <a:pt x="72" y="5254"/>
                    </a:lnTo>
                    <a:lnTo>
                      <a:pt x="132" y="4012"/>
                    </a:lnTo>
                    <a:lnTo>
                      <a:pt x="215" y="2783"/>
                    </a:lnTo>
                    <a:lnTo>
                      <a:pt x="263" y="2090"/>
                    </a:lnTo>
                    <a:lnTo>
                      <a:pt x="335" y="1398"/>
                    </a:lnTo>
                    <a:lnTo>
                      <a:pt x="406" y="705"/>
                    </a:lnTo>
                    <a:lnTo>
                      <a:pt x="490" y="13"/>
                    </a:lnTo>
                    <a:lnTo>
                      <a:pt x="49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1"/>
              <p:cNvSpPr/>
              <p:nvPr/>
            </p:nvSpPr>
            <p:spPr>
              <a:xfrm>
                <a:off x="9197161" y="2119715"/>
                <a:ext cx="28159" cy="81794"/>
              </a:xfrm>
              <a:custGeom>
                <a:rect b="b" l="l" r="r" t="t"/>
                <a:pathLst>
                  <a:path extrusionOk="0" h="1493" w="514">
                    <a:moveTo>
                      <a:pt x="143" y="0"/>
                    </a:moveTo>
                    <a:lnTo>
                      <a:pt x="96" y="96"/>
                    </a:lnTo>
                    <a:lnTo>
                      <a:pt x="60" y="191"/>
                    </a:lnTo>
                    <a:lnTo>
                      <a:pt x="36" y="299"/>
                    </a:lnTo>
                    <a:lnTo>
                      <a:pt x="12" y="394"/>
                    </a:lnTo>
                    <a:lnTo>
                      <a:pt x="0" y="502"/>
                    </a:lnTo>
                    <a:lnTo>
                      <a:pt x="0" y="609"/>
                    </a:lnTo>
                    <a:lnTo>
                      <a:pt x="12" y="705"/>
                    </a:lnTo>
                    <a:lnTo>
                      <a:pt x="36" y="812"/>
                    </a:lnTo>
                    <a:lnTo>
                      <a:pt x="60" y="908"/>
                    </a:lnTo>
                    <a:lnTo>
                      <a:pt x="96" y="1015"/>
                    </a:lnTo>
                    <a:lnTo>
                      <a:pt x="143" y="1099"/>
                    </a:lnTo>
                    <a:lnTo>
                      <a:pt x="191" y="1194"/>
                    </a:lnTo>
                    <a:lnTo>
                      <a:pt x="251" y="1278"/>
                    </a:lnTo>
                    <a:lnTo>
                      <a:pt x="322" y="1349"/>
                    </a:lnTo>
                    <a:lnTo>
                      <a:pt x="406" y="1421"/>
                    </a:lnTo>
                    <a:lnTo>
                      <a:pt x="490" y="1493"/>
                    </a:lnTo>
                    <a:lnTo>
                      <a:pt x="502" y="1493"/>
                    </a:lnTo>
                    <a:lnTo>
                      <a:pt x="513" y="1481"/>
                    </a:lnTo>
                    <a:lnTo>
                      <a:pt x="513" y="1469"/>
                    </a:lnTo>
                    <a:lnTo>
                      <a:pt x="502" y="1457"/>
                    </a:lnTo>
                    <a:lnTo>
                      <a:pt x="418" y="1397"/>
                    </a:lnTo>
                    <a:lnTo>
                      <a:pt x="346" y="1325"/>
                    </a:lnTo>
                    <a:lnTo>
                      <a:pt x="287" y="1254"/>
                    </a:lnTo>
                    <a:lnTo>
                      <a:pt x="227" y="1170"/>
                    </a:lnTo>
                    <a:lnTo>
                      <a:pt x="167" y="1087"/>
                    </a:lnTo>
                    <a:lnTo>
                      <a:pt x="131" y="991"/>
                    </a:lnTo>
                    <a:lnTo>
                      <a:pt x="96" y="896"/>
                    </a:lnTo>
                    <a:lnTo>
                      <a:pt x="72" y="800"/>
                    </a:lnTo>
                    <a:lnTo>
                      <a:pt x="48" y="705"/>
                    </a:lnTo>
                    <a:lnTo>
                      <a:pt x="36" y="597"/>
                    </a:lnTo>
                    <a:lnTo>
                      <a:pt x="36" y="502"/>
                    </a:lnTo>
                    <a:lnTo>
                      <a:pt x="48" y="406"/>
                    </a:lnTo>
                    <a:lnTo>
                      <a:pt x="60" y="299"/>
                    </a:lnTo>
                    <a:lnTo>
                      <a:pt x="96" y="203"/>
                    </a:lnTo>
                    <a:lnTo>
                      <a:pt x="131" y="108"/>
                    </a:lnTo>
                    <a:lnTo>
                      <a:pt x="179" y="24"/>
                    </a:lnTo>
                    <a:lnTo>
                      <a:pt x="179" y="12"/>
                    </a:lnTo>
                    <a:lnTo>
                      <a:pt x="16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1"/>
              <p:cNvSpPr/>
              <p:nvPr/>
            </p:nvSpPr>
            <p:spPr>
              <a:xfrm>
                <a:off x="9546415" y="1468211"/>
                <a:ext cx="53032" cy="168135"/>
              </a:xfrm>
              <a:custGeom>
                <a:rect b="b" l="l" r="r" t="t"/>
                <a:pathLst>
                  <a:path extrusionOk="0" h="3069" w="968">
                    <a:moveTo>
                      <a:pt x="944" y="0"/>
                    </a:moveTo>
                    <a:lnTo>
                      <a:pt x="884" y="24"/>
                    </a:lnTo>
                    <a:lnTo>
                      <a:pt x="825" y="60"/>
                    </a:lnTo>
                    <a:lnTo>
                      <a:pt x="765" y="96"/>
                    </a:lnTo>
                    <a:lnTo>
                      <a:pt x="705" y="132"/>
                    </a:lnTo>
                    <a:lnTo>
                      <a:pt x="622" y="239"/>
                    </a:lnTo>
                    <a:lnTo>
                      <a:pt x="538" y="347"/>
                    </a:lnTo>
                    <a:lnTo>
                      <a:pt x="454" y="490"/>
                    </a:lnTo>
                    <a:lnTo>
                      <a:pt x="383" y="633"/>
                    </a:lnTo>
                    <a:lnTo>
                      <a:pt x="263" y="944"/>
                    </a:lnTo>
                    <a:lnTo>
                      <a:pt x="204" y="1099"/>
                    </a:lnTo>
                    <a:lnTo>
                      <a:pt x="156" y="1266"/>
                    </a:lnTo>
                    <a:lnTo>
                      <a:pt x="72" y="1600"/>
                    </a:lnTo>
                    <a:lnTo>
                      <a:pt x="25" y="1947"/>
                    </a:lnTo>
                    <a:lnTo>
                      <a:pt x="1" y="2293"/>
                    </a:lnTo>
                    <a:lnTo>
                      <a:pt x="1" y="2484"/>
                    </a:lnTo>
                    <a:lnTo>
                      <a:pt x="1" y="2675"/>
                    </a:lnTo>
                    <a:lnTo>
                      <a:pt x="25" y="2866"/>
                    </a:lnTo>
                    <a:lnTo>
                      <a:pt x="49" y="3057"/>
                    </a:lnTo>
                    <a:lnTo>
                      <a:pt x="60" y="3069"/>
                    </a:lnTo>
                    <a:lnTo>
                      <a:pt x="84" y="3069"/>
                    </a:lnTo>
                    <a:lnTo>
                      <a:pt x="84" y="3057"/>
                    </a:lnTo>
                    <a:lnTo>
                      <a:pt x="49" y="2723"/>
                    </a:lnTo>
                    <a:lnTo>
                      <a:pt x="37" y="2400"/>
                    </a:lnTo>
                    <a:lnTo>
                      <a:pt x="49" y="2066"/>
                    </a:lnTo>
                    <a:lnTo>
                      <a:pt x="84" y="1744"/>
                    </a:lnTo>
                    <a:lnTo>
                      <a:pt x="144" y="1409"/>
                    </a:lnTo>
                    <a:lnTo>
                      <a:pt x="240" y="1099"/>
                    </a:lnTo>
                    <a:lnTo>
                      <a:pt x="359" y="788"/>
                    </a:lnTo>
                    <a:lnTo>
                      <a:pt x="502" y="490"/>
                    </a:lnTo>
                    <a:lnTo>
                      <a:pt x="586" y="347"/>
                    </a:lnTo>
                    <a:lnTo>
                      <a:pt x="634" y="275"/>
                    </a:lnTo>
                    <a:lnTo>
                      <a:pt x="681" y="215"/>
                    </a:lnTo>
                    <a:lnTo>
                      <a:pt x="741" y="156"/>
                    </a:lnTo>
                    <a:lnTo>
                      <a:pt x="801" y="108"/>
                    </a:lnTo>
                    <a:lnTo>
                      <a:pt x="872" y="72"/>
                    </a:lnTo>
                    <a:lnTo>
                      <a:pt x="956" y="36"/>
                    </a:lnTo>
                    <a:lnTo>
                      <a:pt x="968" y="36"/>
                    </a:lnTo>
                    <a:lnTo>
                      <a:pt x="968" y="24"/>
                    </a:lnTo>
                    <a:lnTo>
                      <a:pt x="956" y="12"/>
                    </a:lnTo>
                    <a:lnTo>
                      <a:pt x="9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1"/>
              <p:cNvSpPr/>
              <p:nvPr/>
            </p:nvSpPr>
            <p:spPr>
              <a:xfrm>
                <a:off x="9038175" y="1487167"/>
                <a:ext cx="2027" cy="84424"/>
              </a:xfrm>
              <a:custGeom>
                <a:rect b="b" l="l" r="r" t="t"/>
                <a:pathLst>
                  <a:path extrusionOk="0" h="1541" w="37">
                    <a:moveTo>
                      <a:pt x="1" y="1"/>
                    </a:moveTo>
                    <a:lnTo>
                      <a:pt x="1" y="13"/>
                    </a:lnTo>
                    <a:lnTo>
                      <a:pt x="1" y="1517"/>
                    </a:lnTo>
                    <a:lnTo>
                      <a:pt x="1" y="1529"/>
                    </a:lnTo>
                    <a:lnTo>
                      <a:pt x="13" y="1541"/>
                    </a:lnTo>
                    <a:lnTo>
                      <a:pt x="25" y="1529"/>
                    </a:lnTo>
                    <a:lnTo>
                      <a:pt x="37" y="1517"/>
                    </a:lnTo>
                    <a:lnTo>
                      <a:pt x="37" y="13"/>
                    </a:lnTo>
                    <a:lnTo>
                      <a:pt x="2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1"/>
              <p:cNvSpPr/>
              <p:nvPr/>
            </p:nvSpPr>
            <p:spPr>
              <a:xfrm>
                <a:off x="9082660" y="2050357"/>
                <a:ext cx="424584" cy="71385"/>
              </a:xfrm>
              <a:custGeom>
                <a:rect b="b" l="l" r="r" t="t"/>
                <a:pathLst>
                  <a:path extrusionOk="0" h="1303" w="7750">
                    <a:moveTo>
                      <a:pt x="7714" y="1"/>
                    </a:moveTo>
                    <a:lnTo>
                      <a:pt x="7439" y="132"/>
                    </a:lnTo>
                    <a:lnTo>
                      <a:pt x="7140" y="239"/>
                    </a:lnTo>
                    <a:lnTo>
                      <a:pt x="6854" y="347"/>
                    </a:lnTo>
                    <a:lnTo>
                      <a:pt x="6555" y="430"/>
                    </a:lnTo>
                    <a:lnTo>
                      <a:pt x="6149" y="538"/>
                    </a:lnTo>
                    <a:lnTo>
                      <a:pt x="5755" y="633"/>
                    </a:lnTo>
                    <a:lnTo>
                      <a:pt x="5350" y="717"/>
                    </a:lnTo>
                    <a:lnTo>
                      <a:pt x="4944" y="801"/>
                    </a:lnTo>
                    <a:lnTo>
                      <a:pt x="4490" y="884"/>
                    </a:lnTo>
                    <a:lnTo>
                      <a:pt x="4036" y="956"/>
                    </a:lnTo>
                    <a:lnTo>
                      <a:pt x="3141" y="1075"/>
                    </a:lnTo>
                    <a:lnTo>
                      <a:pt x="2293" y="1171"/>
                    </a:lnTo>
                    <a:lnTo>
                      <a:pt x="1875" y="1207"/>
                    </a:lnTo>
                    <a:lnTo>
                      <a:pt x="1445" y="1230"/>
                    </a:lnTo>
                    <a:lnTo>
                      <a:pt x="1123" y="1254"/>
                    </a:lnTo>
                    <a:lnTo>
                      <a:pt x="801" y="1266"/>
                    </a:lnTo>
                    <a:lnTo>
                      <a:pt x="466" y="1254"/>
                    </a:lnTo>
                    <a:lnTo>
                      <a:pt x="144" y="1242"/>
                    </a:lnTo>
                    <a:lnTo>
                      <a:pt x="24" y="1230"/>
                    </a:lnTo>
                    <a:lnTo>
                      <a:pt x="13" y="1230"/>
                    </a:lnTo>
                    <a:lnTo>
                      <a:pt x="1" y="1242"/>
                    </a:lnTo>
                    <a:lnTo>
                      <a:pt x="13" y="1254"/>
                    </a:lnTo>
                    <a:lnTo>
                      <a:pt x="24" y="1266"/>
                    </a:lnTo>
                    <a:lnTo>
                      <a:pt x="335" y="1290"/>
                    </a:lnTo>
                    <a:lnTo>
                      <a:pt x="645" y="1302"/>
                    </a:lnTo>
                    <a:lnTo>
                      <a:pt x="956" y="1290"/>
                    </a:lnTo>
                    <a:lnTo>
                      <a:pt x="1266" y="1278"/>
                    </a:lnTo>
                    <a:lnTo>
                      <a:pt x="1684" y="1254"/>
                    </a:lnTo>
                    <a:lnTo>
                      <a:pt x="2102" y="1230"/>
                    </a:lnTo>
                    <a:lnTo>
                      <a:pt x="2938" y="1135"/>
                    </a:lnTo>
                    <a:lnTo>
                      <a:pt x="3845" y="1015"/>
                    </a:lnTo>
                    <a:lnTo>
                      <a:pt x="4741" y="872"/>
                    </a:lnTo>
                    <a:lnTo>
                      <a:pt x="5159" y="789"/>
                    </a:lnTo>
                    <a:lnTo>
                      <a:pt x="5564" y="705"/>
                    </a:lnTo>
                    <a:lnTo>
                      <a:pt x="5982" y="610"/>
                    </a:lnTo>
                    <a:lnTo>
                      <a:pt x="6400" y="514"/>
                    </a:lnTo>
                    <a:lnTo>
                      <a:pt x="6711" y="418"/>
                    </a:lnTo>
                    <a:lnTo>
                      <a:pt x="7021" y="323"/>
                    </a:lnTo>
                    <a:lnTo>
                      <a:pt x="7332" y="216"/>
                    </a:lnTo>
                    <a:lnTo>
                      <a:pt x="7630" y="84"/>
                    </a:lnTo>
                    <a:lnTo>
                      <a:pt x="7737" y="24"/>
                    </a:lnTo>
                    <a:lnTo>
                      <a:pt x="7749" y="13"/>
                    </a:lnTo>
                    <a:lnTo>
                      <a:pt x="773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1"/>
              <p:cNvSpPr/>
              <p:nvPr/>
            </p:nvSpPr>
            <p:spPr>
              <a:xfrm>
                <a:off x="9186039" y="1406742"/>
                <a:ext cx="185119" cy="82451"/>
              </a:xfrm>
              <a:custGeom>
                <a:rect b="b" l="l" r="r" t="t"/>
                <a:pathLst>
                  <a:path extrusionOk="0" h="1505" w="3379">
                    <a:moveTo>
                      <a:pt x="1254" y="0"/>
                    </a:moveTo>
                    <a:lnTo>
                      <a:pt x="1242" y="12"/>
                    </a:lnTo>
                    <a:lnTo>
                      <a:pt x="153" y="1429"/>
                    </a:lnTo>
                    <a:lnTo>
                      <a:pt x="96" y="1266"/>
                    </a:lnTo>
                    <a:lnTo>
                      <a:pt x="48" y="1075"/>
                    </a:lnTo>
                    <a:lnTo>
                      <a:pt x="36" y="872"/>
                    </a:lnTo>
                    <a:lnTo>
                      <a:pt x="36" y="669"/>
                    </a:lnTo>
                    <a:lnTo>
                      <a:pt x="24" y="657"/>
                    </a:lnTo>
                    <a:lnTo>
                      <a:pt x="12" y="645"/>
                    </a:lnTo>
                    <a:lnTo>
                      <a:pt x="0" y="657"/>
                    </a:lnTo>
                    <a:lnTo>
                      <a:pt x="0" y="669"/>
                    </a:lnTo>
                    <a:lnTo>
                      <a:pt x="0" y="872"/>
                    </a:lnTo>
                    <a:lnTo>
                      <a:pt x="12" y="1075"/>
                    </a:lnTo>
                    <a:lnTo>
                      <a:pt x="60" y="1278"/>
                    </a:lnTo>
                    <a:lnTo>
                      <a:pt x="131" y="1469"/>
                    </a:lnTo>
                    <a:lnTo>
                      <a:pt x="143" y="1481"/>
                    </a:lnTo>
                    <a:lnTo>
                      <a:pt x="167" y="1481"/>
                    </a:lnTo>
                    <a:lnTo>
                      <a:pt x="1252" y="43"/>
                    </a:lnTo>
                    <a:lnTo>
                      <a:pt x="1252" y="43"/>
                    </a:lnTo>
                    <a:lnTo>
                      <a:pt x="1349" y="227"/>
                    </a:lnTo>
                    <a:lnTo>
                      <a:pt x="1481" y="430"/>
                    </a:lnTo>
                    <a:lnTo>
                      <a:pt x="1612" y="621"/>
                    </a:lnTo>
                    <a:lnTo>
                      <a:pt x="1755" y="800"/>
                    </a:lnTo>
                    <a:lnTo>
                      <a:pt x="1898" y="991"/>
                    </a:lnTo>
                    <a:lnTo>
                      <a:pt x="2042" y="1158"/>
                    </a:lnTo>
                    <a:lnTo>
                      <a:pt x="2197" y="1337"/>
                    </a:lnTo>
                    <a:lnTo>
                      <a:pt x="2364" y="1504"/>
                    </a:lnTo>
                    <a:lnTo>
                      <a:pt x="2388" y="1504"/>
                    </a:lnTo>
                    <a:lnTo>
                      <a:pt x="2651" y="1242"/>
                    </a:lnTo>
                    <a:lnTo>
                      <a:pt x="2901" y="967"/>
                    </a:lnTo>
                    <a:lnTo>
                      <a:pt x="3140" y="681"/>
                    </a:lnTo>
                    <a:lnTo>
                      <a:pt x="3379" y="394"/>
                    </a:lnTo>
                    <a:lnTo>
                      <a:pt x="3379" y="382"/>
                    </a:lnTo>
                    <a:lnTo>
                      <a:pt x="3367" y="370"/>
                    </a:lnTo>
                    <a:lnTo>
                      <a:pt x="3355" y="370"/>
                    </a:lnTo>
                    <a:lnTo>
                      <a:pt x="3343" y="382"/>
                    </a:lnTo>
                    <a:lnTo>
                      <a:pt x="3116" y="669"/>
                    </a:lnTo>
                    <a:lnTo>
                      <a:pt x="2878" y="943"/>
                    </a:lnTo>
                    <a:lnTo>
                      <a:pt x="2627" y="1218"/>
                    </a:lnTo>
                    <a:lnTo>
                      <a:pt x="2376" y="1468"/>
                    </a:lnTo>
                    <a:lnTo>
                      <a:pt x="2233" y="1313"/>
                    </a:lnTo>
                    <a:lnTo>
                      <a:pt x="2078" y="1146"/>
                    </a:lnTo>
                    <a:lnTo>
                      <a:pt x="1922" y="967"/>
                    </a:lnTo>
                    <a:lnTo>
                      <a:pt x="1779" y="776"/>
                    </a:lnTo>
                    <a:lnTo>
                      <a:pt x="1636" y="597"/>
                    </a:lnTo>
                    <a:lnTo>
                      <a:pt x="1504" y="406"/>
                    </a:lnTo>
                    <a:lnTo>
                      <a:pt x="1385" y="203"/>
                    </a:lnTo>
                    <a:lnTo>
                      <a:pt x="1266" y="12"/>
                    </a:lnTo>
                    <a:lnTo>
                      <a:pt x="125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1"/>
              <p:cNvSpPr/>
              <p:nvPr/>
            </p:nvSpPr>
            <p:spPr>
              <a:xfrm>
                <a:off x="9562139" y="1733754"/>
                <a:ext cx="33419" cy="283293"/>
              </a:xfrm>
              <a:custGeom>
                <a:rect b="b" l="l" r="r" t="t"/>
                <a:pathLst>
                  <a:path extrusionOk="0" h="5171" w="610">
                    <a:moveTo>
                      <a:pt x="12" y="1"/>
                    </a:moveTo>
                    <a:lnTo>
                      <a:pt x="0" y="13"/>
                    </a:lnTo>
                    <a:lnTo>
                      <a:pt x="454" y="4013"/>
                    </a:lnTo>
                    <a:lnTo>
                      <a:pt x="573" y="5147"/>
                    </a:lnTo>
                    <a:lnTo>
                      <a:pt x="585" y="5159"/>
                    </a:lnTo>
                    <a:lnTo>
                      <a:pt x="597" y="5171"/>
                    </a:lnTo>
                    <a:lnTo>
                      <a:pt x="609" y="5159"/>
                    </a:lnTo>
                    <a:lnTo>
                      <a:pt x="609" y="5147"/>
                    </a:lnTo>
                    <a:lnTo>
                      <a:pt x="167" y="1147"/>
                    </a:lnTo>
                    <a:lnTo>
                      <a:pt x="36" y="13"/>
                    </a:lnTo>
                    <a:lnTo>
                      <a:pt x="3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1"/>
              <p:cNvSpPr/>
              <p:nvPr/>
            </p:nvSpPr>
            <p:spPr>
              <a:xfrm>
                <a:off x="9592216" y="3628059"/>
                <a:ext cx="332326" cy="52374"/>
              </a:xfrm>
              <a:custGeom>
                <a:rect b="b" l="l" r="r" t="t"/>
                <a:pathLst>
                  <a:path extrusionOk="0" h="956" w="6066">
                    <a:moveTo>
                      <a:pt x="6042" y="1"/>
                    </a:moveTo>
                    <a:lnTo>
                      <a:pt x="5469" y="132"/>
                    </a:lnTo>
                    <a:lnTo>
                      <a:pt x="4884" y="263"/>
                    </a:lnTo>
                    <a:lnTo>
                      <a:pt x="4299" y="371"/>
                    </a:lnTo>
                    <a:lnTo>
                      <a:pt x="3714" y="478"/>
                    </a:lnTo>
                    <a:lnTo>
                      <a:pt x="3129" y="574"/>
                    </a:lnTo>
                    <a:lnTo>
                      <a:pt x="2532" y="657"/>
                    </a:lnTo>
                    <a:lnTo>
                      <a:pt x="1947" y="729"/>
                    </a:lnTo>
                    <a:lnTo>
                      <a:pt x="1350" y="801"/>
                    </a:lnTo>
                    <a:lnTo>
                      <a:pt x="681" y="872"/>
                    </a:lnTo>
                    <a:lnTo>
                      <a:pt x="12" y="920"/>
                    </a:lnTo>
                    <a:lnTo>
                      <a:pt x="1" y="932"/>
                    </a:lnTo>
                    <a:lnTo>
                      <a:pt x="1" y="944"/>
                    </a:lnTo>
                    <a:lnTo>
                      <a:pt x="1" y="956"/>
                    </a:lnTo>
                    <a:lnTo>
                      <a:pt x="12" y="956"/>
                    </a:lnTo>
                    <a:lnTo>
                      <a:pt x="609" y="908"/>
                    </a:lnTo>
                    <a:lnTo>
                      <a:pt x="1206" y="848"/>
                    </a:lnTo>
                    <a:lnTo>
                      <a:pt x="1791" y="789"/>
                    </a:lnTo>
                    <a:lnTo>
                      <a:pt x="2388" y="717"/>
                    </a:lnTo>
                    <a:lnTo>
                      <a:pt x="2974" y="634"/>
                    </a:lnTo>
                    <a:lnTo>
                      <a:pt x="3559" y="538"/>
                    </a:lnTo>
                    <a:lnTo>
                      <a:pt x="4144" y="431"/>
                    </a:lnTo>
                    <a:lnTo>
                      <a:pt x="4729" y="323"/>
                    </a:lnTo>
                    <a:lnTo>
                      <a:pt x="5397" y="192"/>
                    </a:lnTo>
                    <a:lnTo>
                      <a:pt x="6054" y="37"/>
                    </a:lnTo>
                    <a:lnTo>
                      <a:pt x="6066" y="37"/>
                    </a:lnTo>
                    <a:lnTo>
                      <a:pt x="6066" y="13"/>
                    </a:lnTo>
                    <a:lnTo>
                      <a:pt x="60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0" name="Google Shape;980;p1"/>
            <p:cNvGrpSpPr/>
            <p:nvPr/>
          </p:nvGrpSpPr>
          <p:grpSpPr>
            <a:xfrm>
              <a:off x="5539499" y="2740070"/>
              <a:ext cx="3157292" cy="1712851"/>
              <a:chOff x="4195875" y="-1613970"/>
              <a:chExt cx="3441190" cy="1866868"/>
            </a:xfrm>
          </p:grpSpPr>
          <p:sp>
            <p:nvSpPr>
              <p:cNvPr id="981" name="Google Shape;981;p1"/>
              <p:cNvSpPr/>
              <p:nvPr/>
            </p:nvSpPr>
            <p:spPr>
              <a:xfrm>
                <a:off x="7085417" y="-1198016"/>
                <a:ext cx="551648" cy="1450914"/>
              </a:xfrm>
              <a:custGeom>
                <a:rect b="b" l="l" r="r" t="t"/>
                <a:pathLst>
                  <a:path extrusionOk="0" h="22614" w="8598">
                    <a:moveTo>
                      <a:pt x="13" y="0"/>
                    </a:moveTo>
                    <a:lnTo>
                      <a:pt x="1" y="12"/>
                    </a:lnTo>
                    <a:lnTo>
                      <a:pt x="1" y="24"/>
                    </a:lnTo>
                    <a:lnTo>
                      <a:pt x="1601" y="4239"/>
                    </a:lnTo>
                    <a:lnTo>
                      <a:pt x="3308" y="8740"/>
                    </a:lnTo>
                    <a:lnTo>
                      <a:pt x="5039" y="13337"/>
                    </a:lnTo>
                    <a:lnTo>
                      <a:pt x="6759" y="17850"/>
                    </a:lnTo>
                    <a:lnTo>
                      <a:pt x="8371" y="22112"/>
                    </a:lnTo>
                    <a:lnTo>
                      <a:pt x="8562" y="22602"/>
                    </a:lnTo>
                    <a:lnTo>
                      <a:pt x="8574" y="22614"/>
                    </a:lnTo>
                    <a:lnTo>
                      <a:pt x="8585" y="22614"/>
                    </a:lnTo>
                    <a:lnTo>
                      <a:pt x="8597" y="22602"/>
                    </a:lnTo>
                    <a:lnTo>
                      <a:pt x="6997" y="18375"/>
                    </a:lnTo>
                    <a:lnTo>
                      <a:pt x="5290" y="13874"/>
                    </a:lnTo>
                    <a:lnTo>
                      <a:pt x="3547" y="9289"/>
                    </a:lnTo>
                    <a:lnTo>
                      <a:pt x="1840" y="4764"/>
                    </a:lnTo>
                    <a:lnTo>
                      <a:pt x="228" y="514"/>
                    </a:lnTo>
                    <a:lnTo>
                      <a:pt x="37" y="12"/>
                    </a:lnTo>
                    <a:lnTo>
                      <a:pt x="25" y="12"/>
                    </a:lnTo>
                    <a:lnTo>
                      <a:pt x="1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1"/>
              <p:cNvSpPr/>
              <p:nvPr/>
            </p:nvSpPr>
            <p:spPr>
              <a:xfrm>
                <a:off x="4433398" y="-1233240"/>
                <a:ext cx="2799172" cy="75131"/>
              </a:xfrm>
              <a:custGeom>
                <a:rect b="b" l="l" r="r" t="t"/>
                <a:pathLst>
                  <a:path extrusionOk="0" h="1171" w="43628">
                    <a:moveTo>
                      <a:pt x="573" y="0"/>
                    </a:moveTo>
                    <a:lnTo>
                      <a:pt x="466" y="12"/>
                    </a:lnTo>
                    <a:lnTo>
                      <a:pt x="346" y="48"/>
                    </a:lnTo>
                    <a:lnTo>
                      <a:pt x="251" y="96"/>
                    </a:lnTo>
                    <a:lnTo>
                      <a:pt x="167" y="167"/>
                    </a:lnTo>
                    <a:lnTo>
                      <a:pt x="96" y="263"/>
                    </a:lnTo>
                    <a:lnTo>
                      <a:pt x="36" y="358"/>
                    </a:lnTo>
                    <a:lnTo>
                      <a:pt x="12" y="466"/>
                    </a:lnTo>
                    <a:lnTo>
                      <a:pt x="0" y="585"/>
                    </a:lnTo>
                    <a:lnTo>
                      <a:pt x="12" y="704"/>
                    </a:lnTo>
                    <a:lnTo>
                      <a:pt x="36" y="812"/>
                    </a:lnTo>
                    <a:lnTo>
                      <a:pt x="96" y="907"/>
                    </a:lnTo>
                    <a:lnTo>
                      <a:pt x="167" y="991"/>
                    </a:lnTo>
                    <a:lnTo>
                      <a:pt x="251" y="1063"/>
                    </a:lnTo>
                    <a:lnTo>
                      <a:pt x="346" y="1122"/>
                    </a:lnTo>
                    <a:lnTo>
                      <a:pt x="466" y="1158"/>
                    </a:lnTo>
                    <a:lnTo>
                      <a:pt x="573" y="1170"/>
                    </a:lnTo>
                    <a:lnTo>
                      <a:pt x="43042" y="1170"/>
                    </a:lnTo>
                    <a:lnTo>
                      <a:pt x="43162" y="1158"/>
                    </a:lnTo>
                    <a:lnTo>
                      <a:pt x="43269" y="1122"/>
                    </a:lnTo>
                    <a:lnTo>
                      <a:pt x="43365" y="1063"/>
                    </a:lnTo>
                    <a:lnTo>
                      <a:pt x="43448" y="991"/>
                    </a:lnTo>
                    <a:lnTo>
                      <a:pt x="43520" y="907"/>
                    </a:lnTo>
                    <a:lnTo>
                      <a:pt x="43580" y="812"/>
                    </a:lnTo>
                    <a:lnTo>
                      <a:pt x="43615" y="704"/>
                    </a:lnTo>
                    <a:lnTo>
                      <a:pt x="43627" y="585"/>
                    </a:lnTo>
                    <a:lnTo>
                      <a:pt x="43615" y="466"/>
                    </a:lnTo>
                    <a:lnTo>
                      <a:pt x="43580" y="358"/>
                    </a:lnTo>
                    <a:lnTo>
                      <a:pt x="43520" y="263"/>
                    </a:lnTo>
                    <a:lnTo>
                      <a:pt x="43448" y="167"/>
                    </a:lnTo>
                    <a:lnTo>
                      <a:pt x="43365" y="96"/>
                    </a:lnTo>
                    <a:lnTo>
                      <a:pt x="43269" y="48"/>
                    </a:lnTo>
                    <a:lnTo>
                      <a:pt x="43162" y="12"/>
                    </a:lnTo>
                    <a:lnTo>
                      <a:pt x="43042"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1"/>
              <p:cNvSpPr/>
              <p:nvPr/>
            </p:nvSpPr>
            <p:spPr>
              <a:xfrm>
                <a:off x="4195875" y="-1153617"/>
                <a:ext cx="483446" cy="1402730"/>
              </a:xfrm>
              <a:custGeom>
                <a:rect b="b" l="l" r="r" t="t"/>
                <a:pathLst>
                  <a:path extrusionOk="0" h="21863" w="7535">
                    <a:moveTo>
                      <a:pt x="7535" y="1"/>
                    </a:moveTo>
                    <a:lnTo>
                      <a:pt x="7511" y="13"/>
                    </a:lnTo>
                    <a:lnTo>
                      <a:pt x="6054" y="4072"/>
                    </a:lnTo>
                    <a:lnTo>
                      <a:pt x="4538" y="8394"/>
                    </a:lnTo>
                    <a:lnTo>
                      <a:pt x="3762" y="10627"/>
                    </a:lnTo>
                    <a:lnTo>
                      <a:pt x="2986" y="12848"/>
                    </a:lnTo>
                    <a:lnTo>
                      <a:pt x="2245" y="15033"/>
                    </a:lnTo>
                    <a:lnTo>
                      <a:pt x="1517" y="17218"/>
                    </a:lnTo>
                    <a:lnTo>
                      <a:pt x="825" y="19283"/>
                    </a:lnTo>
                    <a:lnTo>
                      <a:pt x="156" y="21349"/>
                    </a:lnTo>
                    <a:lnTo>
                      <a:pt x="1" y="21838"/>
                    </a:lnTo>
                    <a:lnTo>
                      <a:pt x="13" y="21850"/>
                    </a:lnTo>
                    <a:lnTo>
                      <a:pt x="13" y="21862"/>
                    </a:lnTo>
                    <a:lnTo>
                      <a:pt x="37" y="21862"/>
                    </a:lnTo>
                    <a:lnTo>
                      <a:pt x="37" y="21850"/>
                    </a:lnTo>
                    <a:lnTo>
                      <a:pt x="705" y="19797"/>
                    </a:lnTo>
                    <a:lnTo>
                      <a:pt x="1374" y="17755"/>
                    </a:lnTo>
                    <a:lnTo>
                      <a:pt x="2102" y="15582"/>
                    </a:lnTo>
                    <a:lnTo>
                      <a:pt x="2842" y="13409"/>
                    </a:lnTo>
                    <a:lnTo>
                      <a:pt x="3607" y="11176"/>
                    </a:lnTo>
                    <a:lnTo>
                      <a:pt x="4383" y="8955"/>
                    </a:lnTo>
                    <a:lnTo>
                      <a:pt x="5911" y="4609"/>
                    </a:lnTo>
                    <a:lnTo>
                      <a:pt x="7368" y="502"/>
                    </a:lnTo>
                    <a:lnTo>
                      <a:pt x="7535" y="25"/>
                    </a:lnTo>
                    <a:lnTo>
                      <a:pt x="7535" y="13"/>
                    </a:lnTo>
                    <a:lnTo>
                      <a:pt x="75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1"/>
              <p:cNvSpPr/>
              <p:nvPr/>
            </p:nvSpPr>
            <p:spPr>
              <a:xfrm>
                <a:off x="4621068" y="-1280013"/>
                <a:ext cx="370075" cy="46067"/>
              </a:xfrm>
              <a:custGeom>
                <a:rect b="b" l="l" r="r" t="t"/>
                <a:pathLst>
                  <a:path extrusionOk="0" h="718" w="5768">
                    <a:moveTo>
                      <a:pt x="358" y="1"/>
                    </a:moveTo>
                    <a:lnTo>
                      <a:pt x="287" y="13"/>
                    </a:lnTo>
                    <a:lnTo>
                      <a:pt x="215" y="37"/>
                    </a:lnTo>
                    <a:lnTo>
                      <a:pt x="155" y="72"/>
                    </a:lnTo>
                    <a:lnTo>
                      <a:pt x="108" y="108"/>
                    </a:lnTo>
                    <a:lnTo>
                      <a:pt x="60" y="168"/>
                    </a:lnTo>
                    <a:lnTo>
                      <a:pt x="24" y="228"/>
                    </a:lnTo>
                    <a:lnTo>
                      <a:pt x="12" y="287"/>
                    </a:lnTo>
                    <a:lnTo>
                      <a:pt x="0" y="359"/>
                    </a:lnTo>
                    <a:lnTo>
                      <a:pt x="12" y="431"/>
                    </a:lnTo>
                    <a:lnTo>
                      <a:pt x="24" y="502"/>
                    </a:lnTo>
                    <a:lnTo>
                      <a:pt x="60" y="562"/>
                    </a:lnTo>
                    <a:lnTo>
                      <a:pt x="108" y="610"/>
                    </a:lnTo>
                    <a:lnTo>
                      <a:pt x="155" y="657"/>
                    </a:lnTo>
                    <a:lnTo>
                      <a:pt x="215" y="681"/>
                    </a:lnTo>
                    <a:lnTo>
                      <a:pt x="287" y="705"/>
                    </a:lnTo>
                    <a:lnTo>
                      <a:pt x="358" y="717"/>
                    </a:lnTo>
                    <a:lnTo>
                      <a:pt x="5409" y="717"/>
                    </a:lnTo>
                    <a:lnTo>
                      <a:pt x="5481" y="705"/>
                    </a:lnTo>
                    <a:lnTo>
                      <a:pt x="5540" y="681"/>
                    </a:lnTo>
                    <a:lnTo>
                      <a:pt x="5600" y="657"/>
                    </a:lnTo>
                    <a:lnTo>
                      <a:pt x="5660" y="610"/>
                    </a:lnTo>
                    <a:lnTo>
                      <a:pt x="5695" y="562"/>
                    </a:lnTo>
                    <a:lnTo>
                      <a:pt x="5731" y="502"/>
                    </a:lnTo>
                    <a:lnTo>
                      <a:pt x="5755" y="431"/>
                    </a:lnTo>
                    <a:lnTo>
                      <a:pt x="5767" y="359"/>
                    </a:lnTo>
                    <a:lnTo>
                      <a:pt x="5755" y="287"/>
                    </a:lnTo>
                    <a:lnTo>
                      <a:pt x="5731" y="228"/>
                    </a:lnTo>
                    <a:lnTo>
                      <a:pt x="5695" y="168"/>
                    </a:lnTo>
                    <a:lnTo>
                      <a:pt x="5660" y="108"/>
                    </a:lnTo>
                    <a:lnTo>
                      <a:pt x="5600" y="72"/>
                    </a:lnTo>
                    <a:lnTo>
                      <a:pt x="5540" y="37"/>
                    </a:lnTo>
                    <a:lnTo>
                      <a:pt x="5481" y="13"/>
                    </a:lnTo>
                    <a:lnTo>
                      <a:pt x="5409" y="1"/>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1"/>
              <p:cNvSpPr/>
              <p:nvPr/>
            </p:nvSpPr>
            <p:spPr>
              <a:xfrm>
                <a:off x="4882266" y="-1613970"/>
                <a:ext cx="549338" cy="380020"/>
              </a:xfrm>
              <a:custGeom>
                <a:rect b="b" l="l" r="r" t="t"/>
                <a:pathLst>
                  <a:path extrusionOk="0" h="5923" w="8562">
                    <a:moveTo>
                      <a:pt x="2699" y="0"/>
                    </a:moveTo>
                    <a:lnTo>
                      <a:pt x="2615" y="12"/>
                    </a:lnTo>
                    <a:lnTo>
                      <a:pt x="2544" y="24"/>
                    </a:lnTo>
                    <a:lnTo>
                      <a:pt x="2472" y="48"/>
                    </a:lnTo>
                    <a:lnTo>
                      <a:pt x="2401" y="84"/>
                    </a:lnTo>
                    <a:lnTo>
                      <a:pt x="2341" y="131"/>
                    </a:lnTo>
                    <a:lnTo>
                      <a:pt x="2281" y="191"/>
                    </a:lnTo>
                    <a:lnTo>
                      <a:pt x="2233" y="251"/>
                    </a:lnTo>
                    <a:lnTo>
                      <a:pt x="2198" y="322"/>
                    </a:lnTo>
                    <a:lnTo>
                      <a:pt x="48" y="5146"/>
                    </a:lnTo>
                    <a:lnTo>
                      <a:pt x="25" y="5218"/>
                    </a:lnTo>
                    <a:lnTo>
                      <a:pt x="13" y="5289"/>
                    </a:lnTo>
                    <a:lnTo>
                      <a:pt x="1" y="5361"/>
                    </a:lnTo>
                    <a:lnTo>
                      <a:pt x="1" y="5421"/>
                    </a:lnTo>
                    <a:lnTo>
                      <a:pt x="13" y="5492"/>
                    </a:lnTo>
                    <a:lnTo>
                      <a:pt x="36" y="5552"/>
                    </a:lnTo>
                    <a:lnTo>
                      <a:pt x="60" y="5612"/>
                    </a:lnTo>
                    <a:lnTo>
                      <a:pt x="84" y="5671"/>
                    </a:lnTo>
                    <a:lnTo>
                      <a:pt x="132" y="5719"/>
                    </a:lnTo>
                    <a:lnTo>
                      <a:pt x="168" y="5767"/>
                    </a:lnTo>
                    <a:lnTo>
                      <a:pt x="227" y="5815"/>
                    </a:lnTo>
                    <a:lnTo>
                      <a:pt x="275" y="5850"/>
                    </a:lnTo>
                    <a:lnTo>
                      <a:pt x="335" y="5874"/>
                    </a:lnTo>
                    <a:lnTo>
                      <a:pt x="407" y="5898"/>
                    </a:lnTo>
                    <a:lnTo>
                      <a:pt x="478" y="5910"/>
                    </a:lnTo>
                    <a:lnTo>
                      <a:pt x="550" y="5922"/>
                    </a:lnTo>
                    <a:lnTo>
                      <a:pt x="5863" y="5922"/>
                    </a:lnTo>
                    <a:lnTo>
                      <a:pt x="5947" y="5910"/>
                    </a:lnTo>
                    <a:lnTo>
                      <a:pt x="6018" y="5898"/>
                    </a:lnTo>
                    <a:lnTo>
                      <a:pt x="6102" y="5862"/>
                    </a:lnTo>
                    <a:lnTo>
                      <a:pt x="6161" y="5827"/>
                    </a:lnTo>
                    <a:lnTo>
                      <a:pt x="6221" y="5779"/>
                    </a:lnTo>
                    <a:lnTo>
                      <a:pt x="6281" y="5731"/>
                    </a:lnTo>
                    <a:lnTo>
                      <a:pt x="6329" y="5659"/>
                    </a:lnTo>
                    <a:lnTo>
                      <a:pt x="6364" y="5600"/>
                    </a:lnTo>
                    <a:lnTo>
                      <a:pt x="8514" y="764"/>
                    </a:lnTo>
                    <a:lnTo>
                      <a:pt x="8537" y="705"/>
                    </a:lnTo>
                    <a:lnTo>
                      <a:pt x="8561" y="633"/>
                    </a:lnTo>
                    <a:lnTo>
                      <a:pt x="8561" y="561"/>
                    </a:lnTo>
                    <a:lnTo>
                      <a:pt x="8561" y="502"/>
                    </a:lnTo>
                    <a:lnTo>
                      <a:pt x="8549" y="430"/>
                    </a:lnTo>
                    <a:lnTo>
                      <a:pt x="8537" y="370"/>
                    </a:lnTo>
                    <a:lnTo>
                      <a:pt x="8514" y="311"/>
                    </a:lnTo>
                    <a:lnTo>
                      <a:pt x="8478" y="251"/>
                    </a:lnTo>
                    <a:lnTo>
                      <a:pt x="8442" y="191"/>
                    </a:lnTo>
                    <a:lnTo>
                      <a:pt x="8394" y="143"/>
                    </a:lnTo>
                    <a:lnTo>
                      <a:pt x="8346" y="108"/>
                    </a:lnTo>
                    <a:lnTo>
                      <a:pt x="8287" y="72"/>
                    </a:lnTo>
                    <a:lnTo>
                      <a:pt x="8227" y="36"/>
                    </a:lnTo>
                    <a:lnTo>
                      <a:pt x="8155" y="24"/>
                    </a:lnTo>
                    <a:lnTo>
                      <a:pt x="8096"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1"/>
              <p:cNvSpPr/>
              <p:nvPr/>
            </p:nvSpPr>
            <p:spPr>
              <a:xfrm>
                <a:off x="4871552" y="-1584905"/>
                <a:ext cx="147119" cy="327922"/>
              </a:xfrm>
              <a:custGeom>
                <a:rect b="b" l="l" r="r" t="t"/>
                <a:pathLst>
                  <a:path extrusionOk="0" h="5111" w="2293">
                    <a:moveTo>
                      <a:pt x="2269" y="1"/>
                    </a:moveTo>
                    <a:lnTo>
                      <a:pt x="2257" y="13"/>
                    </a:lnTo>
                    <a:lnTo>
                      <a:pt x="2006" y="622"/>
                    </a:lnTo>
                    <a:lnTo>
                      <a:pt x="1732" y="1231"/>
                    </a:lnTo>
                    <a:lnTo>
                      <a:pt x="1194" y="2460"/>
                    </a:lnTo>
                    <a:lnTo>
                      <a:pt x="693" y="3618"/>
                    </a:lnTo>
                    <a:lnTo>
                      <a:pt x="538" y="3965"/>
                    </a:lnTo>
                    <a:lnTo>
                      <a:pt x="371" y="4311"/>
                    </a:lnTo>
                    <a:lnTo>
                      <a:pt x="180" y="4693"/>
                    </a:lnTo>
                    <a:lnTo>
                      <a:pt x="0" y="5087"/>
                    </a:lnTo>
                    <a:lnTo>
                      <a:pt x="0" y="5099"/>
                    </a:lnTo>
                    <a:lnTo>
                      <a:pt x="12" y="5111"/>
                    </a:lnTo>
                    <a:lnTo>
                      <a:pt x="24" y="5111"/>
                    </a:lnTo>
                    <a:lnTo>
                      <a:pt x="36" y="5099"/>
                    </a:lnTo>
                    <a:lnTo>
                      <a:pt x="192" y="4753"/>
                    </a:lnTo>
                    <a:lnTo>
                      <a:pt x="371" y="4395"/>
                    </a:lnTo>
                    <a:lnTo>
                      <a:pt x="538" y="4048"/>
                    </a:lnTo>
                    <a:lnTo>
                      <a:pt x="705" y="3690"/>
                    </a:lnTo>
                    <a:lnTo>
                      <a:pt x="932" y="3153"/>
                    </a:lnTo>
                    <a:lnTo>
                      <a:pt x="1171" y="2604"/>
                    </a:lnTo>
                    <a:lnTo>
                      <a:pt x="1708" y="1386"/>
                    </a:lnTo>
                    <a:lnTo>
                      <a:pt x="2006" y="705"/>
                    </a:lnTo>
                    <a:lnTo>
                      <a:pt x="2293" y="13"/>
                    </a:lnTo>
                    <a:lnTo>
                      <a:pt x="2293" y="1"/>
                    </a:lnTo>
                    <a:close/>
                  </a:path>
                </a:pathLst>
              </a:custGeom>
              <a:solidFill>
                <a:srgbClr val="26244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1"/>
              <p:cNvSpPr/>
              <p:nvPr/>
            </p:nvSpPr>
            <p:spPr>
              <a:xfrm>
                <a:off x="5133520" y="-1464604"/>
                <a:ext cx="74361" cy="79751"/>
              </a:xfrm>
              <a:custGeom>
                <a:rect b="b" l="l" r="r" t="t"/>
                <a:pathLst>
                  <a:path extrusionOk="0" h="1243" w="1159">
                    <a:moveTo>
                      <a:pt x="538" y="0"/>
                    </a:moveTo>
                    <a:lnTo>
                      <a:pt x="431" y="24"/>
                    </a:lnTo>
                    <a:lnTo>
                      <a:pt x="335" y="72"/>
                    </a:lnTo>
                    <a:lnTo>
                      <a:pt x="252" y="132"/>
                    </a:lnTo>
                    <a:lnTo>
                      <a:pt x="180" y="203"/>
                    </a:lnTo>
                    <a:lnTo>
                      <a:pt x="120" y="287"/>
                    </a:lnTo>
                    <a:lnTo>
                      <a:pt x="72" y="382"/>
                    </a:lnTo>
                    <a:lnTo>
                      <a:pt x="37" y="478"/>
                    </a:lnTo>
                    <a:lnTo>
                      <a:pt x="13" y="561"/>
                    </a:lnTo>
                    <a:lnTo>
                      <a:pt x="1" y="681"/>
                    </a:lnTo>
                    <a:lnTo>
                      <a:pt x="13" y="800"/>
                    </a:lnTo>
                    <a:lnTo>
                      <a:pt x="49" y="908"/>
                    </a:lnTo>
                    <a:lnTo>
                      <a:pt x="108" y="1015"/>
                    </a:lnTo>
                    <a:lnTo>
                      <a:pt x="180" y="1099"/>
                    </a:lnTo>
                    <a:lnTo>
                      <a:pt x="264" y="1170"/>
                    </a:lnTo>
                    <a:lnTo>
                      <a:pt x="359" y="1218"/>
                    </a:lnTo>
                    <a:lnTo>
                      <a:pt x="466" y="1242"/>
                    </a:lnTo>
                    <a:lnTo>
                      <a:pt x="586" y="1242"/>
                    </a:lnTo>
                    <a:lnTo>
                      <a:pt x="693" y="1218"/>
                    </a:lnTo>
                    <a:lnTo>
                      <a:pt x="801" y="1170"/>
                    </a:lnTo>
                    <a:lnTo>
                      <a:pt x="896" y="1099"/>
                    </a:lnTo>
                    <a:lnTo>
                      <a:pt x="980" y="1015"/>
                    </a:lnTo>
                    <a:lnTo>
                      <a:pt x="1063" y="920"/>
                    </a:lnTo>
                    <a:lnTo>
                      <a:pt x="1111" y="800"/>
                    </a:lnTo>
                    <a:lnTo>
                      <a:pt x="1147" y="693"/>
                    </a:lnTo>
                    <a:lnTo>
                      <a:pt x="1159" y="585"/>
                    </a:lnTo>
                    <a:lnTo>
                      <a:pt x="1159" y="490"/>
                    </a:lnTo>
                    <a:lnTo>
                      <a:pt x="1135" y="370"/>
                    </a:lnTo>
                    <a:lnTo>
                      <a:pt x="1087" y="275"/>
                    </a:lnTo>
                    <a:lnTo>
                      <a:pt x="1028" y="179"/>
                    </a:lnTo>
                    <a:lnTo>
                      <a:pt x="944" y="108"/>
                    </a:lnTo>
                    <a:lnTo>
                      <a:pt x="860" y="48"/>
                    </a:lnTo>
                    <a:lnTo>
                      <a:pt x="753" y="12"/>
                    </a:lnTo>
                    <a:lnTo>
                      <a:pt x="64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988" name="Google Shape;988;p1"/>
          <p:cNvSpPr txBox="1"/>
          <p:nvPr/>
        </p:nvSpPr>
        <p:spPr>
          <a:xfrm>
            <a:off x="620875" y="2066025"/>
            <a:ext cx="6733200" cy="8619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rgbClr val="C25A41"/>
                </a:solidFill>
                <a:latin typeface="Albert Sans"/>
                <a:ea typeface="Albert Sans"/>
                <a:cs typeface="Albert Sans"/>
                <a:sym typeface="Albert Sans"/>
              </a:rPr>
              <a:t>Group Loki | HCI | Section B</a:t>
            </a:r>
            <a:endParaRPr b="0" i="0" sz="1600" u="none" cap="none" strike="noStrike">
              <a:solidFill>
                <a:srgbClr val="C25A41"/>
              </a:solidFill>
              <a:latin typeface="Albert Sans"/>
              <a:ea typeface="Albert Sans"/>
              <a:cs typeface="Albert Sans"/>
              <a:sym typeface="Albert Sans"/>
            </a:endParaRPr>
          </a:p>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rgbClr val="C25A41"/>
                </a:solidFill>
                <a:latin typeface="Albert Sans"/>
                <a:ea typeface="Albert Sans"/>
                <a:cs typeface="Albert Sans"/>
                <a:sym typeface="Albert Sans"/>
              </a:rPr>
              <a:t>(Workplace Interactions &amp; Wellbeing)</a:t>
            </a:r>
            <a:endParaRPr b="0" i="0" sz="1600" u="none" cap="none" strike="noStrike">
              <a:solidFill>
                <a:srgbClr val="C25A41"/>
              </a:solidFill>
              <a:latin typeface="Albert Sans"/>
              <a:ea typeface="Albert Sans"/>
              <a:cs typeface="Albert Sans"/>
              <a:sym typeface="Albert Sans"/>
            </a:endParaRPr>
          </a:p>
          <a:p>
            <a:pPr indent="0" lvl="0" marL="0" marR="0" rtl="0" algn="l">
              <a:lnSpc>
                <a:spcPct val="100000"/>
              </a:lnSpc>
              <a:spcBef>
                <a:spcPts val="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 name="Shape 992"/>
        <p:cNvGrpSpPr/>
        <p:nvPr/>
      </p:nvGrpSpPr>
      <p:grpSpPr>
        <a:xfrm>
          <a:off x="0" y="0"/>
          <a:ext cx="0" cy="0"/>
          <a:chOff x="0" y="0"/>
          <a:chExt cx="0" cy="0"/>
        </a:xfrm>
      </p:grpSpPr>
      <p:sp>
        <p:nvSpPr>
          <p:cNvPr id="993" name="Google Shape;993;p2"/>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Workplace Wellbeing in Hybrid Work</a:t>
            </a:r>
            <a:endParaRPr/>
          </a:p>
          <a:p>
            <a:pPr indent="0" lvl="0" marL="0" rtl="0" algn="ctr">
              <a:lnSpc>
                <a:spcPct val="100000"/>
              </a:lnSpc>
              <a:spcBef>
                <a:spcPts val="0"/>
              </a:spcBef>
              <a:spcAft>
                <a:spcPts val="0"/>
              </a:spcAft>
              <a:buSzPts val="2800"/>
              <a:buNone/>
            </a:pPr>
            <a:r>
              <a:t/>
            </a:r>
            <a:endParaRPr/>
          </a:p>
          <a:p>
            <a:pPr indent="0" lvl="0" marL="0" rtl="0" algn="ctr">
              <a:lnSpc>
                <a:spcPct val="100000"/>
              </a:lnSpc>
              <a:spcBef>
                <a:spcPts val="0"/>
              </a:spcBef>
              <a:spcAft>
                <a:spcPts val="0"/>
              </a:spcAft>
              <a:buSzPts val="2800"/>
              <a:buNone/>
            </a:pPr>
            <a:r>
              <a:t/>
            </a:r>
            <a:endParaRPr/>
          </a:p>
        </p:txBody>
      </p:sp>
      <p:sp>
        <p:nvSpPr>
          <p:cNvPr id="994" name="Google Shape;994;p2"/>
          <p:cNvSpPr txBox="1"/>
          <p:nvPr>
            <p:ph idx="1" type="body"/>
          </p:nvPr>
        </p:nvSpPr>
        <p:spPr>
          <a:xfrm>
            <a:off x="81825" y="3144550"/>
            <a:ext cx="9062100" cy="1461000"/>
          </a:xfrm>
          <a:prstGeom prst="rect">
            <a:avLst/>
          </a:prstGeom>
          <a:noFill/>
          <a:ln>
            <a:noFill/>
          </a:ln>
        </p:spPr>
        <p:txBody>
          <a:bodyPr anchorCtr="0" anchor="t" bIns="91425" lIns="91425" spcFirstLastPara="1" rIns="91425" wrap="square" tIns="91425">
            <a:noAutofit/>
          </a:bodyPr>
          <a:lstStyle/>
          <a:p>
            <a:pPr indent="0" lvl="0" marL="0" rtl="0" algn="ctr">
              <a:lnSpc>
                <a:spcPct val="150000"/>
              </a:lnSpc>
              <a:spcBef>
                <a:spcPts val="0"/>
              </a:spcBef>
              <a:spcAft>
                <a:spcPts val="0"/>
              </a:spcAft>
              <a:buSzPts val="1600"/>
              <a:buNone/>
            </a:pPr>
            <a:r>
              <a:rPr lang="en" sz="1600"/>
              <a:t>💼 </a:t>
            </a:r>
            <a:r>
              <a:rPr lang="en" sz="1600">
                <a:solidFill>
                  <a:srgbClr val="CC5436"/>
                </a:solidFill>
              </a:rPr>
              <a:t>Work pressure, deadlines, and unclear requirements affect wellbeing  </a:t>
            </a:r>
            <a:endParaRPr sz="1600">
              <a:solidFill>
                <a:srgbClr val="CC5436"/>
              </a:solidFill>
            </a:endParaRPr>
          </a:p>
          <a:p>
            <a:pPr indent="0" lvl="0" marL="0" rtl="0" algn="ctr">
              <a:lnSpc>
                <a:spcPct val="150000"/>
              </a:lnSpc>
              <a:spcBef>
                <a:spcPts val="0"/>
              </a:spcBef>
              <a:spcAft>
                <a:spcPts val="0"/>
              </a:spcAft>
              <a:buSzPts val="1600"/>
              <a:buNone/>
            </a:pPr>
            <a:r>
              <a:rPr lang="en" sz="1600">
                <a:solidFill>
                  <a:srgbClr val="CC5436"/>
                </a:solidFill>
              </a:rPr>
              <a:t>🧠 Employees often struggle to feel purpose in repetitive or fragmented work  </a:t>
            </a:r>
            <a:endParaRPr sz="1600">
              <a:solidFill>
                <a:srgbClr val="CC5436"/>
              </a:solidFill>
            </a:endParaRPr>
          </a:p>
          <a:p>
            <a:pPr indent="0" lvl="0" marL="0" rtl="0" algn="ctr">
              <a:lnSpc>
                <a:spcPct val="150000"/>
              </a:lnSpc>
              <a:spcBef>
                <a:spcPts val="0"/>
              </a:spcBef>
              <a:spcAft>
                <a:spcPts val="0"/>
              </a:spcAft>
              <a:buSzPts val="1600"/>
              <a:buNone/>
            </a:pPr>
            <a:r>
              <a:rPr lang="en" sz="1600">
                <a:solidFill>
                  <a:srgbClr val="CC5436"/>
                </a:solidFill>
              </a:rPr>
              <a:t>🤖 AI tools create mixed feelings around trust, monitoring, and autonomy</a:t>
            </a:r>
            <a:endParaRPr sz="1100">
              <a:solidFill>
                <a:srgbClr val="CC5436"/>
              </a:solidFill>
            </a:endParaRPr>
          </a:p>
          <a:p>
            <a:pPr indent="0" lvl="0" marL="0" rtl="0" algn="ctr">
              <a:lnSpc>
                <a:spcPct val="150000"/>
              </a:lnSpc>
              <a:spcBef>
                <a:spcPts val="0"/>
              </a:spcBef>
              <a:spcAft>
                <a:spcPts val="0"/>
              </a:spcAft>
              <a:buSzPts val="1600"/>
              <a:buNone/>
            </a:pPr>
            <a:r>
              <a:t/>
            </a:r>
            <a:endParaRPr sz="1600">
              <a:solidFill>
                <a:srgbClr val="CC5436"/>
              </a:solidFill>
            </a:endParaRPr>
          </a:p>
          <a:p>
            <a:pPr indent="0" lvl="0" marL="0" rtl="0" algn="ctr">
              <a:lnSpc>
                <a:spcPct val="150000"/>
              </a:lnSpc>
              <a:spcBef>
                <a:spcPts val="0"/>
              </a:spcBef>
              <a:spcAft>
                <a:spcPts val="0"/>
              </a:spcAft>
              <a:buSzPts val="1600"/>
              <a:buNone/>
            </a:pPr>
            <a:r>
              <a:t/>
            </a:r>
            <a:endParaRPr sz="2300"/>
          </a:p>
          <a:p>
            <a:pPr indent="0" lvl="0" marL="0" rtl="0" algn="ctr">
              <a:lnSpc>
                <a:spcPct val="150000"/>
              </a:lnSpc>
              <a:spcBef>
                <a:spcPts val="0"/>
              </a:spcBef>
              <a:spcAft>
                <a:spcPts val="0"/>
              </a:spcAft>
              <a:buSzPts val="1600"/>
              <a:buNone/>
            </a:pPr>
            <a:r>
              <a:t/>
            </a:r>
            <a:endParaRPr sz="700"/>
          </a:p>
        </p:txBody>
      </p:sp>
      <p:pic>
        <p:nvPicPr>
          <p:cNvPr id="995" name="Google Shape;995;p2" title="Remote-vs-hybrid-working-cultures.jpg"/>
          <p:cNvPicPr preferRelativeResize="0"/>
          <p:nvPr/>
        </p:nvPicPr>
        <p:blipFill rotWithShape="1">
          <a:blip r:embed="rId3">
            <a:alphaModFix/>
          </a:blip>
          <a:srcRect b="0" l="0" r="0" t="0"/>
          <a:stretch/>
        </p:blipFill>
        <p:spPr>
          <a:xfrm>
            <a:off x="2127700" y="1059250"/>
            <a:ext cx="4777051" cy="208529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 name="Shape 999"/>
        <p:cNvGrpSpPr/>
        <p:nvPr/>
      </p:nvGrpSpPr>
      <p:grpSpPr>
        <a:xfrm>
          <a:off x="0" y="0"/>
          <a:ext cx="0" cy="0"/>
          <a:chOff x="0" y="0"/>
          <a:chExt cx="0" cy="0"/>
        </a:xfrm>
      </p:grpSpPr>
      <p:sp>
        <p:nvSpPr>
          <p:cNvPr id="1000" name="Google Shape;1000;p3"/>
          <p:cNvSpPr txBox="1"/>
          <p:nvPr>
            <p:ph idx="5"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Key Formative Takeaways</a:t>
            </a:r>
            <a:endParaRPr/>
          </a:p>
          <a:p>
            <a:pPr indent="0" lvl="0" marL="0" rtl="0" algn="ctr">
              <a:lnSpc>
                <a:spcPct val="100000"/>
              </a:lnSpc>
              <a:spcBef>
                <a:spcPts val="0"/>
              </a:spcBef>
              <a:spcAft>
                <a:spcPts val="0"/>
              </a:spcAft>
              <a:buSzPts val="3000"/>
              <a:buNone/>
            </a:pPr>
            <a:r>
              <a:t/>
            </a:r>
            <a:endParaRPr/>
          </a:p>
          <a:p>
            <a:pPr indent="0" lvl="0" marL="0" rtl="0" algn="ctr">
              <a:lnSpc>
                <a:spcPct val="100000"/>
              </a:lnSpc>
              <a:spcBef>
                <a:spcPts val="0"/>
              </a:spcBef>
              <a:spcAft>
                <a:spcPts val="0"/>
              </a:spcAft>
              <a:buSzPts val="3000"/>
              <a:buNone/>
            </a:pPr>
            <a:r>
              <a:t/>
            </a:r>
            <a:endParaRPr/>
          </a:p>
        </p:txBody>
      </p:sp>
      <p:sp>
        <p:nvSpPr>
          <p:cNvPr id="1001" name="Google Shape;1001;p3"/>
          <p:cNvSpPr txBox="1"/>
          <p:nvPr/>
        </p:nvSpPr>
        <p:spPr>
          <a:xfrm>
            <a:off x="422175" y="1414475"/>
            <a:ext cx="6733200" cy="2832300"/>
          </a:xfrm>
          <a:prstGeom prst="rect">
            <a:avLst/>
          </a:prstGeom>
          <a:noFill/>
          <a:ln>
            <a:noFill/>
          </a:ln>
        </p:spPr>
        <p:txBody>
          <a:bodyPr anchorCtr="0" anchor="t" bIns="91425" lIns="91425" spcFirstLastPara="1" rIns="91425" wrap="square" tIns="91425">
            <a:spAutoFit/>
          </a:bodyPr>
          <a:lstStyle/>
          <a:p>
            <a:pPr indent="0" lvl="0" marL="0" marR="0" rtl="0" algn="l">
              <a:lnSpc>
                <a:spcPct val="200000"/>
              </a:lnSpc>
              <a:spcBef>
                <a:spcPts val="0"/>
              </a:spcBef>
              <a:spcAft>
                <a:spcPts val="0"/>
              </a:spcAft>
              <a:buClr>
                <a:srgbClr val="000000"/>
              </a:buClr>
              <a:buSzPts val="2000"/>
              <a:buFont typeface="Arial"/>
              <a:buNone/>
            </a:pPr>
            <a:r>
              <a:rPr b="1" i="0" lang="en" sz="2000" u="none" cap="none" strike="noStrike">
                <a:solidFill>
                  <a:srgbClr val="CC5436"/>
                </a:solidFill>
                <a:latin typeface="Albert Sans ExtraBold"/>
                <a:ea typeface="Albert Sans ExtraBold"/>
                <a:cs typeface="Albert Sans ExtraBold"/>
                <a:sym typeface="Albert Sans ExtraBold"/>
              </a:rPr>
              <a:t>📋 Workload clarity matters more than motivation  </a:t>
            </a:r>
            <a:endParaRPr b="1" i="0" sz="2000" u="none" cap="none" strike="noStrike">
              <a:solidFill>
                <a:srgbClr val="CC5436"/>
              </a:solidFill>
              <a:latin typeface="Albert Sans ExtraBold"/>
              <a:ea typeface="Albert Sans ExtraBold"/>
              <a:cs typeface="Albert Sans ExtraBold"/>
              <a:sym typeface="Albert Sans ExtraBold"/>
            </a:endParaRPr>
          </a:p>
          <a:p>
            <a:pPr indent="0" lvl="0" marL="0" marR="0" rtl="0" algn="l">
              <a:lnSpc>
                <a:spcPct val="200000"/>
              </a:lnSpc>
              <a:spcBef>
                <a:spcPts val="0"/>
              </a:spcBef>
              <a:spcAft>
                <a:spcPts val="0"/>
              </a:spcAft>
              <a:buClr>
                <a:srgbClr val="000000"/>
              </a:buClr>
              <a:buSzPts val="2000"/>
              <a:buFont typeface="Arial"/>
              <a:buNone/>
            </a:pPr>
            <a:r>
              <a:rPr b="1" i="0" lang="en" sz="2000" u="none" cap="none" strike="noStrike">
                <a:solidFill>
                  <a:srgbClr val="CC5436"/>
                </a:solidFill>
                <a:latin typeface="Albert Sans ExtraBold"/>
                <a:ea typeface="Albert Sans ExtraBold"/>
                <a:cs typeface="Albert Sans ExtraBold"/>
                <a:sym typeface="Albert Sans ExtraBold"/>
              </a:rPr>
              <a:t>🎯 Meaning comes from seeing impact  </a:t>
            </a:r>
            <a:endParaRPr b="1" i="0" sz="2000" u="none" cap="none" strike="noStrike">
              <a:solidFill>
                <a:srgbClr val="CC5436"/>
              </a:solidFill>
              <a:latin typeface="Albert Sans ExtraBold"/>
              <a:ea typeface="Albert Sans ExtraBold"/>
              <a:cs typeface="Albert Sans ExtraBold"/>
              <a:sym typeface="Albert Sans ExtraBold"/>
            </a:endParaRPr>
          </a:p>
          <a:p>
            <a:pPr indent="0" lvl="0" marL="0" marR="0" rtl="0" algn="l">
              <a:lnSpc>
                <a:spcPct val="200000"/>
              </a:lnSpc>
              <a:spcBef>
                <a:spcPts val="0"/>
              </a:spcBef>
              <a:spcAft>
                <a:spcPts val="0"/>
              </a:spcAft>
              <a:buClr>
                <a:srgbClr val="000000"/>
              </a:buClr>
              <a:buSzPts val="2000"/>
              <a:buFont typeface="Arial"/>
              <a:buNone/>
            </a:pPr>
            <a:r>
              <a:rPr b="1" i="0" lang="en" sz="2000" u="none" cap="none" strike="noStrike">
                <a:solidFill>
                  <a:srgbClr val="CC5436"/>
                </a:solidFill>
                <a:latin typeface="Albert Sans ExtraBold"/>
                <a:ea typeface="Albert Sans ExtraBold"/>
                <a:cs typeface="Albert Sans ExtraBold"/>
                <a:sym typeface="Albert Sans ExtraBold"/>
              </a:rPr>
              <a:t>🔒 Users want control and transparency  </a:t>
            </a:r>
            <a:endParaRPr b="1" i="0" sz="2000" u="none" cap="none" strike="noStrike">
              <a:solidFill>
                <a:srgbClr val="CC5436"/>
              </a:solidFill>
              <a:latin typeface="Albert Sans ExtraBold"/>
              <a:ea typeface="Albert Sans ExtraBold"/>
              <a:cs typeface="Albert Sans ExtraBold"/>
              <a:sym typeface="Albert Sans ExtraBold"/>
            </a:endParaRPr>
          </a:p>
          <a:p>
            <a:pPr indent="0" lvl="0" marL="0" marR="0" rtl="0" algn="l">
              <a:lnSpc>
                <a:spcPct val="200000"/>
              </a:lnSpc>
              <a:spcBef>
                <a:spcPts val="0"/>
              </a:spcBef>
              <a:spcAft>
                <a:spcPts val="0"/>
              </a:spcAft>
              <a:buClr>
                <a:srgbClr val="000000"/>
              </a:buClr>
              <a:buSzPts val="2000"/>
              <a:buFont typeface="Arial"/>
              <a:buNone/>
            </a:pPr>
            <a:r>
              <a:rPr b="1" i="0" lang="en" sz="2000" u="none" cap="none" strike="noStrike">
                <a:solidFill>
                  <a:srgbClr val="CC5436"/>
                </a:solidFill>
                <a:latin typeface="Albert Sans ExtraBold"/>
                <a:ea typeface="Albert Sans ExtraBold"/>
                <a:cs typeface="Albert Sans ExtraBold"/>
                <a:sym typeface="Albert Sans ExtraBold"/>
              </a:rPr>
              <a:t>⚖️ Trust in AI support is mixed</a:t>
            </a:r>
            <a:endParaRPr b="1" i="0" sz="2000" u="none" cap="none" strike="noStrike">
              <a:solidFill>
                <a:srgbClr val="CC5436"/>
              </a:solidFill>
              <a:latin typeface="Albert Sans ExtraBold"/>
              <a:ea typeface="Albert Sans ExtraBold"/>
              <a:cs typeface="Albert Sans ExtraBold"/>
              <a:sym typeface="Albert Sans ExtraBold"/>
            </a:endParaRPr>
          </a:p>
          <a:p>
            <a:pPr indent="0" lvl="0" marL="0" marR="0" rtl="0" algn="l">
              <a:lnSpc>
                <a:spcPct val="200000"/>
              </a:lnSpc>
              <a:spcBef>
                <a:spcPts val="0"/>
              </a:spcBef>
              <a:spcAft>
                <a:spcPts val="0"/>
              </a:spcAft>
              <a:buClr>
                <a:srgbClr val="000000"/>
              </a:buClr>
              <a:buSzPts val="1200"/>
              <a:buFont typeface="Arial"/>
              <a:buNone/>
            </a:pPr>
            <a:r>
              <a:t/>
            </a:r>
            <a:endParaRPr b="0" i="0" sz="1200" u="none" cap="none" strike="noStrike">
              <a:solidFill>
                <a:srgbClr val="CC5436"/>
              </a:solidFill>
              <a:latin typeface="Outfit"/>
              <a:ea typeface="Outfit"/>
              <a:cs typeface="Outfit"/>
              <a:sym typeface="Outfit"/>
            </a:endParaRPr>
          </a:p>
        </p:txBody>
      </p:sp>
      <p:grpSp>
        <p:nvGrpSpPr>
          <p:cNvPr id="1002" name="Google Shape;1002;p3"/>
          <p:cNvGrpSpPr/>
          <p:nvPr/>
        </p:nvGrpSpPr>
        <p:grpSpPr>
          <a:xfrm>
            <a:off x="5251386" y="2275335"/>
            <a:ext cx="3892606" cy="2580342"/>
            <a:chOff x="4416794" y="2223495"/>
            <a:chExt cx="4005975" cy="2655492"/>
          </a:xfrm>
        </p:grpSpPr>
        <p:sp>
          <p:nvSpPr>
            <p:cNvPr id="1003" name="Google Shape;1003;p3"/>
            <p:cNvSpPr/>
            <p:nvPr/>
          </p:nvSpPr>
          <p:spPr>
            <a:xfrm flipH="1">
              <a:off x="4416794" y="4667553"/>
              <a:ext cx="1381200" cy="1737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004" name="Google Shape;1004;p3"/>
            <p:cNvSpPr/>
            <p:nvPr/>
          </p:nvSpPr>
          <p:spPr>
            <a:xfrm>
              <a:off x="5182367" y="4447182"/>
              <a:ext cx="474151" cy="331775"/>
            </a:xfrm>
            <a:custGeom>
              <a:rect b="b" l="l" r="r" t="t"/>
              <a:pathLst>
                <a:path extrusionOk="0" h="12397" w="17717">
                  <a:moveTo>
                    <a:pt x="2551" y="1"/>
                  </a:moveTo>
                  <a:lnTo>
                    <a:pt x="0" y="8941"/>
                  </a:lnTo>
                  <a:lnTo>
                    <a:pt x="17689" y="12397"/>
                  </a:lnTo>
                  <a:lnTo>
                    <a:pt x="17689" y="12205"/>
                  </a:lnTo>
                  <a:lnTo>
                    <a:pt x="17716" y="11684"/>
                  </a:lnTo>
                  <a:lnTo>
                    <a:pt x="17689" y="11327"/>
                  </a:lnTo>
                  <a:lnTo>
                    <a:pt x="17634" y="10943"/>
                  </a:lnTo>
                  <a:lnTo>
                    <a:pt x="17524" y="10504"/>
                  </a:lnTo>
                  <a:lnTo>
                    <a:pt x="17387" y="10011"/>
                  </a:lnTo>
                  <a:lnTo>
                    <a:pt x="17168" y="9517"/>
                  </a:lnTo>
                  <a:lnTo>
                    <a:pt x="16894" y="9024"/>
                  </a:lnTo>
                  <a:lnTo>
                    <a:pt x="16729" y="8777"/>
                  </a:lnTo>
                  <a:lnTo>
                    <a:pt x="16537" y="8530"/>
                  </a:lnTo>
                  <a:lnTo>
                    <a:pt x="16318" y="8256"/>
                  </a:lnTo>
                  <a:lnTo>
                    <a:pt x="16098" y="8009"/>
                  </a:lnTo>
                  <a:lnTo>
                    <a:pt x="15824" y="7789"/>
                  </a:lnTo>
                  <a:lnTo>
                    <a:pt x="15550" y="7543"/>
                  </a:lnTo>
                  <a:lnTo>
                    <a:pt x="15248" y="7323"/>
                  </a:lnTo>
                  <a:lnTo>
                    <a:pt x="14919" y="7104"/>
                  </a:lnTo>
                  <a:lnTo>
                    <a:pt x="14535" y="6884"/>
                  </a:lnTo>
                  <a:lnTo>
                    <a:pt x="14151" y="6692"/>
                  </a:lnTo>
                  <a:lnTo>
                    <a:pt x="13712" y="6500"/>
                  </a:lnTo>
                  <a:lnTo>
                    <a:pt x="13274" y="6336"/>
                  </a:lnTo>
                  <a:lnTo>
                    <a:pt x="14316" y="2634"/>
                  </a:lnTo>
                  <a:lnTo>
                    <a:pt x="2551" y="1"/>
                  </a:lnTo>
                  <a:close/>
                </a:path>
              </a:pathLst>
            </a:custGeom>
            <a:solidFill>
              <a:srgbClr val="28194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3"/>
            <p:cNvSpPr/>
            <p:nvPr/>
          </p:nvSpPr>
          <p:spPr>
            <a:xfrm>
              <a:off x="4666404" y="4202072"/>
              <a:ext cx="402963" cy="513037"/>
            </a:xfrm>
            <a:custGeom>
              <a:rect b="b" l="l" r="r" t="t"/>
              <a:pathLst>
                <a:path extrusionOk="0" h="19170" w="15057">
                  <a:moveTo>
                    <a:pt x="7680" y="0"/>
                  </a:moveTo>
                  <a:lnTo>
                    <a:pt x="1" y="5238"/>
                  </a:lnTo>
                  <a:lnTo>
                    <a:pt x="11437" y="19170"/>
                  </a:lnTo>
                  <a:lnTo>
                    <a:pt x="11574" y="19033"/>
                  </a:lnTo>
                  <a:lnTo>
                    <a:pt x="11903" y="18649"/>
                  </a:lnTo>
                  <a:lnTo>
                    <a:pt x="12095" y="18374"/>
                  </a:lnTo>
                  <a:lnTo>
                    <a:pt x="12314" y="18018"/>
                  </a:lnTo>
                  <a:lnTo>
                    <a:pt x="12534" y="17607"/>
                  </a:lnTo>
                  <a:lnTo>
                    <a:pt x="12698" y="17168"/>
                  </a:lnTo>
                  <a:lnTo>
                    <a:pt x="12863" y="16647"/>
                  </a:lnTo>
                  <a:lnTo>
                    <a:pt x="12973" y="16071"/>
                  </a:lnTo>
                  <a:lnTo>
                    <a:pt x="13000" y="15769"/>
                  </a:lnTo>
                  <a:lnTo>
                    <a:pt x="13027" y="15468"/>
                  </a:lnTo>
                  <a:lnTo>
                    <a:pt x="13027" y="15138"/>
                  </a:lnTo>
                  <a:lnTo>
                    <a:pt x="13000" y="14809"/>
                  </a:lnTo>
                  <a:lnTo>
                    <a:pt x="12945" y="14453"/>
                  </a:lnTo>
                  <a:lnTo>
                    <a:pt x="12890" y="14096"/>
                  </a:lnTo>
                  <a:lnTo>
                    <a:pt x="12781" y="13712"/>
                  </a:lnTo>
                  <a:lnTo>
                    <a:pt x="12671" y="13328"/>
                  </a:lnTo>
                  <a:lnTo>
                    <a:pt x="12534" y="12944"/>
                  </a:lnTo>
                  <a:lnTo>
                    <a:pt x="12342" y="12533"/>
                  </a:lnTo>
                  <a:lnTo>
                    <a:pt x="12122" y="12122"/>
                  </a:lnTo>
                  <a:lnTo>
                    <a:pt x="11903" y="11683"/>
                  </a:lnTo>
                  <a:lnTo>
                    <a:pt x="15057" y="9516"/>
                  </a:lnTo>
                  <a:lnTo>
                    <a:pt x="7680" y="0"/>
                  </a:lnTo>
                  <a:close/>
                </a:path>
              </a:pathLst>
            </a:custGeom>
            <a:solidFill>
              <a:srgbClr val="28194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3"/>
            <p:cNvSpPr/>
            <p:nvPr/>
          </p:nvSpPr>
          <p:spPr>
            <a:xfrm>
              <a:off x="4819079" y="3908497"/>
              <a:ext cx="718546" cy="588641"/>
            </a:xfrm>
            <a:custGeom>
              <a:rect b="b" l="l" r="r" t="t"/>
              <a:pathLst>
                <a:path extrusionOk="0" h="21995" w="26849">
                  <a:moveTo>
                    <a:pt x="19005" y="0"/>
                  </a:moveTo>
                  <a:lnTo>
                    <a:pt x="0" y="11820"/>
                  </a:lnTo>
                  <a:lnTo>
                    <a:pt x="384" y="12314"/>
                  </a:lnTo>
                  <a:lnTo>
                    <a:pt x="1289" y="13493"/>
                  </a:lnTo>
                  <a:lnTo>
                    <a:pt x="4059" y="17004"/>
                  </a:lnTo>
                  <a:lnTo>
                    <a:pt x="8035" y="21995"/>
                  </a:lnTo>
                  <a:lnTo>
                    <a:pt x="22653" y="11903"/>
                  </a:lnTo>
                  <a:lnTo>
                    <a:pt x="26849" y="439"/>
                  </a:lnTo>
                  <a:lnTo>
                    <a:pt x="19005"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3"/>
            <p:cNvSpPr/>
            <p:nvPr/>
          </p:nvSpPr>
          <p:spPr>
            <a:xfrm>
              <a:off x="4791167" y="2695313"/>
              <a:ext cx="601862" cy="573975"/>
            </a:xfrm>
            <a:custGeom>
              <a:rect b="b" l="l" r="r" t="t"/>
              <a:pathLst>
                <a:path extrusionOk="0" h="21447" w="22489">
                  <a:moveTo>
                    <a:pt x="7570" y="1"/>
                  </a:moveTo>
                  <a:lnTo>
                    <a:pt x="7570" y="357"/>
                  </a:lnTo>
                  <a:lnTo>
                    <a:pt x="7570" y="769"/>
                  </a:lnTo>
                  <a:lnTo>
                    <a:pt x="7515" y="1646"/>
                  </a:lnTo>
                  <a:lnTo>
                    <a:pt x="7378" y="2634"/>
                  </a:lnTo>
                  <a:lnTo>
                    <a:pt x="7214" y="3621"/>
                  </a:lnTo>
                  <a:lnTo>
                    <a:pt x="6967" y="4608"/>
                  </a:lnTo>
                  <a:lnTo>
                    <a:pt x="6830" y="5102"/>
                  </a:lnTo>
                  <a:lnTo>
                    <a:pt x="6693" y="5541"/>
                  </a:lnTo>
                  <a:lnTo>
                    <a:pt x="6528" y="5979"/>
                  </a:lnTo>
                  <a:lnTo>
                    <a:pt x="6336" y="6363"/>
                  </a:lnTo>
                  <a:lnTo>
                    <a:pt x="6144" y="6720"/>
                  </a:lnTo>
                  <a:lnTo>
                    <a:pt x="5952" y="7049"/>
                  </a:lnTo>
                  <a:lnTo>
                    <a:pt x="5788" y="7268"/>
                  </a:lnTo>
                  <a:lnTo>
                    <a:pt x="5596" y="7460"/>
                  </a:lnTo>
                  <a:lnTo>
                    <a:pt x="5404" y="7652"/>
                  </a:lnTo>
                  <a:lnTo>
                    <a:pt x="5212" y="7817"/>
                  </a:lnTo>
                  <a:lnTo>
                    <a:pt x="4745" y="8146"/>
                  </a:lnTo>
                  <a:lnTo>
                    <a:pt x="4279" y="8420"/>
                  </a:lnTo>
                  <a:lnTo>
                    <a:pt x="3786" y="8694"/>
                  </a:lnTo>
                  <a:lnTo>
                    <a:pt x="3319" y="8996"/>
                  </a:lnTo>
                  <a:lnTo>
                    <a:pt x="2853" y="9325"/>
                  </a:lnTo>
                  <a:lnTo>
                    <a:pt x="2634" y="9490"/>
                  </a:lnTo>
                  <a:lnTo>
                    <a:pt x="2442" y="9682"/>
                  </a:lnTo>
                  <a:lnTo>
                    <a:pt x="2222" y="9901"/>
                  </a:lnTo>
                  <a:lnTo>
                    <a:pt x="2030" y="10148"/>
                  </a:lnTo>
                  <a:lnTo>
                    <a:pt x="1866" y="10395"/>
                  </a:lnTo>
                  <a:lnTo>
                    <a:pt x="1729" y="10669"/>
                  </a:lnTo>
                  <a:lnTo>
                    <a:pt x="1592" y="10943"/>
                  </a:lnTo>
                  <a:lnTo>
                    <a:pt x="1509" y="11217"/>
                  </a:lnTo>
                  <a:lnTo>
                    <a:pt x="1427" y="11519"/>
                  </a:lnTo>
                  <a:lnTo>
                    <a:pt x="1345" y="11821"/>
                  </a:lnTo>
                  <a:lnTo>
                    <a:pt x="1317" y="12122"/>
                  </a:lnTo>
                  <a:lnTo>
                    <a:pt x="1317" y="12424"/>
                  </a:lnTo>
                  <a:lnTo>
                    <a:pt x="1317" y="12726"/>
                  </a:lnTo>
                  <a:lnTo>
                    <a:pt x="1345" y="13027"/>
                  </a:lnTo>
                  <a:lnTo>
                    <a:pt x="1400" y="13329"/>
                  </a:lnTo>
                  <a:lnTo>
                    <a:pt x="1482" y="13631"/>
                  </a:lnTo>
                  <a:lnTo>
                    <a:pt x="1592" y="13932"/>
                  </a:lnTo>
                  <a:lnTo>
                    <a:pt x="1729" y="14207"/>
                  </a:lnTo>
                  <a:lnTo>
                    <a:pt x="1509" y="14124"/>
                  </a:lnTo>
                  <a:lnTo>
                    <a:pt x="1262" y="14124"/>
                  </a:lnTo>
                  <a:lnTo>
                    <a:pt x="1043" y="14152"/>
                  </a:lnTo>
                  <a:lnTo>
                    <a:pt x="824" y="14234"/>
                  </a:lnTo>
                  <a:lnTo>
                    <a:pt x="604" y="14371"/>
                  </a:lnTo>
                  <a:lnTo>
                    <a:pt x="412" y="14536"/>
                  </a:lnTo>
                  <a:lnTo>
                    <a:pt x="275" y="14728"/>
                  </a:lnTo>
                  <a:lnTo>
                    <a:pt x="165" y="14947"/>
                  </a:lnTo>
                  <a:lnTo>
                    <a:pt x="83" y="15167"/>
                  </a:lnTo>
                  <a:lnTo>
                    <a:pt x="28" y="15413"/>
                  </a:lnTo>
                  <a:lnTo>
                    <a:pt x="1" y="15660"/>
                  </a:lnTo>
                  <a:lnTo>
                    <a:pt x="1" y="15880"/>
                  </a:lnTo>
                  <a:lnTo>
                    <a:pt x="56" y="16126"/>
                  </a:lnTo>
                  <a:lnTo>
                    <a:pt x="83" y="16373"/>
                  </a:lnTo>
                  <a:lnTo>
                    <a:pt x="220" y="16839"/>
                  </a:lnTo>
                  <a:lnTo>
                    <a:pt x="440" y="17333"/>
                  </a:lnTo>
                  <a:lnTo>
                    <a:pt x="659" y="17799"/>
                  </a:lnTo>
                  <a:lnTo>
                    <a:pt x="933" y="18238"/>
                  </a:lnTo>
                  <a:lnTo>
                    <a:pt x="1235" y="18649"/>
                  </a:lnTo>
                  <a:lnTo>
                    <a:pt x="1592" y="19033"/>
                  </a:lnTo>
                  <a:lnTo>
                    <a:pt x="1948" y="19390"/>
                  </a:lnTo>
                  <a:lnTo>
                    <a:pt x="2359" y="19719"/>
                  </a:lnTo>
                  <a:lnTo>
                    <a:pt x="2771" y="20021"/>
                  </a:lnTo>
                  <a:lnTo>
                    <a:pt x="3210" y="20322"/>
                  </a:lnTo>
                  <a:lnTo>
                    <a:pt x="3676" y="20569"/>
                  </a:lnTo>
                  <a:lnTo>
                    <a:pt x="4169" y="20789"/>
                  </a:lnTo>
                  <a:lnTo>
                    <a:pt x="4663" y="20980"/>
                  </a:lnTo>
                  <a:lnTo>
                    <a:pt x="5157" y="21145"/>
                  </a:lnTo>
                  <a:lnTo>
                    <a:pt x="5678" y="21255"/>
                  </a:lnTo>
                  <a:lnTo>
                    <a:pt x="6171" y="21364"/>
                  </a:lnTo>
                  <a:lnTo>
                    <a:pt x="6693" y="21419"/>
                  </a:lnTo>
                  <a:lnTo>
                    <a:pt x="7214" y="21447"/>
                  </a:lnTo>
                  <a:lnTo>
                    <a:pt x="7735" y="21447"/>
                  </a:lnTo>
                  <a:lnTo>
                    <a:pt x="8256" y="21392"/>
                  </a:lnTo>
                  <a:lnTo>
                    <a:pt x="8777" y="21337"/>
                  </a:lnTo>
                  <a:lnTo>
                    <a:pt x="9298" y="21255"/>
                  </a:lnTo>
                  <a:lnTo>
                    <a:pt x="9791" y="21145"/>
                  </a:lnTo>
                  <a:lnTo>
                    <a:pt x="10313" y="21035"/>
                  </a:lnTo>
                  <a:lnTo>
                    <a:pt x="10806" y="20871"/>
                  </a:lnTo>
                  <a:lnTo>
                    <a:pt x="11300" y="20706"/>
                  </a:lnTo>
                  <a:lnTo>
                    <a:pt x="11793" y="20487"/>
                  </a:lnTo>
                  <a:lnTo>
                    <a:pt x="12260" y="20295"/>
                  </a:lnTo>
                  <a:lnTo>
                    <a:pt x="12753" y="20048"/>
                  </a:lnTo>
                  <a:lnTo>
                    <a:pt x="13220" y="19801"/>
                  </a:lnTo>
                  <a:lnTo>
                    <a:pt x="13658" y="19554"/>
                  </a:lnTo>
                  <a:lnTo>
                    <a:pt x="14097" y="19253"/>
                  </a:lnTo>
                  <a:lnTo>
                    <a:pt x="14536" y="18978"/>
                  </a:lnTo>
                  <a:lnTo>
                    <a:pt x="15359" y="18403"/>
                  </a:lnTo>
                  <a:lnTo>
                    <a:pt x="16127" y="17772"/>
                  </a:lnTo>
                  <a:lnTo>
                    <a:pt x="16894" y="17114"/>
                  </a:lnTo>
                  <a:lnTo>
                    <a:pt x="17607" y="16428"/>
                  </a:lnTo>
                  <a:lnTo>
                    <a:pt x="18320" y="15688"/>
                  </a:lnTo>
                  <a:lnTo>
                    <a:pt x="18979" y="14892"/>
                  </a:lnTo>
                  <a:lnTo>
                    <a:pt x="19582" y="14070"/>
                  </a:lnTo>
                  <a:lnTo>
                    <a:pt x="19856" y="13631"/>
                  </a:lnTo>
                  <a:lnTo>
                    <a:pt x="20158" y="13192"/>
                  </a:lnTo>
                  <a:lnTo>
                    <a:pt x="20405" y="12753"/>
                  </a:lnTo>
                  <a:lnTo>
                    <a:pt x="20652" y="12287"/>
                  </a:lnTo>
                  <a:lnTo>
                    <a:pt x="20898" y="11793"/>
                  </a:lnTo>
                  <a:lnTo>
                    <a:pt x="21118" y="11300"/>
                  </a:lnTo>
                  <a:lnTo>
                    <a:pt x="21337" y="10806"/>
                  </a:lnTo>
                  <a:lnTo>
                    <a:pt x="21529" y="10285"/>
                  </a:lnTo>
                  <a:lnTo>
                    <a:pt x="21694" y="9764"/>
                  </a:lnTo>
                  <a:lnTo>
                    <a:pt x="21858" y="9215"/>
                  </a:lnTo>
                  <a:lnTo>
                    <a:pt x="21995" y="8667"/>
                  </a:lnTo>
                  <a:lnTo>
                    <a:pt x="22132" y="8091"/>
                  </a:lnTo>
                  <a:lnTo>
                    <a:pt x="22242" y="7515"/>
                  </a:lnTo>
                  <a:lnTo>
                    <a:pt x="22324" y="6912"/>
                  </a:lnTo>
                  <a:lnTo>
                    <a:pt x="22379" y="6308"/>
                  </a:lnTo>
                  <a:lnTo>
                    <a:pt x="22434" y="5678"/>
                  </a:lnTo>
                  <a:lnTo>
                    <a:pt x="22462" y="5047"/>
                  </a:lnTo>
                  <a:lnTo>
                    <a:pt x="22489" y="4389"/>
                  </a:lnTo>
                  <a:lnTo>
                    <a:pt x="7570"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3"/>
            <p:cNvSpPr/>
            <p:nvPr/>
          </p:nvSpPr>
          <p:spPr>
            <a:xfrm>
              <a:off x="4791167" y="2695313"/>
              <a:ext cx="601862" cy="573975"/>
            </a:xfrm>
            <a:custGeom>
              <a:rect b="b" l="l" r="r" t="t"/>
              <a:pathLst>
                <a:path extrusionOk="0" fill="none" h="21447" w="22489">
                  <a:moveTo>
                    <a:pt x="7570" y="1"/>
                  </a:moveTo>
                  <a:lnTo>
                    <a:pt x="7570" y="1"/>
                  </a:lnTo>
                  <a:lnTo>
                    <a:pt x="7570" y="357"/>
                  </a:lnTo>
                  <a:lnTo>
                    <a:pt x="7570" y="769"/>
                  </a:lnTo>
                  <a:lnTo>
                    <a:pt x="7515" y="1646"/>
                  </a:lnTo>
                  <a:lnTo>
                    <a:pt x="7378" y="2634"/>
                  </a:lnTo>
                  <a:lnTo>
                    <a:pt x="7214" y="3621"/>
                  </a:lnTo>
                  <a:lnTo>
                    <a:pt x="6967" y="4608"/>
                  </a:lnTo>
                  <a:lnTo>
                    <a:pt x="6830" y="5102"/>
                  </a:lnTo>
                  <a:lnTo>
                    <a:pt x="6693" y="5541"/>
                  </a:lnTo>
                  <a:lnTo>
                    <a:pt x="6528" y="5979"/>
                  </a:lnTo>
                  <a:lnTo>
                    <a:pt x="6336" y="6363"/>
                  </a:lnTo>
                  <a:lnTo>
                    <a:pt x="6144" y="6720"/>
                  </a:lnTo>
                  <a:lnTo>
                    <a:pt x="5952" y="7049"/>
                  </a:lnTo>
                  <a:lnTo>
                    <a:pt x="5952" y="7049"/>
                  </a:lnTo>
                  <a:lnTo>
                    <a:pt x="5788" y="7268"/>
                  </a:lnTo>
                  <a:lnTo>
                    <a:pt x="5596" y="7460"/>
                  </a:lnTo>
                  <a:lnTo>
                    <a:pt x="5404" y="7652"/>
                  </a:lnTo>
                  <a:lnTo>
                    <a:pt x="5212" y="7817"/>
                  </a:lnTo>
                  <a:lnTo>
                    <a:pt x="4745" y="8146"/>
                  </a:lnTo>
                  <a:lnTo>
                    <a:pt x="4279" y="8420"/>
                  </a:lnTo>
                  <a:lnTo>
                    <a:pt x="3786" y="8694"/>
                  </a:lnTo>
                  <a:lnTo>
                    <a:pt x="3319" y="8996"/>
                  </a:lnTo>
                  <a:lnTo>
                    <a:pt x="2853" y="9325"/>
                  </a:lnTo>
                  <a:lnTo>
                    <a:pt x="2634" y="9490"/>
                  </a:lnTo>
                  <a:lnTo>
                    <a:pt x="2442" y="9682"/>
                  </a:lnTo>
                  <a:lnTo>
                    <a:pt x="2442" y="9682"/>
                  </a:lnTo>
                  <a:lnTo>
                    <a:pt x="2222" y="9901"/>
                  </a:lnTo>
                  <a:lnTo>
                    <a:pt x="2030" y="10148"/>
                  </a:lnTo>
                  <a:lnTo>
                    <a:pt x="1866" y="10395"/>
                  </a:lnTo>
                  <a:lnTo>
                    <a:pt x="1729" y="10669"/>
                  </a:lnTo>
                  <a:lnTo>
                    <a:pt x="1592" y="10943"/>
                  </a:lnTo>
                  <a:lnTo>
                    <a:pt x="1509" y="11217"/>
                  </a:lnTo>
                  <a:lnTo>
                    <a:pt x="1427" y="11519"/>
                  </a:lnTo>
                  <a:lnTo>
                    <a:pt x="1345" y="11821"/>
                  </a:lnTo>
                  <a:lnTo>
                    <a:pt x="1317" y="12122"/>
                  </a:lnTo>
                  <a:lnTo>
                    <a:pt x="1317" y="12424"/>
                  </a:lnTo>
                  <a:lnTo>
                    <a:pt x="1317" y="12726"/>
                  </a:lnTo>
                  <a:lnTo>
                    <a:pt x="1345" y="13027"/>
                  </a:lnTo>
                  <a:lnTo>
                    <a:pt x="1400" y="13329"/>
                  </a:lnTo>
                  <a:lnTo>
                    <a:pt x="1482" y="13631"/>
                  </a:lnTo>
                  <a:lnTo>
                    <a:pt x="1592" y="13932"/>
                  </a:lnTo>
                  <a:lnTo>
                    <a:pt x="1729" y="14207"/>
                  </a:lnTo>
                  <a:lnTo>
                    <a:pt x="1729" y="14207"/>
                  </a:lnTo>
                  <a:lnTo>
                    <a:pt x="1509" y="14124"/>
                  </a:lnTo>
                  <a:lnTo>
                    <a:pt x="1262" y="14124"/>
                  </a:lnTo>
                  <a:lnTo>
                    <a:pt x="1043" y="14152"/>
                  </a:lnTo>
                  <a:lnTo>
                    <a:pt x="824" y="14234"/>
                  </a:lnTo>
                  <a:lnTo>
                    <a:pt x="604" y="14371"/>
                  </a:lnTo>
                  <a:lnTo>
                    <a:pt x="412" y="14536"/>
                  </a:lnTo>
                  <a:lnTo>
                    <a:pt x="275" y="14728"/>
                  </a:lnTo>
                  <a:lnTo>
                    <a:pt x="165" y="14947"/>
                  </a:lnTo>
                  <a:lnTo>
                    <a:pt x="165" y="14947"/>
                  </a:lnTo>
                  <a:lnTo>
                    <a:pt x="83" y="15167"/>
                  </a:lnTo>
                  <a:lnTo>
                    <a:pt x="28" y="15413"/>
                  </a:lnTo>
                  <a:lnTo>
                    <a:pt x="1" y="15660"/>
                  </a:lnTo>
                  <a:lnTo>
                    <a:pt x="1" y="15880"/>
                  </a:lnTo>
                  <a:lnTo>
                    <a:pt x="56" y="16126"/>
                  </a:lnTo>
                  <a:lnTo>
                    <a:pt x="83" y="16373"/>
                  </a:lnTo>
                  <a:lnTo>
                    <a:pt x="220" y="16839"/>
                  </a:lnTo>
                  <a:lnTo>
                    <a:pt x="220" y="16839"/>
                  </a:lnTo>
                  <a:lnTo>
                    <a:pt x="440" y="17333"/>
                  </a:lnTo>
                  <a:lnTo>
                    <a:pt x="659" y="17799"/>
                  </a:lnTo>
                  <a:lnTo>
                    <a:pt x="933" y="18238"/>
                  </a:lnTo>
                  <a:lnTo>
                    <a:pt x="1235" y="18649"/>
                  </a:lnTo>
                  <a:lnTo>
                    <a:pt x="1592" y="19033"/>
                  </a:lnTo>
                  <a:lnTo>
                    <a:pt x="1948" y="19390"/>
                  </a:lnTo>
                  <a:lnTo>
                    <a:pt x="2359" y="19719"/>
                  </a:lnTo>
                  <a:lnTo>
                    <a:pt x="2771" y="20021"/>
                  </a:lnTo>
                  <a:lnTo>
                    <a:pt x="3210" y="20322"/>
                  </a:lnTo>
                  <a:lnTo>
                    <a:pt x="3676" y="20569"/>
                  </a:lnTo>
                  <a:lnTo>
                    <a:pt x="4169" y="20789"/>
                  </a:lnTo>
                  <a:lnTo>
                    <a:pt x="4663" y="20980"/>
                  </a:lnTo>
                  <a:lnTo>
                    <a:pt x="5157" y="21145"/>
                  </a:lnTo>
                  <a:lnTo>
                    <a:pt x="5678" y="21255"/>
                  </a:lnTo>
                  <a:lnTo>
                    <a:pt x="6171" y="21364"/>
                  </a:lnTo>
                  <a:lnTo>
                    <a:pt x="6693" y="21419"/>
                  </a:lnTo>
                  <a:lnTo>
                    <a:pt x="6693" y="21419"/>
                  </a:lnTo>
                  <a:lnTo>
                    <a:pt x="7214" y="21447"/>
                  </a:lnTo>
                  <a:lnTo>
                    <a:pt x="7735" y="21447"/>
                  </a:lnTo>
                  <a:lnTo>
                    <a:pt x="8256" y="21392"/>
                  </a:lnTo>
                  <a:lnTo>
                    <a:pt x="8777" y="21337"/>
                  </a:lnTo>
                  <a:lnTo>
                    <a:pt x="9298" y="21255"/>
                  </a:lnTo>
                  <a:lnTo>
                    <a:pt x="9791" y="21145"/>
                  </a:lnTo>
                  <a:lnTo>
                    <a:pt x="10313" y="21035"/>
                  </a:lnTo>
                  <a:lnTo>
                    <a:pt x="10806" y="20871"/>
                  </a:lnTo>
                  <a:lnTo>
                    <a:pt x="11300" y="20706"/>
                  </a:lnTo>
                  <a:lnTo>
                    <a:pt x="11793" y="20487"/>
                  </a:lnTo>
                  <a:lnTo>
                    <a:pt x="12260" y="20295"/>
                  </a:lnTo>
                  <a:lnTo>
                    <a:pt x="12753" y="20048"/>
                  </a:lnTo>
                  <a:lnTo>
                    <a:pt x="13220" y="19801"/>
                  </a:lnTo>
                  <a:lnTo>
                    <a:pt x="13658" y="19554"/>
                  </a:lnTo>
                  <a:lnTo>
                    <a:pt x="14097" y="19253"/>
                  </a:lnTo>
                  <a:lnTo>
                    <a:pt x="14536" y="18978"/>
                  </a:lnTo>
                  <a:lnTo>
                    <a:pt x="14536" y="18978"/>
                  </a:lnTo>
                  <a:lnTo>
                    <a:pt x="15359" y="18403"/>
                  </a:lnTo>
                  <a:lnTo>
                    <a:pt x="16127" y="17772"/>
                  </a:lnTo>
                  <a:lnTo>
                    <a:pt x="16894" y="17114"/>
                  </a:lnTo>
                  <a:lnTo>
                    <a:pt x="17607" y="16428"/>
                  </a:lnTo>
                  <a:lnTo>
                    <a:pt x="18320" y="15688"/>
                  </a:lnTo>
                  <a:lnTo>
                    <a:pt x="18979" y="14892"/>
                  </a:lnTo>
                  <a:lnTo>
                    <a:pt x="19582" y="14070"/>
                  </a:lnTo>
                  <a:lnTo>
                    <a:pt x="19856" y="13631"/>
                  </a:lnTo>
                  <a:lnTo>
                    <a:pt x="20158" y="13192"/>
                  </a:lnTo>
                  <a:lnTo>
                    <a:pt x="20405" y="12753"/>
                  </a:lnTo>
                  <a:lnTo>
                    <a:pt x="20652" y="12287"/>
                  </a:lnTo>
                  <a:lnTo>
                    <a:pt x="20898" y="11793"/>
                  </a:lnTo>
                  <a:lnTo>
                    <a:pt x="21118" y="11300"/>
                  </a:lnTo>
                  <a:lnTo>
                    <a:pt x="21337" y="10806"/>
                  </a:lnTo>
                  <a:lnTo>
                    <a:pt x="21529" y="10285"/>
                  </a:lnTo>
                  <a:lnTo>
                    <a:pt x="21694" y="9764"/>
                  </a:lnTo>
                  <a:lnTo>
                    <a:pt x="21858" y="9215"/>
                  </a:lnTo>
                  <a:lnTo>
                    <a:pt x="21995" y="8667"/>
                  </a:lnTo>
                  <a:lnTo>
                    <a:pt x="22132" y="8091"/>
                  </a:lnTo>
                  <a:lnTo>
                    <a:pt x="22242" y="7515"/>
                  </a:lnTo>
                  <a:lnTo>
                    <a:pt x="22324" y="6912"/>
                  </a:lnTo>
                  <a:lnTo>
                    <a:pt x="22379" y="6308"/>
                  </a:lnTo>
                  <a:lnTo>
                    <a:pt x="22434" y="5678"/>
                  </a:lnTo>
                  <a:lnTo>
                    <a:pt x="22462" y="5047"/>
                  </a:lnTo>
                  <a:lnTo>
                    <a:pt x="22489" y="4389"/>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3"/>
            <p:cNvSpPr/>
            <p:nvPr/>
          </p:nvSpPr>
          <p:spPr>
            <a:xfrm>
              <a:off x="4993752" y="2431845"/>
              <a:ext cx="435239" cy="564421"/>
            </a:xfrm>
            <a:custGeom>
              <a:rect b="b" l="l" r="r" t="t"/>
              <a:pathLst>
                <a:path extrusionOk="0" h="21090" w="16263">
                  <a:moveTo>
                    <a:pt x="8008" y="0"/>
                  </a:moveTo>
                  <a:lnTo>
                    <a:pt x="7432" y="28"/>
                  </a:lnTo>
                  <a:lnTo>
                    <a:pt x="6884" y="110"/>
                  </a:lnTo>
                  <a:lnTo>
                    <a:pt x="6363" y="220"/>
                  </a:lnTo>
                  <a:lnTo>
                    <a:pt x="5869" y="384"/>
                  </a:lnTo>
                  <a:lnTo>
                    <a:pt x="5375" y="604"/>
                  </a:lnTo>
                  <a:lnTo>
                    <a:pt x="4909" y="823"/>
                  </a:lnTo>
                  <a:lnTo>
                    <a:pt x="4470" y="1097"/>
                  </a:lnTo>
                  <a:lnTo>
                    <a:pt x="4059" y="1399"/>
                  </a:lnTo>
                  <a:lnTo>
                    <a:pt x="3675" y="1701"/>
                  </a:lnTo>
                  <a:lnTo>
                    <a:pt x="3291" y="2057"/>
                  </a:lnTo>
                  <a:lnTo>
                    <a:pt x="2935" y="2414"/>
                  </a:lnTo>
                  <a:lnTo>
                    <a:pt x="2633" y="2770"/>
                  </a:lnTo>
                  <a:lnTo>
                    <a:pt x="2331" y="3154"/>
                  </a:lnTo>
                  <a:lnTo>
                    <a:pt x="2057" y="3538"/>
                  </a:lnTo>
                  <a:lnTo>
                    <a:pt x="1810" y="3922"/>
                  </a:lnTo>
                  <a:lnTo>
                    <a:pt x="1563" y="4306"/>
                  </a:lnTo>
                  <a:lnTo>
                    <a:pt x="1371" y="4690"/>
                  </a:lnTo>
                  <a:lnTo>
                    <a:pt x="1179" y="5101"/>
                  </a:lnTo>
                  <a:lnTo>
                    <a:pt x="1015" y="5513"/>
                  </a:lnTo>
                  <a:lnTo>
                    <a:pt x="850" y="5924"/>
                  </a:lnTo>
                  <a:lnTo>
                    <a:pt x="576" y="6747"/>
                  </a:lnTo>
                  <a:lnTo>
                    <a:pt x="357" y="7624"/>
                  </a:lnTo>
                  <a:lnTo>
                    <a:pt x="192" y="8502"/>
                  </a:lnTo>
                  <a:lnTo>
                    <a:pt x="82" y="9380"/>
                  </a:lnTo>
                  <a:lnTo>
                    <a:pt x="28" y="10285"/>
                  </a:lnTo>
                  <a:lnTo>
                    <a:pt x="0" y="11190"/>
                  </a:lnTo>
                  <a:lnTo>
                    <a:pt x="28" y="11656"/>
                  </a:lnTo>
                  <a:lnTo>
                    <a:pt x="82" y="12122"/>
                  </a:lnTo>
                  <a:lnTo>
                    <a:pt x="165" y="12643"/>
                  </a:lnTo>
                  <a:lnTo>
                    <a:pt x="302" y="13164"/>
                  </a:lnTo>
                  <a:lnTo>
                    <a:pt x="494" y="13685"/>
                  </a:lnTo>
                  <a:lnTo>
                    <a:pt x="713" y="14206"/>
                  </a:lnTo>
                  <a:lnTo>
                    <a:pt x="987" y="14727"/>
                  </a:lnTo>
                  <a:lnTo>
                    <a:pt x="1316" y="15248"/>
                  </a:lnTo>
                  <a:lnTo>
                    <a:pt x="1700" y="15742"/>
                  </a:lnTo>
                  <a:lnTo>
                    <a:pt x="2112" y="16208"/>
                  </a:lnTo>
                  <a:lnTo>
                    <a:pt x="2578" y="16647"/>
                  </a:lnTo>
                  <a:lnTo>
                    <a:pt x="2852" y="16839"/>
                  </a:lnTo>
                  <a:lnTo>
                    <a:pt x="3126" y="17031"/>
                  </a:lnTo>
                  <a:lnTo>
                    <a:pt x="3401" y="17223"/>
                  </a:lnTo>
                  <a:lnTo>
                    <a:pt x="3702" y="17388"/>
                  </a:lnTo>
                  <a:lnTo>
                    <a:pt x="4004" y="17552"/>
                  </a:lnTo>
                  <a:lnTo>
                    <a:pt x="4333" y="17689"/>
                  </a:lnTo>
                  <a:lnTo>
                    <a:pt x="4690" y="17826"/>
                  </a:lnTo>
                  <a:lnTo>
                    <a:pt x="5046" y="17936"/>
                  </a:lnTo>
                  <a:lnTo>
                    <a:pt x="5430" y="18046"/>
                  </a:lnTo>
                  <a:lnTo>
                    <a:pt x="5814" y="18128"/>
                  </a:lnTo>
                  <a:lnTo>
                    <a:pt x="6225" y="18155"/>
                  </a:lnTo>
                  <a:lnTo>
                    <a:pt x="6637" y="18210"/>
                  </a:lnTo>
                  <a:lnTo>
                    <a:pt x="7048" y="18293"/>
                  </a:lnTo>
                  <a:lnTo>
                    <a:pt x="7432" y="18402"/>
                  </a:lnTo>
                  <a:lnTo>
                    <a:pt x="7816" y="18512"/>
                  </a:lnTo>
                  <a:lnTo>
                    <a:pt x="8173" y="18649"/>
                  </a:lnTo>
                  <a:lnTo>
                    <a:pt x="8529" y="18814"/>
                  </a:lnTo>
                  <a:lnTo>
                    <a:pt x="8886" y="18978"/>
                  </a:lnTo>
                  <a:lnTo>
                    <a:pt x="9544" y="19362"/>
                  </a:lnTo>
                  <a:lnTo>
                    <a:pt x="10147" y="19746"/>
                  </a:lnTo>
                  <a:lnTo>
                    <a:pt x="11244" y="20459"/>
                  </a:lnTo>
                  <a:lnTo>
                    <a:pt x="11710" y="20761"/>
                  </a:lnTo>
                  <a:lnTo>
                    <a:pt x="12149" y="20980"/>
                  </a:lnTo>
                  <a:lnTo>
                    <a:pt x="12341" y="21035"/>
                  </a:lnTo>
                  <a:lnTo>
                    <a:pt x="12533" y="21090"/>
                  </a:lnTo>
                  <a:lnTo>
                    <a:pt x="12862" y="21090"/>
                  </a:lnTo>
                  <a:lnTo>
                    <a:pt x="13027" y="21008"/>
                  </a:lnTo>
                  <a:lnTo>
                    <a:pt x="13164" y="20925"/>
                  </a:lnTo>
                  <a:lnTo>
                    <a:pt x="13301" y="20788"/>
                  </a:lnTo>
                  <a:lnTo>
                    <a:pt x="13411" y="20596"/>
                  </a:lnTo>
                  <a:lnTo>
                    <a:pt x="13520" y="20349"/>
                  </a:lnTo>
                  <a:lnTo>
                    <a:pt x="13603" y="20075"/>
                  </a:lnTo>
                  <a:lnTo>
                    <a:pt x="13685" y="19746"/>
                  </a:lnTo>
                  <a:lnTo>
                    <a:pt x="13767" y="19335"/>
                  </a:lnTo>
                  <a:lnTo>
                    <a:pt x="13795" y="19225"/>
                  </a:lnTo>
                  <a:lnTo>
                    <a:pt x="13904" y="19088"/>
                  </a:lnTo>
                  <a:lnTo>
                    <a:pt x="14124" y="18731"/>
                  </a:lnTo>
                  <a:lnTo>
                    <a:pt x="14370" y="18402"/>
                  </a:lnTo>
                  <a:lnTo>
                    <a:pt x="14453" y="18238"/>
                  </a:lnTo>
                  <a:lnTo>
                    <a:pt x="14508" y="18155"/>
                  </a:lnTo>
                  <a:lnTo>
                    <a:pt x="14672" y="17086"/>
                  </a:lnTo>
                  <a:lnTo>
                    <a:pt x="14837" y="15989"/>
                  </a:lnTo>
                  <a:lnTo>
                    <a:pt x="15029" y="14508"/>
                  </a:lnTo>
                  <a:lnTo>
                    <a:pt x="15084" y="14069"/>
                  </a:lnTo>
                  <a:lnTo>
                    <a:pt x="15166" y="13658"/>
                  </a:lnTo>
                  <a:lnTo>
                    <a:pt x="15358" y="12862"/>
                  </a:lnTo>
                  <a:lnTo>
                    <a:pt x="15824" y="11354"/>
                  </a:lnTo>
                  <a:lnTo>
                    <a:pt x="16016" y="10614"/>
                  </a:lnTo>
                  <a:lnTo>
                    <a:pt x="16098" y="10230"/>
                  </a:lnTo>
                  <a:lnTo>
                    <a:pt x="16153" y="9846"/>
                  </a:lnTo>
                  <a:lnTo>
                    <a:pt x="16208" y="9462"/>
                  </a:lnTo>
                  <a:lnTo>
                    <a:pt x="16235" y="9050"/>
                  </a:lnTo>
                  <a:lnTo>
                    <a:pt x="16263" y="8612"/>
                  </a:lnTo>
                  <a:lnTo>
                    <a:pt x="16235" y="8173"/>
                  </a:lnTo>
                  <a:lnTo>
                    <a:pt x="16153" y="7295"/>
                  </a:lnTo>
                  <a:lnTo>
                    <a:pt x="16043" y="6527"/>
                  </a:lnTo>
                  <a:lnTo>
                    <a:pt x="15879" y="5842"/>
                  </a:lnTo>
                  <a:lnTo>
                    <a:pt x="15769" y="5485"/>
                  </a:lnTo>
                  <a:lnTo>
                    <a:pt x="15632" y="5184"/>
                  </a:lnTo>
                  <a:lnTo>
                    <a:pt x="15495" y="4855"/>
                  </a:lnTo>
                  <a:lnTo>
                    <a:pt x="15358" y="4553"/>
                  </a:lnTo>
                  <a:lnTo>
                    <a:pt x="15001" y="3922"/>
                  </a:lnTo>
                  <a:lnTo>
                    <a:pt x="14562" y="3291"/>
                  </a:lnTo>
                  <a:lnTo>
                    <a:pt x="14041" y="2633"/>
                  </a:lnTo>
                  <a:lnTo>
                    <a:pt x="13767" y="2304"/>
                  </a:lnTo>
                  <a:lnTo>
                    <a:pt x="13465" y="1975"/>
                  </a:lnTo>
                  <a:lnTo>
                    <a:pt x="13164" y="1701"/>
                  </a:lnTo>
                  <a:lnTo>
                    <a:pt x="12862" y="1427"/>
                  </a:lnTo>
                  <a:lnTo>
                    <a:pt x="12533" y="1180"/>
                  </a:lnTo>
                  <a:lnTo>
                    <a:pt x="12204" y="960"/>
                  </a:lnTo>
                  <a:lnTo>
                    <a:pt x="11847" y="768"/>
                  </a:lnTo>
                  <a:lnTo>
                    <a:pt x="11491" y="576"/>
                  </a:lnTo>
                  <a:lnTo>
                    <a:pt x="11107" y="439"/>
                  </a:lnTo>
                  <a:lnTo>
                    <a:pt x="10696" y="302"/>
                  </a:lnTo>
                  <a:lnTo>
                    <a:pt x="10312" y="192"/>
                  </a:lnTo>
                  <a:lnTo>
                    <a:pt x="9873" y="110"/>
                  </a:lnTo>
                  <a:lnTo>
                    <a:pt x="9434" y="55"/>
                  </a:lnTo>
                  <a:lnTo>
                    <a:pt x="8995"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3"/>
            <p:cNvSpPr/>
            <p:nvPr/>
          </p:nvSpPr>
          <p:spPr>
            <a:xfrm>
              <a:off x="5115570" y="2757695"/>
              <a:ext cx="154152" cy="179844"/>
            </a:xfrm>
            <a:custGeom>
              <a:rect b="b" l="l" r="r" t="t"/>
              <a:pathLst>
                <a:path extrusionOk="0" h="6720" w="5760">
                  <a:moveTo>
                    <a:pt x="1" y="1"/>
                  </a:moveTo>
                  <a:lnTo>
                    <a:pt x="1" y="6720"/>
                  </a:lnTo>
                  <a:lnTo>
                    <a:pt x="5760" y="6720"/>
                  </a:lnTo>
                  <a:lnTo>
                    <a:pt x="5760" y="1674"/>
                  </a:lnTo>
                  <a:lnTo>
                    <a:pt x="1"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3"/>
            <p:cNvSpPr/>
            <p:nvPr/>
          </p:nvSpPr>
          <p:spPr>
            <a:xfrm>
              <a:off x="5086936" y="2465592"/>
              <a:ext cx="295083" cy="379492"/>
            </a:xfrm>
            <a:custGeom>
              <a:rect b="b" l="l" r="r" t="t"/>
              <a:pathLst>
                <a:path extrusionOk="0" h="14180" w="11026">
                  <a:moveTo>
                    <a:pt x="4965" y="1"/>
                  </a:moveTo>
                  <a:lnTo>
                    <a:pt x="4389" y="83"/>
                  </a:lnTo>
                  <a:lnTo>
                    <a:pt x="3813" y="166"/>
                  </a:lnTo>
                  <a:lnTo>
                    <a:pt x="3292" y="303"/>
                  </a:lnTo>
                  <a:lnTo>
                    <a:pt x="2798" y="467"/>
                  </a:lnTo>
                  <a:lnTo>
                    <a:pt x="2332" y="687"/>
                  </a:lnTo>
                  <a:lnTo>
                    <a:pt x="1893" y="906"/>
                  </a:lnTo>
                  <a:lnTo>
                    <a:pt x="1509" y="1180"/>
                  </a:lnTo>
                  <a:lnTo>
                    <a:pt x="1180" y="1482"/>
                  </a:lnTo>
                  <a:lnTo>
                    <a:pt x="851" y="1811"/>
                  </a:lnTo>
                  <a:lnTo>
                    <a:pt x="604" y="2195"/>
                  </a:lnTo>
                  <a:lnTo>
                    <a:pt x="385" y="2579"/>
                  </a:lnTo>
                  <a:lnTo>
                    <a:pt x="220" y="3018"/>
                  </a:lnTo>
                  <a:lnTo>
                    <a:pt x="83" y="3484"/>
                  </a:lnTo>
                  <a:lnTo>
                    <a:pt x="28" y="3977"/>
                  </a:lnTo>
                  <a:lnTo>
                    <a:pt x="1" y="4499"/>
                  </a:lnTo>
                  <a:lnTo>
                    <a:pt x="56" y="5047"/>
                  </a:lnTo>
                  <a:lnTo>
                    <a:pt x="412" y="7954"/>
                  </a:lnTo>
                  <a:lnTo>
                    <a:pt x="412" y="8228"/>
                  </a:lnTo>
                  <a:lnTo>
                    <a:pt x="440" y="8557"/>
                  </a:lnTo>
                  <a:lnTo>
                    <a:pt x="467" y="8969"/>
                  </a:lnTo>
                  <a:lnTo>
                    <a:pt x="577" y="9435"/>
                  </a:lnTo>
                  <a:lnTo>
                    <a:pt x="714" y="9983"/>
                  </a:lnTo>
                  <a:lnTo>
                    <a:pt x="906" y="10532"/>
                  </a:lnTo>
                  <a:lnTo>
                    <a:pt x="1016" y="10834"/>
                  </a:lnTo>
                  <a:lnTo>
                    <a:pt x="1180" y="11135"/>
                  </a:lnTo>
                  <a:lnTo>
                    <a:pt x="1345" y="11437"/>
                  </a:lnTo>
                  <a:lnTo>
                    <a:pt x="1509" y="11711"/>
                  </a:lnTo>
                  <a:lnTo>
                    <a:pt x="1729" y="12013"/>
                  </a:lnTo>
                  <a:lnTo>
                    <a:pt x="1976" y="12287"/>
                  </a:lnTo>
                  <a:lnTo>
                    <a:pt x="2222" y="12561"/>
                  </a:lnTo>
                  <a:lnTo>
                    <a:pt x="2524" y="12808"/>
                  </a:lnTo>
                  <a:lnTo>
                    <a:pt x="2853" y="13055"/>
                  </a:lnTo>
                  <a:lnTo>
                    <a:pt x="3210" y="13274"/>
                  </a:lnTo>
                  <a:lnTo>
                    <a:pt x="3594" y="13494"/>
                  </a:lnTo>
                  <a:lnTo>
                    <a:pt x="4005" y="13658"/>
                  </a:lnTo>
                  <a:lnTo>
                    <a:pt x="4444" y="13823"/>
                  </a:lnTo>
                  <a:lnTo>
                    <a:pt x="4937" y="13960"/>
                  </a:lnTo>
                  <a:lnTo>
                    <a:pt x="5458" y="14070"/>
                  </a:lnTo>
                  <a:lnTo>
                    <a:pt x="6034" y="14152"/>
                  </a:lnTo>
                  <a:lnTo>
                    <a:pt x="6638" y="14179"/>
                  </a:lnTo>
                  <a:lnTo>
                    <a:pt x="7296" y="14179"/>
                  </a:lnTo>
                  <a:lnTo>
                    <a:pt x="7460" y="14152"/>
                  </a:lnTo>
                  <a:lnTo>
                    <a:pt x="7872" y="14042"/>
                  </a:lnTo>
                  <a:lnTo>
                    <a:pt x="8146" y="13933"/>
                  </a:lnTo>
                  <a:lnTo>
                    <a:pt x="8475" y="13795"/>
                  </a:lnTo>
                  <a:lnTo>
                    <a:pt x="8804" y="13603"/>
                  </a:lnTo>
                  <a:lnTo>
                    <a:pt x="9161" y="13384"/>
                  </a:lnTo>
                  <a:lnTo>
                    <a:pt x="9490" y="13110"/>
                  </a:lnTo>
                  <a:lnTo>
                    <a:pt x="9846" y="12781"/>
                  </a:lnTo>
                  <a:lnTo>
                    <a:pt x="10148" y="12397"/>
                  </a:lnTo>
                  <a:lnTo>
                    <a:pt x="10285" y="12177"/>
                  </a:lnTo>
                  <a:lnTo>
                    <a:pt x="10422" y="11958"/>
                  </a:lnTo>
                  <a:lnTo>
                    <a:pt x="10559" y="11711"/>
                  </a:lnTo>
                  <a:lnTo>
                    <a:pt x="10669" y="11437"/>
                  </a:lnTo>
                  <a:lnTo>
                    <a:pt x="10779" y="11163"/>
                  </a:lnTo>
                  <a:lnTo>
                    <a:pt x="10861" y="10861"/>
                  </a:lnTo>
                  <a:lnTo>
                    <a:pt x="10916" y="10559"/>
                  </a:lnTo>
                  <a:lnTo>
                    <a:pt x="10971" y="10203"/>
                  </a:lnTo>
                  <a:lnTo>
                    <a:pt x="10998" y="9846"/>
                  </a:lnTo>
                  <a:lnTo>
                    <a:pt x="11026" y="9490"/>
                  </a:lnTo>
                  <a:lnTo>
                    <a:pt x="10998" y="8393"/>
                  </a:lnTo>
                  <a:lnTo>
                    <a:pt x="10971" y="7159"/>
                  </a:lnTo>
                  <a:lnTo>
                    <a:pt x="10888" y="5705"/>
                  </a:lnTo>
                  <a:lnTo>
                    <a:pt x="10724" y="3950"/>
                  </a:lnTo>
                  <a:lnTo>
                    <a:pt x="10642" y="3429"/>
                  </a:lnTo>
                  <a:lnTo>
                    <a:pt x="10532" y="2963"/>
                  </a:lnTo>
                  <a:lnTo>
                    <a:pt x="10367" y="2524"/>
                  </a:lnTo>
                  <a:lnTo>
                    <a:pt x="10175" y="2113"/>
                  </a:lnTo>
                  <a:lnTo>
                    <a:pt x="9929" y="1756"/>
                  </a:lnTo>
                  <a:lnTo>
                    <a:pt x="9654" y="1427"/>
                  </a:lnTo>
                  <a:lnTo>
                    <a:pt x="9353" y="1153"/>
                  </a:lnTo>
                  <a:lnTo>
                    <a:pt x="9024" y="879"/>
                  </a:lnTo>
                  <a:lnTo>
                    <a:pt x="8640" y="659"/>
                  </a:lnTo>
                  <a:lnTo>
                    <a:pt x="8256" y="467"/>
                  </a:lnTo>
                  <a:lnTo>
                    <a:pt x="7817" y="330"/>
                  </a:lnTo>
                  <a:lnTo>
                    <a:pt x="7351" y="193"/>
                  </a:lnTo>
                  <a:lnTo>
                    <a:pt x="6885" y="111"/>
                  </a:lnTo>
                  <a:lnTo>
                    <a:pt x="6363" y="56"/>
                  </a:lnTo>
                  <a:lnTo>
                    <a:pt x="5842"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3"/>
            <p:cNvSpPr/>
            <p:nvPr/>
          </p:nvSpPr>
          <p:spPr>
            <a:xfrm>
              <a:off x="5086936" y="2465592"/>
              <a:ext cx="295083" cy="379492"/>
            </a:xfrm>
            <a:custGeom>
              <a:rect b="b" l="l" r="r" t="t"/>
              <a:pathLst>
                <a:path extrusionOk="0" fill="none" h="14180" w="11026">
                  <a:moveTo>
                    <a:pt x="7296" y="14179"/>
                  </a:moveTo>
                  <a:lnTo>
                    <a:pt x="7296" y="14179"/>
                  </a:lnTo>
                  <a:lnTo>
                    <a:pt x="7460" y="14152"/>
                  </a:lnTo>
                  <a:lnTo>
                    <a:pt x="7872" y="14042"/>
                  </a:lnTo>
                  <a:lnTo>
                    <a:pt x="8146" y="13933"/>
                  </a:lnTo>
                  <a:lnTo>
                    <a:pt x="8475" y="13795"/>
                  </a:lnTo>
                  <a:lnTo>
                    <a:pt x="8804" y="13603"/>
                  </a:lnTo>
                  <a:lnTo>
                    <a:pt x="9161" y="13384"/>
                  </a:lnTo>
                  <a:lnTo>
                    <a:pt x="9490" y="13110"/>
                  </a:lnTo>
                  <a:lnTo>
                    <a:pt x="9846" y="12781"/>
                  </a:lnTo>
                  <a:lnTo>
                    <a:pt x="10148" y="12397"/>
                  </a:lnTo>
                  <a:lnTo>
                    <a:pt x="10285" y="12177"/>
                  </a:lnTo>
                  <a:lnTo>
                    <a:pt x="10422" y="11958"/>
                  </a:lnTo>
                  <a:lnTo>
                    <a:pt x="10559" y="11711"/>
                  </a:lnTo>
                  <a:lnTo>
                    <a:pt x="10669" y="11437"/>
                  </a:lnTo>
                  <a:lnTo>
                    <a:pt x="10779" y="11163"/>
                  </a:lnTo>
                  <a:lnTo>
                    <a:pt x="10861" y="10861"/>
                  </a:lnTo>
                  <a:lnTo>
                    <a:pt x="10916" y="10559"/>
                  </a:lnTo>
                  <a:lnTo>
                    <a:pt x="10971" y="10203"/>
                  </a:lnTo>
                  <a:lnTo>
                    <a:pt x="10998" y="9846"/>
                  </a:lnTo>
                  <a:lnTo>
                    <a:pt x="11026" y="9490"/>
                  </a:lnTo>
                  <a:lnTo>
                    <a:pt x="11026" y="9490"/>
                  </a:lnTo>
                  <a:lnTo>
                    <a:pt x="10998" y="8393"/>
                  </a:lnTo>
                  <a:lnTo>
                    <a:pt x="10971" y="7159"/>
                  </a:lnTo>
                  <a:lnTo>
                    <a:pt x="10888" y="5705"/>
                  </a:lnTo>
                  <a:lnTo>
                    <a:pt x="10724" y="3950"/>
                  </a:lnTo>
                  <a:lnTo>
                    <a:pt x="10724" y="3950"/>
                  </a:lnTo>
                  <a:lnTo>
                    <a:pt x="10642" y="3429"/>
                  </a:lnTo>
                  <a:lnTo>
                    <a:pt x="10532" y="2963"/>
                  </a:lnTo>
                  <a:lnTo>
                    <a:pt x="10367" y="2524"/>
                  </a:lnTo>
                  <a:lnTo>
                    <a:pt x="10175" y="2113"/>
                  </a:lnTo>
                  <a:lnTo>
                    <a:pt x="9929" y="1756"/>
                  </a:lnTo>
                  <a:lnTo>
                    <a:pt x="9654" y="1427"/>
                  </a:lnTo>
                  <a:lnTo>
                    <a:pt x="9353" y="1153"/>
                  </a:lnTo>
                  <a:lnTo>
                    <a:pt x="9024" y="879"/>
                  </a:lnTo>
                  <a:lnTo>
                    <a:pt x="8640" y="659"/>
                  </a:lnTo>
                  <a:lnTo>
                    <a:pt x="8256" y="467"/>
                  </a:lnTo>
                  <a:lnTo>
                    <a:pt x="7817" y="330"/>
                  </a:lnTo>
                  <a:lnTo>
                    <a:pt x="7351" y="193"/>
                  </a:lnTo>
                  <a:lnTo>
                    <a:pt x="6885" y="111"/>
                  </a:lnTo>
                  <a:lnTo>
                    <a:pt x="6363" y="56"/>
                  </a:lnTo>
                  <a:lnTo>
                    <a:pt x="5842" y="1"/>
                  </a:lnTo>
                  <a:lnTo>
                    <a:pt x="5266" y="1"/>
                  </a:lnTo>
                  <a:lnTo>
                    <a:pt x="4965" y="1"/>
                  </a:lnTo>
                  <a:lnTo>
                    <a:pt x="4965" y="1"/>
                  </a:lnTo>
                  <a:lnTo>
                    <a:pt x="4389" y="83"/>
                  </a:lnTo>
                  <a:lnTo>
                    <a:pt x="3813" y="166"/>
                  </a:lnTo>
                  <a:lnTo>
                    <a:pt x="3292" y="303"/>
                  </a:lnTo>
                  <a:lnTo>
                    <a:pt x="2798" y="467"/>
                  </a:lnTo>
                  <a:lnTo>
                    <a:pt x="2332" y="687"/>
                  </a:lnTo>
                  <a:lnTo>
                    <a:pt x="1893" y="906"/>
                  </a:lnTo>
                  <a:lnTo>
                    <a:pt x="1509" y="1180"/>
                  </a:lnTo>
                  <a:lnTo>
                    <a:pt x="1180" y="1482"/>
                  </a:lnTo>
                  <a:lnTo>
                    <a:pt x="851" y="1811"/>
                  </a:lnTo>
                  <a:lnTo>
                    <a:pt x="604" y="2195"/>
                  </a:lnTo>
                  <a:lnTo>
                    <a:pt x="385" y="2579"/>
                  </a:lnTo>
                  <a:lnTo>
                    <a:pt x="220" y="3018"/>
                  </a:lnTo>
                  <a:lnTo>
                    <a:pt x="83" y="3484"/>
                  </a:lnTo>
                  <a:lnTo>
                    <a:pt x="28" y="3977"/>
                  </a:lnTo>
                  <a:lnTo>
                    <a:pt x="1" y="4499"/>
                  </a:lnTo>
                  <a:lnTo>
                    <a:pt x="56" y="5047"/>
                  </a:lnTo>
                  <a:lnTo>
                    <a:pt x="412" y="7954"/>
                  </a:lnTo>
                  <a:lnTo>
                    <a:pt x="412" y="7954"/>
                  </a:lnTo>
                  <a:lnTo>
                    <a:pt x="412" y="8228"/>
                  </a:lnTo>
                  <a:lnTo>
                    <a:pt x="440" y="8557"/>
                  </a:lnTo>
                  <a:lnTo>
                    <a:pt x="467" y="8969"/>
                  </a:lnTo>
                  <a:lnTo>
                    <a:pt x="577" y="9435"/>
                  </a:lnTo>
                  <a:lnTo>
                    <a:pt x="714" y="9983"/>
                  </a:lnTo>
                  <a:lnTo>
                    <a:pt x="906" y="10532"/>
                  </a:lnTo>
                  <a:lnTo>
                    <a:pt x="1016" y="10834"/>
                  </a:lnTo>
                  <a:lnTo>
                    <a:pt x="1180" y="11135"/>
                  </a:lnTo>
                  <a:lnTo>
                    <a:pt x="1345" y="11437"/>
                  </a:lnTo>
                  <a:lnTo>
                    <a:pt x="1509" y="11711"/>
                  </a:lnTo>
                  <a:lnTo>
                    <a:pt x="1729" y="12013"/>
                  </a:lnTo>
                  <a:lnTo>
                    <a:pt x="1976" y="12287"/>
                  </a:lnTo>
                  <a:lnTo>
                    <a:pt x="2222" y="12561"/>
                  </a:lnTo>
                  <a:lnTo>
                    <a:pt x="2524" y="12808"/>
                  </a:lnTo>
                  <a:lnTo>
                    <a:pt x="2853" y="13055"/>
                  </a:lnTo>
                  <a:lnTo>
                    <a:pt x="3210" y="13274"/>
                  </a:lnTo>
                  <a:lnTo>
                    <a:pt x="3594" y="13494"/>
                  </a:lnTo>
                  <a:lnTo>
                    <a:pt x="4005" y="13658"/>
                  </a:lnTo>
                  <a:lnTo>
                    <a:pt x="4444" y="13823"/>
                  </a:lnTo>
                  <a:lnTo>
                    <a:pt x="4937" y="13960"/>
                  </a:lnTo>
                  <a:lnTo>
                    <a:pt x="5458" y="14070"/>
                  </a:lnTo>
                  <a:lnTo>
                    <a:pt x="6034" y="14152"/>
                  </a:lnTo>
                  <a:lnTo>
                    <a:pt x="6638" y="14179"/>
                  </a:lnTo>
                  <a:lnTo>
                    <a:pt x="7296" y="14179"/>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3"/>
            <p:cNvSpPr/>
            <p:nvPr/>
          </p:nvSpPr>
          <p:spPr>
            <a:xfrm>
              <a:off x="5327683" y="2643958"/>
              <a:ext cx="23497" cy="22026"/>
            </a:xfrm>
            <a:custGeom>
              <a:rect b="b" l="l" r="r" t="t"/>
              <a:pathLst>
                <a:path extrusionOk="0" h="823" w="878">
                  <a:moveTo>
                    <a:pt x="329" y="0"/>
                  </a:moveTo>
                  <a:lnTo>
                    <a:pt x="247" y="28"/>
                  </a:lnTo>
                  <a:lnTo>
                    <a:pt x="110" y="137"/>
                  </a:lnTo>
                  <a:lnTo>
                    <a:pt x="28" y="274"/>
                  </a:lnTo>
                  <a:lnTo>
                    <a:pt x="0" y="357"/>
                  </a:lnTo>
                  <a:lnTo>
                    <a:pt x="0" y="439"/>
                  </a:lnTo>
                  <a:lnTo>
                    <a:pt x="28" y="521"/>
                  </a:lnTo>
                  <a:lnTo>
                    <a:pt x="55" y="603"/>
                  </a:lnTo>
                  <a:lnTo>
                    <a:pt x="137" y="741"/>
                  </a:lnTo>
                  <a:lnTo>
                    <a:pt x="302" y="795"/>
                  </a:lnTo>
                  <a:lnTo>
                    <a:pt x="384" y="823"/>
                  </a:lnTo>
                  <a:lnTo>
                    <a:pt x="549" y="823"/>
                  </a:lnTo>
                  <a:lnTo>
                    <a:pt x="631" y="795"/>
                  </a:lnTo>
                  <a:lnTo>
                    <a:pt x="768" y="686"/>
                  </a:lnTo>
                  <a:lnTo>
                    <a:pt x="850" y="549"/>
                  </a:lnTo>
                  <a:lnTo>
                    <a:pt x="878" y="466"/>
                  </a:lnTo>
                  <a:lnTo>
                    <a:pt x="878" y="384"/>
                  </a:lnTo>
                  <a:lnTo>
                    <a:pt x="878" y="302"/>
                  </a:lnTo>
                  <a:lnTo>
                    <a:pt x="850" y="219"/>
                  </a:lnTo>
                  <a:lnTo>
                    <a:pt x="741" y="82"/>
                  </a:lnTo>
                  <a:lnTo>
                    <a:pt x="604"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3"/>
            <p:cNvSpPr/>
            <p:nvPr/>
          </p:nvSpPr>
          <p:spPr>
            <a:xfrm>
              <a:off x="5218308" y="2651290"/>
              <a:ext cx="23524" cy="22775"/>
            </a:xfrm>
            <a:custGeom>
              <a:rect b="b" l="l" r="r" t="t"/>
              <a:pathLst>
                <a:path extrusionOk="0" h="851" w="879">
                  <a:moveTo>
                    <a:pt x="412" y="0"/>
                  </a:moveTo>
                  <a:lnTo>
                    <a:pt x="330" y="28"/>
                  </a:lnTo>
                  <a:lnTo>
                    <a:pt x="248" y="55"/>
                  </a:lnTo>
                  <a:lnTo>
                    <a:pt x="111" y="137"/>
                  </a:lnTo>
                  <a:lnTo>
                    <a:pt x="28" y="275"/>
                  </a:lnTo>
                  <a:lnTo>
                    <a:pt x="1" y="357"/>
                  </a:lnTo>
                  <a:lnTo>
                    <a:pt x="1" y="467"/>
                  </a:lnTo>
                  <a:lnTo>
                    <a:pt x="1" y="549"/>
                  </a:lnTo>
                  <a:lnTo>
                    <a:pt x="28" y="604"/>
                  </a:lnTo>
                  <a:lnTo>
                    <a:pt x="138" y="741"/>
                  </a:lnTo>
                  <a:lnTo>
                    <a:pt x="275" y="823"/>
                  </a:lnTo>
                  <a:lnTo>
                    <a:pt x="357" y="823"/>
                  </a:lnTo>
                  <a:lnTo>
                    <a:pt x="467" y="850"/>
                  </a:lnTo>
                  <a:lnTo>
                    <a:pt x="549" y="823"/>
                  </a:lnTo>
                  <a:lnTo>
                    <a:pt x="632" y="796"/>
                  </a:lnTo>
                  <a:lnTo>
                    <a:pt x="769" y="686"/>
                  </a:lnTo>
                  <a:lnTo>
                    <a:pt x="851" y="549"/>
                  </a:lnTo>
                  <a:lnTo>
                    <a:pt x="879" y="467"/>
                  </a:lnTo>
                  <a:lnTo>
                    <a:pt x="879" y="384"/>
                  </a:lnTo>
                  <a:lnTo>
                    <a:pt x="879" y="302"/>
                  </a:lnTo>
                  <a:lnTo>
                    <a:pt x="824" y="220"/>
                  </a:lnTo>
                  <a:lnTo>
                    <a:pt x="741" y="110"/>
                  </a:lnTo>
                  <a:lnTo>
                    <a:pt x="577" y="28"/>
                  </a:lnTo>
                  <a:lnTo>
                    <a:pt x="495"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3"/>
            <p:cNvSpPr/>
            <p:nvPr/>
          </p:nvSpPr>
          <p:spPr>
            <a:xfrm>
              <a:off x="5191894" y="2621184"/>
              <a:ext cx="38190" cy="5915"/>
            </a:xfrm>
            <a:custGeom>
              <a:rect b="b" l="l" r="r" t="t"/>
              <a:pathLst>
                <a:path extrusionOk="0" fill="none" h="221" w="1427">
                  <a:moveTo>
                    <a:pt x="1" y="220"/>
                  </a:moveTo>
                  <a:lnTo>
                    <a:pt x="1" y="220"/>
                  </a:lnTo>
                  <a:lnTo>
                    <a:pt x="165" y="111"/>
                  </a:lnTo>
                  <a:lnTo>
                    <a:pt x="357" y="56"/>
                  </a:lnTo>
                  <a:lnTo>
                    <a:pt x="522" y="1"/>
                  </a:lnTo>
                  <a:lnTo>
                    <a:pt x="714" y="1"/>
                  </a:lnTo>
                  <a:lnTo>
                    <a:pt x="906" y="1"/>
                  </a:lnTo>
                  <a:lnTo>
                    <a:pt x="1098" y="28"/>
                  </a:lnTo>
                  <a:lnTo>
                    <a:pt x="1262" y="83"/>
                  </a:lnTo>
                  <a:lnTo>
                    <a:pt x="1427" y="138"/>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3"/>
            <p:cNvSpPr/>
            <p:nvPr/>
          </p:nvSpPr>
          <p:spPr>
            <a:xfrm>
              <a:off x="5315185" y="2616045"/>
              <a:ext cx="38217" cy="5915"/>
            </a:xfrm>
            <a:custGeom>
              <a:rect b="b" l="l" r="r" t="t"/>
              <a:pathLst>
                <a:path extrusionOk="0" fill="none" h="221" w="1428">
                  <a:moveTo>
                    <a:pt x="1" y="220"/>
                  </a:moveTo>
                  <a:lnTo>
                    <a:pt x="1" y="220"/>
                  </a:lnTo>
                  <a:lnTo>
                    <a:pt x="166" y="138"/>
                  </a:lnTo>
                  <a:lnTo>
                    <a:pt x="330" y="56"/>
                  </a:lnTo>
                  <a:lnTo>
                    <a:pt x="522" y="28"/>
                  </a:lnTo>
                  <a:lnTo>
                    <a:pt x="714" y="1"/>
                  </a:lnTo>
                  <a:lnTo>
                    <a:pt x="879" y="1"/>
                  </a:lnTo>
                  <a:lnTo>
                    <a:pt x="1071" y="28"/>
                  </a:lnTo>
                  <a:lnTo>
                    <a:pt x="1263" y="83"/>
                  </a:lnTo>
                  <a:lnTo>
                    <a:pt x="1427" y="166"/>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3"/>
            <p:cNvSpPr/>
            <p:nvPr/>
          </p:nvSpPr>
          <p:spPr>
            <a:xfrm>
              <a:off x="5312268" y="2577161"/>
              <a:ext cx="31580" cy="1499"/>
            </a:xfrm>
            <a:custGeom>
              <a:rect b="b" l="l" r="r" t="t"/>
              <a:pathLst>
                <a:path extrusionOk="0" fill="none" h="56" w="1180">
                  <a:moveTo>
                    <a:pt x="0" y="55"/>
                  </a:moveTo>
                  <a:lnTo>
                    <a:pt x="0" y="55"/>
                  </a:lnTo>
                  <a:lnTo>
                    <a:pt x="275" y="0"/>
                  </a:lnTo>
                  <a:lnTo>
                    <a:pt x="576" y="0"/>
                  </a:lnTo>
                  <a:lnTo>
                    <a:pt x="878" y="0"/>
                  </a:lnTo>
                  <a:lnTo>
                    <a:pt x="1180" y="55"/>
                  </a:lnTo>
                </a:path>
              </a:pathLst>
            </a:custGeom>
            <a:solidFill>
              <a:srgbClr val="000000"/>
            </a:solidFill>
            <a:ln cap="rnd"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3"/>
            <p:cNvSpPr/>
            <p:nvPr/>
          </p:nvSpPr>
          <p:spPr>
            <a:xfrm>
              <a:off x="5192644" y="2588909"/>
              <a:ext cx="31580" cy="1499"/>
            </a:xfrm>
            <a:custGeom>
              <a:rect b="b" l="l" r="r" t="t"/>
              <a:pathLst>
                <a:path extrusionOk="0" fill="none" h="56" w="1180">
                  <a:moveTo>
                    <a:pt x="0" y="55"/>
                  </a:moveTo>
                  <a:lnTo>
                    <a:pt x="0" y="55"/>
                  </a:lnTo>
                  <a:lnTo>
                    <a:pt x="302" y="28"/>
                  </a:lnTo>
                  <a:lnTo>
                    <a:pt x="576" y="0"/>
                  </a:lnTo>
                  <a:lnTo>
                    <a:pt x="878" y="28"/>
                  </a:lnTo>
                  <a:lnTo>
                    <a:pt x="1179" y="55"/>
                  </a:lnTo>
                </a:path>
              </a:pathLst>
            </a:custGeom>
            <a:noFill/>
            <a:ln cap="rnd" cmpd="sng" w="9525">
              <a:solidFill>
                <a:srgbClr val="28194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3"/>
            <p:cNvSpPr/>
            <p:nvPr/>
          </p:nvSpPr>
          <p:spPr>
            <a:xfrm>
              <a:off x="5056856" y="2431123"/>
              <a:ext cx="258365" cy="253949"/>
            </a:xfrm>
            <a:custGeom>
              <a:rect b="b" l="l" r="r" t="t"/>
              <a:pathLst>
                <a:path extrusionOk="0" h="9489" w="9654">
                  <a:moveTo>
                    <a:pt x="5924" y="0"/>
                  </a:moveTo>
                  <a:lnTo>
                    <a:pt x="5376" y="55"/>
                  </a:lnTo>
                  <a:lnTo>
                    <a:pt x="4800" y="165"/>
                  </a:lnTo>
                  <a:lnTo>
                    <a:pt x="4526" y="247"/>
                  </a:lnTo>
                  <a:lnTo>
                    <a:pt x="4224" y="357"/>
                  </a:lnTo>
                  <a:lnTo>
                    <a:pt x="3950" y="466"/>
                  </a:lnTo>
                  <a:lnTo>
                    <a:pt x="3648" y="603"/>
                  </a:lnTo>
                  <a:lnTo>
                    <a:pt x="3374" y="768"/>
                  </a:lnTo>
                  <a:lnTo>
                    <a:pt x="3100" y="932"/>
                  </a:lnTo>
                  <a:lnTo>
                    <a:pt x="2825" y="1152"/>
                  </a:lnTo>
                  <a:lnTo>
                    <a:pt x="2578" y="1344"/>
                  </a:lnTo>
                  <a:lnTo>
                    <a:pt x="2140" y="1783"/>
                  </a:lnTo>
                  <a:lnTo>
                    <a:pt x="1728" y="2249"/>
                  </a:lnTo>
                  <a:lnTo>
                    <a:pt x="1372" y="2715"/>
                  </a:lnTo>
                  <a:lnTo>
                    <a:pt x="1070" y="3209"/>
                  </a:lnTo>
                  <a:lnTo>
                    <a:pt x="823" y="3702"/>
                  </a:lnTo>
                  <a:lnTo>
                    <a:pt x="631" y="4169"/>
                  </a:lnTo>
                  <a:lnTo>
                    <a:pt x="439" y="4635"/>
                  </a:lnTo>
                  <a:lnTo>
                    <a:pt x="302" y="5074"/>
                  </a:lnTo>
                  <a:lnTo>
                    <a:pt x="193" y="5457"/>
                  </a:lnTo>
                  <a:lnTo>
                    <a:pt x="55" y="6143"/>
                  </a:lnTo>
                  <a:lnTo>
                    <a:pt x="1" y="6609"/>
                  </a:lnTo>
                  <a:lnTo>
                    <a:pt x="1" y="6774"/>
                  </a:lnTo>
                  <a:lnTo>
                    <a:pt x="1948" y="9461"/>
                  </a:lnTo>
                  <a:lnTo>
                    <a:pt x="2249" y="9489"/>
                  </a:lnTo>
                  <a:lnTo>
                    <a:pt x="2551" y="9434"/>
                  </a:lnTo>
                  <a:lnTo>
                    <a:pt x="2853" y="9324"/>
                  </a:lnTo>
                  <a:lnTo>
                    <a:pt x="3182" y="9187"/>
                  </a:lnTo>
                  <a:lnTo>
                    <a:pt x="3511" y="8968"/>
                  </a:lnTo>
                  <a:lnTo>
                    <a:pt x="3813" y="8748"/>
                  </a:lnTo>
                  <a:lnTo>
                    <a:pt x="4142" y="8474"/>
                  </a:lnTo>
                  <a:lnTo>
                    <a:pt x="4471" y="8172"/>
                  </a:lnTo>
                  <a:lnTo>
                    <a:pt x="5129" y="7514"/>
                  </a:lnTo>
                  <a:lnTo>
                    <a:pt x="5760" y="6801"/>
                  </a:lnTo>
                  <a:lnTo>
                    <a:pt x="6939" y="5430"/>
                  </a:lnTo>
                  <a:lnTo>
                    <a:pt x="7378" y="4964"/>
                  </a:lnTo>
                  <a:lnTo>
                    <a:pt x="7789" y="4443"/>
                  </a:lnTo>
                  <a:lnTo>
                    <a:pt x="8200" y="3894"/>
                  </a:lnTo>
                  <a:lnTo>
                    <a:pt x="8584" y="3318"/>
                  </a:lnTo>
                  <a:lnTo>
                    <a:pt x="8941" y="2715"/>
                  </a:lnTo>
                  <a:lnTo>
                    <a:pt x="9243" y="2112"/>
                  </a:lnTo>
                  <a:lnTo>
                    <a:pt x="9380" y="1810"/>
                  </a:lnTo>
                  <a:lnTo>
                    <a:pt x="9489" y="1481"/>
                  </a:lnTo>
                  <a:lnTo>
                    <a:pt x="9572" y="1179"/>
                  </a:lnTo>
                  <a:lnTo>
                    <a:pt x="9654" y="878"/>
                  </a:lnTo>
                  <a:lnTo>
                    <a:pt x="9489" y="795"/>
                  </a:lnTo>
                  <a:lnTo>
                    <a:pt x="9023" y="603"/>
                  </a:lnTo>
                  <a:lnTo>
                    <a:pt x="8722" y="466"/>
                  </a:lnTo>
                  <a:lnTo>
                    <a:pt x="8338" y="357"/>
                  </a:lnTo>
                  <a:lnTo>
                    <a:pt x="7926" y="247"/>
                  </a:lnTo>
                  <a:lnTo>
                    <a:pt x="7487" y="137"/>
                  </a:lnTo>
                  <a:lnTo>
                    <a:pt x="6994" y="55"/>
                  </a:lnTo>
                  <a:lnTo>
                    <a:pt x="6473"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3"/>
            <p:cNvSpPr/>
            <p:nvPr/>
          </p:nvSpPr>
          <p:spPr>
            <a:xfrm>
              <a:off x="5056856" y="2661567"/>
              <a:ext cx="68298" cy="82964"/>
            </a:xfrm>
            <a:custGeom>
              <a:rect b="b" l="l" r="r" t="t"/>
              <a:pathLst>
                <a:path extrusionOk="0" h="3100" w="2552">
                  <a:moveTo>
                    <a:pt x="1372" y="0"/>
                  </a:moveTo>
                  <a:lnTo>
                    <a:pt x="1152" y="28"/>
                  </a:lnTo>
                  <a:lnTo>
                    <a:pt x="960" y="55"/>
                  </a:lnTo>
                  <a:lnTo>
                    <a:pt x="768" y="137"/>
                  </a:lnTo>
                  <a:lnTo>
                    <a:pt x="604" y="247"/>
                  </a:lnTo>
                  <a:lnTo>
                    <a:pt x="439" y="384"/>
                  </a:lnTo>
                  <a:lnTo>
                    <a:pt x="302" y="549"/>
                  </a:lnTo>
                  <a:lnTo>
                    <a:pt x="165" y="713"/>
                  </a:lnTo>
                  <a:lnTo>
                    <a:pt x="83" y="933"/>
                  </a:lnTo>
                  <a:lnTo>
                    <a:pt x="28" y="1125"/>
                  </a:lnTo>
                  <a:lnTo>
                    <a:pt x="1" y="1344"/>
                  </a:lnTo>
                  <a:lnTo>
                    <a:pt x="1" y="1563"/>
                  </a:lnTo>
                  <a:lnTo>
                    <a:pt x="28" y="1783"/>
                  </a:lnTo>
                  <a:lnTo>
                    <a:pt x="83" y="2002"/>
                  </a:lnTo>
                  <a:lnTo>
                    <a:pt x="165" y="2194"/>
                  </a:lnTo>
                  <a:lnTo>
                    <a:pt x="275" y="2386"/>
                  </a:lnTo>
                  <a:lnTo>
                    <a:pt x="412" y="2551"/>
                  </a:lnTo>
                  <a:lnTo>
                    <a:pt x="577" y="2715"/>
                  </a:lnTo>
                  <a:lnTo>
                    <a:pt x="741" y="2852"/>
                  </a:lnTo>
                  <a:lnTo>
                    <a:pt x="933" y="2935"/>
                  </a:lnTo>
                  <a:lnTo>
                    <a:pt x="1125" y="3017"/>
                  </a:lnTo>
                  <a:lnTo>
                    <a:pt x="1317" y="3072"/>
                  </a:lnTo>
                  <a:lnTo>
                    <a:pt x="1536" y="3099"/>
                  </a:lnTo>
                  <a:lnTo>
                    <a:pt x="1948" y="3099"/>
                  </a:lnTo>
                  <a:lnTo>
                    <a:pt x="2167" y="3044"/>
                  </a:lnTo>
                  <a:lnTo>
                    <a:pt x="2359" y="2990"/>
                  </a:lnTo>
                  <a:lnTo>
                    <a:pt x="2551" y="2880"/>
                  </a:lnTo>
                  <a:lnTo>
                    <a:pt x="2359" y="275"/>
                  </a:lnTo>
                  <a:lnTo>
                    <a:pt x="2167" y="192"/>
                  </a:lnTo>
                  <a:lnTo>
                    <a:pt x="1975" y="110"/>
                  </a:lnTo>
                  <a:lnTo>
                    <a:pt x="1756" y="55"/>
                  </a:lnTo>
                  <a:lnTo>
                    <a:pt x="1564" y="28"/>
                  </a:lnTo>
                  <a:lnTo>
                    <a:pt x="1372" y="0"/>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3"/>
            <p:cNvSpPr/>
            <p:nvPr/>
          </p:nvSpPr>
          <p:spPr>
            <a:xfrm>
              <a:off x="5075937" y="2688703"/>
              <a:ext cx="32329" cy="16914"/>
            </a:xfrm>
            <a:custGeom>
              <a:rect b="b" l="l" r="r" t="t"/>
              <a:pathLst>
                <a:path extrusionOk="0" fill="none" h="632" w="1208">
                  <a:moveTo>
                    <a:pt x="1207" y="632"/>
                  </a:moveTo>
                  <a:lnTo>
                    <a:pt x="1207" y="632"/>
                  </a:lnTo>
                  <a:lnTo>
                    <a:pt x="1152" y="495"/>
                  </a:lnTo>
                  <a:lnTo>
                    <a:pt x="1070" y="330"/>
                  </a:lnTo>
                  <a:lnTo>
                    <a:pt x="933" y="220"/>
                  </a:lnTo>
                  <a:lnTo>
                    <a:pt x="769" y="111"/>
                  </a:lnTo>
                  <a:lnTo>
                    <a:pt x="604" y="28"/>
                  </a:lnTo>
                  <a:lnTo>
                    <a:pt x="412" y="1"/>
                  </a:lnTo>
                  <a:lnTo>
                    <a:pt x="220" y="1"/>
                  </a:lnTo>
                  <a:lnTo>
                    <a:pt x="1" y="83"/>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3"/>
            <p:cNvSpPr/>
            <p:nvPr/>
          </p:nvSpPr>
          <p:spPr>
            <a:xfrm>
              <a:off x="5198505" y="2820076"/>
              <a:ext cx="82241" cy="27191"/>
            </a:xfrm>
            <a:custGeom>
              <a:rect b="b" l="l" r="r" t="t"/>
              <a:pathLst>
                <a:path extrusionOk="0" fill="none" h="1016" w="3073">
                  <a:moveTo>
                    <a:pt x="3072" y="988"/>
                  </a:moveTo>
                  <a:lnTo>
                    <a:pt x="3072" y="988"/>
                  </a:lnTo>
                  <a:lnTo>
                    <a:pt x="2661" y="1016"/>
                  </a:lnTo>
                  <a:lnTo>
                    <a:pt x="2249" y="1016"/>
                  </a:lnTo>
                  <a:lnTo>
                    <a:pt x="1838" y="933"/>
                  </a:lnTo>
                  <a:lnTo>
                    <a:pt x="1427" y="824"/>
                  </a:lnTo>
                  <a:lnTo>
                    <a:pt x="1043" y="687"/>
                  </a:lnTo>
                  <a:lnTo>
                    <a:pt x="659" y="495"/>
                  </a:lnTo>
                  <a:lnTo>
                    <a:pt x="330" y="275"/>
                  </a:lnTo>
                  <a:lnTo>
                    <a:pt x="1" y="1"/>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3"/>
            <p:cNvSpPr/>
            <p:nvPr/>
          </p:nvSpPr>
          <p:spPr>
            <a:xfrm>
              <a:off x="5281439" y="2649096"/>
              <a:ext cx="25719" cy="68271"/>
            </a:xfrm>
            <a:custGeom>
              <a:rect b="b" l="l" r="r" t="t"/>
              <a:pathLst>
                <a:path extrusionOk="0" h="2551" w="961">
                  <a:moveTo>
                    <a:pt x="28" y="0"/>
                  </a:moveTo>
                  <a:lnTo>
                    <a:pt x="0" y="27"/>
                  </a:lnTo>
                  <a:lnTo>
                    <a:pt x="0" y="55"/>
                  </a:lnTo>
                  <a:lnTo>
                    <a:pt x="165" y="905"/>
                  </a:lnTo>
                  <a:lnTo>
                    <a:pt x="247" y="1316"/>
                  </a:lnTo>
                  <a:lnTo>
                    <a:pt x="275" y="1481"/>
                  </a:lnTo>
                  <a:lnTo>
                    <a:pt x="302" y="1536"/>
                  </a:lnTo>
                  <a:lnTo>
                    <a:pt x="357" y="1591"/>
                  </a:lnTo>
                  <a:lnTo>
                    <a:pt x="412" y="1618"/>
                  </a:lnTo>
                  <a:lnTo>
                    <a:pt x="768" y="1618"/>
                  </a:lnTo>
                  <a:lnTo>
                    <a:pt x="823" y="1646"/>
                  </a:lnTo>
                  <a:lnTo>
                    <a:pt x="878" y="1700"/>
                  </a:lnTo>
                  <a:lnTo>
                    <a:pt x="878" y="1783"/>
                  </a:lnTo>
                  <a:lnTo>
                    <a:pt x="878" y="1837"/>
                  </a:lnTo>
                  <a:lnTo>
                    <a:pt x="823" y="1865"/>
                  </a:lnTo>
                  <a:lnTo>
                    <a:pt x="768" y="1975"/>
                  </a:lnTo>
                  <a:lnTo>
                    <a:pt x="659" y="2112"/>
                  </a:lnTo>
                  <a:lnTo>
                    <a:pt x="384" y="2468"/>
                  </a:lnTo>
                  <a:lnTo>
                    <a:pt x="357" y="2496"/>
                  </a:lnTo>
                  <a:lnTo>
                    <a:pt x="384" y="2523"/>
                  </a:lnTo>
                  <a:lnTo>
                    <a:pt x="412" y="2551"/>
                  </a:lnTo>
                  <a:lnTo>
                    <a:pt x="439" y="2523"/>
                  </a:lnTo>
                  <a:lnTo>
                    <a:pt x="713" y="2167"/>
                  </a:lnTo>
                  <a:lnTo>
                    <a:pt x="851" y="2002"/>
                  </a:lnTo>
                  <a:lnTo>
                    <a:pt x="960" y="1837"/>
                  </a:lnTo>
                  <a:lnTo>
                    <a:pt x="960" y="1728"/>
                  </a:lnTo>
                  <a:lnTo>
                    <a:pt x="933" y="1646"/>
                  </a:lnTo>
                  <a:lnTo>
                    <a:pt x="851" y="1563"/>
                  </a:lnTo>
                  <a:lnTo>
                    <a:pt x="741" y="1536"/>
                  </a:lnTo>
                  <a:lnTo>
                    <a:pt x="467" y="1536"/>
                  </a:lnTo>
                  <a:lnTo>
                    <a:pt x="384" y="1508"/>
                  </a:lnTo>
                  <a:lnTo>
                    <a:pt x="357" y="1454"/>
                  </a:lnTo>
                  <a:lnTo>
                    <a:pt x="330" y="1371"/>
                  </a:lnTo>
                  <a:lnTo>
                    <a:pt x="302" y="1234"/>
                  </a:lnTo>
                  <a:lnTo>
                    <a:pt x="247" y="987"/>
                  </a:lnTo>
                  <a:lnTo>
                    <a:pt x="83" y="27"/>
                  </a:lnTo>
                  <a:lnTo>
                    <a:pt x="5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3"/>
            <p:cNvSpPr/>
            <p:nvPr/>
          </p:nvSpPr>
          <p:spPr>
            <a:xfrm>
              <a:off x="5230806" y="2723948"/>
              <a:ext cx="53605" cy="41857"/>
            </a:xfrm>
            <a:custGeom>
              <a:rect b="b" l="l" r="r" t="t"/>
              <a:pathLst>
                <a:path extrusionOk="0" h="1564" w="2003">
                  <a:moveTo>
                    <a:pt x="357" y="0"/>
                  </a:moveTo>
                  <a:lnTo>
                    <a:pt x="274" y="28"/>
                  </a:lnTo>
                  <a:lnTo>
                    <a:pt x="220" y="83"/>
                  </a:lnTo>
                  <a:lnTo>
                    <a:pt x="110" y="192"/>
                  </a:lnTo>
                  <a:lnTo>
                    <a:pt x="55" y="302"/>
                  </a:lnTo>
                  <a:lnTo>
                    <a:pt x="28" y="439"/>
                  </a:lnTo>
                  <a:lnTo>
                    <a:pt x="0" y="576"/>
                  </a:lnTo>
                  <a:lnTo>
                    <a:pt x="0" y="713"/>
                  </a:lnTo>
                  <a:lnTo>
                    <a:pt x="28" y="823"/>
                  </a:lnTo>
                  <a:lnTo>
                    <a:pt x="55" y="960"/>
                  </a:lnTo>
                  <a:lnTo>
                    <a:pt x="137" y="1070"/>
                  </a:lnTo>
                  <a:lnTo>
                    <a:pt x="192" y="1180"/>
                  </a:lnTo>
                  <a:lnTo>
                    <a:pt x="274" y="1289"/>
                  </a:lnTo>
                  <a:lnTo>
                    <a:pt x="384" y="1372"/>
                  </a:lnTo>
                  <a:lnTo>
                    <a:pt x="494" y="1426"/>
                  </a:lnTo>
                  <a:lnTo>
                    <a:pt x="631" y="1481"/>
                  </a:lnTo>
                  <a:lnTo>
                    <a:pt x="878" y="1564"/>
                  </a:lnTo>
                  <a:lnTo>
                    <a:pt x="1152" y="1564"/>
                  </a:lnTo>
                  <a:lnTo>
                    <a:pt x="1399" y="1509"/>
                  </a:lnTo>
                  <a:lnTo>
                    <a:pt x="1646" y="1372"/>
                  </a:lnTo>
                  <a:lnTo>
                    <a:pt x="1838" y="1207"/>
                  </a:lnTo>
                  <a:lnTo>
                    <a:pt x="2002" y="1015"/>
                  </a:lnTo>
                  <a:lnTo>
                    <a:pt x="1892" y="768"/>
                  </a:lnTo>
                  <a:lnTo>
                    <a:pt x="713" y="83"/>
                  </a:lnTo>
                  <a:lnTo>
                    <a:pt x="521" y="0"/>
                  </a:lnTo>
                  <a:close/>
                </a:path>
              </a:pathLst>
            </a:custGeom>
            <a:solidFill>
              <a:srgbClr val="FF71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3"/>
            <p:cNvSpPr/>
            <p:nvPr/>
          </p:nvSpPr>
          <p:spPr>
            <a:xfrm>
              <a:off x="5647671" y="2714394"/>
              <a:ext cx="242950" cy="316360"/>
            </a:xfrm>
            <a:custGeom>
              <a:rect b="b" l="l" r="r" t="t"/>
              <a:pathLst>
                <a:path extrusionOk="0" h="11821" w="9078">
                  <a:moveTo>
                    <a:pt x="6719" y="1"/>
                  </a:moveTo>
                  <a:lnTo>
                    <a:pt x="6582" y="56"/>
                  </a:lnTo>
                  <a:lnTo>
                    <a:pt x="6445" y="138"/>
                  </a:lnTo>
                  <a:lnTo>
                    <a:pt x="6335" y="220"/>
                  </a:lnTo>
                  <a:lnTo>
                    <a:pt x="5951" y="714"/>
                  </a:lnTo>
                  <a:lnTo>
                    <a:pt x="5595" y="1208"/>
                  </a:lnTo>
                  <a:lnTo>
                    <a:pt x="4882" y="2250"/>
                  </a:lnTo>
                  <a:lnTo>
                    <a:pt x="3675" y="3977"/>
                  </a:lnTo>
                  <a:lnTo>
                    <a:pt x="2386" y="5815"/>
                  </a:lnTo>
                  <a:lnTo>
                    <a:pt x="1728" y="6747"/>
                  </a:lnTo>
                  <a:lnTo>
                    <a:pt x="1097" y="7680"/>
                  </a:lnTo>
                  <a:lnTo>
                    <a:pt x="521" y="8585"/>
                  </a:lnTo>
                  <a:lnTo>
                    <a:pt x="0" y="9435"/>
                  </a:lnTo>
                  <a:lnTo>
                    <a:pt x="3483" y="11821"/>
                  </a:lnTo>
                  <a:lnTo>
                    <a:pt x="3840" y="11327"/>
                  </a:lnTo>
                  <a:lnTo>
                    <a:pt x="4141" y="10916"/>
                  </a:lnTo>
                  <a:lnTo>
                    <a:pt x="4278" y="10751"/>
                  </a:lnTo>
                  <a:lnTo>
                    <a:pt x="4388" y="10614"/>
                  </a:lnTo>
                  <a:lnTo>
                    <a:pt x="4525" y="10559"/>
                  </a:lnTo>
                  <a:lnTo>
                    <a:pt x="4662" y="10504"/>
                  </a:lnTo>
                  <a:lnTo>
                    <a:pt x="4964" y="10450"/>
                  </a:lnTo>
                  <a:lnTo>
                    <a:pt x="5266" y="10422"/>
                  </a:lnTo>
                  <a:lnTo>
                    <a:pt x="5403" y="10395"/>
                  </a:lnTo>
                  <a:lnTo>
                    <a:pt x="5540" y="10340"/>
                  </a:lnTo>
                  <a:lnTo>
                    <a:pt x="5842" y="10120"/>
                  </a:lnTo>
                  <a:lnTo>
                    <a:pt x="6143" y="9846"/>
                  </a:lnTo>
                  <a:lnTo>
                    <a:pt x="6390" y="9545"/>
                  </a:lnTo>
                  <a:lnTo>
                    <a:pt x="6610" y="9215"/>
                  </a:lnTo>
                  <a:lnTo>
                    <a:pt x="6802" y="8859"/>
                  </a:lnTo>
                  <a:lnTo>
                    <a:pt x="6993" y="8475"/>
                  </a:lnTo>
                  <a:lnTo>
                    <a:pt x="7268" y="7735"/>
                  </a:lnTo>
                  <a:lnTo>
                    <a:pt x="7405" y="7817"/>
                  </a:lnTo>
                  <a:lnTo>
                    <a:pt x="7542" y="7872"/>
                  </a:lnTo>
                  <a:lnTo>
                    <a:pt x="7707" y="7899"/>
                  </a:lnTo>
                  <a:lnTo>
                    <a:pt x="7871" y="7899"/>
                  </a:lnTo>
                  <a:lnTo>
                    <a:pt x="8008" y="7844"/>
                  </a:lnTo>
                  <a:lnTo>
                    <a:pt x="8173" y="7789"/>
                  </a:lnTo>
                  <a:lnTo>
                    <a:pt x="8310" y="7707"/>
                  </a:lnTo>
                  <a:lnTo>
                    <a:pt x="8420" y="7597"/>
                  </a:lnTo>
                  <a:lnTo>
                    <a:pt x="8529" y="7488"/>
                  </a:lnTo>
                  <a:lnTo>
                    <a:pt x="8639" y="7351"/>
                  </a:lnTo>
                  <a:lnTo>
                    <a:pt x="8776" y="7076"/>
                  </a:lnTo>
                  <a:lnTo>
                    <a:pt x="8913" y="6802"/>
                  </a:lnTo>
                  <a:lnTo>
                    <a:pt x="9023" y="6473"/>
                  </a:lnTo>
                  <a:lnTo>
                    <a:pt x="9050" y="6281"/>
                  </a:lnTo>
                  <a:lnTo>
                    <a:pt x="9078" y="6089"/>
                  </a:lnTo>
                  <a:lnTo>
                    <a:pt x="9050" y="5897"/>
                  </a:lnTo>
                  <a:lnTo>
                    <a:pt x="8968" y="5705"/>
                  </a:lnTo>
                  <a:lnTo>
                    <a:pt x="8913" y="5623"/>
                  </a:lnTo>
                  <a:lnTo>
                    <a:pt x="8858" y="5513"/>
                  </a:lnTo>
                  <a:lnTo>
                    <a:pt x="8749" y="5431"/>
                  </a:lnTo>
                  <a:lnTo>
                    <a:pt x="8639" y="5376"/>
                  </a:lnTo>
                  <a:lnTo>
                    <a:pt x="8529" y="5321"/>
                  </a:lnTo>
                  <a:lnTo>
                    <a:pt x="8420" y="5294"/>
                  </a:lnTo>
                  <a:lnTo>
                    <a:pt x="8310" y="5321"/>
                  </a:lnTo>
                  <a:lnTo>
                    <a:pt x="8228" y="5376"/>
                  </a:lnTo>
                  <a:lnTo>
                    <a:pt x="8255" y="5129"/>
                  </a:lnTo>
                  <a:lnTo>
                    <a:pt x="8228" y="4882"/>
                  </a:lnTo>
                  <a:lnTo>
                    <a:pt x="8173" y="4800"/>
                  </a:lnTo>
                  <a:lnTo>
                    <a:pt x="8118" y="4690"/>
                  </a:lnTo>
                  <a:lnTo>
                    <a:pt x="8036" y="4608"/>
                  </a:lnTo>
                  <a:lnTo>
                    <a:pt x="7953" y="4526"/>
                  </a:lnTo>
                  <a:lnTo>
                    <a:pt x="7844" y="4471"/>
                  </a:lnTo>
                  <a:lnTo>
                    <a:pt x="7707" y="4444"/>
                  </a:lnTo>
                  <a:lnTo>
                    <a:pt x="7460" y="4444"/>
                  </a:lnTo>
                  <a:lnTo>
                    <a:pt x="7350" y="4471"/>
                  </a:lnTo>
                  <a:lnTo>
                    <a:pt x="7213" y="4526"/>
                  </a:lnTo>
                  <a:lnTo>
                    <a:pt x="6993" y="4663"/>
                  </a:lnTo>
                  <a:lnTo>
                    <a:pt x="7021" y="4416"/>
                  </a:lnTo>
                  <a:lnTo>
                    <a:pt x="6993" y="4169"/>
                  </a:lnTo>
                  <a:lnTo>
                    <a:pt x="6939" y="4060"/>
                  </a:lnTo>
                  <a:lnTo>
                    <a:pt x="6884" y="3950"/>
                  </a:lnTo>
                  <a:lnTo>
                    <a:pt x="6829" y="3868"/>
                  </a:lnTo>
                  <a:lnTo>
                    <a:pt x="6747" y="3813"/>
                  </a:lnTo>
                  <a:lnTo>
                    <a:pt x="6637" y="3785"/>
                  </a:lnTo>
                  <a:lnTo>
                    <a:pt x="6418" y="3785"/>
                  </a:lnTo>
                  <a:lnTo>
                    <a:pt x="6308" y="3840"/>
                  </a:lnTo>
                  <a:lnTo>
                    <a:pt x="6088" y="3950"/>
                  </a:lnTo>
                  <a:lnTo>
                    <a:pt x="5896" y="4114"/>
                  </a:lnTo>
                  <a:lnTo>
                    <a:pt x="6664" y="2688"/>
                  </a:lnTo>
                  <a:lnTo>
                    <a:pt x="7350" y="1208"/>
                  </a:lnTo>
                  <a:lnTo>
                    <a:pt x="7460" y="961"/>
                  </a:lnTo>
                  <a:lnTo>
                    <a:pt x="7542" y="686"/>
                  </a:lnTo>
                  <a:lnTo>
                    <a:pt x="7542" y="577"/>
                  </a:lnTo>
                  <a:lnTo>
                    <a:pt x="7542" y="440"/>
                  </a:lnTo>
                  <a:lnTo>
                    <a:pt x="7487" y="330"/>
                  </a:lnTo>
                  <a:lnTo>
                    <a:pt x="7432" y="220"/>
                  </a:lnTo>
                  <a:lnTo>
                    <a:pt x="7323" y="111"/>
                  </a:lnTo>
                  <a:lnTo>
                    <a:pt x="7185" y="28"/>
                  </a:lnTo>
                  <a:lnTo>
                    <a:pt x="7048"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3"/>
            <p:cNvSpPr/>
            <p:nvPr/>
          </p:nvSpPr>
          <p:spPr>
            <a:xfrm>
              <a:off x="5812790" y="2838434"/>
              <a:ext cx="55800" cy="77103"/>
            </a:xfrm>
            <a:custGeom>
              <a:rect b="b" l="l" r="r" t="t"/>
              <a:pathLst>
                <a:path extrusionOk="0" h="2881" w="2085">
                  <a:moveTo>
                    <a:pt x="906" y="1"/>
                  </a:moveTo>
                  <a:lnTo>
                    <a:pt x="604" y="714"/>
                  </a:lnTo>
                  <a:lnTo>
                    <a:pt x="275" y="1372"/>
                  </a:lnTo>
                  <a:lnTo>
                    <a:pt x="138" y="1619"/>
                  </a:lnTo>
                  <a:lnTo>
                    <a:pt x="28" y="1893"/>
                  </a:lnTo>
                  <a:lnTo>
                    <a:pt x="1" y="2030"/>
                  </a:lnTo>
                  <a:lnTo>
                    <a:pt x="1" y="2167"/>
                  </a:lnTo>
                  <a:lnTo>
                    <a:pt x="1" y="2304"/>
                  </a:lnTo>
                  <a:lnTo>
                    <a:pt x="56" y="2441"/>
                  </a:lnTo>
                  <a:lnTo>
                    <a:pt x="110" y="2551"/>
                  </a:lnTo>
                  <a:lnTo>
                    <a:pt x="193" y="2633"/>
                  </a:lnTo>
                  <a:lnTo>
                    <a:pt x="275" y="2716"/>
                  </a:lnTo>
                  <a:lnTo>
                    <a:pt x="385" y="2798"/>
                  </a:lnTo>
                  <a:lnTo>
                    <a:pt x="494" y="2853"/>
                  </a:lnTo>
                  <a:lnTo>
                    <a:pt x="604" y="2880"/>
                  </a:lnTo>
                  <a:lnTo>
                    <a:pt x="851" y="2880"/>
                  </a:lnTo>
                  <a:lnTo>
                    <a:pt x="988" y="2853"/>
                  </a:lnTo>
                  <a:lnTo>
                    <a:pt x="1098" y="2798"/>
                  </a:lnTo>
                  <a:lnTo>
                    <a:pt x="1207" y="2716"/>
                  </a:lnTo>
                  <a:lnTo>
                    <a:pt x="1317" y="2606"/>
                  </a:lnTo>
                  <a:lnTo>
                    <a:pt x="1482" y="2386"/>
                  </a:lnTo>
                  <a:lnTo>
                    <a:pt x="1591" y="2140"/>
                  </a:lnTo>
                  <a:lnTo>
                    <a:pt x="1756" y="1811"/>
                  </a:lnTo>
                  <a:lnTo>
                    <a:pt x="1893" y="1454"/>
                  </a:lnTo>
                  <a:lnTo>
                    <a:pt x="2003" y="1098"/>
                  </a:lnTo>
                  <a:lnTo>
                    <a:pt x="2085" y="714"/>
                  </a:lnTo>
                  <a:lnTo>
                    <a:pt x="2085" y="686"/>
                  </a:lnTo>
                  <a:lnTo>
                    <a:pt x="2058" y="659"/>
                  </a:lnTo>
                  <a:lnTo>
                    <a:pt x="2030" y="659"/>
                  </a:lnTo>
                  <a:lnTo>
                    <a:pt x="2030" y="686"/>
                  </a:lnTo>
                  <a:lnTo>
                    <a:pt x="1920" y="1070"/>
                  </a:lnTo>
                  <a:lnTo>
                    <a:pt x="1811" y="1427"/>
                  </a:lnTo>
                  <a:lnTo>
                    <a:pt x="1674" y="1756"/>
                  </a:lnTo>
                  <a:lnTo>
                    <a:pt x="1537" y="2112"/>
                  </a:lnTo>
                  <a:lnTo>
                    <a:pt x="1345" y="2414"/>
                  </a:lnTo>
                  <a:lnTo>
                    <a:pt x="1262" y="2578"/>
                  </a:lnTo>
                  <a:lnTo>
                    <a:pt x="1125" y="2688"/>
                  </a:lnTo>
                  <a:lnTo>
                    <a:pt x="961" y="2770"/>
                  </a:lnTo>
                  <a:lnTo>
                    <a:pt x="769" y="2798"/>
                  </a:lnTo>
                  <a:lnTo>
                    <a:pt x="577" y="2798"/>
                  </a:lnTo>
                  <a:lnTo>
                    <a:pt x="412" y="2716"/>
                  </a:lnTo>
                  <a:lnTo>
                    <a:pt x="275" y="2606"/>
                  </a:lnTo>
                  <a:lnTo>
                    <a:pt x="165" y="2469"/>
                  </a:lnTo>
                  <a:lnTo>
                    <a:pt x="110" y="2304"/>
                  </a:lnTo>
                  <a:lnTo>
                    <a:pt x="83" y="2140"/>
                  </a:lnTo>
                  <a:lnTo>
                    <a:pt x="110" y="1948"/>
                  </a:lnTo>
                  <a:lnTo>
                    <a:pt x="165" y="1756"/>
                  </a:lnTo>
                  <a:lnTo>
                    <a:pt x="357" y="1427"/>
                  </a:lnTo>
                  <a:lnTo>
                    <a:pt x="686" y="741"/>
                  </a:lnTo>
                  <a:lnTo>
                    <a:pt x="988" y="28"/>
                  </a:lnTo>
                  <a:lnTo>
                    <a:pt x="98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3"/>
            <p:cNvSpPr/>
            <p:nvPr/>
          </p:nvSpPr>
          <p:spPr>
            <a:xfrm>
              <a:off x="5784904" y="2820825"/>
              <a:ext cx="29385" cy="70492"/>
            </a:xfrm>
            <a:custGeom>
              <a:rect b="b" l="l" r="r" t="t"/>
              <a:pathLst>
                <a:path extrusionOk="0" h="2634" w="1098">
                  <a:moveTo>
                    <a:pt x="823" y="0"/>
                  </a:moveTo>
                  <a:lnTo>
                    <a:pt x="549" y="467"/>
                  </a:lnTo>
                  <a:lnTo>
                    <a:pt x="275" y="960"/>
                  </a:lnTo>
                  <a:lnTo>
                    <a:pt x="83" y="1399"/>
                  </a:lnTo>
                  <a:lnTo>
                    <a:pt x="1" y="1618"/>
                  </a:lnTo>
                  <a:lnTo>
                    <a:pt x="1" y="1865"/>
                  </a:lnTo>
                  <a:lnTo>
                    <a:pt x="1" y="1948"/>
                  </a:lnTo>
                  <a:lnTo>
                    <a:pt x="28" y="2057"/>
                  </a:lnTo>
                  <a:lnTo>
                    <a:pt x="110" y="2194"/>
                  </a:lnTo>
                  <a:lnTo>
                    <a:pt x="247" y="2331"/>
                  </a:lnTo>
                  <a:lnTo>
                    <a:pt x="412" y="2441"/>
                  </a:lnTo>
                  <a:lnTo>
                    <a:pt x="577" y="2551"/>
                  </a:lnTo>
                  <a:lnTo>
                    <a:pt x="741" y="2606"/>
                  </a:lnTo>
                  <a:lnTo>
                    <a:pt x="851" y="2633"/>
                  </a:lnTo>
                  <a:lnTo>
                    <a:pt x="933" y="2606"/>
                  </a:lnTo>
                  <a:lnTo>
                    <a:pt x="1015" y="2578"/>
                  </a:lnTo>
                  <a:lnTo>
                    <a:pt x="1098" y="2523"/>
                  </a:lnTo>
                  <a:lnTo>
                    <a:pt x="1098" y="2496"/>
                  </a:lnTo>
                  <a:lnTo>
                    <a:pt x="1098" y="2469"/>
                  </a:lnTo>
                  <a:lnTo>
                    <a:pt x="1070" y="2441"/>
                  </a:lnTo>
                  <a:lnTo>
                    <a:pt x="1043" y="2469"/>
                  </a:lnTo>
                  <a:lnTo>
                    <a:pt x="960" y="2523"/>
                  </a:lnTo>
                  <a:lnTo>
                    <a:pt x="878" y="2551"/>
                  </a:lnTo>
                  <a:lnTo>
                    <a:pt x="768" y="2523"/>
                  </a:lnTo>
                  <a:lnTo>
                    <a:pt x="686" y="2496"/>
                  </a:lnTo>
                  <a:lnTo>
                    <a:pt x="494" y="2414"/>
                  </a:lnTo>
                  <a:lnTo>
                    <a:pt x="330" y="2304"/>
                  </a:lnTo>
                  <a:lnTo>
                    <a:pt x="165" y="2139"/>
                  </a:lnTo>
                  <a:lnTo>
                    <a:pt x="110" y="2057"/>
                  </a:lnTo>
                  <a:lnTo>
                    <a:pt x="83" y="1975"/>
                  </a:lnTo>
                  <a:lnTo>
                    <a:pt x="83" y="1865"/>
                  </a:lnTo>
                  <a:lnTo>
                    <a:pt x="83" y="1756"/>
                  </a:lnTo>
                  <a:lnTo>
                    <a:pt x="138" y="1536"/>
                  </a:lnTo>
                  <a:lnTo>
                    <a:pt x="275" y="1152"/>
                  </a:lnTo>
                  <a:lnTo>
                    <a:pt x="467" y="768"/>
                  </a:lnTo>
                  <a:lnTo>
                    <a:pt x="686" y="412"/>
                  </a:lnTo>
                  <a:lnTo>
                    <a:pt x="878" y="55"/>
                  </a:lnTo>
                  <a:lnTo>
                    <a:pt x="906" y="28"/>
                  </a:lnTo>
                  <a:lnTo>
                    <a:pt x="87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3"/>
            <p:cNvSpPr/>
            <p:nvPr/>
          </p:nvSpPr>
          <p:spPr>
            <a:xfrm>
              <a:off x="5725467" y="2837712"/>
              <a:ext cx="124794" cy="99102"/>
            </a:xfrm>
            <a:custGeom>
              <a:rect b="b" l="l" r="r" t="t"/>
              <a:pathLst>
                <a:path extrusionOk="0" h="3703" w="4663">
                  <a:moveTo>
                    <a:pt x="1893" y="0"/>
                  </a:moveTo>
                  <a:lnTo>
                    <a:pt x="1591" y="28"/>
                  </a:lnTo>
                  <a:lnTo>
                    <a:pt x="1289" y="82"/>
                  </a:lnTo>
                  <a:lnTo>
                    <a:pt x="1015" y="192"/>
                  </a:lnTo>
                  <a:lnTo>
                    <a:pt x="713" y="329"/>
                  </a:lnTo>
                  <a:lnTo>
                    <a:pt x="466" y="521"/>
                  </a:lnTo>
                  <a:lnTo>
                    <a:pt x="220" y="713"/>
                  </a:lnTo>
                  <a:lnTo>
                    <a:pt x="0" y="933"/>
                  </a:lnTo>
                  <a:lnTo>
                    <a:pt x="274" y="3702"/>
                  </a:lnTo>
                  <a:lnTo>
                    <a:pt x="549" y="3675"/>
                  </a:lnTo>
                  <a:lnTo>
                    <a:pt x="796" y="3620"/>
                  </a:lnTo>
                  <a:lnTo>
                    <a:pt x="1015" y="3565"/>
                  </a:lnTo>
                  <a:lnTo>
                    <a:pt x="1207" y="3483"/>
                  </a:lnTo>
                  <a:lnTo>
                    <a:pt x="1399" y="3401"/>
                  </a:lnTo>
                  <a:lnTo>
                    <a:pt x="1536" y="3291"/>
                  </a:lnTo>
                  <a:lnTo>
                    <a:pt x="1673" y="3181"/>
                  </a:lnTo>
                  <a:lnTo>
                    <a:pt x="1755" y="3072"/>
                  </a:lnTo>
                  <a:lnTo>
                    <a:pt x="1865" y="2935"/>
                  </a:lnTo>
                  <a:lnTo>
                    <a:pt x="1920" y="2797"/>
                  </a:lnTo>
                  <a:lnTo>
                    <a:pt x="2030" y="2496"/>
                  </a:lnTo>
                  <a:lnTo>
                    <a:pt x="2084" y="2167"/>
                  </a:lnTo>
                  <a:lnTo>
                    <a:pt x="2139" y="1810"/>
                  </a:lnTo>
                  <a:lnTo>
                    <a:pt x="2359" y="2002"/>
                  </a:lnTo>
                  <a:lnTo>
                    <a:pt x="2606" y="2139"/>
                  </a:lnTo>
                  <a:lnTo>
                    <a:pt x="2880" y="2249"/>
                  </a:lnTo>
                  <a:lnTo>
                    <a:pt x="3181" y="2304"/>
                  </a:lnTo>
                  <a:lnTo>
                    <a:pt x="3483" y="2331"/>
                  </a:lnTo>
                  <a:lnTo>
                    <a:pt x="3757" y="2304"/>
                  </a:lnTo>
                  <a:lnTo>
                    <a:pt x="4059" y="2222"/>
                  </a:lnTo>
                  <a:lnTo>
                    <a:pt x="4306" y="2112"/>
                  </a:lnTo>
                  <a:lnTo>
                    <a:pt x="4470" y="1975"/>
                  </a:lnTo>
                  <a:lnTo>
                    <a:pt x="4608" y="1838"/>
                  </a:lnTo>
                  <a:lnTo>
                    <a:pt x="4635" y="1755"/>
                  </a:lnTo>
                  <a:lnTo>
                    <a:pt x="4662" y="1673"/>
                  </a:lnTo>
                  <a:lnTo>
                    <a:pt x="4662" y="1591"/>
                  </a:lnTo>
                  <a:lnTo>
                    <a:pt x="4608" y="1481"/>
                  </a:lnTo>
                  <a:lnTo>
                    <a:pt x="4443" y="1317"/>
                  </a:lnTo>
                  <a:lnTo>
                    <a:pt x="4278" y="1152"/>
                  </a:lnTo>
                  <a:lnTo>
                    <a:pt x="3757" y="823"/>
                  </a:lnTo>
                  <a:lnTo>
                    <a:pt x="3264" y="494"/>
                  </a:lnTo>
                  <a:lnTo>
                    <a:pt x="3017" y="357"/>
                  </a:lnTo>
                  <a:lnTo>
                    <a:pt x="2770" y="220"/>
                  </a:lnTo>
                  <a:lnTo>
                    <a:pt x="2496" y="110"/>
                  </a:lnTo>
                  <a:lnTo>
                    <a:pt x="2194" y="55"/>
                  </a:lnTo>
                  <a:lnTo>
                    <a:pt x="1893" y="0"/>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3"/>
            <p:cNvSpPr/>
            <p:nvPr/>
          </p:nvSpPr>
          <p:spPr>
            <a:xfrm>
              <a:off x="5725467" y="2837712"/>
              <a:ext cx="124794" cy="99102"/>
            </a:xfrm>
            <a:custGeom>
              <a:rect b="b" l="l" r="r" t="t"/>
              <a:pathLst>
                <a:path extrusionOk="0" fill="none" h="3703" w="4663">
                  <a:moveTo>
                    <a:pt x="0" y="933"/>
                  </a:moveTo>
                  <a:lnTo>
                    <a:pt x="0" y="933"/>
                  </a:lnTo>
                  <a:lnTo>
                    <a:pt x="220" y="713"/>
                  </a:lnTo>
                  <a:lnTo>
                    <a:pt x="466" y="521"/>
                  </a:lnTo>
                  <a:lnTo>
                    <a:pt x="713" y="329"/>
                  </a:lnTo>
                  <a:lnTo>
                    <a:pt x="1015" y="192"/>
                  </a:lnTo>
                  <a:lnTo>
                    <a:pt x="1289" y="82"/>
                  </a:lnTo>
                  <a:lnTo>
                    <a:pt x="1591" y="28"/>
                  </a:lnTo>
                  <a:lnTo>
                    <a:pt x="1893" y="0"/>
                  </a:lnTo>
                  <a:lnTo>
                    <a:pt x="2194" y="55"/>
                  </a:lnTo>
                  <a:lnTo>
                    <a:pt x="2194" y="55"/>
                  </a:lnTo>
                  <a:lnTo>
                    <a:pt x="2496" y="110"/>
                  </a:lnTo>
                  <a:lnTo>
                    <a:pt x="2770" y="220"/>
                  </a:lnTo>
                  <a:lnTo>
                    <a:pt x="3017" y="357"/>
                  </a:lnTo>
                  <a:lnTo>
                    <a:pt x="3264" y="494"/>
                  </a:lnTo>
                  <a:lnTo>
                    <a:pt x="3757" y="823"/>
                  </a:lnTo>
                  <a:lnTo>
                    <a:pt x="4278" y="1152"/>
                  </a:lnTo>
                  <a:lnTo>
                    <a:pt x="4278" y="1152"/>
                  </a:lnTo>
                  <a:lnTo>
                    <a:pt x="4443" y="1317"/>
                  </a:lnTo>
                  <a:lnTo>
                    <a:pt x="4608" y="1481"/>
                  </a:lnTo>
                  <a:lnTo>
                    <a:pt x="4608" y="1481"/>
                  </a:lnTo>
                  <a:lnTo>
                    <a:pt x="4662" y="1591"/>
                  </a:lnTo>
                  <a:lnTo>
                    <a:pt x="4662" y="1673"/>
                  </a:lnTo>
                  <a:lnTo>
                    <a:pt x="4635" y="1755"/>
                  </a:lnTo>
                  <a:lnTo>
                    <a:pt x="4608" y="1838"/>
                  </a:lnTo>
                  <a:lnTo>
                    <a:pt x="4470" y="1975"/>
                  </a:lnTo>
                  <a:lnTo>
                    <a:pt x="4306" y="2112"/>
                  </a:lnTo>
                  <a:lnTo>
                    <a:pt x="4306" y="2112"/>
                  </a:lnTo>
                  <a:lnTo>
                    <a:pt x="4059" y="2222"/>
                  </a:lnTo>
                  <a:lnTo>
                    <a:pt x="3757" y="2304"/>
                  </a:lnTo>
                  <a:lnTo>
                    <a:pt x="3483" y="2331"/>
                  </a:lnTo>
                  <a:lnTo>
                    <a:pt x="3181" y="2304"/>
                  </a:lnTo>
                  <a:lnTo>
                    <a:pt x="2880" y="2249"/>
                  </a:lnTo>
                  <a:lnTo>
                    <a:pt x="2606" y="2139"/>
                  </a:lnTo>
                  <a:lnTo>
                    <a:pt x="2359" y="2002"/>
                  </a:lnTo>
                  <a:lnTo>
                    <a:pt x="2139" y="1810"/>
                  </a:lnTo>
                  <a:lnTo>
                    <a:pt x="2139" y="1810"/>
                  </a:lnTo>
                  <a:lnTo>
                    <a:pt x="2084" y="2167"/>
                  </a:lnTo>
                  <a:lnTo>
                    <a:pt x="2030" y="2496"/>
                  </a:lnTo>
                  <a:lnTo>
                    <a:pt x="1920" y="2797"/>
                  </a:lnTo>
                  <a:lnTo>
                    <a:pt x="1865" y="2935"/>
                  </a:lnTo>
                  <a:lnTo>
                    <a:pt x="1755" y="3072"/>
                  </a:lnTo>
                  <a:lnTo>
                    <a:pt x="1673" y="3181"/>
                  </a:lnTo>
                  <a:lnTo>
                    <a:pt x="1536" y="3291"/>
                  </a:lnTo>
                  <a:lnTo>
                    <a:pt x="1399" y="3401"/>
                  </a:lnTo>
                  <a:lnTo>
                    <a:pt x="1207" y="3483"/>
                  </a:lnTo>
                  <a:lnTo>
                    <a:pt x="1015" y="3565"/>
                  </a:lnTo>
                  <a:lnTo>
                    <a:pt x="796" y="3620"/>
                  </a:lnTo>
                  <a:lnTo>
                    <a:pt x="549" y="3675"/>
                  </a:lnTo>
                  <a:lnTo>
                    <a:pt x="274" y="370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3"/>
            <p:cNvSpPr/>
            <p:nvPr/>
          </p:nvSpPr>
          <p:spPr>
            <a:xfrm>
              <a:off x="5724717" y="2836962"/>
              <a:ext cx="126265" cy="101323"/>
            </a:xfrm>
            <a:custGeom>
              <a:rect b="b" l="l" r="r" t="t"/>
              <a:pathLst>
                <a:path extrusionOk="0" h="3786" w="4718">
                  <a:moveTo>
                    <a:pt x="1729" y="1"/>
                  </a:moveTo>
                  <a:lnTo>
                    <a:pt x="1482" y="28"/>
                  </a:lnTo>
                  <a:lnTo>
                    <a:pt x="1235" y="110"/>
                  </a:lnTo>
                  <a:lnTo>
                    <a:pt x="1016" y="193"/>
                  </a:lnTo>
                  <a:lnTo>
                    <a:pt x="796" y="302"/>
                  </a:lnTo>
                  <a:lnTo>
                    <a:pt x="577" y="440"/>
                  </a:lnTo>
                  <a:lnTo>
                    <a:pt x="357" y="577"/>
                  </a:lnTo>
                  <a:lnTo>
                    <a:pt x="165" y="741"/>
                  </a:lnTo>
                  <a:lnTo>
                    <a:pt x="1" y="933"/>
                  </a:lnTo>
                  <a:lnTo>
                    <a:pt x="1" y="961"/>
                  </a:lnTo>
                  <a:lnTo>
                    <a:pt x="1" y="988"/>
                  </a:lnTo>
                  <a:lnTo>
                    <a:pt x="28" y="1015"/>
                  </a:lnTo>
                  <a:lnTo>
                    <a:pt x="56" y="988"/>
                  </a:lnTo>
                  <a:lnTo>
                    <a:pt x="357" y="686"/>
                  </a:lnTo>
                  <a:lnTo>
                    <a:pt x="686" y="440"/>
                  </a:lnTo>
                  <a:lnTo>
                    <a:pt x="878" y="357"/>
                  </a:lnTo>
                  <a:lnTo>
                    <a:pt x="1043" y="248"/>
                  </a:lnTo>
                  <a:lnTo>
                    <a:pt x="1235" y="193"/>
                  </a:lnTo>
                  <a:lnTo>
                    <a:pt x="1454" y="138"/>
                  </a:lnTo>
                  <a:lnTo>
                    <a:pt x="1646" y="83"/>
                  </a:lnTo>
                  <a:lnTo>
                    <a:pt x="1866" y="83"/>
                  </a:lnTo>
                  <a:lnTo>
                    <a:pt x="2085" y="110"/>
                  </a:lnTo>
                  <a:lnTo>
                    <a:pt x="2277" y="138"/>
                  </a:lnTo>
                  <a:lnTo>
                    <a:pt x="2496" y="193"/>
                  </a:lnTo>
                  <a:lnTo>
                    <a:pt x="2688" y="248"/>
                  </a:lnTo>
                  <a:lnTo>
                    <a:pt x="3072" y="440"/>
                  </a:lnTo>
                  <a:lnTo>
                    <a:pt x="3429" y="659"/>
                  </a:lnTo>
                  <a:lnTo>
                    <a:pt x="3785" y="878"/>
                  </a:lnTo>
                  <a:lnTo>
                    <a:pt x="4087" y="1098"/>
                  </a:lnTo>
                  <a:lnTo>
                    <a:pt x="4252" y="1207"/>
                  </a:lnTo>
                  <a:lnTo>
                    <a:pt x="4416" y="1317"/>
                  </a:lnTo>
                  <a:lnTo>
                    <a:pt x="4498" y="1427"/>
                  </a:lnTo>
                  <a:lnTo>
                    <a:pt x="4608" y="1536"/>
                  </a:lnTo>
                  <a:lnTo>
                    <a:pt x="4636" y="1619"/>
                  </a:lnTo>
                  <a:lnTo>
                    <a:pt x="4636" y="1728"/>
                  </a:lnTo>
                  <a:lnTo>
                    <a:pt x="4608" y="1838"/>
                  </a:lnTo>
                  <a:lnTo>
                    <a:pt x="4526" y="1920"/>
                  </a:lnTo>
                  <a:lnTo>
                    <a:pt x="4389" y="2058"/>
                  </a:lnTo>
                  <a:lnTo>
                    <a:pt x="4197" y="2167"/>
                  </a:lnTo>
                  <a:lnTo>
                    <a:pt x="4005" y="2222"/>
                  </a:lnTo>
                  <a:lnTo>
                    <a:pt x="3813" y="2277"/>
                  </a:lnTo>
                  <a:lnTo>
                    <a:pt x="3593" y="2304"/>
                  </a:lnTo>
                  <a:lnTo>
                    <a:pt x="3374" y="2304"/>
                  </a:lnTo>
                  <a:lnTo>
                    <a:pt x="3155" y="2277"/>
                  </a:lnTo>
                  <a:lnTo>
                    <a:pt x="2935" y="2250"/>
                  </a:lnTo>
                  <a:lnTo>
                    <a:pt x="2743" y="2167"/>
                  </a:lnTo>
                  <a:lnTo>
                    <a:pt x="2551" y="2085"/>
                  </a:lnTo>
                  <a:lnTo>
                    <a:pt x="2359" y="1948"/>
                  </a:lnTo>
                  <a:lnTo>
                    <a:pt x="2195" y="1811"/>
                  </a:lnTo>
                  <a:lnTo>
                    <a:pt x="2140" y="1811"/>
                  </a:lnTo>
                  <a:lnTo>
                    <a:pt x="2112" y="1838"/>
                  </a:lnTo>
                  <a:lnTo>
                    <a:pt x="2085" y="2167"/>
                  </a:lnTo>
                  <a:lnTo>
                    <a:pt x="2030" y="2469"/>
                  </a:lnTo>
                  <a:lnTo>
                    <a:pt x="1921" y="2771"/>
                  </a:lnTo>
                  <a:lnTo>
                    <a:pt x="1866" y="2935"/>
                  </a:lnTo>
                  <a:lnTo>
                    <a:pt x="1783" y="3072"/>
                  </a:lnTo>
                  <a:lnTo>
                    <a:pt x="1646" y="3209"/>
                  </a:lnTo>
                  <a:lnTo>
                    <a:pt x="1482" y="3346"/>
                  </a:lnTo>
                  <a:lnTo>
                    <a:pt x="1290" y="3456"/>
                  </a:lnTo>
                  <a:lnTo>
                    <a:pt x="1098" y="3538"/>
                  </a:lnTo>
                  <a:lnTo>
                    <a:pt x="906" y="3593"/>
                  </a:lnTo>
                  <a:lnTo>
                    <a:pt x="714" y="3648"/>
                  </a:lnTo>
                  <a:lnTo>
                    <a:pt x="302" y="3703"/>
                  </a:lnTo>
                  <a:lnTo>
                    <a:pt x="275" y="3703"/>
                  </a:lnTo>
                  <a:lnTo>
                    <a:pt x="248" y="3730"/>
                  </a:lnTo>
                  <a:lnTo>
                    <a:pt x="275" y="3758"/>
                  </a:lnTo>
                  <a:lnTo>
                    <a:pt x="302" y="3785"/>
                  </a:lnTo>
                  <a:lnTo>
                    <a:pt x="714" y="3703"/>
                  </a:lnTo>
                  <a:lnTo>
                    <a:pt x="933" y="3676"/>
                  </a:lnTo>
                  <a:lnTo>
                    <a:pt x="1125" y="3593"/>
                  </a:lnTo>
                  <a:lnTo>
                    <a:pt x="1317" y="3511"/>
                  </a:lnTo>
                  <a:lnTo>
                    <a:pt x="1509" y="3429"/>
                  </a:lnTo>
                  <a:lnTo>
                    <a:pt x="1674" y="3292"/>
                  </a:lnTo>
                  <a:lnTo>
                    <a:pt x="1811" y="3127"/>
                  </a:lnTo>
                  <a:lnTo>
                    <a:pt x="1921" y="2990"/>
                  </a:lnTo>
                  <a:lnTo>
                    <a:pt x="2003" y="2853"/>
                  </a:lnTo>
                  <a:lnTo>
                    <a:pt x="2112" y="2524"/>
                  </a:lnTo>
                  <a:lnTo>
                    <a:pt x="2167" y="2195"/>
                  </a:lnTo>
                  <a:lnTo>
                    <a:pt x="2189" y="1915"/>
                  </a:lnTo>
                  <a:lnTo>
                    <a:pt x="2277" y="2003"/>
                  </a:lnTo>
                  <a:lnTo>
                    <a:pt x="2469" y="2112"/>
                  </a:lnTo>
                  <a:lnTo>
                    <a:pt x="2634" y="2222"/>
                  </a:lnTo>
                  <a:lnTo>
                    <a:pt x="2826" y="2304"/>
                  </a:lnTo>
                  <a:lnTo>
                    <a:pt x="3045" y="2359"/>
                  </a:lnTo>
                  <a:lnTo>
                    <a:pt x="3237" y="2387"/>
                  </a:lnTo>
                  <a:lnTo>
                    <a:pt x="3648" y="2387"/>
                  </a:lnTo>
                  <a:lnTo>
                    <a:pt x="3868" y="2359"/>
                  </a:lnTo>
                  <a:lnTo>
                    <a:pt x="4060" y="2304"/>
                  </a:lnTo>
                  <a:lnTo>
                    <a:pt x="4252" y="2222"/>
                  </a:lnTo>
                  <a:lnTo>
                    <a:pt x="4444" y="2112"/>
                  </a:lnTo>
                  <a:lnTo>
                    <a:pt x="4553" y="2003"/>
                  </a:lnTo>
                  <a:lnTo>
                    <a:pt x="4663" y="1866"/>
                  </a:lnTo>
                  <a:lnTo>
                    <a:pt x="4718" y="1783"/>
                  </a:lnTo>
                  <a:lnTo>
                    <a:pt x="4718" y="1701"/>
                  </a:lnTo>
                  <a:lnTo>
                    <a:pt x="4718" y="1619"/>
                  </a:lnTo>
                  <a:lnTo>
                    <a:pt x="4718" y="1536"/>
                  </a:lnTo>
                  <a:lnTo>
                    <a:pt x="4636" y="1427"/>
                  </a:lnTo>
                  <a:lnTo>
                    <a:pt x="4526" y="1317"/>
                  </a:lnTo>
                  <a:lnTo>
                    <a:pt x="4306" y="1153"/>
                  </a:lnTo>
                  <a:lnTo>
                    <a:pt x="3484" y="577"/>
                  </a:lnTo>
                  <a:lnTo>
                    <a:pt x="3072" y="357"/>
                  </a:lnTo>
                  <a:lnTo>
                    <a:pt x="2880" y="248"/>
                  </a:lnTo>
                  <a:lnTo>
                    <a:pt x="2661" y="165"/>
                  </a:lnTo>
                  <a:lnTo>
                    <a:pt x="2442" y="83"/>
                  </a:lnTo>
                  <a:lnTo>
                    <a:pt x="2195" y="28"/>
                  </a:lnTo>
                  <a:lnTo>
                    <a:pt x="197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3"/>
            <p:cNvSpPr/>
            <p:nvPr/>
          </p:nvSpPr>
          <p:spPr>
            <a:xfrm>
              <a:off x="5658670" y="3225942"/>
              <a:ext cx="288473" cy="187177"/>
            </a:xfrm>
            <a:custGeom>
              <a:rect b="b" l="l" r="r" t="t"/>
              <a:pathLst>
                <a:path extrusionOk="0" h="6994" w="10779">
                  <a:moveTo>
                    <a:pt x="7268" y="1"/>
                  </a:moveTo>
                  <a:lnTo>
                    <a:pt x="6884" y="56"/>
                  </a:lnTo>
                  <a:lnTo>
                    <a:pt x="6473" y="138"/>
                  </a:lnTo>
                  <a:lnTo>
                    <a:pt x="6034" y="275"/>
                  </a:lnTo>
                  <a:lnTo>
                    <a:pt x="5540" y="494"/>
                  </a:lnTo>
                  <a:lnTo>
                    <a:pt x="5047" y="714"/>
                  </a:lnTo>
                  <a:lnTo>
                    <a:pt x="4580" y="988"/>
                  </a:lnTo>
                  <a:lnTo>
                    <a:pt x="3813" y="1427"/>
                  </a:lnTo>
                  <a:lnTo>
                    <a:pt x="3511" y="1619"/>
                  </a:lnTo>
                  <a:lnTo>
                    <a:pt x="1" y="2579"/>
                  </a:lnTo>
                  <a:lnTo>
                    <a:pt x="165" y="3127"/>
                  </a:lnTo>
                  <a:lnTo>
                    <a:pt x="522" y="4581"/>
                  </a:lnTo>
                  <a:lnTo>
                    <a:pt x="741" y="5403"/>
                  </a:lnTo>
                  <a:lnTo>
                    <a:pt x="960" y="6171"/>
                  </a:lnTo>
                  <a:lnTo>
                    <a:pt x="1180" y="6994"/>
                  </a:lnTo>
                  <a:lnTo>
                    <a:pt x="1948" y="6500"/>
                  </a:lnTo>
                  <a:lnTo>
                    <a:pt x="2524" y="6116"/>
                  </a:lnTo>
                  <a:lnTo>
                    <a:pt x="2743" y="5952"/>
                  </a:lnTo>
                  <a:lnTo>
                    <a:pt x="2908" y="5842"/>
                  </a:lnTo>
                  <a:lnTo>
                    <a:pt x="3703" y="4992"/>
                  </a:lnTo>
                  <a:lnTo>
                    <a:pt x="3867" y="5184"/>
                  </a:lnTo>
                  <a:lnTo>
                    <a:pt x="3977" y="5376"/>
                  </a:lnTo>
                  <a:lnTo>
                    <a:pt x="4059" y="5568"/>
                  </a:lnTo>
                  <a:lnTo>
                    <a:pt x="4142" y="5787"/>
                  </a:lnTo>
                  <a:lnTo>
                    <a:pt x="4224" y="6007"/>
                  </a:lnTo>
                  <a:lnTo>
                    <a:pt x="4306" y="6171"/>
                  </a:lnTo>
                  <a:lnTo>
                    <a:pt x="4416" y="6336"/>
                  </a:lnTo>
                  <a:lnTo>
                    <a:pt x="4471" y="6391"/>
                  </a:lnTo>
                  <a:lnTo>
                    <a:pt x="4553" y="6445"/>
                  </a:lnTo>
                  <a:lnTo>
                    <a:pt x="4690" y="6500"/>
                  </a:lnTo>
                  <a:lnTo>
                    <a:pt x="4855" y="6528"/>
                  </a:lnTo>
                  <a:lnTo>
                    <a:pt x="4964" y="6500"/>
                  </a:lnTo>
                  <a:lnTo>
                    <a:pt x="5102" y="6418"/>
                  </a:lnTo>
                  <a:lnTo>
                    <a:pt x="5211" y="6308"/>
                  </a:lnTo>
                  <a:lnTo>
                    <a:pt x="5294" y="6199"/>
                  </a:lnTo>
                  <a:lnTo>
                    <a:pt x="5376" y="6034"/>
                  </a:lnTo>
                  <a:lnTo>
                    <a:pt x="5458" y="5897"/>
                  </a:lnTo>
                  <a:lnTo>
                    <a:pt x="5485" y="5787"/>
                  </a:lnTo>
                  <a:lnTo>
                    <a:pt x="5485" y="5678"/>
                  </a:lnTo>
                  <a:lnTo>
                    <a:pt x="5431" y="5376"/>
                  </a:lnTo>
                  <a:lnTo>
                    <a:pt x="5321" y="5047"/>
                  </a:lnTo>
                  <a:lnTo>
                    <a:pt x="5211" y="4690"/>
                  </a:lnTo>
                  <a:lnTo>
                    <a:pt x="4964" y="4087"/>
                  </a:lnTo>
                  <a:lnTo>
                    <a:pt x="4827" y="3840"/>
                  </a:lnTo>
                  <a:lnTo>
                    <a:pt x="4827" y="3840"/>
                  </a:lnTo>
                  <a:lnTo>
                    <a:pt x="5211" y="4059"/>
                  </a:lnTo>
                  <a:lnTo>
                    <a:pt x="5458" y="4306"/>
                  </a:lnTo>
                  <a:lnTo>
                    <a:pt x="5677" y="4553"/>
                  </a:lnTo>
                  <a:lnTo>
                    <a:pt x="6089" y="5102"/>
                  </a:lnTo>
                  <a:lnTo>
                    <a:pt x="6418" y="5568"/>
                  </a:lnTo>
                  <a:lnTo>
                    <a:pt x="6528" y="5760"/>
                  </a:lnTo>
                  <a:lnTo>
                    <a:pt x="6720" y="5815"/>
                  </a:lnTo>
                  <a:lnTo>
                    <a:pt x="6912" y="5842"/>
                  </a:lnTo>
                  <a:lnTo>
                    <a:pt x="7076" y="5815"/>
                  </a:lnTo>
                  <a:lnTo>
                    <a:pt x="7213" y="5787"/>
                  </a:lnTo>
                  <a:lnTo>
                    <a:pt x="7323" y="5732"/>
                  </a:lnTo>
                  <a:lnTo>
                    <a:pt x="7433" y="5678"/>
                  </a:lnTo>
                  <a:lnTo>
                    <a:pt x="7515" y="5595"/>
                  </a:lnTo>
                  <a:lnTo>
                    <a:pt x="7597" y="5486"/>
                  </a:lnTo>
                  <a:lnTo>
                    <a:pt x="7707" y="5294"/>
                  </a:lnTo>
                  <a:lnTo>
                    <a:pt x="7762" y="5102"/>
                  </a:lnTo>
                  <a:lnTo>
                    <a:pt x="7789" y="4937"/>
                  </a:lnTo>
                  <a:lnTo>
                    <a:pt x="7981" y="4964"/>
                  </a:lnTo>
                  <a:lnTo>
                    <a:pt x="8146" y="4992"/>
                  </a:lnTo>
                  <a:lnTo>
                    <a:pt x="8420" y="4992"/>
                  </a:lnTo>
                  <a:lnTo>
                    <a:pt x="8502" y="4937"/>
                  </a:lnTo>
                  <a:lnTo>
                    <a:pt x="8612" y="4910"/>
                  </a:lnTo>
                  <a:lnTo>
                    <a:pt x="8749" y="4800"/>
                  </a:lnTo>
                  <a:lnTo>
                    <a:pt x="8831" y="4663"/>
                  </a:lnTo>
                  <a:lnTo>
                    <a:pt x="8859" y="4553"/>
                  </a:lnTo>
                  <a:lnTo>
                    <a:pt x="8886" y="4443"/>
                  </a:lnTo>
                  <a:lnTo>
                    <a:pt x="8886" y="4197"/>
                  </a:lnTo>
                  <a:lnTo>
                    <a:pt x="8831" y="3950"/>
                  </a:lnTo>
                  <a:lnTo>
                    <a:pt x="8749" y="3703"/>
                  </a:lnTo>
                  <a:lnTo>
                    <a:pt x="8639" y="3456"/>
                  </a:lnTo>
                  <a:lnTo>
                    <a:pt x="8475" y="3209"/>
                  </a:lnTo>
                  <a:lnTo>
                    <a:pt x="8338" y="2990"/>
                  </a:lnTo>
                  <a:lnTo>
                    <a:pt x="7981" y="2551"/>
                  </a:lnTo>
                  <a:lnTo>
                    <a:pt x="7597" y="2195"/>
                  </a:lnTo>
                  <a:lnTo>
                    <a:pt x="7296" y="1893"/>
                  </a:lnTo>
                  <a:lnTo>
                    <a:pt x="6966" y="1646"/>
                  </a:lnTo>
                  <a:lnTo>
                    <a:pt x="7186" y="1619"/>
                  </a:lnTo>
                  <a:lnTo>
                    <a:pt x="7707" y="1564"/>
                  </a:lnTo>
                  <a:lnTo>
                    <a:pt x="8036" y="1564"/>
                  </a:lnTo>
                  <a:lnTo>
                    <a:pt x="8392" y="1591"/>
                  </a:lnTo>
                  <a:lnTo>
                    <a:pt x="8722" y="1619"/>
                  </a:lnTo>
                  <a:lnTo>
                    <a:pt x="9051" y="1701"/>
                  </a:lnTo>
                  <a:lnTo>
                    <a:pt x="9572" y="1920"/>
                  </a:lnTo>
                  <a:lnTo>
                    <a:pt x="9819" y="2003"/>
                  </a:lnTo>
                  <a:lnTo>
                    <a:pt x="10038" y="2057"/>
                  </a:lnTo>
                  <a:lnTo>
                    <a:pt x="10230" y="2057"/>
                  </a:lnTo>
                  <a:lnTo>
                    <a:pt x="10394" y="2030"/>
                  </a:lnTo>
                  <a:lnTo>
                    <a:pt x="10532" y="1948"/>
                  </a:lnTo>
                  <a:lnTo>
                    <a:pt x="10669" y="1811"/>
                  </a:lnTo>
                  <a:lnTo>
                    <a:pt x="10751" y="1674"/>
                  </a:lnTo>
                  <a:lnTo>
                    <a:pt x="10778" y="1536"/>
                  </a:lnTo>
                  <a:lnTo>
                    <a:pt x="10751" y="1399"/>
                  </a:lnTo>
                  <a:lnTo>
                    <a:pt x="10724" y="1262"/>
                  </a:lnTo>
                  <a:lnTo>
                    <a:pt x="10641" y="1125"/>
                  </a:lnTo>
                  <a:lnTo>
                    <a:pt x="10532" y="1015"/>
                  </a:lnTo>
                  <a:lnTo>
                    <a:pt x="10422" y="906"/>
                  </a:lnTo>
                  <a:lnTo>
                    <a:pt x="10285" y="769"/>
                  </a:lnTo>
                  <a:lnTo>
                    <a:pt x="9983" y="577"/>
                  </a:lnTo>
                  <a:lnTo>
                    <a:pt x="9654" y="412"/>
                  </a:lnTo>
                  <a:lnTo>
                    <a:pt x="9325" y="275"/>
                  </a:lnTo>
                  <a:lnTo>
                    <a:pt x="9051" y="193"/>
                  </a:lnTo>
                  <a:lnTo>
                    <a:pt x="8530" y="83"/>
                  </a:lnTo>
                  <a:lnTo>
                    <a:pt x="8255" y="28"/>
                  </a:lnTo>
                  <a:lnTo>
                    <a:pt x="7954"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3"/>
            <p:cNvSpPr/>
            <p:nvPr/>
          </p:nvSpPr>
          <p:spPr>
            <a:xfrm>
              <a:off x="5814262" y="3261187"/>
              <a:ext cx="55077" cy="30108"/>
            </a:xfrm>
            <a:custGeom>
              <a:rect b="b" l="l" r="r" t="t"/>
              <a:pathLst>
                <a:path extrusionOk="0" h="1125" w="2058">
                  <a:moveTo>
                    <a:pt x="28" y="0"/>
                  </a:moveTo>
                  <a:lnTo>
                    <a:pt x="1" y="27"/>
                  </a:lnTo>
                  <a:lnTo>
                    <a:pt x="28" y="55"/>
                  </a:lnTo>
                  <a:lnTo>
                    <a:pt x="55" y="82"/>
                  </a:lnTo>
                  <a:lnTo>
                    <a:pt x="330" y="82"/>
                  </a:lnTo>
                  <a:lnTo>
                    <a:pt x="631" y="137"/>
                  </a:lnTo>
                  <a:lnTo>
                    <a:pt x="906" y="219"/>
                  </a:lnTo>
                  <a:lnTo>
                    <a:pt x="1152" y="329"/>
                  </a:lnTo>
                  <a:lnTo>
                    <a:pt x="1399" y="494"/>
                  </a:lnTo>
                  <a:lnTo>
                    <a:pt x="1619" y="658"/>
                  </a:lnTo>
                  <a:lnTo>
                    <a:pt x="1811" y="878"/>
                  </a:lnTo>
                  <a:lnTo>
                    <a:pt x="2003" y="1124"/>
                  </a:lnTo>
                  <a:lnTo>
                    <a:pt x="2057" y="1124"/>
                  </a:lnTo>
                  <a:lnTo>
                    <a:pt x="2057" y="1097"/>
                  </a:lnTo>
                  <a:lnTo>
                    <a:pt x="2057" y="1070"/>
                  </a:lnTo>
                  <a:lnTo>
                    <a:pt x="1893" y="823"/>
                  </a:lnTo>
                  <a:lnTo>
                    <a:pt x="1673" y="603"/>
                  </a:lnTo>
                  <a:lnTo>
                    <a:pt x="1454" y="411"/>
                  </a:lnTo>
                  <a:lnTo>
                    <a:pt x="1207" y="274"/>
                  </a:lnTo>
                  <a:lnTo>
                    <a:pt x="933" y="137"/>
                  </a:lnTo>
                  <a:lnTo>
                    <a:pt x="631" y="55"/>
                  </a:lnTo>
                  <a:lnTo>
                    <a:pt x="3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3"/>
            <p:cNvSpPr/>
            <p:nvPr/>
          </p:nvSpPr>
          <p:spPr>
            <a:xfrm>
              <a:off x="5792237" y="3280991"/>
              <a:ext cx="71964" cy="78548"/>
            </a:xfrm>
            <a:custGeom>
              <a:rect b="b" l="l" r="r" t="t"/>
              <a:pathLst>
                <a:path extrusionOk="0" h="2935" w="2689">
                  <a:moveTo>
                    <a:pt x="28" y="0"/>
                  </a:moveTo>
                  <a:lnTo>
                    <a:pt x="1" y="28"/>
                  </a:lnTo>
                  <a:lnTo>
                    <a:pt x="1" y="55"/>
                  </a:lnTo>
                  <a:lnTo>
                    <a:pt x="28" y="83"/>
                  </a:lnTo>
                  <a:lnTo>
                    <a:pt x="467" y="302"/>
                  </a:lnTo>
                  <a:lnTo>
                    <a:pt x="878" y="576"/>
                  </a:lnTo>
                  <a:lnTo>
                    <a:pt x="1262" y="878"/>
                  </a:lnTo>
                  <a:lnTo>
                    <a:pt x="1619" y="1235"/>
                  </a:lnTo>
                  <a:lnTo>
                    <a:pt x="1921" y="1619"/>
                  </a:lnTo>
                  <a:lnTo>
                    <a:pt x="2195" y="2002"/>
                  </a:lnTo>
                  <a:lnTo>
                    <a:pt x="2442" y="2441"/>
                  </a:lnTo>
                  <a:lnTo>
                    <a:pt x="2606" y="2907"/>
                  </a:lnTo>
                  <a:lnTo>
                    <a:pt x="2634" y="2935"/>
                  </a:lnTo>
                  <a:lnTo>
                    <a:pt x="2661" y="2935"/>
                  </a:lnTo>
                  <a:lnTo>
                    <a:pt x="2688" y="2907"/>
                  </a:lnTo>
                  <a:lnTo>
                    <a:pt x="2688" y="2880"/>
                  </a:lnTo>
                  <a:lnTo>
                    <a:pt x="2496" y="2414"/>
                  </a:lnTo>
                  <a:lnTo>
                    <a:pt x="2277" y="1975"/>
                  </a:lnTo>
                  <a:lnTo>
                    <a:pt x="2003" y="1564"/>
                  </a:lnTo>
                  <a:lnTo>
                    <a:pt x="1674" y="1180"/>
                  </a:lnTo>
                  <a:lnTo>
                    <a:pt x="1317" y="823"/>
                  </a:lnTo>
                  <a:lnTo>
                    <a:pt x="933" y="522"/>
                  </a:lnTo>
                  <a:lnTo>
                    <a:pt x="522" y="247"/>
                  </a:lnTo>
                  <a:lnTo>
                    <a:pt x="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3"/>
            <p:cNvSpPr/>
            <p:nvPr/>
          </p:nvSpPr>
          <p:spPr>
            <a:xfrm>
              <a:off x="4995197" y="2975668"/>
              <a:ext cx="698742" cy="457291"/>
            </a:xfrm>
            <a:custGeom>
              <a:rect b="b" l="l" r="r" t="t"/>
              <a:pathLst>
                <a:path extrusionOk="0" h="17087" w="26109">
                  <a:moveTo>
                    <a:pt x="6555" y="1"/>
                  </a:moveTo>
                  <a:lnTo>
                    <a:pt x="1" y="3923"/>
                  </a:lnTo>
                  <a:lnTo>
                    <a:pt x="275" y="4416"/>
                  </a:lnTo>
                  <a:lnTo>
                    <a:pt x="1043" y="5678"/>
                  </a:lnTo>
                  <a:lnTo>
                    <a:pt x="2195" y="7488"/>
                  </a:lnTo>
                  <a:lnTo>
                    <a:pt x="2853" y="8530"/>
                  </a:lnTo>
                  <a:lnTo>
                    <a:pt x="3566" y="9599"/>
                  </a:lnTo>
                  <a:lnTo>
                    <a:pt x="4334" y="10696"/>
                  </a:lnTo>
                  <a:lnTo>
                    <a:pt x="5102" y="11793"/>
                  </a:lnTo>
                  <a:lnTo>
                    <a:pt x="5897" y="12836"/>
                  </a:lnTo>
                  <a:lnTo>
                    <a:pt x="6665" y="13795"/>
                  </a:lnTo>
                  <a:lnTo>
                    <a:pt x="7406" y="14646"/>
                  </a:lnTo>
                  <a:lnTo>
                    <a:pt x="7762" y="15030"/>
                  </a:lnTo>
                  <a:lnTo>
                    <a:pt x="8119" y="15359"/>
                  </a:lnTo>
                  <a:lnTo>
                    <a:pt x="8448" y="15660"/>
                  </a:lnTo>
                  <a:lnTo>
                    <a:pt x="8777" y="15907"/>
                  </a:lnTo>
                  <a:lnTo>
                    <a:pt x="9078" y="16099"/>
                  </a:lnTo>
                  <a:lnTo>
                    <a:pt x="9380" y="16264"/>
                  </a:lnTo>
                  <a:lnTo>
                    <a:pt x="9682" y="16373"/>
                  </a:lnTo>
                  <a:lnTo>
                    <a:pt x="10038" y="16483"/>
                  </a:lnTo>
                  <a:lnTo>
                    <a:pt x="10477" y="16565"/>
                  </a:lnTo>
                  <a:lnTo>
                    <a:pt x="10943" y="16648"/>
                  </a:lnTo>
                  <a:lnTo>
                    <a:pt x="12013" y="16812"/>
                  </a:lnTo>
                  <a:lnTo>
                    <a:pt x="13220" y="16894"/>
                  </a:lnTo>
                  <a:lnTo>
                    <a:pt x="14563" y="16977"/>
                  </a:lnTo>
                  <a:lnTo>
                    <a:pt x="15962" y="17031"/>
                  </a:lnTo>
                  <a:lnTo>
                    <a:pt x="17415" y="17059"/>
                  </a:lnTo>
                  <a:lnTo>
                    <a:pt x="18842" y="17086"/>
                  </a:lnTo>
                  <a:lnTo>
                    <a:pt x="21584" y="17059"/>
                  </a:lnTo>
                  <a:lnTo>
                    <a:pt x="23915" y="17004"/>
                  </a:lnTo>
                  <a:lnTo>
                    <a:pt x="26109" y="16922"/>
                  </a:lnTo>
                  <a:lnTo>
                    <a:pt x="26054" y="10971"/>
                  </a:lnTo>
                  <a:lnTo>
                    <a:pt x="13521" y="9243"/>
                  </a:lnTo>
                  <a:lnTo>
                    <a:pt x="6555"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3"/>
            <p:cNvSpPr/>
            <p:nvPr/>
          </p:nvSpPr>
          <p:spPr>
            <a:xfrm>
              <a:off x="5205115" y="2930173"/>
              <a:ext cx="569560" cy="413962"/>
            </a:xfrm>
            <a:custGeom>
              <a:rect b="b" l="l" r="r" t="t"/>
              <a:pathLst>
                <a:path extrusionOk="0" h="15468" w="21282">
                  <a:moveTo>
                    <a:pt x="15989" y="1"/>
                  </a:moveTo>
                  <a:lnTo>
                    <a:pt x="9023" y="8475"/>
                  </a:lnTo>
                  <a:lnTo>
                    <a:pt x="3099" y="1865"/>
                  </a:lnTo>
                  <a:lnTo>
                    <a:pt x="0" y="6939"/>
                  </a:lnTo>
                  <a:lnTo>
                    <a:pt x="7048" y="15221"/>
                  </a:lnTo>
                  <a:lnTo>
                    <a:pt x="13109" y="15468"/>
                  </a:lnTo>
                  <a:lnTo>
                    <a:pt x="21282" y="3429"/>
                  </a:lnTo>
                  <a:lnTo>
                    <a:pt x="1598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3"/>
            <p:cNvSpPr/>
            <p:nvPr/>
          </p:nvSpPr>
          <p:spPr>
            <a:xfrm>
              <a:off x="4802192" y="2875874"/>
              <a:ext cx="576892" cy="607000"/>
            </a:xfrm>
            <a:custGeom>
              <a:rect b="b" l="l" r="r" t="t"/>
              <a:pathLst>
                <a:path extrusionOk="0" h="22681" w="21556">
                  <a:moveTo>
                    <a:pt x="11628" y="0"/>
                  </a:moveTo>
                  <a:lnTo>
                    <a:pt x="11436" y="28"/>
                  </a:lnTo>
                  <a:lnTo>
                    <a:pt x="11189" y="82"/>
                  </a:lnTo>
                  <a:lnTo>
                    <a:pt x="10860" y="165"/>
                  </a:lnTo>
                  <a:lnTo>
                    <a:pt x="10476" y="302"/>
                  </a:lnTo>
                  <a:lnTo>
                    <a:pt x="10038" y="466"/>
                  </a:lnTo>
                  <a:lnTo>
                    <a:pt x="9544" y="686"/>
                  </a:lnTo>
                  <a:lnTo>
                    <a:pt x="9023" y="933"/>
                  </a:lnTo>
                  <a:lnTo>
                    <a:pt x="8502" y="1262"/>
                  </a:lnTo>
                  <a:lnTo>
                    <a:pt x="7953" y="1646"/>
                  </a:lnTo>
                  <a:lnTo>
                    <a:pt x="7405" y="2057"/>
                  </a:lnTo>
                  <a:lnTo>
                    <a:pt x="6884" y="2578"/>
                  </a:lnTo>
                  <a:lnTo>
                    <a:pt x="6637" y="2852"/>
                  </a:lnTo>
                  <a:lnTo>
                    <a:pt x="6390" y="3154"/>
                  </a:lnTo>
                  <a:lnTo>
                    <a:pt x="6143" y="3456"/>
                  </a:lnTo>
                  <a:lnTo>
                    <a:pt x="5924" y="3785"/>
                  </a:lnTo>
                  <a:lnTo>
                    <a:pt x="5705" y="4141"/>
                  </a:lnTo>
                  <a:lnTo>
                    <a:pt x="5485" y="4525"/>
                  </a:lnTo>
                  <a:lnTo>
                    <a:pt x="5293" y="4909"/>
                  </a:lnTo>
                  <a:lnTo>
                    <a:pt x="5101" y="5321"/>
                  </a:lnTo>
                  <a:lnTo>
                    <a:pt x="4525" y="6884"/>
                  </a:lnTo>
                  <a:lnTo>
                    <a:pt x="3867" y="8803"/>
                  </a:lnTo>
                  <a:lnTo>
                    <a:pt x="3154" y="10943"/>
                  </a:lnTo>
                  <a:lnTo>
                    <a:pt x="2441" y="13219"/>
                  </a:lnTo>
                  <a:lnTo>
                    <a:pt x="1070" y="17662"/>
                  </a:lnTo>
                  <a:lnTo>
                    <a:pt x="55" y="21117"/>
                  </a:lnTo>
                  <a:lnTo>
                    <a:pt x="0" y="21282"/>
                  </a:lnTo>
                  <a:lnTo>
                    <a:pt x="0" y="21419"/>
                  </a:lnTo>
                  <a:lnTo>
                    <a:pt x="0" y="21556"/>
                  </a:lnTo>
                  <a:lnTo>
                    <a:pt x="28" y="21693"/>
                  </a:lnTo>
                  <a:lnTo>
                    <a:pt x="110" y="21967"/>
                  </a:lnTo>
                  <a:lnTo>
                    <a:pt x="247" y="22187"/>
                  </a:lnTo>
                  <a:lnTo>
                    <a:pt x="412" y="22379"/>
                  </a:lnTo>
                  <a:lnTo>
                    <a:pt x="659" y="22543"/>
                  </a:lnTo>
                  <a:lnTo>
                    <a:pt x="768" y="22598"/>
                  </a:lnTo>
                  <a:lnTo>
                    <a:pt x="905" y="22653"/>
                  </a:lnTo>
                  <a:lnTo>
                    <a:pt x="1070" y="22680"/>
                  </a:lnTo>
                  <a:lnTo>
                    <a:pt x="16290" y="22680"/>
                  </a:lnTo>
                  <a:lnTo>
                    <a:pt x="16510" y="22653"/>
                  </a:lnTo>
                  <a:lnTo>
                    <a:pt x="16729" y="22598"/>
                  </a:lnTo>
                  <a:lnTo>
                    <a:pt x="16949" y="22488"/>
                  </a:lnTo>
                  <a:lnTo>
                    <a:pt x="17113" y="22379"/>
                  </a:lnTo>
                  <a:lnTo>
                    <a:pt x="17278" y="22214"/>
                  </a:lnTo>
                  <a:lnTo>
                    <a:pt x="17387" y="22022"/>
                  </a:lnTo>
                  <a:lnTo>
                    <a:pt x="17497" y="21830"/>
                  </a:lnTo>
                  <a:lnTo>
                    <a:pt x="17552" y="21611"/>
                  </a:lnTo>
                  <a:lnTo>
                    <a:pt x="18265" y="16976"/>
                  </a:lnTo>
                  <a:lnTo>
                    <a:pt x="18731" y="16510"/>
                  </a:lnTo>
                  <a:lnTo>
                    <a:pt x="19225" y="16016"/>
                  </a:lnTo>
                  <a:lnTo>
                    <a:pt x="19801" y="15440"/>
                  </a:lnTo>
                  <a:lnTo>
                    <a:pt x="20377" y="14782"/>
                  </a:lnTo>
                  <a:lnTo>
                    <a:pt x="20898" y="14124"/>
                  </a:lnTo>
                  <a:lnTo>
                    <a:pt x="21117" y="13795"/>
                  </a:lnTo>
                  <a:lnTo>
                    <a:pt x="21309" y="13493"/>
                  </a:lnTo>
                  <a:lnTo>
                    <a:pt x="21446" y="13219"/>
                  </a:lnTo>
                  <a:lnTo>
                    <a:pt x="21528" y="12972"/>
                  </a:lnTo>
                  <a:lnTo>
                    <a:pt x="21556" y="12807"/>
                  </a:lnTo>
                  <a:lnTo>
                    <a:pt x="21556" y="12643"/>
                  </a:lnTo>
                  <a:lnTo>
                    <a:pt x="21474" y="12149"/>
                  </a:lnTo>
                  <a:lnTo>
                    <a:pt x="21337" y="11518"/>
                  </a:lnTo>
                  <a:lnTo>
                    <a:pt x="21117" y="10805"/>
                  </a:lnTo>
                  <a:lnTo>
                    <a:pt x="20843" y="9983"/>
                  </a:lnTo>
                  <a:lnTo>
                    <a:pt x="20569" y="9105"/>
                  </a:lnTo>
                  <a:lnTo>
                    <a:pt x="19910" y="7240"/>
                  </a:lnTo>
                  <a:lnTo>
                    <a:pt x="19225" y="5458"/>
                  </a:lnTo>
                  <a:lnTo>
                    <a:pt x="18621" y="3949"/>
                  </a:lnTo>
                  <a:lnTo>
                    <a:pt x="18046" y="2468"/>
                  </a:lnTo>
                  <a:lnTo>
                    <a:pt x="11711"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3"/>
            <p:cNvSpPr/>
            <p:nvPr/>
          </p:nvSpPr>
          <p:spPr>
            <a:xfrm>
              <a:off x="5019416" y="3148146"/>
              <a:ext cx="278946" cy="274530"/>
            </a:xfrm>
            <a:custGeom>
              <a:rect b="b" l="l" r="r" t="t"/>
              <a:pathLst>
                <a:path extrusionOk="0" h="10258" w="10423">
                  <a:moveTo>
                    <a:pt x="28" y="1"/>
                  </a:moveTo>
                  <a:lnTo>
                    <a:pt x="1" y="28"/>
                  </a:lnTo>
                  <a:lnTo>
                    <a:pt x="1" y="56"/>
                  </a:lnTo>
                  <a:lnTo>
                    <a:pt x="741" y="1509"/>
                  </a:lnTo>
                  <a:lnTo>
                    <a:pt x="1125" y="2195"/>
                  </a:lnTo>
                  <a:lnTo>
                    <a:pt x="1537" y="2908"/>
                  </a:lnTo>
                  <a:lnTo>
                    <a:pt x="1948" y="3593"/>
                  </a:lnTo>
                  <a:lnTo>
                    <a:pt x="2387" y="4279"/>
                  </a:lnTo>
                  <a:lnTo>
                    <a:pt x="2853" y="4937"/>
                  </a:lnTo>
                  <a:lnTo>
                    <a:pt x="3347" y="5595"/>
                  </a:lnTo>
                  <a:lnTo>
                    <a:pt x="3758" y="6116"/>
                  </a:lnTo>
                  <a:lnTo>
                    <a:pt x="4197" y="6665"/>
                  </a:lnTo>
                  <a:lnTo>
                    <a:pt x="4663" y="7158"/>
                  </a:lnTo>
                  <a:lnTo>
                    <a:pt x="5157" y="7652"/>
                  </a:lnTo>
                  <a:lnTo>
                    <a:pt x="5650" y="8091"/>
                  </a:lnTo>
                  <a:lnTo>
                    <a:pt x="6199" y="8530"/>
                  </a:lnTo>
                  <a:lnTo>
                    <a:pt x="6775" y="8914"/>
                  </a:lnTo>
                  <a:lnTo>
                    <a:pt x="7351" y="9270"/>
                  </a:lnTo>
                  <a:lnTo>
                    <a:pt x="7707" y="9435"/>
                  </a:lnTo>
                  <a:lnTo>
                    <a:pt x="8091" y="9599"/>
                  </a:lnTo>
                  <a:lnTo>
                    <a:pt x="8448" y="9764"/>
                  </a:lnTo>
                  <a:lnTo>
                    <a:pt x="8832" y="9901"/>
                  </a:lnTo>
                  <a:lnTo>
                    <a:pt x="9216" y="10011"/>
                  </a:lnTo>
                  <a:lnTo>
                    <a:pt x="9599" y="10120"/>
                  </a:lnTo>
                  <a:lnTo>
                    <a:pt x="10395" y="10257"/>
                  </a:lnTo>
                  <a:lnTo>
                    <a:pt x="10422" y="10257"/>
                  </a:lnTo>
                  <a:lnTo>
                    <a:pt x="10422" y="10230"/>
                  </a:lnTo>
                  <a:lnTo>
                    <a:pt x="10422" y="10203"/>
                  </a:lnTo>
                  <a:lnTo>
                    <a:pt x="10395" y="10175"/>
                  </a:lnTo>
                  <a:lnTo>
                    <a:pt x="9709" y="10038"/>
                  </a:lnTo>
                  <a:lnTo>
                    <a:pt x="9051" y="9873"/>
                  </a:lnTo>
                  <a:lnTo>
                    <a:pt x="8393" y="9654"/>
                  </a:lnTo>
                  <a:lnTo>
                    <a:pt x="7762" y="9352"/>
                  </a:lnTo>
                  <a:lnTo>
                    <a:pt x="7159" y="9051"/>
                  </a:lnTo>
                  <a:lnTo>
                    <a:pt x="6555" y="8667"/>
                  </a:lnTo>
                  <a:lnTo>
                    <a:pt x="6007" y="8283"/>
                  </a:lnTo>
                  <a:lnTo>
                    <a:pt x="5458" y="7817"/>
                  </a:lnTo>
                  <a:lnTo>
                    <a:pt x="4965" y="7350"/>
                  </a:lnTo>
                  <a:lnTo>
                    <a:pt x="4499" y="6857"/>
                  </a:lnTo>
                  <a:lnTo>
                    <a:pt x="4032" y="6336"/>
                  </a:lnTo>
                  <a:lnTo>
                    <a:pt x="3621" y="5815"/>
                  </a:lnTo>
                  <a:lnTo>
                    <a:pt x="3127" y="5156"/>
                  </a:lnTo>
                  <a:lnTo>
                    <a:pt x="2661" y="4526"/>
                  </a:lnTo>
                  <a:lnTo>
                    <a:pt x="2222" y="3840"/>
                  </a:lnTo>
                  <a:lnTo>
                    <a:pt x="1784" y="3182"/>
                  </a:lnTo>
                  <a:lnTo>
                    <a:pt x="1345" y="2414"/>
                  </a:lnTo>
                  <a:lnTo>
                    <a:pt x="906" y="1619"/>
                  </a:lnTo>
                  <a:lnTo>
                    <a:pt x="467" y="823"/>
                  </a:lnTo>
                  <a:lnTo>
                    <a:pt x="83" y="28"/>
                  </a:lnTo>
                  <a:lnTo>
                    <a:pt x="5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3"/>
            <p:cNvSpPr/>
            <p:nvPr/>
          </p:nvSpPr>
          <p:spPr>
            <a:xfrm>
              <a:off x="5039246" y="2942644"/>
              <a:ext cx="656912" cy="477844"/>
            </a:xfrm>
            <a:custGeom>
              <a:rect b="b" l="l" r="r" t="t"/>
              <a:pathLst>
                <a:path extrusionOk="0" h="17855" w="24546">
                  <a:moveTo>
                    <a:pt x="2441" y="1"/>
                  </a:moveTo>
                  <a:lnTo>
                    <a:pt x="1975" y="28"/>
                  </a:lnTo>
                  <a:lnTo>
                    <a:pt x="1728" y="56"/>
                  </a:lnTo>
                  <a:lnTo>
                    <a:pt x="1509" y="111"/>
                  </a:lnTo>
                  <a:lnTo>
                    <a:pt x="1262" y="193"/>
                  </a:lnTo>
                  <a:lnTo>
                    <a:pt x="1043" y="275"/>
                  </a:lnTo>
                  <a:lnTo>
                    <a:pt x="823" y="385"/>
                  </a:lnTo>
                  <a:lnTo>
                    <a:pt x="631" y="522"/>
                  </a:lnTo>
                  <a:lnTo>
                    <a:pt x="467" y="659"/>
                  </a:lnTo>
                  <a:lnTo>
                    <a:pt x="302" y="796"/>
                  </a:lnTo>
                  <a:lnTo>
                    <a:pt x="138" y="961"/>
                  </a:lnTo>
                  <a:lnTo>
                    <a:pt x="0" y="1125"/>
                  </a:lnTo>
                  <a:lnTo>
                    <a:pt x="0" y="1153"/>
                  </a:lnTo>
                  <a:lnTo>
                    <a:pt x="28" y="1180"/>
                  </a:lnTo>
                  <a:lnTo>
                    <a:pt x="83" y="1180"/>
                  </a:lnTo>
                  <a:lnTo>
                    <a:pt x="247" y="961"/>
                  </a:lnTo>
                  <a:lnTo>
                    <a:pt x="412" y="796"/>
                  </a:lnTo>
                  <a:lnTo>
                    <a:pt x="604" y="632"/>
                  </a:lnTo>
                  <a:lnTo>
                    <a:pt x="796" y="494"/>
                  </a:lnTo>
                  <a:lnTo>
                    <a:pt x="1015" y="385"/>
                  </a:lnTo>
                  <a:lnTo>
                    <a:pt x="1235" y="275"/>
                  </a:lnTo>
                  <a:lnTo>
                    <a:pt x="1481" y="220"/>
                  </a:lnTo>
                  <a:lnTo>
                    <a:pt x="1728" y="138"/>
                  </a:lnTo>
                  <a:lnTo>
                    <a:pt x="1975" y="111"/>
                  </a:lnTo>
                  <a:lnTo>
                    <a:pt x="2222" y="83"/>
                  </a:lnTo>
                  <a:lnTo>
                    <a:pt x="2715" y="83"/>
                  </a:lnTo>
                  <a:lnTo>
                    <a:pt x="3209" y="165"/>
                  </a:lnTo>
                  <a:lnTo>
                    <a:pt x="3675" y="302"/>
                  </a:lnTo>
                  <a:lnTo>
                    <a:pt x="3950" y="412"/>
                  </a:lnTo>
                  <a:lnTo>
                    <a:pt x="4224" y="522"/>
                  </a:lnTo>
                  <a:lnTo>
                    <a:pt x="4471" y="686"/>
                  </a:lnTo>
                  <a:lnTo>
                    <a:pt x="4717" y="824"/>
                  </a:lnTo>
                  <a:lnTo>
                    <a:pt x="5184" y="1180"/>
                  </a:lnTo>
                  <a:lnTo>
                    <a:pt x="5622" y="1591"/>
                  </a:lnTo>
                  <a:lnTo>
                    <a:pt x="6006" y="2030"/>
                  </a:lnTo>
                  <a:lnTo>
                    <a:pt x="6390" y="2496"/>
                  </a:lnTo>
                  <a:lnTo>
                    <a:pt x="6747" y="2963"/>
                  </a:lnTo>
                  <a:lnTo>
                    <a:pt x="7076" y="3429"/>
                  </a:lnTo>
                  <a:lnTo>
                    <a:pt x="7816" y="4581"/>
                  </a:lnTo>
                  <a:lnTo>
                    <a:pt x="8529" y="5733"/>
                  </a:lnTo>
                  <a:lnTo>
                    <a:pt x="9955" y="8036"/>
                  </a:lnTo>
                  <a:lnTo>
                    <a:pt x="10669" y="9161"/>
                  </a:lnTo>
                  <a:lnTo>
                    <a:pt x="11052" y="9709"/>
                  </a:lnTo>
                  <a:lnTo>
                    <a:pt x="11436" y="10258"/>
                  </a:lnTo>
                  <a:lnTo>
                    <a:pt x="11628" y="10504"/>
                  </a:lnTo>
                  <a:lnTo>
                    <a:pt x="11683" y="10559"/>
                  </a:lnTo>
                  <a:lnTo>
                    <a:pt x="11738" y="10614"/>
                  </a:lnTo>
                  <a:lnTo>
                    <a:pt x="11765" y="10614"/>
                  </a:lnTo>
                  <a:lnTo>
                    <a:pt x="11875" y="10642"/>
                  </a:lnTo>
                  <a:lnTo>
                    <a:pt x="13164" y="10806"/>
                  </a:lnTo>
                  <a:lnTo>
                    <a:pt x="15468" y="11108"/>
                  </a:lnTo>
                  <a:lnTo>
                    <a:pt x="18265" y="11464"/>
                  </a:lnTo>
                  <a:lnTo>
                    <a:pt x="21035" y="11793"/>
                  </a:lnTo>
                  <a:lnTo>
                    <a:pt x="23229" y="12095"/>
                  </a:lnTo>
                  <a:lnTo>
                    <a:pt x="23969" y="12177"/>
                  </a:lnTo>
                  <a:lnTo>
                    <a:pt x="24161" y="12205"/>
                  </a:lnTo>
                  <a:lnTo>
                    <a:pt x="24381" y="12232"/>
                  </a:lnTo>
                  <a:lnTo>
                    <a:pt x="24381" y="12232"/>
                  </a:lnTo>
                  <a:lnTo>
                    <a:pt x="24408" y="14097"/>
                  </a:lnTo>
                  <a:lnTo>
                    <a:pt x="24436" y="17114"/>
                  </a:lnTo>
                  <a:lnTo>
                    <a:pt x="24463" y="17799"/>
                  </a:lnTo>
                  <a:lnTo>
                    <a:pt x="24463" y="17827"/>
                  </a:lnTo>
                  <a:lnTo>
                    <a:pt x="24490" y="17854"/>
                  </a:lnTo>
                  <a:lnTo>
                    <a:pt x="24518" y="17827"/>
                  </a:lnTo>
                  <a:lnTo>
                    <a:pt x="24545" y="17799"/>
                  </a:lnTo>
                  <a:lnTo>
                    <a:pt x="24518" y="15907"/>
                  </a:lnTo>
                  <a:lnTo>
                    <a:pt x="24463" y="12890"/>
                  </a:lnTo>
                  <a:lnTo>
                    <a:pt x="24463" y="12205"/>
                  </a:lnTo>
                  <a:lnTo>
                    <a:pt x="24436" y="12177"/>
                  </a:lnTo>
                  <a:lnTo>
                    <a:pt x="24408" y="12150"/>
                  </a:lnTo>
                  <a:lnTo>
                    <a:pt x="23613" y="12068"/>
                  </a:lnTo>
                  <a:lnTo>
                    <a:pt x="21611" y="11793"/>
                  </a:lnTo>
                  <a:lnTo>
                    <a:pt x="18896" y="11464"/>
                  </a:lnTo>
                  <a:lnTo>
                    <a:pt x="16044" y="11080"/>
                  </a:lnTo>
                  <a:lnTo>
                    <a:pt x="13548" y="10779"/>
                  </a:lnTo>
                  <a:lnTo>
                    <a:pt x="12012" y="10587"/>
                  </a:lnTo>
                  <a:lnTo>
                    <a:pt x="11875" y="10559"/>
                  </a:lnTo>
                  <a:lnTo>
                    <a:pt x="11793" y="10559"/>
                  </a:lnTo>
                  <a:lnTo>
                    <a:pt x="11756" y="10541"/>
                  </a:lnTo>
                  <a:lnTo>
                    <a:pt x="11756" y="10541"/>
                  </a:lnTo>
                  <a:lnTo>
                    <a:pt x="11738" y="10504"/>
                  </a:lnTo>
                  <a:lnTo>
                    <a:pt x="11519" y="10203"/>
                  </a:lnTo>
                  <a:lnTo>
                    <a:pt x="11107" y="9654"/>
                  </a:lnTo>
                  <a:lnTo>
                    <a:pt x="10367" y="8557"/>
                  </a:lnTo>
                  <a:lnTo>
                    <a:pt x="9626" y="7405"/>
                  </a:lnTo>
                  <a:lnTo>
                    <a:pt x="8913" y="6226"/>
                  </a:lnTo>
                  <a:lnTo>
                    <a:pt x="8200" y="5074"/>
                  </a:lnTo>
                  <a:lnTo>
                    <a:pt x="7460" y="3895"/>
                  </a:lnTo>
                  <a:lnTo>
                    <a:pt x="6802" y="2935"/>
                  </a:lnTo>
                  <a:lnTo>
                    <a:pt x="6473" y="2442"/>
                  </a:lnTo>
                  <a:lnTo>
                    <a:pt x="6089" y="1975"/>
                  </a:lnTo>
                  <a:lnTo>
                    <a:pt x="5677" y="1564"/>
                  </a:lnTo>
                  <a:lnTo>
                    <a:pt x="5266" y="1153"/>
                  </a:lnTo>
                  <a:lnTo>
                    <a:pt x="4800" y="796"/>
                  </a:lnTo>
                  <a:lnTo>
                    <a:pt x="4553" y="632"/>
                  </a:lnTo>
                  <a:lnTo>
                    <a:pt x="4279" y="467"/>
                  </a:lnTo>
                  <a:lnTo>
                    <a:pt x="3867" y="275"/>
                  </a:lnTo>
                  <a:lnTo>
                    <a:pt x="3401" y="138"/>
                  </a:lnTo>
                  <a:lnTo>
                    <a:pt x="2935" y="28"/>
                  </a:lnTo>
                  <a:lnTo>
                    <a:pt x="244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3"/>
            <p:cNvSpPr/>
            <p:nvPr/>
          </p:nvSpPr>
          <p:spPr>
            <a:xfrm>
              <a:off x="5285105" y="2941921"/>
              <a:ext cx="72687" cy="281863"/>
            </a:xfrm>
            <a:custGeom>
              <a:rect b="b" l="l" r="r" t="t"/>
              <a:pathLst>
                <a:path extrusionOk="0" h="10532" w="2716">
                  <a:moveTo>
                    <a:pt x="1" y="0"/>
                  </a:moveTo>
                  <a:lnTo>
                    <a:pt x="1" y="28"/>
                  </a:lnTo>
                  <a:lnTo>
                    <a:pt x="1" y="55"/>
                  </a:lnTo>
                  <a:lnTo>
                    <a:pt x="412" y="1015"/>
                  </a:lnTo>
                  <a:lnTo>
                    <a:pt x="796" y="2002"/>
                  </a:lnTo>
                  <a:lnTo>
                    <a:pt x="1152" y="2990"/>
                  </a:lnTo>
                  <a:lnTo>
                    <a:pt x="1482" y="3977"/>
                  </a:lnTo>
                  <a:lnTo>
                    <a:pt x="1783" y="5019"/>
                  </a:lnTo>
                  <a:lnTo>
                    <a:pt x="2057" y="6089"/>
                  </a:lnTo>
                  <a:lnTo>
                    <a:pt x="2277" y="7131"/>
                  </a:lnTo>
                  <a:lnTo>
                    <a:pt x="2469" y="8228"/>
                  </a:lnTo>
                  <a:lnTo>
                    <a:pt x="2524" y="8776"/>
                  </a:lnTo>
                  <a:lnTo>
                    <a:pt x="2578" y="9352"/>
                  </a:lnTo>
                  <a:lnTo>
                    <a:pt x="2633" y="9928"/>
                  </a:lnTo>
                  <a:lnTo>
                    <a:pt x="2633" y="10504"/>
                  </a:lnTo>
                  <a:lnTo>
                    <a:pt x="2661" y="10531"/>
                  </a:lnTo>
                  <a:lnTo>
                    <a:pt x="2716" y="10531"/>
                  </a:lnTo>
                  <a:lnTo>
                    <a:pt x="2716" y="10504"/>
                  </a:lnTo>
                  <a:lnTo>
                    <a:pt x="2716" y="9983"/>
                  </a:lnTo>
                  <a:lnTo>
                    <a:pt x="2688" y="9462"/>
                  </a:lnTo>
                  <a:lnTo>
                    <a:pt x="2578" y="8420"/>
                  </a:lnTo>
                  <a:lnTo>
                    <a:pt x="2414" y="7378"/>
                  </a:lnTo>
                  <a:lnTo>
                    <a:pt x="2195" y="6363"/>
                  </a:lnTo>
                  <a:lnTo>
                    <a:pt x="1948" y="5266"/>
                  </a:lnTo>
                  <a:lnTo>
                    <a:pt x="1646" y="4224"/>
                  </a:lnTo>
                  <a:lnTo>
                    <a:pt x="1317" y="3154"/>
                  </a:lnTo>
                  <a:lnTo>
                    <a:pt x="933" y="2112"/>
                  </a:lnTo>
                  <a:lnTo>
                    <a:pt x="522" y="1070"/>
                  </a:lnTo>
                  <a:lnTo>
                    <a:pt x="5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3"/>
            <p:cNvSpPr/>
            <p:nvPr/>
          </p:nvSpPr>
          <p:spPr>
            <a:xfrm>
              <a:off x="5190423" y="4512507"/>
              <a:ext cx="381687" cy="52133"/>
            </a:xfrm>
            <a:custGeom>
              <a:rect b="b" l="l" r="r" t="t"/>
              <a:pathLst>
                <a:path extrusionOk="0" h="1948" w="14262">
                  <a:moveTo>
                    <a:pt x="1" y="1"/>
                  </a:moveTo>
                  <a:lnTo>
                    <a:pt x="1" y="28"/>
                  </a:lnTo>
                  <a:lnTo>
                    <a:pt x="1" y="56"/>
                  </a:lnTo>
                  <a:lnTo>
                    <a:pt x="56" y="83"/>
                  </a:lnTo>
                  <a:lnTo>
                    <a:pt x="248" y="83"/>
                  </a:lnTo>
                  <a:lnTo>
                    <a:pt x="467" y="138"/>
                  </a:lnTo>
                  <a:lnTo>
                    <a:pt x="1537" y="275"/>
                  </a:lnTo>
                  <a:lnTo>
                    <a:pt x="4937" y="714"/>
                  </a:lnTo>
                  <a:lnTo>
                    <a:pt x="8996" y="1262"/>
                  </a:lnTo>
                  <a:lnTo>
                    <a:pt x="12506" y="1728"/>
                  </a:lnTo>
                  <a:lnTo>
                    <a:pt x="13658" y="1866"/>
                  </a:lnTo>
                  <a:lnTo>
                    <a:pt x="13932" y="1920"/>
                  </a:lnTo>
                  <a:lnTo>
                    <a:pt x="14207" y="1948"/>
                  </a:lnTo>
                  <a:lnTo>
                    <a:pt x="14262" y="1948"/>
                  </a:lnTo>
                  <a:lnTo>
                    <a:pt x="14262" y="1920"/>
                  </a:lnTo>
                  <a:lnTo>
                    <a:pt x="14262" y="1893"/>
                  </a:lnTo>
                  <a:lnTo>
                    <a:pt x="14234" y="1866"/>
                  </a:lnTo>
                  <a:lnTo>
                    <a:pt x="12835" y="1674"/>
                  </a:lnTo>
                  <a:lnTo>
                    <a:pt x="9490" y="1235"/>
                  </a:lnTo>
                  <a:lnTo>
                    <a:pt x="5431" y="686"/>
                  </a:lnTo>
                  <a:lnTo>
                    <a:pt x="1866" y="220"/>
                  </a:lnTo>
                  <a:lnTo>
                    <a:pt x="686" y="83"/>
                  </a:lnTo>
                  <a:lnTo>
                    <a:pt x="385" y="28"/>
                  </a:lnTo>
                  <a:lnTo>
                    <a:pt x="8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3"/>
            <p:cNvSpPr/>
            <p:nvPr/>
          </p:nvSpPr>
          <p:spPr>
            <a:xfrm>
              <a:off x="5533185" y="4635797"/>
              <a:ext cx="76353" cy="23524"/>
            </a:xfrm>
            <a:custGeom>
              <a:rect b="b" l="l" r="r" t="t"/>
              <a:pathLst>
                <a:path extrusionOk="0" h="879" w="2853">
                  <a:moveTo>
                    <a:pt x="2797" y="1"/>
                  </a:moveTo>
                  <a:lnTo>
                    <a:pt x="2084" y="166"/>
                  </a:lnTo>
                  <a:lnTo>
                    <a:pt x="1399" y="330"/>
                  </a:lnTo>
                  <a:lnTo>
                    <a:pt x="713" y="549"/>
                  </a:lnTo>
                  <a:lnTo>
                    <a:pt x="27" y="796"/>
                  </a:lnTo>
                  <a:lnTo>
                    <a:pt x="0" y="824"/>
                  </a:lnTo>
                  <a:lnTo>
                    <a:pt x="0" y="851"/>
                  </a:lnTo>
                  <a:lnTo>
                    <a:pt x="27" y="879"/>
                  </a:lnTo>
                  <a:lnTo>
                    <a:pt x="55" y="879"/>
                  </a:lnTo>
                  <a:lnTo>
                    <a:pt x="740" y="632"/>
                  </a:lnTo>
                  <a:lnTo>
                    <a:pt x="1426" y="412"/>
                  </a:lnTo>
                  <a:lnTo>
                    <a:pt x="2112" y="220"/>
                  </a:lnTo>
                  <a:lnTo>
                    <a:pt x="2825" y="83"/>
                  </a:lnTo>
                  <a:lnTo>
                    <a:pt x="2852" y="56"/>
                  </a:lnTo>
                  <a:lnTo>
                    <a:pt x="2852" y="28"/>
                  </a:lnTo>
                  <a:lnTo>
                    <a:pt x="282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3"/>
            <p:cNvSpPr/>
            <p:nvPr/>
          </p:nvSpPr>
          <p:spPr>
            <a:xfrm>
              <a:off x="5511160" y="4618938"/>
              <a:ext cx="69020" cy="26441"/>
            </a:xfrm>
            <a:custGeom>
              <a:rect b="b" l="l" r="r" t="t"/>
              <a:pathLst>
                <a:path extrusionOk="0" h="988" w="2579">
                  <a:moveTo>
                    <a:pt x="2523" y="0"/>
                  </a:moveTo>
                  <a:lnTo>
                    <a:pt x="28" y="905"/>
                  </a:lnTo>
                  <a:lnTo>
                    <a:pt x="0" y="933"/>
                  </a:lnTo>
                  <a:lnTo>
                    <a:pt x="0" y="960"/>
                  </a:lnTo>
                  <a:lnTo>
                    <a:pt x="28" y="987"/>
                  </a:lnTo>
                  <a:lnTo>
                    <a:pt x="55" y="987"/>
                  </a:lnTo>
                  <a:lnTo>
                    <a:pt x="2551" y="82"/>
                  </a:lnTo>
                  <a:lnTo>
                    <a:pt x="2578" y="82"/>
                  </a:lnTo>
                  <a:lnTo>
                    <a:pt x="2578" y="28"/>
                  </a:lnTo>
                  <a:lnTo>
                    <a:pt x="2523"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3"/>
            <p:cNvSpPr/>
            <p:nvPr/>
          </p:nvSpPr>
          <p:spPr>
            <a:xfrm>
              <a:off x="4954840" y="4544059"/>
              <a:ext cx="72687" cy="32329"/>
            </a:xfrm>
            <a:custGeom>
              <a:rect b="b" l="l" r="r" t="t"/>
              <a:pathLst>
                <a:path extrusionOk="0" h="1208" w="2716">
                  <a:moveTo>
                    <a:pt x="1" y="1"/>
                  </a:moveTo>
                  <a:lnTo>
                    <a:pt x="1" y="28"/>
                  </a:lnTo>
                  <a:lnTo>
                    <a:pt x="1" y="56"/>
                  </a:lnTo>
                  <a:lnTo>
                    <a:pt x="28" y="83"/>
                  </a:lnTo>
                  <a:lnTo>
                    <a:pt x="686" y="330"/>
                  </a:lnTo>
                  <a:lnTo>
                    <a:pt x="1372" y="604"/>
                  </a:lnTo>
                  <a:lnTo>
                    <a:pt x="2003" y="906"/>
                  </a:lnTo>
                  <a:lnTo>
                    <a:pt x="2661" y="1208"/>
                  </a:lnTo>
                  <a:lnTo>
                    <a:pt x="2716" y="1208"/>
                  </a:lnTo>
                  <a:lnTo>
                    <a:pt x="2716" y="1180"/>
                  </a:lnTo>
                  <a:lnTo>
                    <a:pt x="2688" y="1153"/>
                  </a:lnTo>
                  <a:lnTo>
                    <a:pt x="2057" y="824"/>
                  </a:lnTo>
                  <a:lnTo>
                    <a:pt x="1399" y="522"/>
                  </a:lnTo>
                  <a:lnTo>
                    <a:pt x="714" y="248"/>
                  </a:lnTo>
                  <a:lnTo>
                    <a:pt x="5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3"/>
            <p:cNvSpPr/>
            <p:nvPr/>
          </p:nvSpPr>
          <p:spPr>
            <a:xfrm>
              <a:off x="4946758" y="4519117"/>
              <a:ext cx="69020" cy="26441"/>
            </a:xfrm>
            <a:custGeom>
              <a:rect b="b" l="l" r="r" t="t"/>
              <a:pathLst>
                <a:path extrusionOk="0" h="988" w="2579">
                  <a:moveTo>
                    <a:pt x="1" y="0"/>
                  </a:moveTo>
                  <a:lnTo>
                    <a:pt x="1" y="28"/>
                  </a:lnTo>
                  <a:lnTo>
                    <a:pt x="1" y="55"/>
                  </a:lnTo>
                  <a:lnTo>
                    <a:pt x="28" y="83"/>
                  </a:lnTo>
                  <a:lnTo>
                    <a:pt x="2524" y="988"/>
                  </a:lnTo>
                  <a:lnTo>
                    <a:pt x="2551" y="988"/>
                  </a:lnTo>
                  <a:lnTo>
                    <a:pt x="2579" y="960"/>
                  </a:lnTo>
                  <a:lnTo>
                    <a:pt x="2579" y="933"/>
                  </a:lnTo>
                  <a:lnTo>
                    <a:pt x="2551" y="905"/>
                  </a:lnTo>
                  <a:lnTo>
                    <a:pt x="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3"/>
            <p:cNvSpPr/>
            <p:nvPr/>
          </p:nvSpPr>
          <p:spPr>
            <a:xfrm>
              <a:off x="4819079" y="3908497"/>
              <a:ext cx="718546" cy="588641"/>
            </a:xfrm>
            <a:custGeom>
              <a:rect b="b" l="l" r="r" t="t"/>
              <a:pathLst>
                <a:path extrusionOk="0" h="21995" w="26849">
                  <a:moveTo>
                    <a:pt x="19005" y="0"/>
                  </a:moveTo>
                  <a:lnTo>
                    <a:pt x="0" y="11820"/>
                  </a:lnTo>
                  <a:lnTo>
                    <a:pt x="384" y="12314"/>
                  </a:lnTo>
                  <a:lnTo>
                    <a:pt x="1289" y="13493"/>
                  </a:lnTo>
                  <a:lnTo>
                    <a:pt x="4059" y="17004"/>
                  </a:lnTo>
                  <a:lnTo>
                    <a:pt x="8035" y="21995"/>
                  </a:lnTo>
                  <a:lnTo>
                    <a:pt x="22653" y="11903"/>
                  </a:lnTo>
                  <a:lnTo>
                    <a:pt x="26849" y="439"/>
                  </a:lnTo>
                  <a:lnTo>
                    <a:pt x="19005" y="0"/>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3"/>
            <p:cNvSpPr/>
            <p:nvPr/>
          </p:nvSpPr>
          <p:spPr>
            <a:xfrm>
              <a:off x="4735396" y="3469607"/>
              <a:ext cx="1055433" cy="1089207"/>
            </a:xfrm>
            <a:custGeom>
              <a:rect b="b" l="l" r="r" t="t"/>
              <a:pathLst>
                <a:path extrusionOk="0" h="40699" w="39437">
                  <a:moveTo>
                    <a:pt x="3895" y="1"/>
                  </a:moveTo>
                  <a:lnTo>
                    <a:pt x="3374" y="933"/>
                  </a:lnTo>
                  <a:lnTo>
                    <a:pt x="2853" y="1948"/>
                  </a:lnTo>
                  <a:lnTo>
                    <a:pt x="2222" y="3209"/>
                  </a:lnTo>
                  <a:lnTo>
                    <a:pt x="1564" y="4608"/>
                  </a:lnTo>
                  <a:lnTo>
                    <a:pt x="1235" y="5321"/>
                  </a:lnTo>
                  <a:lnTo>
                    <a:pt x="933" y="6034"/>
                  </a:lnTo>
                  <a:lnTo>
                    <a:pt x="686" y="6747"/>
                  </a:lnTo>
                  <a:lnTo>
                    <a:pt x="439" y="7460"/>
                  </a:lnTo>
                  <a:lnTo>
                    <a:pt x="275" y="8091"/>
                  </a:lnTo>
                  <a:lnTo>
                    <a:pt x="138" y="8694"/>
                  </a:lnTo>
                  <a:lnTo>
                    <a:pt x="83" y="9105"/>
                  </a:lnTo>
                  <a:lnTo>
                    <a:pt x="28" y="9489"/>
                  </a:lnTo>
                  <a:lnTo>
                    <a:pt x="1" y="9846"/>
                  </a:lnTo>
                  <a:lnTo>
                    <a:pt x="1" y="10202"/>
                  </a:lnTo>
                  <a:lnTo>
                    <a:pt x="56" y="10915"/>
                  </a:lnTo>
                  <a:lnTo>
                    <a:pt x="138" y="11574"/>
                  </a:lnTo>
                  <a:lnTo>
                    <a:pt x="302" y="12204"/>
                  </a:lnTo>
                  <a:lnTo>
                    <a:pt x="494" y="12780"/>
                  </a:lnTo>
                  <a:lnTo>
                    <a:pt x="741" y="13329"/>
                  </a:lnTo>
                  <a:lnTo>
                    <a:pt x="1015" y="13850"/>
                  </a:lnTo>
                  <a:lnTo>
                    <a:pt x="1290" y="14289"/>
                  </a:lnTo>
                  <a:lnTo>
                    <a:pt x="1591" y="14700"/>
                  </a:lnTo>
                  <a:lnTo>
                    <a:pt x="1920" y="15111"/>
                  </a:lnTo>
                  <a:lnTo>
                    <a:pt x="2277" y="15468"/>
                  </a:lnTo>
                  <a:lnTo>
                    <a:pt x="2661" y="15824"/>
                  </a:lnTo>
                  <a:lnTo>
                    <a:pt x="3072" y="16126"/>
                  </a:lnTo>
                  <a:lnTo>
                    <a:pt x="3484" y="16428"/>
                  </a:lnTo>
                  <a:lnTo>
                    <a:pt x="3922" y="16675"/>
                  </a:lnTo>
                  <a:lnTo>
                    <a:pt x="4389" y="16921"/>
                  </a:lnTo>
                  <a:lnTo>
                    <a:pt x="4855" y="17113"/>
                  </a:lnTo>
                  <a:lnTo>
                    <a:pt x="5348" y="17278"/>
                  </a:lnTo>
                  <a:lnTo>
                    <a:pt x="5842" y="17442"/>
                  </a:lnTo>
                  <a:lnTo>
                    <a:pt x="6336" y="17552"/>
                  </a:lnTo>
                  <a:lnTo>
                    <a:pt x="6857" y="17634"/>
                  </a:lnTo>
                  <a:lnTo>
                    <a:pt x="7378" y="17662"/>
                  </a:lnTo>
                  <a:lnTo>
                    <a:pt x="7899" y="17689"/>
                  </a:lnTo>
                  <a:lnTo>
                    <a:pt x="24216" y="17689"/>
                  </a:lnTo>
                  <a:lnTo>
                    <a:pt x="17059" y="38998"/>
                  </a:lnTo>
                  <a:lnTo>
                    <a:pt x="31374" y="40698"/>
                  </a:lnTo>
                  <a:lnTo>
                    <a:pt x="32608" y="36886"/>
                  </a:lnTo>
                  <a:lnTo>
                    <a:pt x="33842" y="32910"/>
                  </a:lnTo>
                  <a:lnTo>
                    <a:pt x="35296" y="28220"/>
                  </a:lnTo>
                  <a:lnTo>
                    <a:pt x="36749" y="23339"/>
                  </a:lnTo>
                  <a:lnTo>
                    <a:pt x="37435" y="20980"/>
                  </a:lnTo>
                  <a:lnTo>
                    <a:pt x="38038" y="18786"/>
                  </a:lnTo>
                  <a:lnTo>
                    <a:pt x="38559" y="16784"/>
                  </a:lnTo>
                  <a:lnTo>
                    <a:pt x="38998" y="15084"/>
                  </a:lnTo>
                  <a:lnTo>
                    <a:pt x="39135" y="14344"/>
                  </a:lnTo>
                  <a:lnTo>
                    <a:pt x="39272" y="13685"/>
                  </a:lnTo>
                  <a:lnTo>
                    <a:pt x="39355" y="13137"/>
                  </a:lnTo>
                  <a:lnTo>
                    <a:pt x="39382" y="12725"/>
                  </a:lnTo>
                  <a:lnTo>
                    <a:pt x="39437" y="11985"/>
                  </a:lnTo>
                  <a:lnTo>
                    <a:pt x="39437" y="11327"/>
                  </a:lnTo>
                  <a:lnTo>
                    <a:pt x="39410" y="10696"/>
                  </a:lnTo>
                  <a:lnTo>
                    <a:pt x="39355" y="10120"/>
                  </a:lnTo>
                  <a:lnTo>
                    <a:pt x="39272" y="9599"/>
                  </a:lnTo>
                  <a:lnTo>
                    <a:pt x="39163" y="9133"/>
                  </a:lnTo>
                  <a:lnTo>
                    <a:pt x="39026" y="8694"/>
                  </a:lnTo>
                  <a:lnTo>
                    <a:pt x="38834" y="8310"/>
                  </a:lnTo>
                  <a:lnTo>
                    <a:pt x="38642" y="7926"/>
                  </a:lnTo>
                  <a:lnTo>
                    <a:pt x="38395" y="7597"/>
                  </a:lnTo>
                  <a:lnTo>
                    <a:pt x="38093" y="7295"/>
                  </a:lnTo>
                  <a:lnTo>
                    <a:pt x="37792" y="7021"/>
                  </a:lnTo>
                  <a:lnTo>
                    <a:pt x="37435" y="6747"/>
                  </a:lnTo>
                  <a:lnTo>
                    <a:pt x="37024" y="6500"/>
                  </a:lnTo>
                  <a:lnTo>
                    <a:pt x="36585" y="6281"/>
                  </a:lnTo>
                  <a:lnTo>
                    <a:pt x="36091" y="6061"/>
                  </a:lnTo>
                  <a:lnTo>
                    <a:pt x="35817" y="5952"/>
                  </a:lnTo>
                  <a:lnTo>
                    <a:pt x="35460" y="5869"/>
                  </a:lnTo>
                  <a:lnTo>
                    <a:pt x="34555" y="5650"/>
                  </a:lnTo>
                  <a:lnTo>
                    <a:pt x="33431" y="5458"/>
                  </a:lnTo>
                  <a:lnTo>
                    <a:pt x="32142" y="5266"/>
                  </a:lnTo>
                  <a:lnTo>
                    <a:pt x="30716" y="5102"/>
                  </a:lnTo>
                  <a:lnTo>
                    <a:pt x="29208" y="4937"/>
                  </a:lnTo>
                  <a:lnTo>
                    <a:pt x="26054" y="4635"/>
                  </a:lnTo>
                  <a:lnTo>
                    <a:pt x="23010" y="4388"/>
                  </a:lnTo>
                  <a:lnTo>
                    <a:pt x="20459" y="4224"/>
                  </a:lnTo>
                  <a:lnTo>
                    <a:pt x="18019" y="4059"/>
                  </a:lnTo>
                  <a:lnTo>
                    <a:pt x="18211" y="357"/>
                  </a:lnTo>
                  <a:lnTo>
                    <a:pt x="3895"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3"/>
            <p:cNvSpPr/>
            <p:nvPr/>
          </p:nvSpPr>
          <p:spPr>
            <a:xfrm>
              <a:off x="4973199" y="3565012"/>
              <a:ext cx="460208" cy="29385"/>
            </a:xfrm>
            <a:custGeom>
              <a:rect b="b" l="l" r="r" t="t"/>
              <a:pathLst>
                <a:path extrusionOk="0" h="1098" w="17196">
                  <a:moveTo>
                    <a:pt x="0" y="1"/>
                  </a:moveTo>
                  <a:lnTo>
                    <a:pt x="0" y="28"/>
                  </a:lnTo>
                  <a:lnTo>
                    <a:pt x="0" y="56"/>
                  </a:lnTo>
                  <a:lnTo>
                    <a:pt x="28" y="83"/>
                  </a:lnTo>
                  <a:lnTo>
                    <a:pt x="1728" y="83"/>
                  </a:lnTo>
                  <a:lnTo>
                    <a:pt x="3401" y="138"/>
                  </a:lnTo>
                  <a:lnTo>
                    <a:pt x="5074" y="193"/>
                  </a:lnTo>
                  <a:lnTo>
                    <a:pt x="6747" y="248"/>
                  </a:lnTo>
                  <a:lnTo>
                    <a:pt x="8420" y="357"/>
                  </a:lnTo>
                  <a:lnTo>
                    <a:pt x="10092" y="467"/>
                  </a:lnTo>
                  <a:lnTo>
                    <a:pt x="11765" y="577"/>
                  </a:lnTo>
                  <a:lnTo>
                    <a:pt x="13411" y="714"/>
                  </a:lnTo>
                  <a:lnTo>
                    <a:pt x="15303" y="906"/>
                  </a:lnTo>
                  <a:lnTo>
                    <a:pt x="17168" y="1098"/>
                  </a:lnTo>
                  <a:lnTo>
                    <a:pt x="17195" y="1098"/>
                  </a:lnTo>
                  <a:lnTo>
                    <a:pt x="17195" y="1070"/>
                  </a:lnTo>
                  <a:lnTo>
                    <a:pt x="17195" y="1043"/>
                  </a:lnTo>
                  <a:lnTo>
                    <a:pt x="17168" y="1015"/>
                  </a:lnTo>
                  <a:lnTo>
                    <a:pt x="15495" y="823"/>
                  </a:lnTo>
                  <a:lnTo>
                    <a:pt x="13822" y="686"/>
                  </a:lnTo>
                  <a:lnTo>
                    <a:pt x="12149" y="522"/>
                  </a:lnTo>
                  <a:lnTo>
                    <a:pt x="10476" y="412"/>
                  </a:lnTo>
                  <a:lnTo>
                    <a:pt x="8831" y="302"/>
                  </a:lnTo>
                  <a:lnTo>
                    <a:pt x="7158" y="193"/>
                  </a:lnTo>
                  <a:lnTo>
                    <a:pt x="5485" y="110"/>
                  </a:lnTo>
                  <a:lnTo>
                    <a:pt x="3785" y="56"/>
                  </a:lnTo>
                  <a:lnTo>
                    <a:pt x="1920" y="28"/>
                  </a:lnTo>
                  <a:lnTo>
                    <a:pt x="2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3"/>
            <p:cNvSpPr/>
            <p:nvPr/>
          </p:nvSpPr>
          <p:spPr>
            <a:xfrm>
              <a:off x="4645129" y="3940049"/>
              <a:ext cx="616528" cy="49939"/>
            </a:xfrm>
            <a:custGeom>
              <a:rect b="b" l="l" r="r" t="t"/>
              <a:pathLst>
                <a:path extrusionOk="0" h="1866" w="23037">
                  <a:moveTo>
                    <a:pt x="741" y="1"/>
                  </a:moveTo>
                  <a:lnTo>
                    <a:pt x="576" y="55"/>
                  </a:lnTo>
                  <a:lnTo>
                    <a:pt x="412" y="165"/>
                  </a:lnTo>
                  <a:lnTo>
                    <a:pt x="275" y="275"/>
                  </a:lnTo>
                  <a:lnTo>
                    <a:pt x="165" y="412"/>
                  </a:lnTo>
                  <a:lnTo>
                    <a:pt x="83" y="577"/>
                  </a:lnTo>
                  <a:lnTo>
                    <a:pt x="28" y="741"/>
                  </a:lnTo>
                  <a:lnTo>
                    <a:pt x="0" y="933"/>
                  </a:lnTo>
                  <a:lnTo>
                    <a:pt x="28" y="1125"/>
                  </a:lnTo>
                  <a:lnTo>
                    <a:pt x="83" y="1290"/>
                  </a:lnTo>
                  <a:lnTo>
                    <a:pt x="165" y="1454"/>
                  </a:lnTo>
                  <a:lnTo>
                    <a:pt x="275" y="1591"/>
                  </a:lnTo>
                  <a:lnTo>
                    <a:pt x="412" y="1701"/>
                  </a:lnTo>
                  <a:lnTo>
                    <a:pt x="576" y="1783"/>
                  </a:lnTo>
                  <a:lnTo>
                    <a:pt x="741" y="1838"/>
                  </a:lnTo>
                  <a:lnTo>
                    <a:pt x="933" y="1865"/>
                  </a:lnTo>
                  <a:lnTo>
                    <a:pt x="22105" y="1865"/>
                  </a:lnTo>
                  <a:lnTo>
                    <a:pt x="22297" y="1838"/>
                  </a:lnTo>
                  <a:lnTo>
                    <a:pt x="22461" y="1783"/>
                  </a:lnTo>
                  <a:lnTo>
                    <a:pt x="22626" y="1701"/>
                  </a:lnTo>
                  <a:lnTo>
                    <a:pt x="22763" y="1591"/>
                  </a:lnTo>
                  <a:lnTo>
                    <a:pt x="22872" y="1454"/>
                  </a:lnTo>
                  <a:lnTo>
                    <a:pt x="22955" y="1290"/>
                  </a:lnTo>
                  <a:lnTo>
                    <a:pt x="23010" y="1125"/>
                  </a:lnTo>
                  <a:lnTo>
                    <a:pt x="23037" y="933"/>
                  </a:lnTo>
                  <a:lnTo>
                    <a:pt x="23010" y="741"/>
                  </a:lnTo>
                  <a:lnTo>
                    <a:pt x="22955" y="577"/>
                  </a:lnTo>
                  <a:lnTo>
                    <a:pt x="22872" y="412"/>
                  </a:lnTo>
                  <a:lnTo>
                    <a:pt x="22763" y="275"/>
                  </a:lnTo>
                  <a:lnTo>
                    <a:pt x="22626" y="165"/>
                  </a:lnTo>
                  <a:lnTo>
                    <a:pt x="22461" y="55"/>
                  </a:lnTo>
                  <a:lnTo>
                    <a:pt x="2229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3"/>
            <p:cNvSpPr/>
            <p:nvPr/>
          </p:nvSpPr>
          <p:spPr>
            <a:xfrm>
              <a:off x="4539447" y="3077683"/>
              <a:ext cx="148291" cy="909390"/>
            </a:xfrm>
            <a:custGeom>
              <a:rect b="b" l="l" r="r" t="t"/>
              <a:pathLst>
                <a:path extrusionOk="0" h="33980" w="5541">
                  <a:moveTo>
                    <a:pt x="851" y="1"/>
                  </a:moveTo>
                  <a:lnTo>
                    <a:pt x="659" y="56"/>
                  </a:lnTo>
                  <a:lnTo>
                    <a:pt x="467" y="138"/>
                  </a:lnTo>
                  <a:lnTo>
                    <a:pt x="329" y="248"/>
                  </a:lnTo>
                  <a:lnTo>
                    <a:pt x="192" y="357"/>
                  </a:lnTo>
                  <a:lnTo>
                    <a:pt x="83" y="522"/>
                  </a:lnTo>
                  <a:lnTo>
                    <a:pt x="28" y="687"/>
                  </a:lnTo>
                  <a:lnTo>
                    <a:pt x="0" y="879"/>
                  </a:lnTo>
                  <a:lnTo>
                    <a:pt x="0" y="1098"/>
                  </a:lnTo>
                  <a:lnTo>
                    <a:pt x="3593" y="33130"/>
                  </a:lnTo>
                  <a:lnTo>
                    <a:pt x="3648" y="33322"/>
                  </a:lnTo>
                  <a:lnTo>
                    <a:pt x="3730" y="33486"/>
                  </a:lnTo>
                  <a:lnTo>
                    <a:pt x="3840" y="33651"/>
                  </a:lnTo>
                  <a:lnTo>
                    <a:pt x="3977" y="33788"/>
                  </a:lnTo>
                  <a:lnTo>
                    <a:pt x="4114" y="33870"/>
                  </a:lnTo>
                  <a:lnTo>
                    <a:pt x="4306" y="33952"/>
                  </a:lnTo>
                  <a:lnTo>
                    <a:pt x="4471" y="33980"/>
                  </a:lnTo>
                  <a:lnTo>
                    <a:pt x="4690" y="33980"/>
                  </a:lnTo>
                  <a:lnTo>
                    <a:pt x="4882" y="33952"/>
                  </a:lnTo>
                  <a:lnTo>
                    <a:pt x="5046" y="33870"/>
                  </a:lnTo>
                  <a:lnTo>
                    <a:pt x="5211" y="33760"/>
                  </a:lnTo>
                  <a:lnTo>
                    <a:pt x="5321" y="33623"/>
                  </a:lnTo>
                  <a:lnTo>
                    <a:pt x="5430" y="33459"/>
                  </a:lnTo>
                  <a:lnTo>
                    <a:pt x="5513" y="33294"/>
                  </a:lnTo>
                  <a:lnTo>
                    <a:pt x="5540" y="33102"/>
                  </a:lnTo>
                  <a:lnTo>
                    <a:pt x="5540" y="32910"/>
                  </a:lnTo>
                  <a:lnTo>
                    <a:pt x="1920" y="879"/>
                  </a:lnTo>
                  <a:lnTo>
                    <a:pt x="1893" y="687"/>
                  </a:lnTo>
                  <a:lnTo>
                    <a:pt x="1810" y="495"/>
                  </a:lnTo>
                  <a:lnTo>
                    <a:pt x="1701" y="357"/>
                  </a:lnTo>
                  <a:lnTo>
                    <a:pt x="1564" y="220"/>
                  </a:lnTo>
                  <a:lnTo>
                    <a:pt x="1399" y="111"/>
                  </a:lnTo>
                  <a:lnTo>
                    <a:pt x="1234" y="56"/>
                  </a:lnTo>
                  <a:lnTo>
                    <a:pt x="1043"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3"/>
            <p:cNvSpPr/>
            <p:nvPr/>
          </p:nvSpPr>
          <p:spPr>
            <a:xfrm>
              <a:off x="4524755" y="3992154"/>
              <a:ext cx="167373" cy="774346"/>
            </a:xfrm>
            <a:custGeom>
              <a:rect b="b" l="l" r="r" t="t"/>
              <a:pathLst>
                <a:path extrusionOk="0" h="28934" w="6254">
                  <a:moveTo>
                    <a:pt x="6171" y="1"/>
                  </a:moveTo>
                  <a:lnTo>
                    <a:pt x="6171" y="28"/>
                  </a:lnTo>
                  <a:lnTo>
                    <a:pt x="6007" y="796"/>
                  </a:lnTo>
                  <a:lnTo>
                    <a:pt x="5541" y="2908"/>
                  </a:lnTo>
                  <a:lnTo>
                    <a:pt x="4882" y="6007"/>
                  </a:lnTo>
                  <a:lnTo>
                    <a:pt x="4087" y="9791"/>
                  </a:lnTo>
                  <a:lnTo>
                    <a:pt x="3182" y="13932"/>
                  </a:lnTo>
                  <a:lnTo>
                    <a:pt x="2277" y="18128"/>
                  </a:lnTo>
                  <a:lnTo>
                    <a:pt x="1454" y="22023"/>
                  </a:lnTo>
                  <a:lnTo>
                    <a:pt x="741" y="25341"/>
                  </a:lnTo>
                  <a:lnTo>
                    <a:pt x="248" y="27699"/>
                  </a:lnTo>
                  <a:lnTo>
                    <a:pt x="1" y="28824"/>
                  </a:lnTo>
                  <a:lnTo>
                    <a:pt x="1" y="28879"/>
                  </a:lnTo>
                  <a:lnTo>
                    <a:pt x="1" y="28906"/>
                  </a:lnTo>
                  <a:lnTo>
                    <a:pt x="28" y="28934"/>
                  </a:lnTo>
                  <a:lnTo>
                    <a:pt x="56" y="28934"/>
                  </a:lnTo>
                  <a:lnTo>
                    <a:pt x="56" y="28906"/>
                  </a:lnTo>
                  <a:lnTo>
                    <a:pt x="220" y="28138"/>
                  </a:lnTo>
                  <a:lnTo>
                    <a:pt x="686" y="26027"/>
                  </a:lnTo>
                  <a:lnTo>
                    <a:pt x="1345" y="22928"/>
                  </a:lnTo>
                  <a:lnTo>
                    <a:pt x="2167" y="19143"/>
                  </a:lnTo>
                  <a:lnTo>
                    <a:pt x="3045" y="14974"/>
                  </a:lnTo>
                  <a:lnTo>
                    <a:pt x="3950" y="10779"/>
                  </a:lnTo>
                  <a:lnTo>
                    <a:pt x="4773" y="6912"/>
                  </a:lnTo>
                  <a:lnTo>
                    <a:pt x="5486" y="3593"/>
                  </a:lnTo>
                  <a:lnTo>
                    <a:pt x="6007" y="1207"/>
                  </a:lnTo>
                  <a:lnTo>
                    <a:pt x="6226" y="83"/>
                  </a:lnTo>
                  <a:lnTo>
                    <a:pt x="6254" y="56"/>
                  </a:lnTo>
                  <a:lnTo>
                    <a:pt x="62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3"/>
            <p:cNvSpPr/>
            <p:nvPr/>
          </p:nvSpPr>
          <p:spPr>
            <a:xfrm>
              <a:off x="5180895" y="3989237"/>
              <a:ext cx="144598" cy="777263"/>
            </a:xfrm>
            <a:custGeom>
              <a:rect b="b" l="l" r="r" t="t"/>
              <a:pathLst>
                <a:path extrusionOk="0" h="29043" w="5403">
                  <a:moveTo>
                    <a:pt x="0" y="0"/>
                  </a:moveTo>
                  <a:lnTo>
                    <a:pt x="0" y="27"/>
                  </a:lnTo>
                  <a:lnTo>
                    <a:pt x="137" y="823"/>
                  </a:lnTo>
                  <a:lnTo>
                    <a:pt x="521" y="2934"/>
                  </a:lnTo>
                  <a:lnTo>
                    <a:pt x="1097" y="6033"/>
                  </a:lnTo>
                  <a:lnTo>
                    <a:pt x="1810" y="9845"/>
                  </a:lnTo>
                  <a:lnTo>
                    <a:pt x="2578" y="14014"/>
                  </a:lnTo>
                  <a:lnTo>
                    <a:pt x="3346" y="18210"/>
                  </a:lnTo>
                  <a:lnTo>
                    <a:pt x="4059" y="22132"/>
                  </a:lnTo>
                  <a:lnTo>
                    <a:pt x="4662" y="25450"/>
                  </a:lnTo>
                  <a:lnTo>
                    <a:pt x="5101" y="27836"/>
                  </a:lnTo>
                  <a:lnTo>
                    <a:pt x="5321" y="28960"/>
                  </a:lnTo>
                  <a:lnTo>
                    <a:pt x="5321" y="29015"/>
                  </a:lnTo>
                  <a:lnTo>
                    <a:pt x="5348" y="29043"/>
                  </a:lnTo>
                  <a:lnTo>
                    <a:pt x="5376" y="29043"/>
                  </a:lnTo>
                  <a:lnTo>
                    <a:pt x="5403" y="29015"/>
                  </a:lnTo>
                  <a:lnTo>
                    <a:pt x="5403" y="28988"/>
                  </a:lnTo>
                  <a:lnTo>
                    <a:pt x="5266" y="28220"/>
                  </a:lnTo>
                  <a:lnTo>
                    <a:pt x="4882" y="26108"/>
                  </a:lnTo>
                  <a:lnTo>
                    <a:pt x="4306" y="22982"/>
                  </a:lnTo>
                  <a:lnTo>
                    <a:pt x="3593" y="19170"/>
                  </a:lnTo>
                  <a:lnTo>
                    <a:pt x="2825" y="15029"/>
                  </a:lnTo>
                  <a:lnTo>
                    <a:pt x="2057" y="10805"/>
                  </a:lnTo>
                  <a:lnTo>
                    <a:pt x="1344" y="6884"/>
                  </a:lnTo>
                  <a:lnTo>
                    <a:pt x="713" y="3565"/>
                  </a:lnTo>
                  <a:lnTo>
                    <a:pt x="275" y="1179"/>
                  </a:lnTo>
                  <a:lnTo>
                    <a:pt x="83" y="55"/>
                  </a:lnTo>
                  <a:lnTo>
                    <a:pt x="83" y="27"/>
                  </a:lnTo>
                  <a:lnTo>
                    <a:pt x="5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2" name="Google Shape;1052;p3"/>
            <p:cNvGrpSpPr/>
            <p:nvPr/>
          </p:nvGrpSpPr>
          <p:grpSpPr>
            <a:xfrm>
              <a:off x="6484083" y="2223495"/>
              <a:ext cx="1709723" cy="2614107"/>
              <a:chOff x="6687649" y="1941250"/>
              <a:chExt cx="1597126" cy="2441950"/>
            </a:xfrm>
          </p:grpSpPr>
          <p:sp>
            <p:nvSpPr>
              <p:cNvPr id="1053" name="Google Shape;1053;p3"/>
              <p:cNvSpPr/>
              <p:nvPr/>
            </p:nvSpPr>
            <p:spPr>
              <a:xfrm flipH="1">
                <a:off x="6687649" y="4220900"/>
                <a:ext cx="1563900" cy="1623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054" name="Google Shape;1054;p3"/>
              <p:cNvSpPr/>
              <p:nvPr/>
            </p:nvSpPr>
            <p:spPr>
              <a:xfrm>
                <a:off x="6803825" y="4055650"/>
                <a:ext cx="450475" cy="261250"/>
              </a:xfrm>
              <a:custGeom>
                <a:rect b="b" l="l" r="r" t="t"/>
                <a:pathLst>
                  <a:path extrusionOk="0" h="10450" w="18019">
                    <a:moveTo>
                      <a:pt x="5047" y="1"/>
                    </a:moveTo>
                    <a:lnTo>
                      <a:pt x="5485" y="5349"/>
                    </a:lnTo>
                    <a:lnTo>
                      <a:pt x="4992" y="5431"/>
                    </a:lnTo>
                    <a:lnTo>
                      <a:pt x="4553" y="5541"/>
                    </a:lnTo>
                    <a:lnTo>
                      <a:pt x="4114" y="5650"/>
                    </a:lnTo>
                    <a:lnTo>
                      <a:pt x="3730" y="5787"/>
                    </a:lnTo>
                    <a:lnTo>
                      <a:pt x="3346" y="5925"/>
                    </a:lnTo>
                    <a:lnTo>
                      <a:pt x="3017" y="6089"/>
                    </a:lnTo>
                    <a:lnTo>
                      <a:pt x="2688" y="6281"/>
                    </a:lnTo>
                    <a:lnTo>
                      <a:pt x="2386" y="6473"/>
                    </a:lnTo>
                    <a:lnTo>
                      <a:pt x="2112" y="6665"/>
                    </a:lnTo>
                    <a:lnTo>
                      <a:pt x="1865" y="6884"/>
                    </a:lnTo>
                    <a:lnTo>
                      <a:pt x="1618" y="7076"/>
                    </a:lnTo>
                    <a:lnTo>
                      <a:pt x="1426" y="7296"/>
                    </a:lnTo>
                    <a:lnTo>
                      <a:pt x="1043" y="7735"/>
                    </a:lnTo>
                    <a:lnTo>
                      <a:pt x="741" y="8201"/>
                    </a:lnTo>
                    <a:lnTo>
                      <a:pt x="521" y="8640"/>
                    </a:lnTo>
                    <a:lnTo>
                      <a:pt x="330" y="9051"/>
                    </a:lnTo>
                    <a:lnTo>
                      <a:pt x="192" y="9435"/>
                    </a:lnTo>
                    <a:lnTo>
                      <a:pt x="110" y="9764"/>
                    </a:lnTo>
                    <a:lnTo>
                      <a:pt x="28" y="10258"/>
                    </a:lnTo>
                    <a:lnTo>
                      <a:pt x="0" y="10450"/>
                    </a:lnTo>
                    <a:lnTo>
                      <a:pt x="18018" y="10422"/>
                    </a:lnTo>
                    <a:lnTo>
                      <a:pt x="17360" y="385"/>
                    </a:lnTo>
                    <a:lnTo>
                      <a:pt x="5047" y="1"/>
                    </a:lnTo>
                    <a:close/>
                  </a:path>
                </a:pathLst>
              </a:custGeom>
              <a:solidFill>
                <a:srgbClr val="28194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3"/>
              <p:cNvSpPr/>
              <p:nvPr/>
            </p:nvSpPr>
            <p:spPr>
              <a:xfrm>
                <a:off x="6820275" y="3197275"/>
                <a:ext cx="761750" cy="892700"/>
              </a:xfrm>
              <a:custGeom>
                <a:rect b="b" l="l" r="r" t="t"/>
                <a:pathLst>
                  <a:path extrusionOk="0" h="35708" w="30470">
                    <a:moveTo>
                      <a:pt x="30469" y="1"/>
                    </a:moveTo>
                    <a:lnTo>
                      <a:pt x="27452" y="28"/>
                    </a:lnTo>
                    <a:lnTo>
                      <a:pt x="20377" y="165"/>
                    </a:lnTo>
                    <a:lnTo>
                      <a:pt x="16263" y="247"/>
                    </a:lnTo>
                    <a:lnTo>
                      <a:pt x="12259" y="330"/>
                    </a:lnTo>
                    <a:lnTo>
                      <a:pt x="8749" y="467"/>
                    </a:lnTo>
                    <a:lnTo>
                      <a:pt x="7268" y="522"/>
                    </a:lnTo>
                    <a:lnTo>
                      <a:pt x="6061" y="604"/>
                    </a:lnTo>
                    <a:lnTo>
                      <a:pt x="5540" y="659"/>
                    </a:lnTo>
                    <a:lnTo>
                      <a:pt x="5047" y="714"/>
                    </a:lnTo>
                    <a:lnTo>
                      <a:pt x="4608" y="796"/>
                    </a:lnTo>
                    <a:lnTo>
                      <a:pt x="4169" y="906"/>
                    </a:lnTo>
                    <a:lnTo>
                      <a:pt x="3758" y="1043"/>
                    </a:lnTo>
                    <a:lnTo>
                      <a:pt x="3374" y="1180"/>
                    </a:lnTo>
                    <a:lnTo>
                      <a:pt x="3017" y="1317"/>
                    </a:lnTo>
                    <a:lnTo>
                      <a:pt x="2688" y="1481"/>
                    </a:lnTo>
                    <a:lnTo>
                      <a:pt x="2387" y="1673"/>
                    </a:lnTo>
                    <a:lnTo>
                      <a:pt x="2085" y="1893"/>
                    </a:lnTo>
                    <a:lnTo>
                      <a:pt x="1811" y="2085"/>
                    </a:lnTo>
                    <a:lnTo>
                      <a:pt x="1591" y="2332"/>
                    </a:lnTo>
                    <a:lnTo>
                      <a:pt x="1344" y="2578"/>
                    </a:lnTo>
                    <a:lnTo>
                      <a:pt x="1152" y="2825"/>
                    </a:lnTo>
                    <a:lnTo>
                      <a:pt x="960" y="3100"/>
                    </a:lnTo>
                    <a:lnTo>
                      <a:pt x="796" y="3374"/>
                    </a:lnTo>
                    <a:lnTo>
                      <a:pt x="659" y="3648"/>
                    </a:lnTo>
                    <a:lnTo>
                      <a:pt x="522" y="3950"/>
                    </a:lnTo>
                    <a:lnTo>
                      <a:pt x="412" y="4279"/>
                    </a:lnTo>
                    <a:lnTo>
                      <a:pt x="302" y="4580"/>
                    </a:lnTo>
                    <a:lnTo>
                      <a:pt x="165" y="5266"/>
                    </a:lnTo>
                    <a:lnTo>
                      <a:pt x="55" y="5952"/>
                    </a:lnTo>
                    <a:lnTo>
                      <a:pt x="1" y="6692"/>
                    </a:lnTo>
                    <a:lnTo>
                      <a:pt x="1" y="7433"/>
                    </a:lnTo>
                    <a:lnTo>
                      <a:pt x="28" y="8228"/>
                    </a:lnTo>
                    <a:lnTo>
                      <a:pt x="83" y="9023"/>
                    </a:lnTo>
                    <a:lnTo>
                      <a:pt x="357" y="11382"/>
                    </a:lnTo>
                    <a:lnTo>
                      <a:pt x="768" y="14974"/>
                    </a:lnTo>
                    <a:lnTo>
                      <a:pt x="1838" y="23942"/>
                    </a:lnTo>
                    <a:lnTo>
                      <a:pt x="3264" y="35707"/>
                    </a:lnTo>
                    <a:lnTo>
                      <a:pt x="17909" y="35131"/>
                    </a:lnTo>
                    <a:lnTo>
                      <a:pt x="15303" y="14398"/>
                    </a:lnTo>
                    <a:lnTo>
                      <a:pt x="28111" y="14179"/>
                    </a:lnTo>
                    <a:lnTo>
                      <a:pt x="3046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3"/>
              <p:cNvSpPr/>
              <p:nvPr/>
            </p:nvSpPr>
            <p:spPr>
              <a:xfrm>
                <a:off x="7180225" y="2720775"/>
                <a:ext cx="111775" cy="135100"/>
              </a:xfrm>
              <a:custGeom>
                <a:rect b="b" l="l" r="r" t="t"/>
                <a:pathLst>
                  <a:path extrusionOk="0" h="5404" w="4471">
                    <a:moveTo>
                      <a:pt x="2606" y="1"/>
                    </a:moveTo>
                    <a:lnTo>
                      <a:pt x="0" y="3346"/>
                    </a:lnTo>
                    <a:lnTo>
                      <a:pt x="1399" y="5403"/>
                    </a:lnTo>
                    <a:lnTo>
                      <a:pt x="4471" y="1591"/>
                    </a:lnTo>
                    <a:lnTo>
                      <a:pt x="2606" y="1"/>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3"/>
              <p:cNvSpPr/>
              <p:nvPr/>
            </p:nvSpPr>
            <p:spPr>
              <a:xfrm>
                <a:off x="7174050" y="2589150"/>
                <a:ext cx="77500" cy="185825"/>
              </a:xfrm>
              <a:custGeom>
                <a:rect b="b" l="l" r="r" t="t"/>
                <a:pathLst>
                  <a:path extrusionOk="0" h="7433" w="3100">
                    <a:moveTo>
                      <a:pt x="1564" y="0"/>
                    </a:moveTo>
                    <a:lnTo>
                      <a:pt x="1427" y="55"/>
                    </a:lnTo>
                    <a:lnTo>
                      <a:pt x="1290" y="110"/>
                    </a:lnTo>
                    <a:lnTo>
                      <a:pt x="1152" y="219"/>
                    </a:lnTo>
                    <a:lnTo>
                      <a:pt x="1015" y="329"/>
                    </a:lnTo>
                    <a:lnTo>
                      <a:pt x="906" y="439"/>
                    </a:lnTo>
                    <a:lnTo>
                      <a:pt x="796" y="631"/>
                    </a:lnTo>
                    <a:lnTo>
                      <a:pt x="686" y="823"/>
                    </a:lnTo>
                    <a:lnTo>
                      <a:pt x="604" y="1015"/>
                    </a:lnTo>
                    <a:lnTo>
                      <a:pt x="549" y="1234"/>
                    </a:lnTo>
                    <a:lnTo>
                      <a:pt x="494" y="1426"/>
                    </a:lnTo>
                    <a:lnTo>
                      <a:pt x="467" y="1646"/>
                    </a:lnTo>
                    <a:lnTo>
                      <a:pt x="467" y="1865"/>
                    </a:lnTo>
                    <a:lnTo>
                      <a:pt x="467" y="2084"/>
                    </a:lnTo>
                    <a:lnTo>
                      <a:pt x="522" y="2578"/>
                    </a:lnTo>
                    <a:lnTo>
                      <a:pt x="549" y="2825"/>
                    </a:lnTo>
                    <a:lnTo>
                      <a:pt x="549" y="3072"/>
                    </a:lnTo>
                    <a:lnTo>
                      <a:pt x="494" y="3318"/>
                    </a:lnTo>
                    <a:lnTo>
                      <a:pt x="412" y="3648"/>
                    </a:lnTo>
                    <a:lnTo>
                      <a:pt x="165" y="4415"/>
                    </a:lnTo>
                    <a:lnTo>
                      <a:pt x="83" y="4827"/>
                    </a:lnTo>
                    <a:lnTo>
                      <a:pt x="1" y="5238"/>
                    </a:lnTo>
                    <a:lnTo>
                      <a:pt x="1" y="5622"/>
                    </a:lnTo>
                    <a:lnTo>
                      <a:pt x="28" y="5814"/>
                    </a:lnTo>
                    <a:lnTo>
                      <a:pt x="55" y="5979"/>
                    </a:lnTo>
                    <a:lnTo>
                      <a:pt x="2414" y="7432"/>
                    </a:lnTo>
                    <a:lnTo>
                      <a:pt x="2578" y="7213"/>
                    </a:lnTo>
                    <a:lnTo>
                      <a:pt x="2688" y="6938"/>
                    </a:lnTo>
                    <a:lnTo>
                      <a:pt x="2825" y="6664"/>
                    </a:lnTo>
                    <a:lnTo>
                      <a:pt x="2908" y="6335"/>
                    </a:lnTo>
                    <a:lnTo>
                      <a:pt x="2990" y="6006"/>
                    </a:lnTo>
                    <a:lnTo>
                      <a:pt x="3045" y="5650"/>
                    </a:lnTo>
                    <a:lnTo>
                      <a:pt x="3072" y="5293"/>
                    </a:lnTo>
                    <a:lnTo>
                      <a:pt x="3100" y="4936"/>
                    </a:lnTo>
                    <a:lnTo>
                      <a:pt x="3072" y="4553"/>
                    </a:lnTo>
                    <a:lnTo>
                      <a:pt x="3017" y="4196"/>
                    </a:lnTo>
                    <a:lnTo>
                      <a:pt x="2908" y="3839"/>
                    </a:lnTo>
                    <a:lnTo>
                      <a:pt x="2770" y="3510"/>
                    </a:lnTo>
                    <a:lnTo>
                      <a:pt x="2633" y="3209"/>
                    </a:lnTo>
                    <a:lnTo>
                      <a:pt x="2496" y="2907"/>
                    </a:lnTo>
                    <a:lnTo>
                      <a:pt x="2414" y="2605"/>
                    </a:lnTo>
                    <a:lnTo>
                      <a:pt x="2304" y="2276"/>
                    </a:lnTo>
                    <a:lnTo>
                      <a:pt x="2249" y="1947"/>
                    </a:lnTo>
                    <a:lnTo>
                      <a:pt x="2222" y="1618"/>
                    </a:lnTo>
                    <a:lnTo>
                      <a:pt x="2195" y="1289"/>
                    </a:lnTo>
                    <a:lnTo>
                      <a:pt x="2195" y="960"/>
                    </a:lnTo>
                    <a:lnTo>
                      <a:pt x="2195" y="713"/>
                    </a:lnTo>
                    <a:lnTo>
                      <a:pt x="2195" y="494"/>
                    </a:lnTo>
                    <a:lnTo>
                      <a:pt x="2167" y="384"/>
                    </a:lnTo>
                    <a:lnTo>
                      <a:pt x="2112" y="274"/>
                    </a:lnTo>
                    <a:lnTo>
                      <a:pt x="2057" y="192"/>
                    </a:lnTo>
                    <a:lnTo>
                      <a:pt x="1975" y="110"/>
                    </a:lnTo>
                    <a:lnTo>
                      <a:pt x="1865" y="28"/>
                    </a:lnTo>
                    <a:lnTo>
                      <a:pt x="1728" y="0"/>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3"/>
              <p:cNvSpPr/>
              <p:nvPr/>
            </p:nvSpPr>
            <p:spPr>
              <a:xfrm>
                <a:off x="7010875" y="2570625"/>
                <a:ext cx="239300" cy="237925"/>
              </a:xfrm>
              <a:custGeom>
                <a:rect b="b" l="l" r="r" t="t"/>
                <a:pathLst>
                  <a:path extrusionOk="0" h="9517" w="9572">
                    <a:moveTo>
                      <a:pt x="2578" y="1"/>
                    </a:moveTo>
                    <a:lnTo>
                      <a:pt x="2441" y="28"/>
                    </a:lnTo>
                    <a:lnTo>
                      <a:pt x="2332" y="83"/>
                    </a:lnTo>
                    <a:lnTo>
                      <a:pt x="2249" y="138"/>
                    </a:lnTo>
                    <a:lnTo>
                      <a:pt x="2167" y="220"/>
                    </a:lnTo>
                    <a:lnTo>
                      <a:pt x="2112" y="330"/>
                    </a:lnTo>
                    <a:lnTo>
                      <a:pt x="2057" y="439"/>
                    </a:lnTo>
                    <a:lnTo>
                      <a:pt x="2057" y="549"/>
                    </a:lnTo>
                    <a:lnTo>
                      <a:pt x="2085" y="659"/>
                    </a:lnTo>
                    <a:lnTo>
                      <a:pt x="2112" y="741"/>
                    </a:lnTo>
                    <a:lnTo>
                      <a:pt x="2195" y="960"/>
                    </a:lnTo>
                    <a:lnTo>
                      <a:pt x="2304" y="1152"/>
                    </a:lnTo>
                    <a:lnTo>
                      <a:pt x="2743" y="1783"/>
                    </a:lnTo>
                    <a:lnTo>
                      <a:pt x="3209" y="2359"/>
                    </a:lnTo>
                    <a:lnTo>
                      <a:pt x="3703" y="2908"/>
                    </a:lnTo>
                    <a:lnTo>
                      <a:pt x="4224" y="3456"/>
                    </a:lnTo>
                    <a:lnTo>
                      <a:pt x="2496" y="2057"/>
                    </a:lnTo>
                    <a:lnTo>
                      <a:pt x="2167" y="1811"/>
                    </a:lnTo>
                    <a:lnTo>
                      <a:pt x="1975" y="1701"/>
                    </a:lnTo>
                    <a:lnTo>
                      <a:pt x="1783" y="1619"/>
                    </a:lnTo>
                    <a:lnTo>
                      <a:pt x="1591" y="1564"/>
                    </a:lnTo>
                    <a:lnTo>
                      <a:pt x="1372" y="1564"/>
                    </a:lnTo>
                    <a:lnTo>
                      <a:pt x="1180" y="1619"/>
                    </a:lnTo>
                    <a:lnTo>
                      <a:pt x="1070" y="1674"/>
                    </a:lnTo>
                    <a:lnTo>
                      <a:pt x="988" y="1728"/>
                    </a:lnTo>
                    <a:lnTo>
                      <a:pt x="933" y="1811"/>
                    </a:lnTo>
                    <a:lnTo>
                      <a:pt x="878" y="1893"/>
                    </a:lnTo>
                    <a:lnTo>
                      <a:pt x="851" y="2003"/>
                    </a:lnTo>
                    <a:lnTo>
                      <a:pt x="823" y="2112"/>
                    </a:lnTo>
                    <a:lnTo>
                      <a:pt x="851" y="2222"/>
                    </a:lnTo>
                    <a:lnTo>
                      <a:pt x="878" y="2304"/>
                    </a:lnTo>
                    <a:lnTo>
                      <a:pt x="933" y="2387"/>
                    </a:lnTo>
                    <a:lnTo>
                      <a:pt x="1015" y="2469"/>
                    </a:lnTo>
                    <a:lnTo>
                      <a:pt x="906" y="2441"/>
                    </a:lnTo>
                    <a:lnTo>
                      <a:pt x="823" y="2441"/>
                    </a:lnTo>
                    <a:lnTo>
                      <a:pt x="659" y="2524"/>
                    </a:lnTo>
                    <a:lnTo>
                      <a:pt x="549" y="2633"/>
                    </a:lnTo>
                    <a:lnTo>
                      <a:pt x="439" y="2770"/>
                    </a:lnTo>
                    <a:lnTo>
                      <a:pt x="385" y="2935"/>
                    </a:lnTo>
                    <a:lnTo>
                      <a:pt x="385" y="3100"/>
                    </a:lnTo>
                    <a:lnTo>
                      <a:pt x="439" y="3292"/>
                    </a:lnTo>
                    <a:lnTo>
                      <a:pt x="494" y="3456"/>
                    </a:lnTo>
                    <a:lnTo>
                      <a:pt x="604" y="3593"/>
                    </a:lnTo>
                    <a:lnTo>
                      <a:pt x="686" y="3730"/>
                    </a:lnTo>
                    <a:lnTo>
                      <a:pt x="933" y="4005"/>
                    </a:lnTo>
                    <a:lnTo>
                      <a:pt x="2496" y="5623"/>
                    </a:lnTo>
                    <a:lnTo>
                      <a:pt x="2496" y="5623"/>
                    </a:lnTo>
                    <a:lnTo>
                      <a:pt x="2140" y="5376"/>
                    </a:lnTo>
                    <a:lnTo>
                      <a:pt x="1756" y="5156"/>
                    </a:lnTo>
                    <a:lnTo>
                      <a:pt x="1372" y="4937"/>
                    </a:lnTo>
                    <a:lnTo>
                      <a:pt x="960" y="4745"/>
                    </a:lnTo>
                    <a:lnTo>
                      <a:pt x="741" y="4663"/>
                    </a:lnTo>
                    <a:lnTo>
                      <a:pt x="522" y="4608"/>
                    </a:lnTo>
                    <a:lnTo>
                      <a:pt x="412" y="4608"/>
                    </a:lnTo>
                    <a:lnTo>
                      <a:pt x="302" y="4635"/>
                    </a:lnTo>
                    <a:lnTo>
                      <a:pt x="193" y="4663"/>
                    </a:lnTo>
                    <a:lnTo>
                      <a:pt x="110" y="4745"/>
                    </a:lnTo>
                    <a:lnTo>
                      <a:pt x="55" y="4800"/>
                    </a:lnTo>
                    <a:lnTo>
                      <a:pt x="28" y="4882"/>
                    </a:lnTo>
                    <a:lnTo>
                      <a:pt x="1" y="5047"/>
                    </a:lnTo>
                    <a:lnTo>
                      <a:pt x="1" y="5211"/>
                    </a:lnTo>
                    <a:lnTo>
                      <a:pt x="55" y="5348"/>
                    </a:lnTo>
                    <a:lnTo>
                      <a:pt x="165" y="5486"/>
                    </a:lnTo>
                    <a:lnTo>
                      <a:pt x="275" y="5623"/>
                    </a:lnTo>
                    <a:lnTo>
                      <a:pt x="522" y="5842"/>
                    </a:lnTo>
                    <a:lnTo>
                      <a:pt x="1125" y="6281"/>
                    </a:lnTo>
                    <a:lnTo>
                      <a:pt x="1893" y="6829"/>
                    </a:lnTo>
                    <a:lnTo>
                      <a:pt x="2798" y="7433"/>
                    </a:lnTo>
                    <a:lnTo>
                      <a:pt x="3758" y="8063"/>
                    </a:lnTo>
                    <a:lnTo>
                      <a:pt x="4718" y="8612"/>
                    </a:lnTo>
                    <a:lnTo>
                      <a:pt x="5184" y="8859"/>
                    </a:lnTo>
                    <a:lnTo>
                      <a:pt x="5623" y="9078"/>
                    </a:lnTo>
                    <a:lnTo>
                      <a:pt x="6061" y="9270"/>
                    </a:lnTo>
                    <a:lnTo>
                      <a:pt x="6445" y="9407"/>
                    </a:lnTo>
                    <a:lnTo>
                      <a:pt x="6774" y="9489"/>
                    </a:lnTo>
                    <a:lnTo>
                      <a:pt x="7076" y="9517"/>
                    </a:lnTo>
                    <a:lnTo>
                      <a:pt x="9572" y="6226"/>
                    </a:lnTo>
                    <a:lnTo>
                      <a:pt x="9051" y="5677"/>
                    </a:lnTo>
                    <a:lnTo>
                      <a:pt x="8338" y="4992"/>
                    </a:lnTo>
                    <a:lnTo>
                      <a:pt x="6637" y="3429"/>
                    </a:lnTo>
                    <a:lnTo>
                      <a:pt x="4910" y="1865"/>
                    </a:lnTo>
                    <a:lnTo>
                      <a:pt x="4224" y="1180"/>
                    </a:lnTo>
                    <a:lnTo>
                      <a:pt x="3675" y="631"/>
                    </a:lnTo>
                    <a:lnTo>
                      <a:pt x="3511" y="439"/>
                    </a:lnTo>
                    <a:lnTo>
                      <a:pt x="3346" y="275"/>
                    </a:lnTo>
                    <a:lnTo>
                      <a:pt x="3154" y="138"/>
                    </a:lnTo>
                    <a:lnTo>
                      <a:pt x="2935" y="28"/>
                    </a:lnTo>
                    <a:lnTo>
                      <a:pt x="2825" y="1"/>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3"/>
              <p:cNvSpPr/>
              <p:nvPr/>
            </p:nvSpPr>
            <p:spPr>
              <a:xfrm>
                <a:off x="7170625" y="2626850"/>
                <a:ext cx="22650" cy="137150"/>
              </a:xfrm>
              <a:custGeom>
                <a:rect b="b" l="l" r="r" t="t"/>
                <a:pathLst>
                  <a:path extrusionOk="0" h="5486" w="906">
                    <a:moveTo>
                      <a:pt x="549" y="0"/>
                    </a:moveTo>
                    <a:lnTo>
                      <a:pt x="549" y="28"/>
                    </a:lnTo>
                    <a:lnTo>
                      <a:pt x="522" y="357"/>
                    </a:lnTo>
                    <a:lnTo>
                      <a:pt x="549" y="659"/>
                    </a:lnTo>
                    <a:lnTo>
                      <a:pt x="576" y="1289"/>
                    </a:lnTo>
                    <a:lnTo>
                      <a:pt x="604" y="1564"/>
                    </a:lnTo>
                    <a:lnTo>
                      <a:pt x="576" y="1810"/>
                    </a:lnTo>
                    <a:lnTo>
                      <a:pt x="467" y="2112"/>
                    </a:lnTo>
                    <a:lnTo>
                      <a:pt x="357" y="2386"/>
                    </a:lnTo>
                    <a:lnTo>
                      <a:pt x="138" y="2935"/>
                    </a:lnTo>
                    <a:lnTo>
                      <a:pt x="55" y="3237"/>
                    </a:lnTo>
                    <a:lnTo>
                      <a:pt x="0" y="3511"/>
                    </a:lnTo>
                    <a:lnTo>
                      <a:pt x="0" y="3785"/>
                    </a:lnTo>
                    <a:lnTo>
                      <a:pt x="28" y="4032"/>
                    </a:lnTo>
                    <a:lnTo>
                      <a:pt x="83" y="4279"/>
                    </a:lnTo>
                    <a:lnTo>
                      <a:pt x="165" y="4525"/>
                    </a:lnTo>
                    <a:lnTo>
                      <a:pt x="275" y="4800"/>
                    </a:lnTo>
                    <a:lnTo>
                      <a:pt x="439" y="5047"/>
                    </a:lnTo>
                    <a:lnTo>
                      <a:pt x="631" y="5266"/>
                    </a:lnTo>
                    <a:lnTo>
                      <a:pt x="823" y="5485"/>
                    </a:lnTo>
                    <a:lnTo>
                      <a:pt x="878" y="5485"/>
                    </a:lnTo>
                    <a:lnTo>
                      <a:pt x="905" y="5458"/>
                    </a:lnTo>
                    <a:lnTo>
                      <a:pt x="905" y="5403"/>
                    </a:lnTo>
                    <a:lnTo>
                      <a:pt x="686" y="5238"/>
                    </a:lnTo>
                    <a:lnTo>
                      <a:pt x="522" y="5019"/>
                    </a:lnTo>
                    <a:lnTo>
                      <a:pt x="384" y="4800"/>
                    </a:lnTo>
                    <a:lnTo>
                      <a:pt x="275" y="4553"/>
                    </a:lnTo>
                    <a:lnTo>
                      <a:pt x="165" y="4306"/>
                    </a:lnTo>
                    <a:lnTo>
                      <a:pt x="110" y="4059"/>
                    </a:lnTo>
                    <a:lnTo>
                      <a:pt x="83" y="3785"/>
                    </a:lnTo>
                    <a:lnTo>
                      <a:pt x="83" y="3511"/>
                    </a:lnTo>
                    <a:lnTo>
                      <a:pt x="138" y="3209"/>
                    </a:lnTo>
                    <a:lnTo>
                      <a:pt x="220" y="2907"/>
                    </a:lnTo>
                    <a:lnTo>
                      <a:pt x="467" y="2331"/>
                    </a:lnTo>
                    <a:lnTo>
                      <a:pt x="576" y="2085"/>
                    </a:lnTo>
                    <a:lnTo>
                      <a:pt x="659" y="1810"/>
                    </a:lnTo>
                    <a:lnTo>
                      <a:pt x="686" y="1591"/>
                    </a:lnTo>
                    <a:lnTo>
                      <a:pt x="659" y="1372"/>
                    </a:lnTo>
                    <a:lnTo>
                      <a:pt x="631" y="713"/>
                    </a:lnTo>
                    <a:lnTo>
                      <a:pt x="604" y="384"/>
                    </a:lnTo>
                    <a:lnTo>
                      <a:pt x="631" y="28"/>
                    </a:lnTo>
                    <a:lnTo>
                      <a:pt x="60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3"/>
              <p:cNvSpPr/>
              <p:nvPr/>
            </p:nvSpPr>
            <p:spPr>
              <a:xfrm>
                <a:off x="7036925" y="2630950"/>
                <a:ext cx="74075" cy="52825"/>
              </a:xfrm>
              <a:custGeom>
                <a:rect b="b" l="l" r="r" t="t"/>
                <a:pathLst>
                  <a:path extrusionOk="0" h="2113" w="2963">
                    <a:moveTo>
                      <a:pt x="28" y="1"/>
                    </a:moveTo>
                    <a:lnTo>
                      <a:pt x="28" y="28"/>
                    </a:lnTo>
                    <a:lnTo>
                      <a:pt x="1" y="56"/>
                    </a:lnTo>
                    <a:lnTo>
                      <a:pt x="28" y="83"/>
                    </a:lnTo>
                    <a:lnTo>
                      <a:pt x="2908" y="2113"/>
                    </a:lnTo>
                    <a:lnTo>
                      <a:pt x="2935" y="2113"/>
                    </a:lnTo>
                    <a:lnTo>
                      <a:pt x="2963" y="2085"/>
                    </a:lnTo>
                    <a:lnTo>
                      <a:pt x="2963" y="2058"/>
                    </a:lnTo>
                    <a:lnTo>
                      <a:pt x="2935" y="2030"/>
                    </a:lnTo>
                    <a:lnTo>
                      <a:pt x="8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3"/>
              <p:cNvSpPr/>
              <p:nvPr/>
            </p:nvSpPr>
            <p:spPr>
              <a:xfrm>
                <a:off x="7579250" y="2421850"/>
                <a:ext cx="379175" cy="779575"/>
              </a:xfrm>
              <a:custGeom>
                <a:rect b="b" l="l" r="r" t="t"/>
                <a:pathLst>
                  <a:path extrusionOk="0" h="31183" w="15167">
                    <a:moveTo>
                      <a:pt x="12561" y="1"/>
                    </a:moveTo>
                    <a:lnTo>
                      <a:pt x="8721" y="2606"/>
                    </a:lnTo>
                    <a:lnTo>
                      <a:pt x="6089" y="576"/>
                    </a:lnTo>
                    <a:lnTo>
                      <a:pt x="5074" y="2140"/>
                    </a:lnTo>
                    <a:lnTo>
                      <a:pt x="4690" y="3621"/>
                    </a:lnTo>
                    <a:lnTo>
                      <a:pt x="4333" y="5266"/>
                    </a:lnTo>
                    <a:lnTo>
                      <a:pt x="3895" y="7323"/>
                    </a:lnTo>
                    <a:lnTo>
                      <a:pt x="3428" y="9626"/>
                    </a:lnTo>
                    <a:lnTo>
                      <a:pt x="3209" y="10833"/>
                    </a:lnTo>
                    <a:lnTo>
                      <a:pt x="3017" y="12040"/>
                    </a:lnTo>
                    <a:lnTo>
                      <a:pt x="2853" y="13247"/>
                    </a:lnTo>
                    <a:lnTo>
                      <a:pt x="2688" y="14426"/>
                    </a:lnTo>
                    <a:lnTo>
                      <a:pt x="2578" y="15578"/>
                    </a:lnTo>
                    <a:lnTo>
                      <a:pt x="2523" y="16647"/>
                    </a:lnTo>
                    <a:lnTo>
                      <a:pt x="2441" y="17717"/>
                    </a:lnTo>
                    <a:lnTo>
                      <a:pt x="2331" y="18841"/>
                    </a:lnTo>
                    <a:lnTo>
                      <a:pt x="2194" y="20020"/>
                    </a:lnTo>
                    <a:lnTo>
                      <a:pt x="2030" y="21227"/>
                    </a:lnTo>
                    <a:lnTo>
                      <a:pt x="1838" y="22461"/>
                    </a:lnTo>
                    <a:lnTo>
                      <a:pt x="1618" y="23668"/>
                    </a:lnTo>
                    <a:lnTo>
                      <a:pt x="1180" y="25971"/>
                    </a:lnTo>
                    <a:lnTo>
                      <a:pt x="741" y="28028"/>
                    </a:lnTo>
                    <a:lnTo>
                      <a:pt x="357" y="29674"/>
                    </a:lnTo>
                    <a:lnTo>
                      <a:pt x="0" y="31182"/>
                    </a:lnTo>
                    <a:lnTo>
                      <a:pt x="12725" y="31182"/>
                    </a:lnTo>
                    <a:lnTo>
                      <a:pt x="15166" y="6445"/>
                    </a:lnTo>
                    <a:lnTo>
                      <a:pt x="15166" y="2194"/>
                    </a:lnTo>
                    <a:lnTo>
                      <a:pt x="14097" y="1975"/>
                    </a:lnTo>
                    <a:lnTo>
                      <a:pt x="1256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3"/>
              <p:cNvSpPr/>
              <p:nvPr/>
            </p:nvSpPr>
            <p:spPr>
              <a:xfrm>
                <a:off x="7958400" y="2486300"/>
                <a:ext cx="326375" cy="589650"/>
              </a:xfrm>
              <a:custGeom>
                <a:rect b="b" l="l" r="r" t="t"/>
                <a:pathLst>
                  <a:path extrusionOk="0" h="23586" w="13055">
                    <a:moveTo>
                      <a:pt x="3620" y="0"/>
                    </a:moveTo>
                    <a:lnTo>
                      <a:pt x="2962" y="7158"/>
                    </a:lnTo>
                    <a:lnTo>
                      <a:pt x="3785" y="13905"/>
                    </a:lnTo>
                    <a:lnTo>
                      <a:pt x="1810" y="13082"/>
                    </a:lnTo>
                    <a:lnTo>
                      <a:pt x="0" y="20240"/>
                    </a:lnTo>
                    <a:lnTo>
                      <a:pt x="1289" y="20788"/>
                    </a:lnTo>
                    <a:lnTo>
                      <a:pt x="2660" y="21364"/>
                    </a:lnTo>
                    <a:lnTo>
                      <a:pt x="4278" y="21995"/>
                    </a:lnTo>
                    <a:lnTo>
                      <a:pt x="5979" y="22626"/>
                    </a:lnTo>
                    <a:lnTo>
                      <a:pt x="6774" y="22927"/>
                    </a:lnTo>
                    <a:lnTo>
                      <a:pt x="7542" y="23174"/>
                    </a:lnTo>
                    <a:lnTo>
                      <a:pt x="8227" y="23366"/>
                    </a:lnTo>
                    <a:lnTo>
                      <a:pt x="8831" y="23503"/>
                    </a:lnTo>
                    <a:lnTo>
                      <a:pt x="9297" y="23558"/>
                    </a:lnTo>
                    <a:lnTo>
                      <a:pt x="9489" y="23585"/>
                    </a:lnTo>
                    <a:lnTo>
                      <a:pt x="9654" y="23558"/>
                    </a:lnTo>
                    <a:lnTo>
                      <a:pt x="9900" y="23503"/>
                    </a:lnTo>
                    <a:lnTo>
                      <a:pt x="10202" y="23393"/>
                    </a:lnTo>
                    <a:lnTo>
                      <a:pt x="10476" y="23256"/>
                    </a:lnTo>
                    <a:lnTo>
                      <a:pt x="10778" y="23064"/>
                    </a:lnTo>
                    <a:lnTo>
                      <a:pt x="11052" y="22872"/>
                    </a:lnTo>
                    <a:lnTo>
                      <a:pt x="11354" y="22598"/>
                    </a:lnTo>
                    <a:lnTo>
                      <a:pt x="11628" y="22324"/>
                    </a:lnTo>
                    <a:lnTo>
                      <a:pt x="11875" y="21995"/>
                    </a:lnTo>
                    <a:lnTo>
                      <a:pt x="12122" y="21638"/>
                    </a:lnTo>
                    <a:lnTo>
                      <a:pt x="12341" y="21254"/>
                    </a:lnTo>
                    <a:lnTo>
                      <a:pt x="12561" y="20816"/>
                    </a:lnTo>
                    <a:lnTo>
                      <a:pt x="12725" y="20322"/>
                    </a:lnTo>
                    <a:lnTo>
                      <a:pt x="12862" y="19801"/>
                    </a:lnTo>
                    <a:lnTo>
                      <a:pt x="12972" y="19252"/>
                    </a:lnTo>
                    <a:lnTo>
                      <a:pt x="13027" y="18649"/>
                    </a:lnTo>
                    <a:lnTo>
                      <a:pt x="13054" y="18018"/>
                    </a:lnTo>
                    <a:lnTo>
                      <a:pt x="13054" y="17662"/>
                    </a:lnTo>
                    <a:lnTo>
                      <a:pt x="13027" y="17278"/>
                    </a:lnTo>
                    <a:lnTo>
                      <a:pt x="12890" y="16455"/>
                    </a:lnTo>
                    <a:lnTo>
                      <a:pt x="12698" y="15550"/>
                    </a:lnTo>
                    <a:lnTo>
                      <a:pt x="12451" y="14535"/>
                    </a:lnTo>
                    <a:lnTo>
                      <a:pt x="12149" y="13493"/>
                    </a:lnTo>
                    <a:lnTo>
                      <a:pt x="11820" y="12396"/>
                    </a:lnTo>
                    <a:lnTo>
                      <a:pt x="11436" y="11272"/>
                    </a:lnTo>
                    <a:lnTo>
                      <a:pt x="11052" y="10147"/>
                    </a:lnTo>
                    <a:lnTo>
                      <a:pt x="10229" y="7981"/>
                    </a:lnTo>
                    <a:lnTo>
                      <a:pt x="9462" y="5979"/>
                    </a:lnTo>
                    <a:lnTo>
                      <a:pt x="8282" y="3072"/>
                    </a:lnTo>
                    <a:lnTo>
                      <a:pt x="8173" y="2825"/>
                    </a:lnTo>
                    <a:lnTo>
                      <a:pt x="8063" y="2606"/>
                    </a:lnTo>
                    <a:lnTo>
                      <a:pt x="7926" y="2386"/>
                    </a:lnTo>
                    <a:lnTo>
                      <a:pt x="7761" y="2167"/>
                    </a:lnTo>
                    <a:lnTo>
                      <a:pt x="7460" y="1783"/>
                    </a:lnTo>
                    <a:lnTo>
                      <a:pt x="7103" y="1454"/>
                    </a:lnTo>
                    <a:lnTo>
                      <a:pt x="6719" y="1180"/>
                    </a:lnTo>
                    <a:lnTo>
                      <a:pt x="6335" y="933"/>
                    </a:lnTo>
                    <a:lnTo>
                      <a:pt x="5924" y="713"/>
                    </a:lnTo>
                    <a:lnTo>
                      <a:pt x="5540" y="521"/>
                    </a:lnTo>
                    <a:lnTo>
                      <a:pt x="5156" y="384"/>
                    </a:lnTo>
                    <a:lnTo>
                      <a:pt x="4799" y="247"/>
                    </a:lnTo>
                    <a:lnTo>
                      <a:pt x="4196" y="83"/>
                    </a:lnTo>
                    <a:lnTo>
                      <a:pt x="3757"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3"/>
              <p:cNvSpPr/>
              <p:nvPr/>
            </p:nvSpPr>
            <p:spPr>
              <a:xfrm>
                <a:off x="7885725" y="2471225"/>
                <a:ext cx="276325" cy="900900"/>
              </a:xfrm>
              <a:custGeom>
                <a:rect b="b" l="l" r="r" t="t"/>
                <a:pathLst>
                  <a:path extrusionOk="0" h="36036" w="11053">
                    <a:moveTo>
                      <a:pt x="1838" y="0"/>
                    </a:moveTo>
                    <a:lnTo>
                      <a:pt x="1591" y="850"/>
                    </a:lnTo>
                    <a:lnTo>
                      <a:pt x="1344" y="1838"/>
                    </a:lnTo>
                    <a:lnTo>
                      <a:pt x="1070" y="3099"/>
                    </a:lnTo>
                    <a:lnTo>
                      <a:pt x="741" y="4580"/>
                    </a:lnTo>
                    <a:lnTo>
                      <a:pt x="466" y="6171"/>
                    </a:lnTo>
                    <a:lnTo>
                      <a:pt x="329" y="7021"/>
                    </a:lnTo>
                    <a:lnTo>
                      <a:pt x="220" y="7871"/>
                    </a:lnTo>
                    <a:lnTo>
                      <a:pt x="137" y="8748"/>
                    </a:lnTo>
                    <a:lnTo>
                      <a:pt x="82" y="9599"/>
                    </a:lnTo>
                    <a:lnTo>
                      <a:pt x="28" y="10613"/>
                    </a:lnTo>
                    <a:lnTo>
                      <a:pt x="0" y="12012"/>
                    </a:lnTo>
                    <a:lnTo>
                      <a:pt x="0" y="15632"/>
                    </a:lnTo>
                    <a:lnTo>
                      <a:pt x="28" y="19938"/>
                    </a:lnTo>
                    <a:lnTo>
                      <a:pt x="82" y="24490"/>
                    </a:lnTo>
                    <a:lnTo>
                      <a:pt x="247" y="32525"/>
                    </a:lnTo>
                    <a:lnTo>
                      <a:pt x="329" y="36036"/>
                    </a:lnTo>
                    <a:lnTo>
                      <a:pt x="11052" y="34719"/>
                    </a:lnTo>
                    <a:lnTo>
                      <a:pt x="7706" y="21062"/>
                    </a:lnTo>
                    <a:lnTo>
                      <a:pt x="7981" y="4223"/>
                    </a:lnTo>
                    <a:lnTo>
                      <a:pt x="6527" y="603"/>
                    </a:lnTo>
                    <a:lnTo>
                      <a:pt x="1838"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3"/>
              <p:cNvSpPr/>
              <p:nvPr/>
            </p:nvSpPr>
            <p:spPr>
              <a:xfrm>
                <a:off x="7765725" y="2502750"/>
                <a:ext cx="67900" cy="75450"/>
              </a:xfrm>
              <a:custGeom>
                <a:rect b="b" l="l" r="r" t="t"/>
                <a:pathLst>
                  <a:path extrusionOk="0" h="3018" w="2716">
                    <a:moveTo>
                      <a:pt x="824" y="1"/>
                    </a:moveTo>
                    <a:lnTo>
                      <a:pt x="1" y="1646"/>
                    </a:lnTo>
                    <a:lnTo>
                      <a:pt x="412" y="3017"/>
                    </a:lnTo>
                    <a:lnTo>
                      <a:pt x="1674" y="2935"/>
                    </a:lnTo>
                    <a:lnTo>
                      <a:pt x="2716" y="1728"/>
                    </a:lnTo>
                    <a:lnTo>
                      <a:pt x="1701" y="83"/>
                    </a:lnTo>
                    <a:lnTo>
                      <a:pt x="82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3"/>
              <p:cNvSpPr/>
              <p:nvPr/>
            </p:nvSpPr>
            <p:spPr>
              <a:xfrm>
                <a:off x="7525075" y="2473950"/>
                <a:ext cx="182400" cy="724025"/>
              </a:xfrm>
              <a:custGeom>
                <a:rect b="b" l="l" r="r" t="t"/>
                <a:pathLst>
                  <a:path extrusionOk="0" h="28961" w="7296">
                    <a:moveTo>
                      <a:pt x="7296" y="1"/>
                    </a:moveTo>
                    <a:lnTo>
                      <a:pt x="6528" y="193"/>
                    </a:lnTo>
                    <a:lnTo>
                      <a:pt x="5733" y="440"/>
                    </a:lnTo>
                    <a:lnTo>
                      <a:pt x="4773" y="769"/>
                    </a:lnTo>
                    <a:lnTo>
                      <a:pt x="3731" y="1153"/>
                    </a:lnTo>
                    <a:lnTo>
                      <a:pt x="3210" y="1372"/>
                    </a:lnTo>
                    <a:lnTo>
                      <a:pt x="2716" y="1591"/>
                    </a:lnTo>
                    <a:lnTo>
                      <a:pt x="2250" y="1838"/>
                    </a:lnTo>
                    <a:lnTo>
                      <a:pt x="1783" y="2085"/>
                    </a:lnTo>
                    <a:lnTo>
                      <a:pt x="1400" y="2359"/>
                    </a:lnTo>
                    <a:lnTo>
                      <a:pt x="1070" y="2634"/>
                    </a:lnTo>
                    <a:lnTo>
                      <a:pt x="1125" y="18677"/>
                    </a:lnTo>
                    <a:lnTo>
                      <a:pt x="1" y="28961"/>
                    </a:lnTo>
                    <a:lnTo>
                      <a:pt x="2442" y="28934"/>
                    </a:lnTo>
                    <a:lnTo>
                      <a:pt x="6775" y="4032"/>
                    </a:lnTo>
                    <a:lnTo>
                      <a:pt x="729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3"/>
              <p:cNvSpPr/>
              <p:nvPr/>
            </p:nvSpPr>
            <p:spPr>
              <a:xfrm>
                <a:off x="7180225" y="2532925"/>
                <a:ext cx="419625" cy="533425"/>
              </a:xfrm>
              <a:custGeom>
                <a:rect b="b" l="l" r="r" t="t"/>
                <a:pathLst>
                  <a:path extrusionOk="0" h="21337" w="16785">
                    <a:moveTo>
                      <a:pt x="15194" y="0"/>
                    </a:moveTo>
                    <a:lnTo>
                      <a:pt x="15111" y="28"/>
                    </a:lnTo>
                    <a:lnTo>
                      <a:pt x="14837" y="192"/>
                    </a:lnTo>
                    <a:lnTo>
                      <a:pt x="14426" y="466"/>
                    </a:lnTo>
                    <a:lnTo>
                      <a:pt x="14206" y="658"/>
                    </a:lnTo>
                    <a:lnTo>
                      <a:pt x="13959" y="878"/>
                    </a:lnTo>
                    <a:lnTo>
                      <a:pt x="13713" y="1125"/>
                    </a:lnTo>
                    <a:lnTo>
                      <a:pt x="13466" y="1426"/>
                    </a:lnTo>
                    <a:lnTo>
                      <a:pt x="13219" y="1755"/>
                    </a:lnTo>
                    <a:lnTo>
                      <a:pt x="12972" y="2139"/>
                    </a:lnTo>
                    <a:lnTo>
                      <a:pt x="12753" y="2551"/>
                    </a:lnTo>
                    <a:lnTo>
                      <a:pt x="12561" y="3017"/>
                    </a:lnTo>
                    <a:lnTo>
                      <a:pt x="12369" y="3511"/>
                    </a:lnTo>
                    <a:lnTo>
                      <a:pt x="12232" y="4059"/>
                    </a:lnTo>
                    <a:lnTo>
                      <a:pt x="10422" y="12396"/>
                    </a:lnTo>
                    <a:lnTo>
                      <a:pt x="4580" y="7707"/>
                    </a:lnTo>
                    <a:lnTo>
                      <a:pt x="0" y="12862"/>
                    </a:lnTo>
                    <a:lnTo>
                      <a:pt x="988" y="13822"/>
                    </a:lnTo>
                    <a:lnTo>
                      <a:pt x="3346" y="16044"/>
                    </a:lnTo>
                    <a:lnTo>
                      <a:pt x="4717" y="17305"/>
                    </a:lnTo>
                    <a:lnTo>
                      <a:pt x="6116" y="18539"/>
                    </a:lnTo>
                    <a:lnTo>
                      <a:pt x="7350" y="19581"/>
                    </a:lnTo>
                    <a:lnTo>
                      <a:pt x="7899" y="19993"/>
                    </a:lnTo>
                    <a:lnTo>
                      <a:pt x="8365" y="20322"/>
                    </a:lnTo>
                    <a:lnTo>
                      <a:pt x="8721" y="20569"/>
                    </a:lnTo>
                    <a:lnTo>
                      <a:pt x="9078" y="20761"/>
                    </a:lnTo>
                    <a:lnTo>
                      <a:pt x="9434" y="20925"/>
                    </a:lnTo>
                    <a:lnTo>
                      <a:pt x="9764" y="21062"/>
                    </a:lnTo>
                    <a:lnTo>
                      <a:pt x="10093" y="21172"/>
                    </a:lnTo>
                    <a:lnTo>
                      <a:pt x="10394" y="21227"/>
                    </a:lnTo>
                    <a:lnTo>
                      <a:pt x="10723" y="21282"/>
                    </a:lnTo>
                    <a:lnTo>
                      <a:pt x="10998" y="21336"/>
                    </a:lnTo>
                    <a:lnTo>
                      <a:pt x="11574" y="21336"/>
                    </a:lnTo>
                    <a:lnTo>
                      <a:pt x="11820" y="21309"/>
                    </a:lnTo>
                    <a:lnTo>
                      <a:pt x="12067" y="21254"/>
                    </a:lnTo>
                    <a:lnTo>
                      <a:pt x="12533" y="21117"/>
                    </a:lnTo>
                    <a:lnTo>
                      <a:pt x="12972" y="20953"/>
                    </a:lnTo>
                    <a:lnTo>
                      <a:pt x="13329" y="20761"/>
                    </a:lnTo>
                    <a:lnTo>
                      <a:pt x="13658" y="20541"/>
                    </a:lnTo>
                    <a:lnTo>
                      <a:pt x="13959" y="20294"/>
                    </a:lnTo>
                    <a:lnTo>
                      <a:pt x="14179" y="20102"/>
                    </a:lnTo>
                    <a:lnTo>
                      <a:pt x="14508" y="19746"/>
                    </a:lnTo>
                    <a:lnTo>
                      <a:pt x="14590" y="19609"/>
                    </a:lnTo>
                    <a:lnTo>
                      <a:pt x="16784" y="521"/>
                    </a:lnTo>
                    <a:lnTo>
                      <a:pt x="15194"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3"/>
              <p:cNvSpPr/>
              <p:nvPr/>
            </p:nvSpPr>
            <p:spPr>
              <a:xfrm>
                <a:off x="8063975" y="2568575"/>
                <a:ext cx="16475" cy="268775"/>
              </a:xfrm>
              <a:custGeom>
                <a:rect b="b" l="l" r="r" t="t"/>
                <a:pathLst>
                  <a:path extrusionOk="0" h="10751" w="659">
                    <a:moveTo>
                      <a:pt x="631" y="0"/>
                    </a:moveTo>
                    <a:lnTo>
                      <a:pt x="576" y="28"/>
                    </a:lnTo>
                    <a:lnTo>
                      <a:pt x="576" y="55"/>
                    </a:lnTo>
                    <a:lnTo>
                      <a:pt x="110" y="8420"/>
                    </a:lnTo>
                    <a:lnTo>
                      <a:pt x="0" y="10723"/>
                    </a:lnTo>
                    <a:lnTo>
                      <a:pt x="0" y="10751"/>
                    </a:lnTo>
                    <a:lnTo>
                      <a:pt x="55" y="10751"/>
                    </a:lnTo>
                    <a:lnTo>
                      <a:pt x="83" y="10723"/>
                    </a:lnTo>
                    <a:lnTo>
                      <a:pt x="522" y="2359"/>
                    </a:lnTo>
                    <a:lnTo>
                      <a:pt x="659" y="55"/>
                    </a:lnTo>
                    <a:lnTo>
                      <a:pt x="659" y="28"/>
                    </a:lnTo>
                    <a:lnTo>
                      <a:pt x="63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3"/>
              <p:cNvSpPr/>
              <p:nvPr/>
            </p:nvSpPr>
            <p:spPr>
              <a:xfrm>
                <a:off x="7890525" y="2482175"/>
                <a:ext cx="65150" cy="295525"/>
              </a:xfrm>
              <a:custGeom>
                <a:rect b="b" l="l" r="r" t="t"/>
                <a:pathLst>
                  <a:path extrusionOk="0" h="11821" w="2606">
                    <a:moveTo>
                      <a:pt x="2002" y="1"/>
                    </a:moveTo>
                    <a:lnTo>
                      <a:pt x="1975" y="28"/>
                    </a:lnTo>
                    <a:lnTo>
                      <a:pt x="1975" y="357"/>
                    </a:lnTo>
                    <a:lnTo>
                      <a:pt x="2002" y="714"/>
                    </a:lnTo>
                    <a:lnTo>
                      <a:pt x="2084" y="1372"/>
                    </a:lnTo>
                    <a:lnTo>
                      <a:pt x="2194" y="2030"/>
                    </a:lnTo>
                    <a:lnTo>
                      <a:pt x="2331" y="2716"/>
                    </a:lnTo>
                    <a:lnTo>
                      <a:pt x="2468" y="3374"/>
                    </a:lnTo>
                    <a:lnTo>
                      <a:pt x="2496" y="3703"/>
                    </a:lnTo>
                    <a:lnTo>
                      <a:pt x="2523" y="4032"/>
                    </a:lnTo>
                    <a:lnTo>
                      <a:pt x="2523" y="4389"/>
                    </a:lnTo>
                    <a:lnTo>
                      <a:pt x="2523" y="4718"/>
                    </a:lnTo>
                    <a:lnTo>
                      <a:pt x="2468" y="5047"/>
                    </a:lnTo>
                    <a:lnTo>
                      <a:pt x="2413" y="5376"/>
                    </a:lnTo>
                    <a:lnTo>
                      <a:pt x="2249" y="5897"/>
                    </a:lnTo>
                    <a:lnTo>
                      <a:pt x="2057" y="6418"/>
                    </a:lnTo>
                    <a:lnTo>
                      <a:pt x="1673" y="7460"/>
                    </a:lnTo>
                    <a:lnTo>
                      <a:pt x="823" y="9599"/>
                    </a:lnTo>
                    <a:lnTo>
                      <a:pt x="411" y="10669"/>
                    </a:lnTo>
                    <a:lnTo>
                      <a:pt x="0" y="11766"/>
                    </a:lnTo>
                    <a:lnTo>
                      <a:pt x="0" y="11793"/>
                    </a:lnTo>
                    <a:lnTo>
                      <a:pt x="28" y="11821"/>
                    </a:lnTo>
                    <a:lnTo>
                      <a:pt x="55" y="11821"/>
                    </a:lnTo>
                    <a:lnTo>
                      <a:pt x="82" y="11793"/>
                    </a:lnTo>
                    <a:lnTo>
                      <a:pt x="466" y="10751"/>
                    </a:lnTo>
                    <a:lnTo>
                      <a:pt x="850" y="9737"/>
                    </a:lnTo>
                    <a:lnTo>
                      <a:pt x="1646" y="7707"/>
                    </a:lnTo>
                    <a:lnTo>
                      <a:pt x="2057" y="6692"/>
                    </a:lnTo>
                    <a:lnTo>
                      <a:pt x="2249" y="6199"/>
                    </a:lnTo>
                    <a:lnTo>
                      <a:pt x="2413" y="5678"/>
                    </a:lnTo>
                    <a:lnTo>
                      <a:pt x="2496" y="5349"/>
                    </a:lnTo>
                    <a:lnTo>
                      <a:pt x="2551" y="5047"/>
                    </a:lnTo>
                    <a:lnTo>
                      <a:pt x="2605" y="4718"/>
                    </a:lnTo>
                    <a:lnTo>
                      <a:pt x="2605" y="4389"/>
                    </a:lnTo>
                    <a:lnTo>
                      <a:pt x="2605" y="4060"/>
                    </a:lnTo>
                    <a:lnTo>
                      <a:pt x="2578" y="3731"/>
                    </a:lnTo>
                    <a:lnTo>
                      <a:pt x="2496" y="3100"/>
                    </a:lnTo>
                    <a:lnTo>
                      <a:pt x="2194" y="1564"/>
                    </a:lnTo>
                    <a:lnTo>
                      <a:pt x="2139" y="1180"/>
                    </a:lnTo>
                    <a:lnTo>
                      <a:pt x="2084" y="796"/>
                    </a:lnTo>
                    <a:lnTo>
                      <a:pt x="2057" y="412"/>
                    </a:lnTo>
                    <a:lnTo>
                      <a:pt x="2057" y="28"/>
                    </a:lnTo>
                    <a:lnTo>
                      <a:pt x="205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3"/>
              <p:cNvSpPr/>
              <p:nvPr/>
            </p:nvSpPr>
            <p:spPr>
              <a:xfrm>
                <a:off x="7665625" y="2476700"/>
                <a:ext cx="38425" cy="280450"/>
              </a:xfrm>
              <a:custGeom>
                <a:rect b="b" l="l" r="r" t="t"/>
                <a:pathLst>
                  <a:path extrusionOk="0" h="11218" w="1537">
                    <a:moveTo>
                      <a:pt x="1482" y="0"/>
                    </a:moveTo>
                    <a:lnTo>
                      <a:pt x="1482" y="28"/>
                    </a:lnTo>
                    <a:lnTo>
                      <a:pt x="961" y="1125"/>
                    </a:lnTo>
                    <a:lnTo>
                      <a:pt x="714" y="1673"/>
                    </a:lnTo>
                    <a:lnTo>
                      <a:pt x="495" y="2249"/>
                    </a:lnTo>
                    <a:lnTo>
                      <a:pt x="303" y="2825"/>
                    </a:lnTo>
                    <a:lnTo>
                      <a:pt x="165" y="3401"/>
                    </a:lnTo>
                    <a:lnTo>
                      <a:pt x="56" y="4004"/>
                    </a:lnTo>
                    <a:lnTo>
                      <a:pt x="1" y="4608"/>
                    </a:lnTo>
                    <a:lnTo>
                      <a:pt x="1" y="5156"/>
                    </a:lnTo>
                    <a:lnTo>
                      <a:pt x="28" y="5705"/>
                    </a:lnTo>
                    <a:lnTo>
                      <a:pt x="56" y="6253"/>
                    </a:lnTo>
                    <a:lnTo>
                      <a:pt x="111" y="6774"/>
                    </a:lnTo>
                    <a:lnTo>
                      <a:pt x="275" y="7871"/>
                    </a:lnTo>
                    <a:lnTo>
                      <a:pt x="467" y="8941"/>
                    </a:lnTo>
                    <a:lnTo>
                      <a:pt x="906" y="11190"/>
                    </a:lnTo>
                    <a:lnTo>
                      <a:pt x="933" y="11217"/>
                    </a:lnTo>
                    <a:lnTo>
                      <a:pt x="988" y="11217"/>
                    </a:lnTo>
                    <a:lnTo>
                      <a:pt x="988" y="11162"/>
                    </a:lnTo>
                    <a:lnTo>
                      <a:pt x="577" y="9105"/>
                    </a:lnTo>
                    <a:lnTo>
                      <a:pt x="385" y="8063"/>
                    </a:lnTo>
                    <a:lnTo>
                      <a:pt x="248" y="7021"/>
                    </a:lnTo>
                    <a:lnTo>
                      <a:pt x="138" y="5979"/>
                    </a:lnTo>
                    <a:lnTo>
                      <a:pt x="83" y="5458"/>
                    </a:lnTo>
                    <a:lnTo>
                      <a:pt x="83" y="4937"/>
                    </a:lnTo>
                    <a:lnTo>
                      <a:pt x="111" y="4388"/>
                    </a:lnTo>
                    <a:lnTo>
                      <a:pt x="165" y="3840"/>
                    </a:lnTo>
                    <a:lnTo>
                      <a:pt x="275" y="3291"/>
                    </a:lnTo>
                    <a:lnTo>
                      <a:pt x="412" y="2743"/>
                    </a:lnTo>
                    <a:lnTo>
                      <a:pt x="659" y="2057"/>
                    </a:lnTo>
                    <a:lnTo>
                      <a:pt x="933" y="1372"/>
                    </a:lnTo>
                    <a:lnTo>
                      <a:pt x="1235" y="714"/>
                    </a:lnTo>
                    <a:lnTo>
                      <a:pt x="1537" y="55"/>
                    </a:lnTo>
                    <a:lnTo>
                      <a:pt x="1537" y="28"/>
                    </a:lnTo>
                    <a:lnTo>
                      <a:pt x="153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3"/>
              <p:cNvSpPr/>
              <p:nvPr/>
            </p:nvSpPr>
            <p:spPr>
              <a:xfrm>
                <a:off x="7798650" y="2475325"/>
                <a:ext cx="131650" cy="88475"/>
              </a:xfrm>
              <a:custGeom>
                <a:rect b="b" l="l" r="r" t="t"/>
                <a:pathLst>
                  <a:path extrusionOk="0" h="3539" w="5266">
                    <a:moveTo>
                      <a:pt x="5211" y="1"/>
                    </a:moveTo>
                    <a:lnTo>
                      <a:pt x="5183" y="28"/>
                    </a:lnTo>
                    <a:lnTo>
                      <a:pt x="4882" y="522"/>
                    </a:lnTo>
                    <a:lnTo>
                      <a:pt x="4525" y="1015"/>
                    </a:lnTo>
                    <a:lnTo>
                      <a:pt x="4141" y="1454"/>
                    </a:lnTo>
                    <a:lnTo>
                      <a:pt x="3730" y="1920"/>
                    </a:lnTo>
                    <a:lnTo>
                      <a:pt x="3319" y="2332"/>
                    </a:lnTo>
                    <a:lnTo>
                      <a:pt x="2880" y="2743"/>
                    </a:lnTo>
                    <a:lnTo>
                      <a:pt x="2414" y="3127"/>
                    </a:lnTo>
                    <a:lnTo>
                      <a:pt x="1981" y="3458"/>
                    </a:lnTo>
                    <a:lnTo>
                      <a:pt x="1701" y="3127"/>
                    </a:lnTo>
                    <a:lnTo>
                      <a:pt x="1426" y="2770"/>
                    </a:lnTo>
                    <a:lnTo>
                      <a:pt x="1152" y="2387"/>
                    </a:lnTo>
                    <a:lnTo>
                      <a:pt x="905" y="2003"/>
                    </a:lnTo>
                    <a:lnTo>
                      <a:pt x="658" y="1619"/>
                    </a:lnTo>
                    <a:lnTo>
                      <a:pt x="439" y="1207"/>
                    </a:lnTo>
                    <a:lnTo>
                      <a:pt x="247" y="796"/>
                    </a:lnTo>
                    <a:lnTo>
                      <a:pt x="55" y="385"/>
                    </a:lnTo>
                    <a:lnTo>
                      <a:pt x="55" y="357"/>
                    </a:lnTo>
                    <a:lnTo>
                      <a:pt x="0" y="357"/>
                    </a:lnTo>
                    <a:lnTo>
                      <a:pt x="0" y="385"/>
                    </a:lnTo>
                    <a:lnTo>
                      <a:pt x="0" y="412"/>
                    </a:lnTo>
                    <a:lnTo>
                      <a:pt x="165" y="823"/>
                    </a:lnTo>
                    <a:lnTo>
                      <a:pt x="384" y="1262"/>
                    </a:lnTo>
                    <a:lnTo>
                      <a:pt x="604" y="1646"/>
                    </a:lnTo>
                    <a:lnTo>
                      <a:pt x="823" y="2057"/>
                    </a:lnTo>
                    <a:lnTo>
                      <a:pt x="1097" y="2441"/>
                    </a:lnTo>
                    <a:lnTo>
                      <a:pt x="1344" y="2825"/>
                    </a:lnTo>
                    <a:lnTo>
                      <a:pt x="1646" y="3182"/>
                    </a:lnTo>
                    <a:lnTo>
                      <a:pt x="1947" y="3538"/>
                    </a:lnTo>
                    <a:lnTo>
                      <a:pt x="1975" y="3538"/>
                    </a:lnTo>
                    <a:lnTo>
                      <a:pt x="2468" y="3182"/>
                    </a:lnTo>
                    <a:lnTo>
                      <a:pt x="2935" y="2798"/>
                    </a:lnTo>
                    <a:lnTo>
                      <a:pt x="3373" y="2387"/>
                    </a:lnTo>
                    <a:lnTo>
                      <a:pt x="3812" y="1975"/>
                    </a:lnTo>
                    <a:lnTo>
                      <a:pt x="4196" y="1509"/>
                    </a:lnTo>
                    <a:lnTo>
                      <a:pt x="4580" y="1043"/>
                    </a:lnTo>
                    <a:lnTo>
                      <a:pt x="4937" y="577"/>
                    </a:lnTo>
                    <a:lnTo>
                      <a:pt x="5266" y="55"/>
                    </a:lnTo>
                    <a:lnTo>
                      <a:pt x="5266" y="28"/>
                    </a:lnTo>
                    <a:lnTo>
                      <a:pt x="526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3"/>
              <p:cNvSpPr/>
              <p:nvPr/>
            </p:nvSpPr>
            <p:spPr>
              <a:xfrm>
                <a:off x="7701275" y="2484925"/>
                <a:ext cx="93975" cy="78875"/>
              </a:xfrm>
              <a:custGeom>
                <a:rect b="b" l="l" r="r" t="t"/>
                <a:pathLst>
                  <a:path extrusionOk="0" h="3155" w="3759">
                    <a:moveTo>
                      <a:pt x="3703" y="1"/>
                    </a:moveTo>
                    <a:lnTo>
                      <a:pt x="3676" y="28"/>
                    </a:lnTo>
                    <a:lnTo>
                      <a:pt x="2497" y="2524"/>
                    </a:lnTo>
                    <a:lnTo>
                      <a:pt x="2442" y="2688"/>
                    </a:lnTo>
                    <a:lnTo>
                      <a:pt x="2359" y="2853"/>
                    </a:lnTo>
                    <a:lnTo>
                      <a:pt x="2250" y="2990"/>
                    </a:lnTo>
                    <a:lnTo>
                      <a:pt x="2167" y="3045"/>
                    </a:lnTo>
                    <a:lnTo>
                      <a:pt x="2085" y="3072"/>
                    </a:lnTo>
                    <a:lnTo>
                      <a:pt x="1948" y="3072"/>
                    </a:lnTo>
                    <a:lnTo>
                      <a:pt x="1838" y="3017"/>
                    </a:lnTo>
                    <a:lnTo>
                      <a:pt x="1592" y="2853"/>
                    </a:lnTo>
                    <a:lnTo>
                      <a:pt x="1180" y="2551"/>
                    </a:lnTo>
                    <a:lnTo>
                      <a:pt x="796" y="2222"/>
                    </a:lnTo>
                    <a:lnTo>
                      <a:pt x="412" y="1838"/>
                    </a:lnTo>
                    <a:lnTo>
                      <a:pt x="56" y="1454"/>
                    </a:lnTo>
                    <a:lnTo>
                      <a:pt x="28" y="1427"/>
                    </a:lnTo>
                    <a:lnTo>
                      <a:pt x="1" y="1454"/>
                    </a:lnTo>
                    <a:lnTo>
                      <a:pt x="1" y="1481"/>
                    </a:lnTo>
                    <a:lnTo>
                      <a:pt x="1" y="1509"/>
                    </a:lnTo>
                    <a:lnTo>
                      <a:pt x="330" y="1893"/>
                    </a:lnTo>
                    <a:lnTo>
                      <a:pt x="714" y="2277"/>
                    </a:lnTo>
                    <a:lnTo>
                      <a:pt x="1125" y="2633"/>
                    </a:lnTo>
                    <a:lnTo>
                      <a:pt x="1537" y="2935"/>
                    </a:lnTo>
                    <a:lnTo>
                      <a:pt x="1729" y="3045"/>
                    </a:lnTo>
                    <a:lnTo>
                      <a:pt x="1948" y="3127"/>
                    </a:lnTo>
                    <a:lnTo>
                      <a:pt x="2058" y="3154"/>
                    </a:lnTo>
                    <a:lnTo>
                      <a:pt x="2167" y="3127"/>
                    </a:lnTo>
                    <a:lnTo>
                      <a:pt x="2277" y="3100"/>
                    </a:lnTo>
                    <a:lnTo>
                      <a:pt x="2359" y="2990"/>
                    </a:lnTo>
                    <a:lnTo>
                      <a:pt x="2442" y="2825"/>
                    </a:lnTo>
                    <a:lnTo>
                      <a:pt x="2524" y="2661"/>
                    </a:lnTo>
                    <a:lnTo>
                      <a:pt x="2689" y="2332"/>
                    </a:lnTo>
                    <a:lnTo>
                      <a:pt x="3018" y="1646"/>
                    </a:lnTo>
                    <a:lnTo>
                      <a:pt x="3758" y="55"/>
                    </a:lnTo>
                    <a:lnTo>
                      <a:pt x="3758" y="28"/>
                    </a:lnTo>
                    <a:lnTo>
                      <a:pt x="373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3"/>
              <p:cNvSpPr/>
              <p:nvPr/>
            </p:nvSpPr>
            <p:spPr>
              <a:xfrm>
                <a:off x="7525775" y="2600100"/>
                <a:ext cx="39100" cy="598575"/>
              </a:xfrm>
              <a:custGeom>
                <a:rect b="b" l="l" r="r" t="t"/>
                <a:pathLst>
                  <a:path extrusionOk="0" h="23943" w="1564">
                    <a:moveTo>
                      <a:pt x="1289" y="1"/>
                    </a:moveTo>
                    <a:lnTo>
                      <a:pt x="1262" y="28"/>
                    </a:lnTo>
                    <a:lnTo>
                      <a:pt x="1262" y="56"/>
                    </a:lnTo>
                    <a:lnTo>
                      <a:pt x="1289" y="2195"/>
                    </a:lnTo>
                    <a:lnTo>
                      <a:pt x="1399" y="6720"/>
                    </a:lnTo>
                    <a:lnTo>
                      <a:pt x="1481" y="10779"/>
                    </a:lnTo>
                    <a:lnTo>
                      <a:pt x="1481" y="11766"/>
                    </a:lnTo>
                    <a:lnTo>
                      <a:pt x="1481" y="12095"/>
                    </a:lnTo>
                    <a:lnTo>
                      <a:pt x="1426" y="12424"/>
                    </a:lnTo>
                    <a:lnTo>
                      <a:pt x="1152" y="14536"/>
                    </a:lnTo>
                    <a:lnTo>
                      <a:pt x="631" y="18649"/>
                    </a:lnTo>
                    <a:lnTo>
                      <a:pt x="110" y="22763"/>
                    </a:lnTo>
                    <a:lnTo>
                      <a:pt x="0" y="23915"/>
                    </a:lnTo>
                    <a:lnTo>
                      <a:pt x="0" y="23942"/>
                    </a:lnTo>
                    <a:lnTo>
                      <a:pt x="55" y="23942"/>
                    </a:lnTo>
                    <a:lnTo>
                      <a:pt x="83" y="23915"/>
                    </a:lnTo>
                    <a:lnTo>
                      <a:pt x="576" y="19719"/>
                    </a:lnTo>
                    <a:lnTo>
                      <a:pt x="1125" y="15496"/>
                    </a:lnTo>
                    <a:lnTo>
                      <a:pt x="1372" y="13494"/>
                    </a:lnTo>
                    <a:lnTo>
                      <a:pt x="1509" y="12397"/>
                    </a:lnTo>
                    <a:lnTo>
                      <a:pt x="1536" y="12122"/>
                    </a:lnTo>
                    <a:lnTo>
                      <a:pt x="1564" y="11848"/>
                    </a:lnTo>
                    <a:lnTo>
                      <a:pt x="1564" y="11464"/>
                    </a:lnTo>
                    <a:lnTo>
                      <a:pt x="1564" y="11108"/>
                    </a:lnTo>
                    <a:lnTo>
                      <a:pt x="1481" y="7268"/>
                    </a:lnTo>
                    <a:lnTo>
                      <a:pt x="1399" y="2661"/>
                    </a:lnTo>
                    <a:lnTo>
                      <a:pt x="1344" y="933"/>
                    </a:lnTo>
                    <a:lnTo>
                      <a:pt x="1344" y="522"/>
                    </a:lnTo>
                    <a:lnTo>
                      <a:pt x="1344" y="83"/>
                    </a:lnTo>
                    <a:lnTo>
                      <a:pt x="1344" y="56"/>
                    </a:lnTo>
                    <a:lnTo>
                      <a:pt x="1317" y="28"/>
                    </a:lnTo>
                    <a:lnTo>
                      <a:pt x="128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3"/>
              <p:cNvSpPr/>
              <p:nvPr/>
            </p:nvSpPr>
            <p:spPr>
              <a:xfrm>
                <a:off x="7607350" y="2554850"/>
                <a:ext cx="207075" cy="570450"/>
              </a:xfrm>
              <a:custGeom>
                <a:rect b="b" l="l" r="r" t="t"/>
                <a:pathLst>
                  <a:path extrusionOk="0" h="22818" w="8283">
                    <a:moveTo>
                      <a:pt x="7405" y="1"/>
                    </a:moveTo>
                    <a:lnTo>
                      <a:pt x="7186" y="275"/>
                    </a:lnTo>
                    <a:lnTo>
                      <a:pt x="6994" y="522"/>
                    </a:lnTo>
                    <a:lnTo>
                      <a:pt x="6830" y="796"/>
                    </a:lnTo>
                    <a:lnTo>
                      <a:pt x="6665" y="1098"/>
                    </a:lnTo>
                    <a:lnTo>
                      <a:pt x="6528" y="1400"/>
                    </a:lnTo>
                    <a:lnTo>
                      <a:pt x="6391" y="1701"/>
                    </a:lnTo>
                    <a:lnTo>
                      <a:pt x="6199" y="2332"/>
                    </a:lnTo>
                    <a:lnTo>
                      <a:pt x="6034" y="2963"/>
                    </a:lnTo>
                    <a:lnTo>
                      <a:pt x="5897" y="3648"/>
                    </a:lnTo>
                    <a:lnTo>
                      <a:pt x="5815" y="4306"/>
                    </a:lnTo>
                    <a:lnTo>
                      <a:pt x="5733" y="4965"/>
                    </a:lnTo>
                    <a:lnTo>
                      <a:pt x="5623" y="6308"/>
                    </a:lnTo>
                    <a:lnTo>
                      <a:pt x="5568" y="6994"/>
                    </a:lnTo>
                    <a:lnTo>
                      <a:pt x="5486" y="7652"/>
                    </a:lnTo>
                    <a:lnTo>
                      <a:pt x="5376" y="8310"/>
                    </a:lnTo>
                    <a:lnTo>
                      <a:pt x="5239" y="8941"/>
                    </a:lnTo>
                    <a:lnTo>
                      <a:pt x="5019" y="9572"/>
                    </a:lnTo>
                    <a:lnTo>
                      <a:pt x="4910" y="9874"/>
                    </a:lnTo>
                    <a:lnTo>
                      <a:pt x="4773" y="10175"/>
                    </a:lnTo>
                    <a:lnTo>
                      <a:pt x="4608" y="10504"/>
                    </a:lnTo>
                    <a:lnTo>
                      <a:pt x="4416" y="10806"/>
                    </a:lnTo>
                    <a:lnTo>
                      <a:pt x="4032" y="11409"/>
                    </a:lnTo>
                    <a:lnTo>
                      <a:pt x="3593" y="11985"/>
                    </a:lnTo>
                    <a:lnTo>
                      <a:pt x="3127" y="12534"/>
                    </a:lnTo>
                    <a:lnTo>
                      <a:pt x="2195" y="13631"/>
                    </a:lnTo>
                    <a:lnTo>
                      <a:pt x="1756" y="14207"/>
                    </a:lnTo>
                    <a:lnTo>
                      <a:pt x="1372" y="14810"/>
                    </a:lnTo>
                    <a:lnTo>
                      <a:pt x="1207" y="15112"/>
                    </a:lnTo>
                    <a:lnTo>
                      <a:pt x="1043" y="15441"/>
                    </a:lnTo>
                    <a:lnTo>
                      <a:pt x="906" y="15770"/>
                    </a:lnTo>
                    <a:lnTo>
                      <a:pt x="769" y="16154"/>
                    </a:lnTo>
                    <a:lnTo>
                      <a:pt x="522" y="16894"/>
                    </a:lnTo>
                    <a:lnTo>
                      <a:pt x="330" y="17635"/>
                    </a:lnTo>
                    <a:lnTo>
                      <a:pt x="193" y="18320"/>
                    </a:lnTo>
                    <a:lnTo>
                      <a:pt x="83" y="18841"/>
                    </a:lnTo>
                    <a:lnTo>
                      <a:pt x="1" y="19362"/>
                    </a:lnTo>
                    <a:lnTo>
                      <a:pt x="385" y="20459"/>
                    </a:lnTo>
                    <a:lnTo>
                      <a:pt x="769" y="21584"/>
                    </a:lnTo>
                    <a:lnTo>
                      <a:pt x="1207" y="22818"/>
                    </a:lnTo>
                    <a:lnTo>
                      <a:pt x="4389" y="20542"/>
                    </a:lnTo>
                    <a:lnTo>
                      <a:pt x="4553" y="20021"/>
                    </a:lnTo>
                    <a:lnTo>
                      <a:pt x="4690" y="19472"/>
                    </a:lnTo>
                    <a:lnTo>
                      <a:pt x="4910" y="18348"/>
                    </a:lnTo>
                    <a:lnTo>
                      <a:pt x="5019" y="17772"/>
                    </a:lnTo>
                    <a:lnTo>
                      <a:pt x="5157" y="17223"/>
                    </a:lnTo>
                    <a:lnTo>
                      <a:pt x="5321" y="16702"/>
                    </a:lnTo>
                    <a:lnTo>
                      <a:pt x="5431" y="16428"/>
                    </a:lnTo>
                    <a:lnTo>
                      <a:pt x="5541" y="16181"/>
                    </a:lnTo>
                    <a:lnTo>
                      <a:pt x="5787" y="15770"/>
                    </a:lnTo>
                    <a:lnTo>
                      <a:pt x="6062" y="15359"/>
                    </a:lnTo>
                    <a:lnTo>
                      <a:pt x="6638" y="14563"/>
                    </a:lnTo>
                    <a:lnTo>
                      <a:pt x="6939" y="14179"/>
                    </a:lnTo>
                    <a:lnTo>
                      <a:pt x="7213" y="13795"/>
                    </a:lnTo>
                    <a:lnTo>
                      <a:pt x="7488" y="13384"/>
                    </a:lnTo>
                    <a:lnTo>
                      <a:pt x="7707" y="12945"/>
                    </a:lnTo>
                    <a:lnTo>
                      <a:pt x="7872" y="12589"/>
                    </a:lnTo>
                    <a:lnTo>
                      <a:pt x="8009" y="12260"/>
                    </a:lnTo>
                    <a:lnTo>
                      <a:pt x="8091" y="11876"/>
                    </a:lnTo>
                    <a:lnTo>
                      <a:pt x="8173" y="11519"/>
                    </a:lnTo>
                    <a:lnTo>
                      <a:pt x="8228" y="11135"/>
                    </a:lnTo>
                    <a:lnTo>
                      <a:pt x="8283" y="10779"/>
                    </a:lnTo>
                    <a:lnTo>
                      <a:pt x="8283" y="10395"/>
                    </a:lnTo>
                    <a:lnTo>
                      <a:pt x="8283" y="10011"/>
                    </a:lnTo>
                    <a:lnTo>
                      <a:pt x="8256" y="9243"/>
                    </a:lnTo>
                    <a:lnTo>
                      <a:pt x="8173" y="8448"/>
                    </a:lnTo>
                    <a:lnTo>
                      <a:pt x="8064" y="7680"/>
                    </a:lnTo>
                    <a:lnTo>
                      <a:pt x="7926" y="6939"/>
                    </a:lnTo>
                    <a:lnTo>
                      <a:pt x="7817" y="6171"/>
                    </a:lnTo>
                    <a:lnTo>
                      <a:pt x="7680" y="5403"/>
                    </a:lnTo>
                    <a:lnTo>
                      <a:pt x="7597" y="4636"/>
                    </a:lnTo>
                    <a:lnTo>
                      <a:pt x="7543" y="3868"/>
                    </a:lnTo>
                    <a:lnTo>
                      <a:pt x="7570" y="3100"/>
                    </a:lnTo>
                    <a:lnTo>
                      <a:pt x="7597" y="2716"/>
                    </a:lnTo>
                    <a:lnTo>
                      <a:pt x="7625" y="2332"/>
                    </a:lnTo>
                    <a:lnTo>
                      <a:pt x="7707" y="1975"/>
                    </a:lnTo>
                    <a:lnTo>
                      <a:pt x="7789" y="1591"/>
                    </a:lnTo>
                    <a:lnTo>
                      <a:pt x="7899" y="1235"/>
                    </a:lnTo>
                    <a:lnTo>
                      <a:pt x="8036" y="878"/>
                    </a:lnTo>
                    <a:lnTo>
                      <a:pt x="740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3"/>
              <p:cNvSpPr/>
              <p:nvPr/>
            </p:nvSpPr>
            <p:spPr>
              <a:xfrm>
                <a:off x="7902175" y="2796875"/>
                <a:ext cx="307175" cy="255075"/>
              </a:xfrm>
              <a:custGeom>
                <a:rect b="b" l="l" r="r" t="t"/>
                <a:pathLst>
                  <a:path extrusionOk="0" h="10203" w="12287">
                    <a:moveTo>
                      <a:pt x="2359" y="1"/>
                    </a:moveTo>
                    <a:lnTo>
                      <a:pt x="2359" y="28"/>
                    </a:lnTo>
                    <a:lnTo>
                      <a:pt x="1564" y="2469"/>
                    </a:lnTo>
                    <a:lnTo>
                      <a:pt x="302" y="6308"/>
                    </a:lnTo>
                    <a:lnTo>
                      <a:pt x="0" y="7213"/>
                    </a:lnTo>
                    <a:lnTo>
                      <a:pt x="0" y="7241"/>
                    </a:lnTo>
                    <a:lnTo>
                      <a:pt x="28" y="7268"/>
                    </a:lnTo>
                    <a:lnTo>
                      <a:pt x="2660" y="8255"/>
                    </a:lnTo>
                    <a:lnTo>
                      <a:pt x="6829" y="9846"/>
                    </a:lnTo>
                    <a:lnTo>
                      <a:pt x="7761" y="10203"/>
                    </a:lnTo>
                    <a:lnTo>
                      <a:pt x="7789" y="10203"/>
                    </a:lnTo>
                    <a:lnTo>
                      <a:pt x="7816" y="10175"/>
                    </a:lnTo>
                    <a:lnTo>
                      <a:pt x="7816" y="10148"/>
                    </a:lnTo>
                    <a:lnTo>
                      <a:pt x="7789" y="10120"/>
                    </a:lnTo>
                    <a:lnTo>
                      <a:pt x="5156" y="9133"/>
                    </a:lnTo>
                    <a:lnTo>
                      <a:pt x="1015" y="7542"/>
                    </a:lnTo>
                    <a:lnTo>
                      <a:pt x="96" y="7201"/>
                    </a:lnTo>
                    <a:lnTo>
                      <a:pt x="878" y="4800"/>
                    </a:lnTo>
                    <a:lnTo>
                      <a:pt x="2139" y="933"/>
                    </a:lnTo>
                    <a:lnTo>
                      <a:pt x="2403" y="90"/>
                    </a:lnTo>
                    <a:lnTo>
                      <a:pt x="2403" y="90"/>
                    </a:lnTo>
                    <a:lnTo>
                      <a:pt x="3346" y="467"/>
                    </a:lnTo>
                    <a:lnTo>
                      <a:pt x="4306" y="823"/>
                    </a:lnTo>
                    <a:lnTo>
                      <a:pt x="6253" y="1536"/>
                    </a:lnTo>
                    <a:lnTo>
                      <a:pt x="10175" y="2935"/>
                    </a:lnTo>
                    <a:lnTo>
                      <a:pt x="12259" y="3676"/>
                    </a:lnTo>
                    <a:lnTo>
                      <a:pt x="12286" y="3676"/>
                    </a:lnTo>
                    <a:lnTo>
                      <a:pt x="12286" y="3621"/>
                    </a:lnTo>
                    <a:lnTo>
                      <a:pt x="12259" y="3621"/>
                    </a:lnTo>
                    <a:lnTo>
                      <a:pt x="10312" y="2880"/>
                    </a:lnTo>
                    <a:lnTo>
                      <a:pt x="8365" y="2195"/>
                    </a:lnTo>
                    <a:lnTo>
                      <a:pt x="6390" y="1482"/>
                    </a:lnTo>
                    <a:lnTo>
                      <a:pt x="4416" y="769"/>
                    </a:lnTo>
                    <a:lnTo>
                      <a:pt x="3401" y="385"/>
                    </a:lnTo>
                    <a:lnTo>
                      <a:pt x="238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3"/>
              <p:cNvSpPr/>
              <p:nvPr/>
            </p:nvSpPr>
            <p:spPr>
              <a:xfrm>
                <a:off x="7552500" y="3145850"/>
                <a:ext cx="59000" cy="56250"/>
              </a:xfrm>
              <a:custGeom>
                <a:rect b="b" l="l" r="r" t="t"/>
                <a:pathLst>
                  <a:path extrusionOk="0" h="2250" w="2360">
                    <a:moveTo>
                      <a:pt x="2359" y="1"/>
                    </a:moveTo>
                    <a:lnTo>
                      <a:pt x="577" y="220"/>
                    </a:lnTo>
                    <a:lnTo>
                      <a:pt x="330" y="275"/>
                    </a:lnTo>
                    <a:lnTo>
                      <a:pt x="220" y="302"/>
                    </a:lnTo>
                    <a:lnTo>
                      <a:pt x="111" y="385"/>
                    </a:lnTo>
                    <a:lnTo>
                      <a:pt x="28" y="522"/>
                    </a:lnTo>
                    <a:lnTo>
                      <a:pt x="1" y="659"/>
                    </a:lnTo>
                    <a:lnTo>
                      <a:pt x="1" y="796"/>
                    </a:lnTo>
                    <a:lnTo>
                      <a:pt x="28" y="961"/>
                    </a:lnTo>
                    <a:lnTo>
                      <a:pt x="83" y="1153"/>
                    </a:lnTo>
                    <a:lnTo>
                      <a:pt x="193" y="1345"/>
                    </a:lnTo>
                    <a:lnTo>
                      <a:pt x="330" y="1509"/>
                    </a:lnTo>
                    <a:lnTo>
                      <a:pt x="495" y="1701"/>
                    </a:lnTo>
                    <a:lnTo>
                      <a:pt x="878" y="2003"/>
                    </a:lnTo>
                    <a:lnTo>
                      <a:pt x="1235" y="2250"/>
                    </a:lnTo>
                    <a:lnTo>
                      <a:pt x="235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3"/>
              <p:cNvSpPr/>
              <p:nvPr/>
            </p:nvSpPr>
            <p:spPr>
              <a:xfrm>
                <a:off x="7573775" y="3148600"/>
                <a:ext cx="231750" cy="2075"/>
              </a:xfrm>
              <a:custGeom>
                <a:rect b="b" l="l" r="r" t="t"/>
                <a:pathLst>
                  <a:path extrusionOk="0" h="83" w="9270">
                    <a:moveTo>
                      <a:pt x="55" y="0"/>
                    </a:moveTo>
                    <a:lnTo>
                      <a:pt x="27" y="28"/>
                    </a:lnTo>
                    <a:lnTo>
                      <a:pt x="0" y="55"/>
                    </a:lnTo>
                    <a:lnTo>
                      <a:pt x="27" y="83"/>
                    </a:lnTo>
                    <a:lnTo>
                      <a:pt x="9242" y="83"/>
                    </a:lnTo>
                    <a:lnTo>
                      <a:pt x="9269" y="55"/>
                    </a:lnTo>
                    <a:lnTo>
                      <a:pt x="9242" y="28"/>
                    </a:lnTo>
                    <a:lnTo>
                      <a:pt x="921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3"/>
              <p:cNvSpPr/>
              <p:nvPr/>
            </p:nvSpPr>
            <p:spPr>
              <a:xfrm>
                <a:off x="7440075" y="2840750"/>
                <a:ext cx="36350" cy="104925"/>
              </a:xfrm>
              <a:custGeom>
                <a:rect b="b" l="l" r="r" t="t"/>
                <a:pathLst>
                  <a:path extrusionOk="0" h="4197" w="1454">
                    <a:moveTo>
                      <a:pt x="55" y="1"/>
                    </a:moveTo>
                    <a:lnTo>
                      <a:pt x="28" y="28"/>
                    </a:lnTo>
                    <a:lnTo>
                      <a:pt x="0" y="56"/>
                    </a:lnTo>
                    <a:lnTo>
                      <a:pt x="28" y="83"/>
                    </a:lnTo>
                    <a:lnTo>
                      <a:pt x="357" y="522"/>
                    </a:lnTo>
                    <a:lnTo>
                      <a:pt x="658" y="988"/>
                    </a:lnTo>
                    <a:lnTo>
                      <a:pt x="905" y="1482"/>
                    </a:lnTo>
                    <a:lnTo>
                      <a:pt x="1097" y="1975"/>
                    </a:lnTo>
                    <a:lnTo>
                      <a:pt x="1234" y="2524"/>
                    </a:lnTo>
                    <a:lnTo>
                      <a:pt x="1344" y="3045"/>
                    </a:lnTo>
                    <a:lnTo>
                      <a:pt x="1371" y="3621"/>
                    </a:lnTo>
                    <a:lnTo>
                      <a:pt x="1344" y="4169"/>
                    </a:lnTo>
                    <a:lnTo>
                      <a:pt x="1371" y="4197"/>
                    </a:lnTo>
                    <a:lnTo>
                      <a:pt x="1426" y="4197"/>
                    </a:lnTo>
                    <a:lnTo>
                      <a:pt x="1426" y="4169"/>
                    </a:lnTo>
                    <a:lnTo>
                      <a:pt x="1454" y="3593"/>
                    </a:lnTo>
                    <a:lnTo>
                      <a:pt x="1399" y="3045"/>
                    </a:lnTo>
                    <a:lnTo>
                      <a:pt x="1317" y="2496"/>
                    </a:lnTo>
                    <a:lnTo>
                      <a:pt x="1180" y="1948"/>
                    </a:lnTo>
                    <a:lnTo>
                      <a:pt x="960" y="1427"/>
                    </a:lnTo>
                    <a:lnTo>
                      <a:pt x="713" y="933"/>
                    </a:lnTo>
                    <a:lnTo>
                      <a:pt x="412" y="467"/>
                    </a:lnTo>
                    <a:lnTo>
                      <a:pt x="83" y="28"/>
                    </a:lnTo>
                    <a:lnTo>
                      <a:pt x="5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3"/>
              <p:cNvSpPr/>
              <p:nvPr/>
            </p:nvSpPr>
            <p:spPr>
              <a:xfrm>
                <a:off x="7733500" y="2296375"/>
                <a:ext cx="159775" cy="192700"/>
              </a:xfrm>
              <a:custGeom>
                <a:rect b="b" l="l" r="r" t="t"/>
                <a:pathLst>
                  <a:path extrusionOk="0" h="7708" w="6391">
                    <a:moveTo>
                      <a:pt x="6391" y="1"/>
                    </a:moveTo>
                    <a:lnTo>
                      <a:pt x="1" y="2442"/>
                    </a:lnTo>
                    <a:lnTo>
                      <a:pt x="1" y="7707"/>
                    </a:lnTo>
                    <a:lnTo>
                      <a:pt x="6391" y="7707"/>
                    </a:lnTo>
                    <a:lnTo>
                      <a:pt x="6391" y="1"/>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3"/>
              <p:cNvSpPr/>
              <p:nvPr/>
            </p:nvSpPr>
            <p:spPr>
              <a:xfrm>
                <a:off x="7630675" y="2031750"/>
                <a:ext cx="286600" cy="369550"/>
              </a:xfrm>
              <a:custGeom>
                <a:rect b="b" l="l" r="r" t="t"/>
                <a:pathLst>
                  <a:path extrusionOk="0" h="14782" w="11464">
                    <a:moveTo>
                      <a:pt x="5375" y="0"/>
                    </a:moveTo>
                    <a:lnTo>
                      <a:pt x="4827" y="55"/>
                    </a:lnTo>
                    <a:lnTo>
                      <a:pt x="4306" y="110"/>
                    </a:lnTo>
                    <a:lnTo>
                      <a:pt x="3785" y="192"/>
                    </a:lnTo>
                    <a:lnTo>
                      <a:pt x="3319" y="329"/>
                    </a:lnTo>
                    <a:lnTo>
                      <a:pt x="2880" y="494"/>
                    </a:lnTo>
                    <a:lnTo>
                      <a:pt x="2441" y="686"/>
                    </a:lnTo>
                    <a:lnTo>
                      <a:pt x="2057" y="932"/>
                    </a:lnTo>
                    <a:lnTo>
                      <a:pt x="1701" y="1207"/>
                    </a:lnTo>
                    <a:lnTo>
                      <a:pt x="1399" y="1508"/>
                    </a:lnTo>
                    <a:lnTo>
                      <a:pt x="1125" y="1837"/>
                    </a:lnTo>
                    <a:lnTo>
                      <a:pt x="878" y="2221"/>
                    </a:lnTo>
                    <a:lnTo>
                      <a:pt x="658" y="2633"/>
                    </a:lnTo>
                    <a:lnTo>
                      <a:pt x="494" y="3072"/>
                    </a:lnTo>
                    <a:lnTo>
                      <a:pt x="384" y="3565"/>
                    </a:lnTo>
                    <a:lnTo>
                      <a:pt x="302" y="4114"/>
                    </a:lnTo>
                    <a:lnTo>
                      <a:pt x="110" y="5951"/>
                    </a:lnTo>
                    <a:lnTo>
                      <a:pt x="28" y="7459"/>
                    </a:lnTo>
                    <a:lnTo>
                      <a:pt x="0" y="8748"/>
                    </a:lnTo>
                    <a:lnTo>
                      <a:pt x="0" y="9873"/>
                    </a:lnTo>
                    <a:lnTo>
                      <a:pt x="0" y="10257"/>
                    </a:lnTo>
                    <a:lnTo>
                      <a:pt x="28" y="10641"/>
                    </a:lnTo>
                    <a:lnTo>
                      <a:pt x="83" y="10997"/>
                    </a:lnTo>
                    <a:lnTo>
                      <a:pt x="165" y="11326"/>
                    </a:lnTo>
                    <a:lnTo>
                      <a:pt x="247" y="11628"/>
                    </a:lnTo>
                    <a:lnTo>
                      <a:pt x="357" y="11930"/>
                    </a:lnTo>
                    <a:lnTo>
                      <a:pt x="466" y="12204"/>
                    </a:lnTo>
                    <a:lnTo>
                      <a:pt x="604" y="12451"/>
                    </a:lnTo>
                    <a:lnTo>
                      <a:pt x="741" y="12698"/>
                    </a:lnTo>
                    <a:lnTo>
                      <a:pt x="878" y="12917"/>
                    </a:lnTo>
                    <a:lnTo>
                      <a:pt x="1207" y="13328"/>
                    </a:lnTo>
                    <a:lnTo>
                      <a:pt x="1563" y="13657"/>
                    </a:lnTo>
                    <a:lnTo>
                      <a:pt x="1920" y="13932"/>
                    </a:lnTo>
                    <a:lnTo>
                      <a:pt x="2304" y="14178"/>
                    </a:lnTo>
                    <a:lnTo>
                      <a:pt x="2633" y="14370"/>
                    </a:lnTo>
                    <a:lnTo>
                      <a:pt x="2962" y="14508"/>
                    </a:lnTo>
                    <a:lnTo>
                      <a:pt x="3264" y="14617"/>
                    </a:lnTo>
                    <a:lnTo>
                      <a:pt x="3703" y="14754"/>
                    </a:lnTo>
                    <a:lnTo>
                      <a:pt x="3867" y="14782"/>
                    </a:lnTo>
                    <a:lnTo>
                      <a:pt x="4553" y="14782"/>
                    </a:lnTo>
                    <a:lnTo>
                      <a:pt x="5183" y="14727"/>
                    </a:lnTo>
                    <a:lnTo>
                      <a:pt x="5759" y="14672"/>
                    </a:lnTo>
                    <a:lnTo>
                      <a:pt x="6308" y="14562"/>
                    </a:lnTo>
                    <a:lnTo>
                      <a:pt x="6829" y="14425"/>
                    </a:lnTo>
                    <a:lnTo>
                      <a:pt x="7295" y="14233"/>
                    </a:lnTo>
                    <a:lnTo>
                      <a:pt x="7734" y="14041"/>
                    </a:lnTo>
                    <a:lnTo>
                      <a:pt x="8145" y="13849"/>
                    </a:lnTo>
                    <a:lnTo>
                      <a:pt x="8502" y="13603"/>
                    </a:lnTo>
                    <a:lnTo>
                      <a:pt x="8831" y="13356"/>
                    </a:lnTo>
                    <a:lnTo>
                      <a:pt x="9133" y="13081"/>
                    </a:lnTo>
                    <a:lnTo>
                      <a:pt x="9407" y="12807"/>
                    </a:lnTo>
                    <a:lnTo>
                      <a:pt x="9654" y="12506"/>
                    </a:lnTo>
                    <a:lnTo>
                      <a:pt x="9873" y="12204"/>
                    </a:lnTo>
                    <a:lnTo>
                      <a:pt x="10065" y="11902"/>
                    </a:lnTo>
                    <a:lnTo>
                      <a:pt x="10257" y="11601"/>
                    </a:lnTo>
                    <a:lnTo>
                      <a:pt x="10394" y="11299"/>
                    </a:lnTo>
                    <a:lnTo>
                      <a:pt x="10531" y="10997"/>
                    </a:lnTo>
                    <a:lnTo>
                      <a:pt x="10723" y="10394"/>
                    </a:lnTo>
                    <a:lnTo>
                      <a:pt x="10888" y="9845"/>
                    </a:lnTo>
                    <a:lnTo>
                      <a:pt x="10970" y="9324"/>
                    </a:lnTo>
                    <a:lnTo>
                      <a:pt x="11025" y="8913"/>
                    </a:lnTo>
                    <a:lnTo>
                      <a:pt x="11025" y="8584"/>
                    </a:lnTo>
                    <a:lnTo>
                      <a:pt x="11052" y="8310"/>
                    </a:lnTo>
                    <a:lnTo>
                      <a:pt x="11409" y="5266"/>
                    </a:lnTo>
                    <a:lnTo>
                      <a:pt x="11464" y="4690"/>
                    </a:lnTo>
                    <a:lnTo>
                      <a:pt x="11436" y="4141"/>
                    </a:lnTo>
                    <a:lnTo>
                      <a:pt x="11354" y="3620"/>
                    </a:lnTo>
                    <a:lnTo>
                      <a:pt x="11244" y="3126"/>
                    </a:lnTo>
                    <a:lnTo>
                      <a:pt x="11052" y="2688"/>
                    </a:lnTo>
                    <a:lnTo>
                      <a:pt x="10833" y="2276"/>
                    </a:lnTo>
                    <a:lnTo>
                      <a:pt x="10559" y="1892"/>
                    </a:lnTo>
                    <a:lnTo>
                      <a:pt x="10257" y="1536"/>
                    </a:lnTo>
                    <a:lnTo>
                      <a:pt x="9900" y="1234"/>
                    </a:lnTo>
                    <a:lnTo>
                      <a:pt x="9489" y="960"/>
                    </a:lnTo>
                    <a:lnTo>
                      <a:pt x="9050" y="713"/>
                    </a:lnTo>
                    <a:lnTo>
                      <a:pt x="8557" y="494"/>
                    </a:lnTo>
                    <a:lnTo>
                      <a:pt x="8036" y="329"/>
                    </a:lnTo>
                    <a:lnTo>
                      <a:pt x="7487" y="192"/>
                    </a:lnTo>
                    <a:lnTo>
                      <a:pt x="6911" y="82"/>
                    </a:lnTo>
                    <a:lnTo>
                      <a:pt x="6280" y="0"/>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3"/>
              <p:cNvSpPr/>
              <p:nvPr/>
            </p:nvSpPr>
            <p:spPr>
              <a:xfrm>
                <a:off x="7630675" y="2031750"/>
                <a:ext cx="286600" cy="369550"/>
              </a:xfrm>
              <a:custGeom>
                <a:rect b="b" l="l" r="r" t="t"/>
                <a:pathLst>
                  <a:path extrusionOk="0" fill="none" h="14782" w="11464">
                    <a:moveTo>
                      <a:pt x="3867" y="14782"/>
                    </a:moveTo>
                    <a:lnTo>
                      <a:pt x="3867" y="14782"/>
                    </a:lnTo>
                    <a:lnTo>
                      <a:pt x="3703" y="14754"/>
                    </a:lnTo>
                    <a:lnTo>
                      <a:pt x="3264" y="14617"/>
                    </a:lnTo>
                    <a:lnTo>
                      <a:pt x="2962" y="14508"/>
                    </a:lnTo>
                    <a:lnTo>
                      <a:pt x="2633" y="14370"/>
                    </a:lnTo>
                    <a:lnTo>
                      <a:pt x="2304" y="14178"/>
                    </a:lnTo>
                    <a:lnTo>
                      <a:pt x="1920" y="13932"/>
                    </a:lnTo>
                    <a:lnTo>
                      <a:pt x="1563" y="13657"/>
                    </a:lnTo>
                    <a:lnTo>
                      <a:pt x="1207" y="13328"/>
                    </a:lnTo>
                    <a:lnTo>
                      <a:pt x="878" y="12917"/>
                    </a:lnTo>
                    <a:lnTo>
                      <a:pt x="741" y="12698"/>
                    </a:lnTo>
                    <a:lnTo>
                      <a:pt x="604" y="12451"/>
                    </a:lnTo>
                    <a:lnTo>
                      <a:pt x="466" y="12204"/>
                    </a:lnTo>
                    <a:lnTo>
                      <a:pt x="357" y="11930"/>
                    </a:lnTo>
                    <a:lnTo>
                      <a:pt x="247" y="11628"/>
                    </a:lnTo>
                    <a:lnTo>
                      <a:pt x="165" y="11326"/>
                    </a:lnTo>
                    <a:lnTo>
                      <a:pt x="83" y="10997"/>
                    </a:lnTo>
                    <a:lnTo>
                      <a:pt x="28" y="10641"/>
                    </a:lnTo>
                    <a:lnTo>
                      <a:pt x="0" y="10257"/>
                    </a:lnTo>
                    <a:lnTo>
                      <a:pt x="0" y="9873"/>
                    </a:lnTo>
                    <a:lnTo>
                      <a:pt x="0" y="9873"/>
                    </a:lnTo>
                    <a:lnTo>
                      <a:pt x="0" y="8748"/>
                    </a:lnTo>
                    <a:lnTo>
                      <a:pt x="28" y="7459"/>
                    </a:lnTo>
                    <a:lnTo>
                      <a:pt x="110" y="5951"/>
                    </a:lnTo>
                    <a:lnTo>
                      <a:pt x="302" y="4114"/>
                    </a:lnTo>
                    <a:lnTo>
                      <a:pt x="302" y="4114"/>
                    </a:lnTo>
                    <a:lnTo>
                      <a:pt x="384" y="3565"/>
                    </a:lnTo>
                    <a:lnTo>
                      <a:pt x="494" y="3072"/>
                    </a:lnTo>
                    <a:lnTo>
                      <a:pt x="658" y="2633"/>
                    </a:lnTo>
                    <a:lnTo>
                      <a:pt x="878" y="2221"/>
                    </a:lnTo>
                    <a:lnTo>
                      <a:pt x="1125" y="1837"/>
                    </a:lnTo>
                    <a:lnTo>
                      <a:pt x="1399" y="1508"/>
                    </a:lnTo>
                    <a:lnTo>
                      <a:pt x="1701" y="1207"/>
                    </a:lnTo>
                    <a:lnTo>
                      <a:pt x="2057" y="932"/>
                    </a:lnTo>
                    <a:lnTo>
                      <a:pt x="2441" y="686"/>
                    </a:lnTo>
                    <a:lnTo>
                      <a:pt x="2880" y="494"/>
                    </a:lnTo>
                    <a:lnTo>
                      <a:pt x="3319" y="329"/>
                    </a:lnTo>
                    <a:lnTo>
                      <a:pt x="3785" y="192"/>
                    </a:lnTo>
                    <a:lnTo>
                      <a:pt x="4306" y="110"/>
                    </a:lnTo>
                    <a:lnTo>
                      <a:pt x="4827" y="55"/>
                    </a:lnTo>
                    <a:lnTo>
                      <a:pt x="5375" y="0"/>
                    </a:lnTo>
                    <a:lnTo>
                      <a:pt x="5979" y="0"/>
                    </a:lnTo>
                    <a:lnTo>
                      <a:pt x="6280" y="0"/>
                    </a:lnTo>
                    <a:lnTo>
                      <a:pt x="6280" y="0"/>
                    </a:lnTo>
                    <a:lnTo>
                      <a:pt x="6911" y="82"/>
                    </a:lnTo>
                    <a:lnTo>
                      <a:pt x="7487" y="192"/>
                    </a:lnTo>
                    <a:lnTo>
                      <a:pt x="8036" y="329"/>
                    </a:lnTo>
                    <a:lnTo>
                      <a:pt x="8557" y="494"/>
                    </a:lnTo>
                    <a:lnTo>
                      <a:pt x="9050" y="713"/>
                    </a:lnTo>
                    <a:lnTo>
                      <a:pt x="9489" y="960"/>
                    </a:lnTo>
                    <a:lnTo>
                      <a:pt x="9900" y="1234"/>
                    </a:lnTo>
                    <a:lnTo>
                      <a:pt x="10257" y="1536"/>
                    </a:lnTo>
                    <a:lnTo>
                      <a:pt x="10559" y="1892"/>
                    </a:lnTo>
                    <a:lnTo>
                      <a:pt x="10833" y="2276"/>
                    </a:lnTo>
                    <a:lnTo>
                      <a:pt x="11052" y="2688"/>
                    </a:lnTo>
                    <a:lnTo>
                      <a:pt x="11244" y="3126"/>
                    </a:lnTo>
                    <a:lnTo>
                      <a:pt x="11354" y="3620"/>
                    </a:lnTo>
                    <a:lnTo>
                      <a:pt x="11436" y="4141"/>
                    </a:lnTo>
                    <a:lnTo>
                      <a:pt x="11464" y="4690"/>
                    </a:lnTo>
                    <a:lnTo>
                      <a:pt x="11409" y="5266"/>
                    </a:lnTo>
                    <a:lnTo>
                      <a:pt x="11052" y="8310"/>
                    </a:lnTo>
                    <a:lnTo>
                      <a:pt x="11052" y="8310"/>
                    </a:lnTo>
                    <a:lnTo>
                      <a:pt x="11025" y="8584"/>
                    </a:lnTo>
                    <a:lnTo>
                      <a:pt x="11025" y="8913"/>
                    </a:lnTo>
                    <a:lnTo>
                      <a:pt x="10970" y="9324"/>
                    </a:lnTo>
                    <a:lnTo>
                      <a:pt x="10888" y="9845"/>
                    </a:lnTo>
                    <a:lnTo>
                      <a:pt x="10723" y="10394"/>
                    </a:lnTo>
                    <a:lnTo>
                      <a:pt x="10531" y="10997"/>
                    </a:lnTo>
                    <a:lnTo>
                      <a:pt x="10394" y="11299"/>
                    </a:lnTo>
                    <a:lnTo>
                      <a:pt x="10257" y="11601"/>
                    </a:lnTo>
                    <a:lnTo>
                      <a:pt x="10065" y="11902"/>
                    </a:lnTo>
                    <a:lnTo>
                      <a:pt x="9873" y="12204"/>
                    </a:lnTo>
                    <a:lnTo>
                      <a:pt x="9654" y="12506"/>
                    </a:lnTo>
                    <a:lnTo>
                      <a:pt x="9407" y="12807"/>
                    </a:lnTo>
                    <a:lnTo>
                      <a:pt x="9133" y="13081"/>
                    </a:lnTo>
                    <a:lnTo>
                      <a:pt x="8831" y="13356"/>
                    </a:lnTo>
                    <a:lnTo>
                      <a:pt x="8502" y="13603"/>
                    </a:lnTo>
                    <a:lnTo>
                      <a:pt x="8145" y="13849"/>
                    </a:lnTo>
                    <a:lnTo>
                      <a:pt x="7734" y="14041"/>
                    </a:lnTo>
                    <a:lnTo>
                      <a:pt x="7295" y="14233"/>
                    </a:lnTo>
                    <a:lnTo>
                      <a:pt x="6829" y="14425"/>
                    </a:lnTo>
                    <a:lnTo>
                      <a:pt x="6308" y="14562"/>
                    </a:lnTo>
                    <a:lnTo>
                      <a:pt x="5759" y="14672"/>
                    </a:lnTo>
                    <a:lnTo>
                      <a:pt x="5183" y="14727"/>
                    </a:lnTo>
                    <a:lnTo>
                      <a:pt x="4553" y="14782"/>
                    </a:lnTo>
                    <a:lnTo>
                      <a:pt x="3867" y="1478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3"/>
              <p:cNvSpPr/>
              <p:nvPr/>
            </p:nvSpPr>
            <p:spPr>
              <a:xfrm>
                <a:off x="7659475" y="2205200"/>
                <a:ext cx="23325" cy="21950"/>
              </a:xfrm>
              <a:custGeom>
                <a:rect b="b" l="l" r="r" t="t"/>
                <a:pathLst>
                  <a:path extrusionOk="0" h="878" w="933">
                    <a:moveTo>
                      <a:pt x="411" y="0"/>
                    </a:moveTo>
                    <a:lnTo>
                      <a:pt x="329" y="28"/>
                    </a:lnTo>
                    <a:lnTo>
                      <a:pt x="247" y="55"/>
                    </a:lnTo>
                    <a:lnTo>
                      <a:pt x="165" y="110"/>
                    </a:lnTo>
                    <a:lnTo>
                      <a:pt x="110" y="165"/>
                    </a:lnTo>
                    <a:lnTo>
                      <a:pt x="55" y="220"/>
                    </a:lnTo>
                    <a:lnTo>
                      <a:pt x="28" y="302"/>
                    </a:lnTo>
                    <a:lnTo>
                      <a:pt x="0" y="412"/>
                    </a:lnTo>
                    <a:lnTo>
                      <a:pt x="28" y="494"/>
                    </a:lnTo>
                    <a:lnTo>
                      <a:pt x="28" y="576"/>
                    </a:lnTo>
                    <a:lnTo>
                      <a:pt x="82" y="659"/>
                    </a:lnTo>
                    <a:lnTo>
                      <a:pt x="137" y="713"/>
                    </a:lnTo>
                    <a:lnTo>
                      <a:pt x="192" y="768"/>
                    </a:lnTo>
                    <a:lnTo>
                      <a:pt x="274" y="823"/>
                    </a:lnTo>
                    <a:lnTo>
                      <a:pt x="357" y="851"/>
                    </a:lnTo>
                    <a:lnTo>
                      <a:pt x="439" y="878"/>
                    </a:lnTo>
                    <a:lnTo>
                      <a:pt x="549" y="878"/>
                    </a:lnTo>
                    <a:lnTo>
                      <a:pt x="631" y="851"/>
                    </a:lnTo>
                    <a:lnTo>
                      <a:pt x="713" y="823"/>
                    </a:lnTo>
                    <a:lnTo>
                      <a:pt x="795" y="768"/>
                    </a:lnTo>
                    <a:lnTo>
                      <a:pt x="850" y="713"/>
                    </a:lnTo>
                    <a:lnTo>
                      <a:pt x="878" y="631"/>
                    </a:lnTo>
                    <a:lnTo>
                      <a:pt x="933" y="549"/>
                    </a:lnTo>
                    <a:lnTo>
                      <a:pt x="933" y="467"/>
                    </a:lnTo>
                    <a:lnTo>
                      <a:pt x="933" y="384"/>
                    </a:lnTo>
                    <a:lnTo>
                      <a:pt x="905" y="302"/>
                    </a:lnTo>
                    <a:lnTo>
                      <a:pt x="878" y="220"/>
                    </a:lnTo>
                    <a:lnTo>
                      <a:pt x="823" y="138"/>
                    </a:lnTo>
                    <a:lnTo>
                      <a:pt x="741" y="83"/>
                    </a:lnTo>
                    <a:lnTo>
                      <a:pt x="686" y="55"/>
                    </a:lnTo>
                    <a:lnTo>
                      <a:pt x="603"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3"/>
              <p:cNvSpPr/>
              <p:nvPr/>
            </p:nvSpPr>
            <p:spPr>
              <a:xfrm>
                <a:off x="7766425" y="2212750"/>
                <a:ext cx="23325" cy="21950"/>
              </a:xfrm>
              <a:custGeom>
                <a:rect b="b" l="l" r="r" t="t"/>
                <a:pathLst>
                  <a:path extrusionOk="0" h="878" w="933">
                    <a:moveTo>
                      <a:pt x="384" y="0"/>
                    </a:moveTo>
                    <a:lnTo>
                      <a:pt x="302" y="27"/>
                    </a:lnTo>
                    <a:lnTo>
                      <a:pt x="220" y="55"/>
                    </a:lnTo>
                    <a:lnTo>
                      <a:pt x="165" y="110"/>
                    </a:lnTo>
                    <a:lnTo>
                      <a:pt x="110" y="165"/>
                    </a:lnTo>
                    <a:lnTo>
                      <a:pt x="55" y="219"/>
                    </a:lnTo>
                    <a:lnTo>
                      <a:pt x="28" y="302"/>
                    </a:lnTo>
                    <a:lnTo>
                      <a:pt x="0" y="384"/>
                    </a:lnTo>
                    <a:lnTo>
                      <a:pt x="0" y="494"/>
                    </a:lnTo>
                    <a:lnTo>
                      <a:pt x="28" y="576"/>
                    </a:lnTo>
                    <a:lnTo>
                      <a:pt x="83" y="658"/>
                    </a:lnTo>
                    <a:lnTo>
                      <a:pt x="110" y="713"/>
                    </a:lnTo>
                    <a:lnTo>
                      <a:pt x="192" y="768"/>
                    </a:lnTo>
                    <a:lnTo>
                      <a:pt x="275" y="823"/>
                    </a:lnTo>
                    <a:lnTo>
                      <a:pt x="357" y="850"/>
                    </a:lnTo>
                    <a:lnTo>
                      <a:pt x="439" y="878"/>
                    </a:lnTo>
                    <a:lnTo>
                      <a:pt x="521" y="850"/>
                    </a:lnTo>
                    <a:lnTo>
                      <a:pt x="631" y="850"/>
                    </a:lnTo>
                    <a:lnTo>
                      <a:pt x="713" y="823"/>
                    </a:lnTo>
                    <a:lnTo>
                      <a:pt x="768" y="768"/>
                    </a:lnTo>
                    <a:lnTo>
                      <a:pt x="823" y="713"/>
                    </a:lnTo>
                    <a:lnTo>
                      <a:pt x="878" y="631"/>
                    </a:lnTo>
                    <a:lnTo>
                      <a:pt x="905" y="549"/>
                    </a:lnTo>
                    <a:lnTo>
                      <a:pt x="933" y="466"/>
                    </a:lnTo>
                    <a:lnTo>
                      <a:pt x="933" y="384"/>
                    </a:lnTo>
                    <a:lnTo>
                      <a:pt x="905" y="302"/>
                    </a:lnTo>
                    <a:lnTo>
                      <a:pt x="850" y="219"/>
                    </a:lnTo>
                    <a:lnTo>
                      <a:pt x="823" y="137"/>
                    </a:lnTo>
                    <a:lnTo>
                      <a:pt x="741" y="82"/>
                    </a:lnTo>
                    <a:lnTo>
                      <a:pt x="658" y="27"/>
                    </a:lnTo>
                    <a:lnTo>
                      <a:pt x="576"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3"/>
              <p:cNvSpPr/>
              <p:nvPr/>
            </p:nvSpPr>
            <p:spPr>
              <a:xfrm>
                <a:off x="7777400" y="2182575"/>
                <a:ext cx="37725" cy="6200"/>
              </a:xfrm>
              <a:custGeom>
                <a:rect b="b" l="l" r="r" t="t"/>
                <a:pathLst>
                  <a:path extrusionOk="0" fill="none" h="248" w="1509">
                    <a:moveTo>
                      <a:pt x="1508" y="247"/>
                    </a:moveTo>
                    <a:lnTo>
                      <a:pt x="1508" y="247"/>
                    </a:lnTo>
                    <a:lnTo>
                      <a:pt x="1344" y="165"/>
                    </a:lnTo>
                    <a:lnTo>
                      <a:pt x="1152" y="83"/>
                    </a:lnTo>
                    <a:lnTo>
                      <a:pt x="960" y="28"/>
                    </a:lnTo>
                    <a:lnTo>
                      <a:pt x="768" y="0"/>
                    </a:lnTo>
                    <a:lnTo>
                      <a:pt x="576" y="28"/>
                    </a:lnTo>
                    <a:lnTo>
                      <a:pt x="384" y="55"/>
                    </a:lnTo>
                    <a:lnTo>
                      <a:pt x="192" y="110"/>
                    </a:lnTo>
                    <a:lnTo>
                      <a:pt x="0" y="192"/>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3"/>
              <p:cNvSpPr/>
              <p:nvPr/>
            </p:nvSpPr>
            <p:spPr>
              <a:xfrm>
                <a:off x="7658100" y="2178450"/>
                <a:ext cx="37050" cy="5525"/>
              </a:xfrm>
              <a:custGeom>
                <a:rect b="b" l="l" r="r" t="t"/>
                <a:pathLst>
                  <a:path extrusionOk="0" fill="none" h="221" w="1482">
                    <a:moveTo>
                      <a:pt x="1481" y="220"/>
                    </a:moveTo>
                    <a:lnTo>
                      <a:pt x="1481" y="220"/>
                    </a:lnTo>
                    <a:lnTo>
                      <a:pt x="1317" y="138"/>
                    </a:lnTo>
                    <a:lnTo>
                      <a:pt x="1125" y="56"/>
                    </a:lnTo>
                    <a:lnTo>
                      <a:pt x="933" y="1"/>
                    </a:lnTo>
                    <a:lnTo>
                      <a:pt x="741" y="1"/>
                    </a:lnTo>
                    <a:lnTo>
                      <a:pt x="549" y="1"/>
                    </a:lnTo>
                    <a:lnTo>
                      <a:pt x="357" y="28"/>
                    </a:lnTo>
                    <a:lnTo>
                      <a:pt x="165" y="83"/>
                    </a:lnTo>
                    <a:lnTo>
                      <a:pt x="0" y="165"/>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3"/>
              <p:cNvSpPr/>
              <p:nvPr/>
            </p:nvSpPr>
            <p:spPr>
              <a:xfrm>
                <a:off x="7667700" y="2140075"/>
                <a:ext cx="30875" cy="1375"/>
              </a:xfrm>
              <a:custGeom>
                <a:rect b="b" l="l" r="r" t="t"/>
                <a:pathLst>
                  <a:path extrusionOk="0" fill="none" h="55" w="1235">
                    <a:moveTo>
                      <a:pt x="1234" y="55"/>
                    </a:moveTo>
                    <a:lnTo>
                      <a:pt x="1234" y="55"/>
                    </a:lnTo>
                    <a:lnTo>
                      <a:pt x="905" y="28"/>
                    </a:lnTo>
                    <a:lnTo>
                      <a:pt x="604" y="0"/>
                    </a:lnTo>
                    <a:lnTo>
                      <a:pt x="302" y="28"/>
                    </a:lnTo>
                    <a:lnTo>
                      <a:pt x="0" y="55"/>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3"/>
              <p:cNvSpPr/>
              <p:nvPr/>
            </p:nvSpPr>
            <p:spPr>
              <a:xfrm>
                <a:off x="7783550" y="2151725"/>
                <a:ext cx="30875" cy="1400"/>
              </a:xfrm>
              <a:custGeom>
                <a:rect b="b" l="l" r="r" t="t"/>
                <a:pathLst>
                  <a:path extrusionOk="0" fill="none" h="56" w="1235">
                    <a:moveTo>
                      <a:pt x="1235" y="55"/>
                    </a:moveTo>
                    <a:lnTo>
                      <a:pt x="1235" y="55"/>
                    </a:lnTo>
                    <a:lnTo>
                      <a:pt x="933" y="28"/>
                    </a:lnTo>
                    <a:lnTo>
                      <a:pt x="632" y="0"/>
                    </a:lnTo>
                    <a:lnTo>
                      <a:pt x="303" y="28"/>
                    </a:lnTo>
                    <a:lnTo>
                      <a:pt x="1" y="55"/>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3"/>
              <p:cNvSpPr/>
              <p:nvPr/>
            </p:nvSpPr>
            <p:spPr>
              <a:xfrm>
                <a:off x="7880225" y="2223025"/>
                <a:ext cx="66525" cy="80250"/>
              </a:xfrm>
              <a:custGeom>
                <a:rect b="b" l="l" r="r" t="t"/>
                <a:pathLst>
                  <a:path extrusionOk="0" h="3210" w="2661">
                    <a:moveTo>
                      <a:pt x="1015" y="0"/>
                    </a:moveTo>
                    <a:lnTo>
                      <a:pt x="823" y="55"/>
                    </a:lnTo>
                    <a:lnTo>
                      <a:pt x="604" y="110"/>
                    </a:lnTo>
                    <a:lnTo>
                      <a:pt x="412" y="192"/>
                    </a:lnTo>
                    <a:lnTo>
                      <a:pt x="220" y="275"/>
                    </a:lnTo>
                    <a:lnTo>
                      <a:pt x="1" y="2990"/>
                    </a:lnTo>
                    <a:lnTo>
                      <a:pt x="193" y="3072"/>
                    </a:lnTo>
                    <a:lnTo>
                      <a:pt x="412" y="3154"/>
                    </a:lnTo>
                    <a:lnTo>
                      <a:pt x="632" y="3209"/>
                    </a:lnTo>
                    <a:lnTo>
                      <a:pt x="1070" y="3209"/>
                    </a:lnTo>
                    <a:lnTo>
                      <a:pt x="1290" y="3182"/>
                    </a:lnTo>
                    <a:lnTo>
                      <a:pt x="1482" y="3127"/>
                    </a:lnTo>
                    <a:lnTo>
                      <a:pt x="1701" y="3045"/>
                    </a:lnTo>
                    <a:lnTo>
                      <a:pt x="1893" y="2935"/>
                    </a:lnTo>
                    <a:lnTo>
                      <a:pt x="2058" y="2798"/>
                    </a:lnTo>
                    <a:lnTo>
                      <a:pt x="2222" y="2661"/>
                    </a:lnTo>
                    <a:lnTo>
                      <a:pt x="2359" y="2469"/>
                    </a:lnTo>
                    <a:lnTo>
                      <a:pt x="2469" y="2277"/>
                    </a:lnTo>
                    <a:lnTo>
                      <a:pt x="2579" y="2057"/>
                    </a:lnTo>
                    <a:lnTo>
                      <a:pt x="2633" y="1838"/>
                    </a:lnTo>
                    <a:lnTo>
                      <a:pt x="2661" y="1618"/>
                    </a:lnTo>
                    <a:lnTo>
                      <a:pt x="2661" y="1399"/>
                    </a:lnTo>
                    <a:lnTo>
                      <a:pt x="2633" y="1152"/>
                    </a:lnTo>
                    <a:lnTo>
                      <a:pt x="2579" y="933"/>
                    </a:lnTo>
                    <a:lnTo>
                      <a:pt x="2469" y="741"/>
                    </a:lnTo>
                    <a:lnTo>
                      <a:pt x="2359" y="549"/>
                    </a:lnTo>
                    <a:lnTo>
                      <a:pt x="2195" y="384"/>
                    </a:lnTo>
                    <a:lnTo>
                      <a:pt x="2030" y="220"/>
                    </a:lnTo>
                    <a:lnTo>
                      <a:pt x="1838" y="110"/>
                    </a:lnTo>
                    <a:lnTo>
                      <a:pt x="1646" y="55"/>
                    </a:lnTo>
                    <a:lnTo>
                      <a:pt x="1454" y="0"/>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3"/>
              <p:cNvSpPr/>
              <p:nvPr/>
            </p:nvSpPr>
            <p:spPr>
              <a:xfrm>
                <a:off x="7896675" y="2248400"/>
                <a:ext cx="31575" cy="17150"/>
              </a:xfrm>
              <a:custGeom>
                <a:rect b="b" l="l" r="r" t="t"/>
                <a:pathLst>
                  <a:path extrusionOk="0" fill="none" h="686" w="1263">
                    <a:moveTo>
                      <a:pt x="1" y="686"/>
                    </a:moveTo>
                    <a:lnTo>
                      <a:pt x="1" y="686"/>
                    </a:lnTo>
                    <a:lnTo>
                      <a:pt x="56" y="521"/>
                    </a:lnTo>
                    <a:lnTo>
                      <a:pt x="138" y="384"/>
                    </a:lnTo>
                    <a:lnTo>
                      <a:pt x="275" y="247"/>
                    </a:lnTo>
                    <a:lnTo>
                      <a:pt x="440" y="137"/>
                    </a:lnTo>
                    <a:lnTo>
                      <a:pt x="632" y="55"/>
                    </a:lnTo>
                    <a:lnTo>
                      <a:pt x="824" y="0"/>
                    </a:lnTo>
                    <a:lnTo>
                      <a:pt x="1043" y="28"/>
                    </a:lnTo>
                    <a:lnTo>
                      <a:pt x="1262" y="110"/>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3"/>
              <p:cNvSpPr/>
              <p:nvPr/>
            </p:nvSpPr>
            <p:spPr>
              <a:xfrm>
                <a:off x="7728700" y="2376600"/>
                <a:ext cx="80250" cy="26775"/>
              </a:xfrm>
              <a:custGeom>
                <a:rect b="b" l="l" r="r" t="t"/>
                <a:pathLst>
                  <a:path extrusionOk="0" fill="none" h="1071" w="3210">
                    <a:moveTo>
                      <a:pt x="1" y="1043"/>
                    </a:moveTo>
                    <a:lnTo>
                      <a:pt x="1" y="1043"/>
                    </a:lnTo>
                    <a:lnTo>
                      <a:pt x="440" y="1070"/>
                    </a:lnTo>
                    <a:lnTo>
                      <a:pt x="851" y="1043"/>
                    </a:lnTo>
                    <a:lnTo>
                      <a:pt x="1290" y="988"/>
                    </a:lnTo>
                    <a:lnTo>
                      <a:pt x="1701" y="878"/>
                    </a:lnTo>
                    <a:lnTo>
                      <a:pt x="2113" y="714"/>
                    </a:lnTo>
                    <a:lnTo>
                      <a:pt x="2497" y="522"/>
                    </a:lnTo>
                    <a:lnTo>
                      <a:pt x="2881" y="275"/>
                    </a:lnTo>
                    <a:lnTo>
                      <a:pt x="3210" y="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3"/>
              <p:cNvSpPr/>
              <p:nvPr/>
            </p:nvSpPr>
            <p:spPr>
              <a:xfrm>
                <a:off x="7702650" y="2210675"/>
                <a:ext cx="25400" cy="65850"/>
              </a:xfrm>
              <a:custGeom>
                <a:rect b="b" l="l" r="r" t="t"/>
                <a:pathLst>
                  <a:path extrusionOk="0" h="2634" w="1016">
                    <a:moveTo>
                      <a:pt x="961" y="1"/>
                    </a:moveTo>
                    <a:lnTo>
                      <a:pt x="933" y="28"/>
                    </a:lnTo>
                    <a:lnTo>
                      <a:pt x="741" y="1016"/>
                    </a:lnTo>
                    <a:lnTo>
                      <a:pt x="714" y="1262"/>
                    </a:lnTo>
                    <a:lnTo>
                      <a:pt x="686" y="1372"/>
                    </a:lnTo>
                    <a:lnTo>
                      <a:pt x="632" y="1509"/>
                    </a:lnTo>
                    <a:lnTo>
                      <a:pt x="604" y="1564"/>
                    </a:lnTo>
                    <a:lnTo>
                      <a:pt x="549" y="1591"/>
                    </a:lnTo>
                    <a:lnTo>
                      <a:pt x="248" y="1591"/>
                    </a:lnTo>
                    <a:lnTo>
                      <a:pt x="138" y="1619"/>
                    </a:lnTo>
                    <a:lnTo>
                      <a:pt x="56" y="1701"/>
                    </a:lnTo>
                    <a:lnTo>
                      <a:pt x="1" y="1783"/>
                    </a:lnTo>
                    <a:lnTo>
                      <a:pt x="28" y="1893"/>
                    </a:lnTo>
                    <a:lnTo>
                      <a:pt x="83" y="2003"/>
                    </a:lnTo>
                    <a:lnTo>
                      <a:pt x="138" y="2085"/>
                    </a:lnTo>
                    <a:lnTo>
                      <a:pt x="275" y="2222"/>
                    </a:lnTo>
                    <a:lnTo>
                      <a:pt x="549" y="2634"/>
                    </a:lnTo>
                    <a:lnTo>
                      <a:pt x="604" y="2634"/>
                    </a:lnTo>
                    <a:lnTo>
                      <a:pt x="632" y="2606"/>
                    </a:lnTo>
                    <a:lnTo>
                      <a:pt x="632" y="2551"/>
                    </a:lnTo>
                    <a:lnTo>
                      <a:pt x="357" y="2222"/>
                    </a:lnTo>
                    <a:lnTo>
                      <a:pt x="220" y="2058"/>
                    </a:lnTo>
                    <a:lnTo>
                      <a:pt x="138" y="1948"/>
                    </a:lnTo>
                    <a:lnTo>
                      <a:pt x="111" y="1866"/>
                    </a:lnTo>
                    <a:lnTo>
                      <a:pt x="83" y="1783"/>
                    </a:lnTo>
                    <a:lnTo>
                      <a:pt x="138" y="1729"/>
                    </a:lnTo>
                    <a:lnTo>
                      <a:pt x="193" y="1701"/>
                    </a:lnTo>
                    <a:lnTo>
                      <a:pt x="302" y="1674"/>
                    </a:lnTo>
                    <a:lnTo>
                      <a:pt x="494" y="1674"/>
                    </a:lnTo>
                    <a:lnTo>
                      <a:pt x="577" y="1646"/>
                    </a:lnTo>
                    <a:lnTo>
                      <a:pt x="659" y="1646"/>
                    </a:lnTo>
                    <a:lnTo>
                      <a:pt x="686" y="1591"/>
                    </a:lnTo>
                    <a:lnTo>
                      <a:pt x="714" y="1537"/>
                    </a:lnTo>
                    <a:lnTo>
                      <a:pt x="769" y="1399"/>
                    </a:lnTo>
                    <a:lnTo>
                      <a:pt x="851" y="933"/>
                    </a:lnTo>
                    <a:lnTo>
                      <a:pt x="1016" y="56"/>
                    </a:lnTo>
                    <a:lnTo>
                      <a:pt x="1016"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3"/>
              <p:cNvSpPr/>
              <p:nvPr/>
            </p:nvSpPr>
            <p:spPr>
              <a:xfrm>
                <a:off x="7725275" y="2281975"/>
                <a:ext cx="50075" cy="39800"/>
              </a:xfrm>
              <a:custGeom>
                <a:rect b="b" l="l" r="r" t="t"/>
                <a:pathLst>
                  <a:path extrusionOk="0" h="1592" w="2003">
                    <a:moveTo>
                      <a:pt x="1564" y="1"/>
                    </a:moveTo>
                    <a:lnTo>
                      <a:pt x="1482" y="28"/>
                    </a:lnTo>
                    <a:lnTo>
                      <a:pt x="1290" y="111"/>
                    </a:lnTo>
                    <a:lnTo>
                      <a:pt x="111" y="769"/>
                    </a:lnTo>
                    <a:lnTo>
                      <a:pt x="1" y="1016"/>
                    </a:lnTo>
                    <a:lnTo>
                      <a:pt x="165" y="1235"/>
                    </a:lnTo>
                    <a:lnTo>
                      <a:pt x="357" y="1400"/>
                    </a:lnTo>
                    <a:lnTo>
                      <a:pt x="604" y="1509"/>
                    </a:lnTo>
                    <a:lnTo>
                      <a:pt x="851" y="1564"/>
                    </a:lnTo>
                    <a:lnTo>
                      <a:pt x="988" y="1592"/>
                    </a:lnTo>
                    <a:lnTo>
                      <a:pt x="1125" y="1564"/>
                    </a:lnTo>
                    <a:lnTo>
                      <a:pt x="1372" y="1509"/>
                    </a:lnTo>
                    <a:lnTo>
                      <a:pt x="1509" y="1454"/>
                    </a:lnTo>
                    <a:lnTo>
                      <a:pt x="1619" y="1400"/>
                    </a:lnTo>
                    <a:lnTo>
                      <a:pt x="1729" y="1317"/>
                    </a:lnTo>
                    <a:lnTo>
                      <a:pt x="1811" y="1208"/>
                    </a:lnTo>
                    <a:lnTo>
                      <a:pt x="1893" y="1098"/>
                    </a:lnTo>
                    <a:lnTo>
                      <a:pt x="1948" y="988"/>
                    </a:lnTo>
                    <a:lnTo>
                      <a:pt x="1975" y="851"/>
                    </a:lnTo>
                    <a:lnTo>
                      <a:pt x="2003" y="714"/>
                    </a:lnTo>
                    <a:lnTo>
                      <a:pt x="2003" y="577"/>
                    </a:lnTo>
                    <a:lnTo>
                      <a:pt x="1975" y="467"/>
                    </a:lnTo>
                    <a:lnTo>
                      <a:pt x="1948" y="330"/>
                    </a:lnTo>
                    <a:lnTo>
                      <a:pt x="1893" y="220"/>
                    </a:lnTo>
                    <a:lnTo>
                      <a:pt x="1783" y="83"/>
                    </a:lnTo>
                    <a:lnTo>
                      <a:pt x="1729" y="56"/>
                    </a:lnTo>
                    <a:lnTo>
                      <a:pt x="1646" y="28"/>
                    </a:lnTo>
                    <a:lnTo>
                      <a:pt x="1564" y="1"/>
                    </a:lnTo>
                    <a:close/>
                  </a:path>
                </a:pathLst>
              </a:custGeom>
              <a:solidFill>
                <a:srgbClr val="A41C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3"/>
              <p:cNvSpPr/>
              <p:nvPr/>
            </p:nvSpPr>
            <p:spPr>
              <a:xfrm>
                <a:off x="7559375" y="1941250"/>
                <a:ext cx="418925" cy="322250"/>
              </a:xfrm>
              <a:custGeom>
                <a:rect b="b" l="l" r="r" t="t"/>
                <a:pathLst>
                  <a:path extrusionOk="0" h="12890" w="16757">
                    <a:moveTo>
                      <a:pt x="7679" y="0"/>
                    </a:moveTo>
                    <a:lnTo>
                      <a:pt x="7295" y="55"/>
                    </a:lnTo>
                    <a:lnTo>
                      <a:pt x="6884" y="137"/>
                    </a:lnTo>
                    <a:lnTo>
                      <a:pt x="6500" y="274"/>
                    </a:lnTo>
                    <a:lnTo>
                      <a:pt x="6143" y="439"/>
                    </a:lnTo>
                    <a:lnTo>
                      <a:pt x="5814" y="658"/>
                    </a:lnTo>
                    <a:lnTo>
                      <a:pt x="5512" y="932"/>
                    </a:lnTo>
                    <a:lnTo>
                      <a:pt x="5211" y="1234"/>
                    </a:lnTo>
                    <a:lnTo>
                      <a:pt x="5074" y="1371"/>
                    </a:lnTo>
                    <a:lnTo>
                      <a:pt x="4909" y="1508"/>
                    </a:lnTo>
                    <a:lnTo>
                      <a:pt x="4745" y="1591"/>
                    </a:lnTo>
                    <a:lnTo>
                      <a:pt x="4553" y="1645"/>
                    </a:lnTo>
                    <a:lnTo>
                      <a:pt x="4388" y="1673"/>
                    </a:lnTo>
                    <a:lnTo>
                      <a:pt x="3812" y="1673"/>
                    </a:lnTo>
                    <a:lnTo>
                      <a:pt x="3428" y="1645"/>
                    </a:lnTo>
                    <a:lnTo>
                      <a:pt x="3017" y="1645"/>
                    </a:lnTo>
                    <a:lnTo>
                      <a:pt x="2605" y="1700"/>
                    </a:lnTo>
                    <a:lnTo>
                      <a:pt x="2194" y="1755"/>
                    </a:lnTo>
                    <a:lnTo>
                      <a:pt x="1810" y="1892"/>
                    </a:lnTo>
                    <a:lnTo>
                      <a:pt x="1454" y="2029"/>
                    </a:lnTo>
                    <a:lnTo>
                      <a:pt x="1097" y="2249"/>
                    </a:lnTo>
                    <a:lnTo>
                      <a:pt x="768" y="2496"/>
                    </a:lnTo>
                    <a:lnTo>
                      <a:pt x="494" y="2770"/>
                    </a:lnTo>
                    <a:lnTo>
                      <a:pt x="384" y="2934"/>
                    </a:lnTo>
                    <a:lnTo>
                      <a:pt x="274" y="3126"/>
                    </a:lnTo>
                    <a:lnTo>
                      <a:pt x="192" y="3291"/>
                    </a:lnTo>
                    <a:lnTo>
                      <a:pt x="110" y="3483"/>
                    </a:lnTo>
                    <a:lnTo>
                      <a:pt x="55" y="3702"/>
                    </a:lnTo>
                    <a:lnTo>
                      <a:pt x="28" y="3894"/>
                    </a:lnTo>
                    <a:lnTo>
                      <a:pt x="0" y="4086"/>
                    </a:lnTo>
                    <a:lnTo>
                      <a:pt x="0" y="4306"/>
                    </a:lnTo>
                    <a:lnTo>
                      <a:pt x="0" y="4498"/>
                    </a:lnTo>
                    <a:lnTo>
                      <a:pt x="28" y="4690"/>
                    </a:lnTo>
                    <a:lnTo>
                      <a:pt x="82" y="4882"/>
                    </a:lnTo>
                    <a:lnTo>
                      <a:pt x="165" y="5074"/>
                    </a:lnTo>
                    <a:lnTo>
                      <a:pt x="247" y="5238"/>
                    </a:lnTo>
                    <a:lnTo>
                      <a:pt x="357" y="5403"/>
                    </a:lnTo>
                    <a:lnTo>
                      <a:pt x="466" y="5567"/>
                    </a:lnTo>
                    <a:lnTo>
                      <a:pt x="631" y="5704"/>
                    </a:lnTo>
                    <a:lnTo>
                      <a:pt x="905" y="5924"/>
                    </a:lnTo>
                    <a:lnTo>
                      <a:pt x="1179" y="6116"/>
                    </a:lnTo>
                    <a:lnTo>
                      <a:pt x="1289" y="6225"/>
                    </a:lnTo>
                    <a:lnTo>
                      <a:pt x="1399" y="6362"/>
                    </a:lnTo>
                    <a:lnTo>
                      <a:pt x="1481" y="6500"/>
                    </a:lnTo>
                    <a:lnTo>
                      <a:pt x="1508" y="6664"/>
                    </a:lnTo>
                    <a:lnTo>
                      <a:pt x="1536" y="6774"/>
                    </a:lnTo>
                    <a:lnTo>
                      <a:pt x="1508" y="6856"/>
                    </a:lnTo>
                    <a:lnTo>
                      <a:pt x="1454" y="7076"/>
                    </a:lnTo>
                    <a:lnTo>
                      <a:pt x="1289" y="7487"/>
                    </a:lnTo>
                    <a:lnTo>
                      <a:pt x="1234" y="7679"/>
                    </a:lnTo>
                    <a:lnTo>
                      <a:pt x="1207" y="7898"/>
                    </a:lnTo>
                    <a:lnTo>
                      <a:pt x="1207" y="8090"/>
                    </a:lnTo>
                    <a:lnTo>
                      <a:pt x="1234" y="8282"/>
                    </a:lnTo>
                    <a:lnTo>
                      <a:pt x="1289" y="8474"/>
                    </a:lnTo>
                    <a:lnTo>
                      <a:pt x="1344" y="8666"/>
                    </a:lnTo>
                    <a:lnTo>
                      <a:pt x="1454" y="8858"/>
                    </a:lnTo>
                    <a:lnTo>
                      <a:pt x="1563" y="9023"/>
                    </a:lnTo>
                    <a:lnTo>
                      <a:pt x="1673" y="9160"/>
                    </a:lnTo>
                    <a:lnTo>
                      <a:pt x="1838" y="9297"/>
                    </a:lnTo>
                    <a:lnTo>
                      <a:pt x="2002" y="9379"/>
                    </a:lnTo>
                    <a:lnTo>
                      <a:pt x="2194" y="9461"/>
                    </a:lnTo>
                    <a:lnTo>
                      <a:pt x="2386" y="9544"/>
                    </a:lnTo>
                    <a:lnTo>
                      <a:pt x="2578" y="9571"/>
                    </a:lnTo>
                    <a:lnTo>
                      <a:pt x="2770" y="9599"/>
                    </a:lnTo>
                    <a:lnTo>
                      <a:pt x="2962" y="9599"/>
                    </a:lnTo>
                    <a:lnTo>
                      <a:pt x="2989" y="8886"/>
                    </a:lnTo>
                    <a:lnTo>
                      <a:pt x="3044" y="8447"/>
                    </a:lnTo>
                    <a:lnTo>
                      <a:pt x="3072" y="8035"/>
                    </a:lnTo>
                    <a:lnTo>
                      <a:pt x="3154" y="7542"/>
                    </a:lnTo>
                    <a:lnTo>
                      <a:pt x="3264" y="7076"/>
                    </a:lnTo>
                    <a:lnTo>
                      <a:pt x="3346" y="6884"/>
                    </a:lnTo>
                    <a:lnTo>
                      <a:pt x="3428" y="6719"/>
                    </a:lnTo>
                    <a:lnTo>
                      <a:pt x="3538" y="6582"/>
                    </a:lnTo>
                    <a:lnTo>
                      <a:pt x="3648" y="6527"/>
                    </a:lnTo>
                    <a:lnTo>
                      <a:pt x="3757" y="6500"/>
                    </a:lnTo>
                    <a:lnTo>
                      <a:pt x="3894" y="6527"/>
                    </a:lnTo>
                    <a:lnTo>
                      <a:pt x="4196" y="6692"/>
                    </a:lnTo>
                    <a:lnTo>
                      <a:pt x="4498" y="6829"/>
                    </a:lnTo>
                    <a:lnTo>
                      <a:pt x="4799" y="6911"/>
                    </a:lnTo>
                    <a:lnTo>
                      <a:pt x="5074" y="6966"/>
                    </a:lnTo>
                    <a:lnTo>
                      <a:pt x="5622" y="6966"/>
                    </a:lnTo>
                    <a:lnTo>
                      <a:pt x="5896" y="6938"/>
                    </a:lnTo>
                    <a:lnTo>
                      <a:pt x="6143" y="6884"/>
                    </a:lnTo>
                    <a:lnTo>
                      <a:pt x="6390" y="6829"/>
                    </a:lnTo>
                    <a:lnTo>
                      <a:pt x="6609" y="6746"/>
                    </a:lnTo>
                    <a:lnTo>
                      <a:pt x="7048" y="6554"/>
                    </a:lnTo>
                    <a:lnTo>
                      <a:pt x="7432" y="6335"/>
                    </a:lnTo>
                    <a:lnTo>
                      <a:pt x="7761" y="6116"/>
                    </a:lnTo>
                    <a:lnTo>
                      <a:pt x="7953" y="6006"/>
                    </a:lnTo>
                    <a:lnTo>
                      <a:pt x="8145" y="5924"/>
                    </a:lnTo>
                    <a:lnTo>
                      <a:pt x="8310" y="5869"/>
                    </a:lnTo>
                    <a:lnTo>
                      <a:pt x="8529" y="5814"/>
                    </a:lnTo>
                    <a:lnTo>
                      <a:pt x="8913" y="5759"/>
                    </a:lnTo>
                    <a:lnTo>
                      <a:pt x="9352" y="5732"/>
                    </a:lnTo>
                    <a:lnTo>
                      <a:pt x="9599" y="5759"/>
                    </a:lnTo>
                    <a:lnTo>
                      <a:pt x="9818" y="5787"/>
                    </a:lnTo>
                    <a:lnTo>
                      <a:pt x="10065" y="5841"/>
                    </a:lnTo>
                    <a:lnTo>
                      <a:pt x="10284" y="5896"/>
                    </a:lnTo>
                    <a:lnTo>
                      <a:pt x="10476" y="6006"/>
                    </a:lnTo>
                    <a:lnTo>
                      <a:pt x="10668" y="6088"/>
                    </a:lnTo>
                    <a:lnTo>
                      <a:pt x="10860" y="6225"/>
                    </a:lnTo>
                    <a:lnTo>
                      <a:pt x="11025" y="6362"/>
                    </a:lnTo>
                    <a:lnTo>
                      <a:pt x="11162" y="6527"/>
                    </a:lnTo>
                    <a:lnTo>
                      <a:pt x="11299" y="6692"/>
                    </a:lnTo>
                    <a:lnTo>
                      <a:pt x="11436" y="6884"/>
                    </a:lnTo>
                    <a:lnTo>
                      <a:pt x="11546" y="7103"/>
                    </a:lnTo>
                    <a:lnTo>
                      <a:pt x="11628" y="7295"/>
                    </a:lnTo>
                    <a:lnTo>
                      <a:pt x="11683" y="7542"/>
                    </a:lnTo>
                    <a:lnTo>
                      <a:pt x="11738" y="7761"/>
                    </a:lnTo>
                    <a:lnTo>
                      <a:pt x="11765" y="8008"/>
                    </a:lnTo>
                    <a:lnTo>
                      <a:pt x="11793" y="8556"/>
                    </a:lnTo>
                    <a:lnTo>
                      <a:pt x="11793" y="9132"/>
                    </a:lnTo>
                    <a:lnTo>
                      <a:pt x="11738" y="10284"/>
                    </a:lnTo>
                    <a:lnTo>
                      <a:pt x="11710" y="11299"/>
                    </a:lnTo>
                    <a:lnTo>
                      <a:pt x="11710" y="11738"/>
                    </a:lnTo>
                    <a:lnTo>
                      <a:pt x="11738" y="12067"/>
                    </a:lnTo>
                    <a:lnTo>
                      <a:pt x="11765" y="12286"/>
                    </a:lnTo>
                    <a:lnTo>
                      <a:pt x="11793" y="12396"/>
                    </a:lnTo>
                    <a:lnTo>
                      <a:pt x="11847" y="12533"/>
                    </a:lnTo>
                    <a:lnTo>
                      <a:pt x="11957" y="12670"/>
                    </a:lnTo>
                    <a:lnTo>
                      <a:pt x="12067" y="12752"/>
                    </a:lnTo>
                    <a:lnTo>
                      <a:pt x="12231" y="12835"/>
                    </a:lnTo>
                    <a:lnTo>
                      <a:pt x="12451" y="12862"/>
                    </a:lnTo>
                    <a:lnTo>
                      <a:pt x="12506" y="12862"/>
                    </a:lnTo>
                    <a:lnTo>
                      <a:pt x="12560" y="12889"/>
                    </a:lnTo>
                    <a:lnTo>
                      <a:pt x="12615" y="12862"/>
                    </a:lnTo>
                    <a:lnTo>
                      <a:pt x="12698" y="12807"/>
                    </a:lnTo>
                    <a:lnTo>
                      <a:pt x="12780" y="12725"/>
                    </a:lnTo>
                    <a:lnTo>
                      <a:pt x="12862" y="12588"/>
                    </a:lnTo>
                    <a:lnTo>
                      <a:pt x="12944" y="12396"/>
                    </a:lnTo>
                    <a:lnTo>
                      <a:pt x="13054" y="12149"/>
                    </a:lnTo>
                    <a:lnTo>
                      <a:pt x="13164" y="11930"/>
                    </a:lnTo>
                    <a:lnTo>
                      <a:pt x="13301" y="11738"/>
                    </a:lnTo>
                    <a:lnTo>
                      <a:pt x="13493" y="11573"/>
                    </a:lnTo>
                    <a:lnTo>
                      <a:pt x="13603" y="11491"/>
                    </a:lnTo>
                    <a:lnTo>
                      <a:pt x="13712" y="11436"/>
                    </a:lnTo>
                    <a:lnTo>
                      <a:pt x="13849" y="11409"/>
                    </a:lnTo>
                    <a:lnTo>
                      <a:pt x="14014" y="11381"/>
                    </a:lnTo>
                    <a:lnTo>
                      <a:pt x="14206" y="11381"/>
                    </a:lnTo>
                    <a:lnTo>
                      <a:pt x="14398" y="11409"/>
                    </a:lnTo>
                    <a:lnTo>
                      <a:pt x="14617" y="11436"/>
                    </a:lnTo>
                    <a:lnTo>
                      <a:pt x="14864" y="11491"/>
                    </a:lnTo>
                    <a:lnTo>
                      <a:pt x="15440" y="10394"/>
                    </a:lnTo>
                    <a:lnTo>
                      <a:pt x="15522" y="10202"/>
                    </a:lnTo>
                    <a:lnTo>
                      <a:pt x="15632" y="10037"/>
                    </a:lnTo>
                    <a:lnTo>
                      <a:pt x="15851" y="9681"/>
                    </a:lnTo>
                    <a:lnTo>
                      <a:pt x="16043" y="9324"/>
                    </a:lnTo>
                    <a:lnTo>
                      <a:pt x="16208" y="8995"/>
                    </a:lnTo>
                    <a:lnTo>
                      <a:pt x="16372" y="8611"/>
                    </a:lnTo>
                    <a:lnTo>
                      <a:pt x="16482" y="8255"/>
                    </a:lnTo>
                    <a:lnTo>
                      <a:pt x="16592" y="7871"/>
                    </a:lnTo>
                    <a:lnTo>
                      <a:pt x="16674" y="7487"/>
                    </a:lnTo>
                    <a:lnTo>
                      <a:pt x="16729" y="7076"/>
                    </a:lnTo>
                    <a:lnTo>
                      <a:pt x="16756" y="6664"/>
                    </a:lnTo>
                    <a:lnTo>
                      <a:pt x="16729" y="6308"/>
                    </a:lnTo>
                    <a:lnTo>
                      <a:pt x="16674" y="5951"/>
                    </a:lnTo>
                    <a:lnTo>
                      <a:pt x="16564" y="5595"/>
                    </a:lnTo>
                    <a:lnTo>
                      <a:pt x="16427" y="5265"/>
                    </a:lnTo>
                    <a:lnTo>
                      <a:pt x="16263" y="4936"/>
                    </a:lnTo>
                    <a:lnTo>
                      <a:pt x="16043" y="4662"/>
                    </a:lnTo>
                    <a:lnTo>
                      <a:pt x="15797" y="4388"/>
                    </a:lnTo>
                    <a:lnTo>
                      <a:pt x="15522" y="4169"/>
                    </a:lnTo>
                    <a:lnTo>
                      <a:pt x="15413" y="4086"/>
                    </a:lnTo>
                    <a:lnTo>
                      <a:pt x="15276" y="4031"/>
                    </a:lnTo>
                    <a:lnTo>
                      <a:pt x="14946" y="3922"/>
                    </a:lnTo>
                    <a:lnTo>
                      <a:pt x="14562" y="3867"/>
                    </a:lnTo>
                    <a:lnTo>
                      <a:pt x="14179" y="3812"/>
                    </a:lnTo>
                    <a:lnTo>
                      <a:pt x="13219" y="3812"/>
                    </a:lnTo>
                    <a:lnTo>
                      <a:pt x="13054" y="3510"/>
                    </a:lnTo>
                    <a:lnTo>
                      <a:pt x="12588" y="2825"/>
                    </a:lnTo>
                    <a:lnTo>
                      <a:pt x="12314" y="2413"/>
                    </a:lnTo>
                    <a:lnTo>
                      <a:pt x="12012" y="2029"/>
                    </a:lnTo>
                    <a:lnTo>
                      <a:pt x="11683" y="1673"/>
                    </a:lnTo>
                    <a:lnTo>
                      <a:pt x="11381" y="1399"/>
                    </a:lnTo>
                    <a:lnTo>
                      <a:pt x="11080" y="1152"/>
                    </a:lnTo>
                    <a:lnTo>
                      <a:pt x="10723" y="932"/>
                    </a:lnTo>
                    <a:lnTo>
                      <a:pt x="10394" y="713"/>
                    </a:lnTo>
                    <a:lnTo>
                      <a:pt x="10037" y="521"/>
                    </a:lnTo>
                    <a:lnTo>
                      <a:pt x="9654" y="357"/>
                    </a:lnTo>
                    <a:lnTo>
                      <a:pt x="9270" y="219"/>
                    </a:lnTo>
                    <a:lnTo>
                      <a:pt x="8886" y="110"/>
                    </a:lnTo>
                    <a:lnTo>
                      <a:pt x="8502" y="27"/>
                    </a:lnTo>
                    <a:lnTo>
                      <a:pt x="809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3"/>
              <p:cNvSpPr/>
              <p:nvPr/>
            </p:nvSpPr>
            <p:spPr>
              <a:xfrm>
                <a:off x="7580625" y="2020775"/>
                <a:ext cx="140575" cy="77500"/>
              </a:xfrm>
              <a:custGeom>
                <a:rect b="b" l="l" r="r" t="t"/>
                <a:pathLst>
                  <a:path extrusionOk="0" h="3100" w="5623">
                    <a:moveTo>
                      <a:pt x="3209" y="83"/>
                    </a:moveTo>
                    <a:lnTo>
                      <a:pt x="3346" y="110"/>
                    </a:lnTo>
                    <a:lnTo>
                      <a:pt x="3483" y="165"/>
                    </a:lnTo>
                    <a:lnTo>
                      <a:pt x="3593" y="247"/>
                    </a:lnTo>
                    <a:lnTo>
                      <a:pt x="3675" y="329"/>
                    </a:lnTo>
                    <a:lnTo>
                      <a:pt x="3757" y="466"/>
                    </a:lnTo>
                    <a:lnTo>
                      <a:pt x="3812" y="604"/>
                    </a:lnTo>
                    <a:lnTo>
                      <a:pt x="3840" y="741"/>
                    </a:lnTo>
                    <a:lnTo>
                      <a:pt x="3840" y="878"/>
                    </a:lnTo>
                    <a:lnTo>
                      <a:pt x="3812" y="1015"/>
                    </a:lnTo>
                    <a:lnTo>
                      <a:pt x="3757" y="1152"/>
                    </a:lnTo>
                    <a:lnTo>
                      <a:pt x="3703" y="1289"/>
                    </a:lnTo>
                    <a:lnTo>
                      <a:pt x="3620" y="1399"/>
                    </a:lnTo>
                    <a:lnTo>
                      <a:pt x="3511" y="1509"/>
                    </a:lnTo>
                    <a:lnTo>
                      <a:pt x="3401" y="1618"/>
                    </a:lnTo>
                    <a:lnTo>
                      <a:pt x="3127" y="1755"/>
                    </a:lnTo>
                    <a:lnTo>
                      <a:pt x="2825" y="1865"/>
                    </a:lnTo>
                    <a:lnTo>
                      <a:pt x="2644" y="1895"/>
                    </a:lnTo>
                    <a:lnTo>
                      <a:pt x="2606" y="1838"/>
                    </a:lnTo>
                    <a:lnTo>
                      <a:pt x="2468" y="1563"/>
                    </a:lnTo>
                    <a:lnTo>
                      <a:pt x="2359" y="1289"/>
                    </a:lnTo>
                    <a:lnTo>
                      <a:pt x="2359" y="1152"/>
                    </a:lnTo>
                    <a:lnTo>
                      <a:pt x="2331" y="988"/>
                    </a:lnTo>
                    <a:lnTo>
                      <a:pt x="2359" y="850"/>
                    </a:lnTo>
                    <a:lnTo>
                      <a:pt x="2386" y="686"/>
                    </a:lnTo>
                    <a:lnTo>
                      <a:pt x="2441" y="576"/>
                    </a:lnTo>
                    <a:lnTo>
                      <a:pt x="2496" y="466"/>
                    </a:lnTo>
                    <a:lnTo>
                      <a:pt x="2606" y="357"/>
                    </a:lnTo>
                    <a:lnTo>
                      <a:pt x="2688" y="247"/>
                    </a:lnTo>
                    <a:lnTo>
                      <a:pt x="2825" y="165"/>
                    </a:lnTo>
                    <a:lnTo>
                      <a:pt x="2935" y="110"/>
                    </a:lnTo>
                    <a:lnTo>
                      <a:pt x="3072" y="83"/>
                    </a:lnTo>
                    <a:close/>
                    <a:moveTo>
                      <a:pt x="3099" y="0"/>
                    </a:moveTo>
                    <a:lnTo>
                      <a:pt x="2990" y="28"/>
                    </a:lnTo>
                    <a:lnTo>
                      <a:pt x="2852" y="55"/>
                    </a:lnTo>
                    <a:lnTo>
                      <a:pt x="2743" y="110"/>
                    </a:lnTo>
                    <a:lnTo>
                      <a:pt x="2633" y="192"/>
                    </a:lnTo>
                    <a:lnTo>
                      <a:pt x="2523" y="329"/>
                    </a:lnTo>
                    <a:lnTo>
                      <a:pt x="2414" y="439"/>
                    </a:lnTo>
                    <a:lnTo>
                      <a:pt x="2331" y="576"/>
                    </a:lnTo>
                    <a:lnTo>
                      <a:pt x="2304" y="713"/>
                    </a:lnTo>
                    <a:lnTo>
                      <a:pt x="2276" y="878"/>
                    </a:lnTo>
                    <a:lnTo>
                      <a:pt x="2249" y="1015"/>
                    </a:lnTo>
                    <a:lnTo>
                      <a:pt x="2276" y="1179"/>
                    </a:lnTo>
                    <a:lnTo>
                      <a:pt x="2304" y="1317"/>
                    </a:lnTo>
                    <a:lnTo>
                      <a:pt x="2414" y="1646"/>
                    </a:lnTo>
                    <a:lnTo>
                      <a:pt x="2571" y="1907"/>
                    </a:lnTo>
                    <a:lnTo>
                      <a:pt x="2496" y="1920"/>
                    </a:lnTo>
                    <a:lnTo>
                      <a:pt x="2139" y="1947"/>
                    </a:lnTo>
                    <a:lnTo>
                      <a:pt x="1810" y="1947"/>
                    </a:lnTo>
                    <a:lnTo>
                      <a:pt x="1454" y="1893"/>
                    </a:lnTo>
                    <a:lnTo>
                      <a:pt x="1097" y="1810"/>
                    </a:lnTo>
                    <a:lnTo>
                      <a:pt x="933" y="1755"/>
                    </a:lnTo>
                    <a:lnTo>
                      <a:pt x="768" y="1673"/>
                    </a:lnTo>
                    <a:lnTo>
                      <a:pt x="604" y="1563"/>
                    </a:lnTo>
                    <a:lnTo>
                      <a:pt x="466" y="1454"/>
                    </a:lnTo>
                    <a:lnTo>
                      <a:pt x="357" y="1344"/>
                    </a:lnTo>
                    <a:lnTo>
                      <a:pt x="275" y="1207"/>
                    </a:lnTo>
                    <a:lnTo>
                      <a:pt x="192" y="1042"/>
                    </a:lnTo>
                    <a:lnTo>
                      <a:pt x="137" y="905"/>
                    </a:lnTo>
                    <a:lnTo>
                      <a:pt x="83" y="741"/>
                    </a:lnTo>
                    <a:lnTo>
                      <a:pt x="83" y="576"/>
                    </a:lnTo>
                    <a:lnTo>
                      <a:pt x="83" y="412"/>
                    </a:lnTo>
                    <a:lnTo>
                      <a:pt x="137" y="247"/>
                    </a:lnTo>
                    <a:lnTo>
                      <a:pt x="137" y="220"/>
                    </a:lnTo>
                    <a:lnTo>
                      <a:pt x="110" y="192"/>
                    </a:lnTo>
                    <a:lnTo>
                      <a:pt x="83" y="220"/>
                    </a:lnTo>
                    <a:lnTo>
                      <a:pt x="55" y="220"/>
                    </a:lnTo>
                    <a:lnTo>
                      <a:pt x="0" y="384"/>
                    </a:lnTo>
                    <a:lnTo>
                      <a:pt x="0" y="521"/>
                    </a:lnTo>
                    <a:lnTo>
                      <a:pt x="0" y="658"/>
                    </a:lnTo>
                    <a:lnTo>
                      <a:pt x="28" y="823"/>
                    </a:lnTo>
                    <a:lnTo>
                      <a:pt x="55" y="960"/>
                    </a:lnTo>
                    <a:lnTo>
                      <a:pt x="110" y="1097"/>
                    </a:lnTo>
                    <a:lnTo>
                      <a:pt x="275" y="1344"/>
                    </a:lnTo>
                    <a:lnTo>
                      <a:pt x="384" y="1481"/>
                    </a:lnTo>
                    <a:lnTo>
                      <a:pt x="521" y="1591"/>
                    </a:lnTo>
                    <a:lnTo>
                      <a:pt x="658" y="1701"/>
                    </a:lnTo>
                    <a:lnTo>
                      <a:pt x="796" y="1783"/>
                    </a:lnTo>
                    <a:lnTo>
                      <a:pt x="1125" y="1893"/>
                    </a:lnTo>
                    <a:lnTo>
                      <a:pt x="1454" y="1975"/>
                    </a:lnTo>
                    <a:lnTo>
                      <a:pt x="1783" y="2030"/>
                    </a:lnTo>
                    <a:lnTo>
                      <a:pt x="2139" y="2030"/>
                    </a:lnTo>
                    <a:lnTo>
                      <a:pt x="2468" y="2002"/>
                    </a:lnTo>
                    <a:lnTo>
                      <a:pt x="2624" y="1978"/>
                    </a:lnTo>
                    <a:lnTo>
                      <a:pt x="2770" y="2167"/>
                    </a:lnTo>
                    <a:lnTo>
                      <a:pt x="2990" y="2386"/>
                    </a:lnTo>
                    <a:lnTo>
                      <a:pt x="3264" y="2606"/>
                    </a:lnTo>
                    <a:lnTo>
                      <a:pt x="3565" y="2798"/>
                    </a:lnTo>
                    <a:lnTo>
                      <a:pt x="3867" y="2935"/>
                    </a:lnTo>
                    <a:lnTo>
                      <a:pt x="4196" y="3017"/>
                    </a:lnTo>
                    <a:lnTo>
                      <a:pt x="4553" y="3072"/>
                    </a:lnTo>
                    <a:lnTo>
                      <a:pt x="4909" y="3099"/>
                    </a:lnTo>
                    <a:lnTo>
                      <a:pt x="5238" y="3072"/>
                    </a:lnTo>
                    <a:lnTo>
                      <a:pt x="5595" y="2989"/>
                    </a:lnTo>
                    <a:lnTo>
                      <a:pt x="5622" y="2962"/>
                    </a:lnTo>
                    <a:lnTo>
                      <a:pt x="5622" y="2935"/>
                    </a:lnTo>
                    <a:lnTo>
                      <a:pt x="5595" y="2907"/>
                    </a:lnTo>
                    <a:lnTo>
                      <a:pt x="5567" y="2907"/>
                    </a:lnTo>
                    <a:lnTo>
                      <a:pt x="5293" y="2962"/>
                    </a:lnTo>
                    <a:lnTo>
                      <a:pt x="5046" y="3017"/>
                    </a:lnTo>
                    <a:lnTo>
                      <a:pt x="4772" y="3017"/>
                    </a:lnTo>
                    <a:lnTo>
                      <a:pt x="4498" y="2989"/>
                    </a:lnTo>
                    <a:lnTo>
                      <a:pt x="4224" y="2962"/>
                    </a:lnTo>
                    <a:lnTo>
                      <a:pt x="3977" y="2880"/>
                    </a:lnTo>
                    <a:lnTo>
                      <a:pt x="3703" y="2770"/>
                    </a:lnTo>
                    <a:lnTo>
                      <a:pt x="3456" y="2660"/>
                    </a:lnTo>
                    <a:lnTo>
                      <a:pt x="3236" y="2496"/>
                    </a:lnTo>
                    <a:lnTo>
                      <a:pt x="2990" y="2304"/>
                    </a:lnTo>
                    <a:lnTo>
                      <a:pt x="2770" y="2084"/>
                    </a:lnTo>
                    <a:lnTo>
                      <a:pt x="2692" y="1968"/>
                    </a:lnTo>
                    <a:lnTo>
                      <a:pt x="2692" y="1968"/>
                    </a:lnTo>
                    <a:lnTo>
                      <a:pt x="2825" y="1947"/>
                    </a:lnTo>
                    <a:lnTo>
                      <a:pt x="3154" y="1838"/>
                    </a:lnTo>
                    <a:lnTo>
                      <a:pt x="3319" y="1783"/>
                    </a:lnTo>
                    <a:lnTo>
                      <a:pt x="3456" y="1673"/>
                    </a:lnTo>
                    <a:lnTo>
                      <a:pt x="3565" y="1563"/>
                    </a:lnTo>
                    <a:lnTo>
                      <a:pt x="3675" y="1454"/>
                    </a:lnTo>
                    <a:lnTo>
                      <a:pt x="3785" y="1317"/>
                    </a:lnTo>
                    <a:lnTo>
                      <a:pt x="3867" y="1152"/>
                    </a:lnTo>
                    <a:lnTo>
                      <a:pt x="3895" y="1015"/>
                    </a:lnTo>
                    <a:lnTo>
                      <a:pt x="3922" y="878"/>
                    </a:lnTo>
                    <a:lnTo>
                      <a:pt x="3922" y="741"/>
                    </a:lnTo>
                    <a:lnTo>
                      <a:pt x="3895" y="604"/>
                    </a:lnTo>
                    <a:lnTo>
                      <a:pt x="3840" y="466"/>
                    </a:lnTo>
                    <a:lnTo>
                      <a:pt x="3785" y="329"/>
                    </a:lnTo>
                    <a:lnTo>
                      <a:pt x="3703" y="220"/>
                    </a:lnTo>
                    <a:lnTo>
                      <a:pt x="3593" y="137"/>
                    </a:lnTo>
                    <a:lnTo>
                      <a:pt x="3483" y="55"/>
                    </a:lnTo>
                    <a:lnTo>
                      <a:pt x="3373" y="28"/>
                    </a:lnTo>
                    <a:lnTo>
                      <a:pt x="3236" y="0"/>
                    </a:lnTo>
                    <a:close/>
                  </a:path>
                </a:pathLst>
              </a:custGeom>
              <a:solidFill>
                <a:srgbClr val="FFFFFF"/>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3"/>
              <p:cNvSpPr/>
              <p:nvPr/>
            </p:nvSpPr>
            <p:spPr>
              <a:xfrm>
                <a:off x="8011175" y="3612750"/>
                <a:ext cx="130975" cy="702100"/>
              </a:xfrm>
              <a:custGeom>
                <a:rect b="b" l="l" r="r" t="t"/>
                <a:pathLst>
                  <a:path extrusionOk="0" h="28084" w="5239">
                    <a:moveTo>
                      <a:pt x="56" y="1"/>
                    </a:moveTo>
                    <a:lnTo>
                      <a:pt x="28" y="28"/>
                    </a:lnTo>
                    <a:lnTo>
                      <a:pt x="1" y="56"/>
                    </a:lnTo>
                    <a:lnTo>
                      <a:pt x="138" y="796"/>
                    </a:lnTo>
                    <a:lnTo>
                      <a:pt x="522" y="2825"/>
                    </a:lnTo>
                    <a:lnTo>
                      <a:pt x="1070" y="5842"/>
                    </a:lnTo>
                    <a:lnTo>
                      <a:pt x="1756" y="9517"/>
                    </a:lnTo>
                    <a:lnTo>
                      <a:pt x="2496" y="13548"/>
                    </a:lnTo>
                    <a:lnTo>
                      <a:pt x="3237" y="17635"/>
                    </a:lnTo>
                    <a:lnTo>
                      <a:pt x="3950" y="21419"/>
                    </a:lnTo>
                    <a:lnTo>
                      <a:pt x="4526" y="24628"/>
                    </a:lnTo>
                    <a:lnTo>
                      <a:pt x="4965" y="26932"/>
                    </a:lnTo>
                    <a:lnTo>
                      <a:pt x="5157" y="28001"/>
                    </a:lnTo>
                    <a:lnTo>
                      <a:pt x="5184" y="28056"/>
                    </a:lnTo>
                    <a:lnTo>
                      <a:pt x="5184" y="28083"/>
                    </a:lnTo>
                    <a:lnTo>
                      <a:pt x="5211" y="28083"/>
                    </a:lnTo>
                    <a:lnTo>
                      <a:pt x="5239" y="28056"/>
                    </a:lnTo>
                    <a:lnTo>
                      <a:pt x="5239" y="28029"/>
                    </a:lnTo>
                    <a:lnTo>
                      <a:pt x="5102" y="27288"/>
                    </a:lnTo>
                    <a:lnTo>
                      <a:pt x="4745" y="25259"/>
                    </a:lnTo>
                    <a:lnTo>
                      <a:pt x="4169" y="22242"/>
                    </a:lnTo>
                    <a:lnTo>
                      <a:pt x="3511" y="18567"/>
                    </a:lnTo>
                    <a:lnTo>
                      <a:pt x="2771" y="14536"/>
                    </a:lnTo>
                    <a:lnTo>
                      <a:pt x="2003" y="10449"/>
                    </a:lnTo>
                    <a:lnTo>
                      <a:pt x="1317" y="6665"/>
                    </a:lnTo>
                    <a:lnTo>
                      <a:pt x="714" y="3456"/>
                    </a:lnTo>
                    <a:lnTo>
                      <a:pt x="302" y="1153"/>
                    </a:lnTo>
                    <a:lnTo>
                      <a:pt x="111" y="83"/>
                    </a:lnTo>
                    <a:lnTo>
                      <a:pt x="83" y="28"/>
                    </a:lnTo>
                    <a:lnTo>
                      <a:pt x="8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3"/>
              <p:cNvSpPr/>
              <p:nvPr/>
            </p:nvSpPr>
            <p:spPr>
              <a:xfrm>
                <a:off x="7405100" y="3555175"/>
                <a:ext cx="681525" cy="52125"/>
              </a:xfrm>
              <a:custGeom>
                <a:rect b="b" l="l" r="r" t="t"/>
                <a:pathLst>
                  <a:path extrusionOk="0" h="2085" w="27261">
                    <a:moveTo>
                      <a:pt x="960" y="0"/>
                    </a:moveTo>
                    <a:lnTo>
                      <a:pt x="769" y="28"/>
                    </a:lnTo>
                    <a:lnTo>
                      <a:pt x="577" y="82"/>
                    </a:lnTo>
                    <a:lnTo>
                      <a:pt x="439" y="165"/>
                    </a:lnTo>
                    <a:lnTo>
                      <a:pt x="302" y="274"/>
                    </a:lnTo>
                    <a:lnTo>
                      <a:pt x="165" y="411"/>
                    </a:lnTo>
                    <a:lnTo>
                      <a:pt x="83" y="576"/>
                    </a:lnTo>
                    <a:lnTo>
                      <a:pt x="28" y="741"/>
                    </a:lnTo>
                    <a:lnTo>
                      <a:pt x="1" y="933"/>
                    </a:lnTo>
                    <a:lnTo>
                      <a:pt x="28" y="1124"/>
                    </a:lnTo>
                    <a:lnTo>
                      <a:pt x="83" y="1289"/>
                    </a:lnTo>
                    <a:lnTo>
                      <a:pt x="165" y="1454"/>
                    </a:lnTo>
                    <a:lnTo>
                      <a:pt x="275" y="1591"/>
                    </a:lnTo>
                    <a:lnTo>
                      <a:pt x="412" y="1728"/>
                    </a:lnTo>
                    <a:lnTo>
                      <a:pt x="577" y="1810"/>
                    </a:lnTo>
                    <a:lnTo>
                      <a:pt x="741" y="1865"/>
                    </a:lnTo>
                    <a:lnTo>
                      <a:pt x="933" y="1892"/>
                    </a:lnTo>
                    <a:lnTo>
                      <a:pt x="26328" y="2084"/>
                    </a:lnTo>
                    <a:lnTo>
                      <a:pt x="26493" y="2057"/>
                    </a:lnTo>
                    <a:lnTo>
                      <a:pt x="26685" y="2002"/>
                    </a:lnTo>
                    <a:lnTo>
                      <a:pt x="26849" y="1920"/>
                    </a:lnTo>
                    <a:lnTo>
                      <a:pt x="26986" y="1810"/>
                    </a:lnTo>
                    <a:lnTo>
                      <a:pt x="27096" y="1673"/>
                    </a:lnTo>
                    <a:lnTo>
                      <a:pt x="27178" y="1508"/>
                    </a:lnTo>
                    <a:lnTo>
                      <a:pt x="27233" y="1344"/>
                    </a:lnTo>
                    <a:lnTo>
                      <a:pt x="27260" y="1152"/>
                    </a:lnTo>
                    <a:lnTo>
                      <a:pt x="27233" y="960"/>
                    </a:lnTo>
                    <a:lnTo>
                      <a:pt x="27178" y="795"/>
                    </a:lnTo>
                    <a:lnTo>
                      <a:pt x="27096" y="631"/>
                    </a:lnTo>
                    <a:lnTo>
                      <a:pt x="26986" y="494"/>
                    </a:lnTo>
                    <a:lnTo>
                      <a:pt x="26849" y="384"/>
                    </a:lnTo>
                    <a:lnTo>
                      <a:pt x="26685" y="274"/>
                    </a:lnTo>
                    <a:lnTo>
                      <a:pt x="26520" y="219"/>
                    </a:lnTo>
                    <a:lnTo>
                      <a:pt x="26328" y="219"/>
                    </a:lnTo>
                    <a:lnTo>
                      <a:pt x="960"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3"/>
              <p:cNvSpPr/>
              <p:nvPr/>
            </p:nvSpPr>
            <p:spPr>
              <a:xfrm>
                <a:off x="6871700" y="4182500"/>
                <a:ext cx="65850" cy="35000"/>
              </a:xfrm>
              <a:custGeom>
                <a:rect b="b" l="l" r="r" t="t"/>
                <a:pathLst>
                  <a:path extrusionOk="0" h="1400" w="2634">
                    <a:moveTo>
                      <a:pt x="0" y="0"/>
                    </a:moveTo>
                    <a:lnTo>
                      <a:pt x="0" y="28"/>
                    </a:lnTo>
                    <a:lnTo>
                      <a:pt x="0" y="55"/>
                    </a:lnTo>
                    <a:lnTo>
                      <a:pt x="28" y="83"/>
                    </a:lnTo>
                    <a:lnTo>
                      <a:pt x="659" y="384"/>
                    </a:lnTo>
                    <a:lnTo>
                      <a:pt x="1317" y="686"/>
                    </a:lnTo>
                    <a:lnTo>
                      <a:pt x="1948" y="1043"/>
                    </a:lnTo>
                    <a:lnTo>
                      <a:pt x="2551" y="1399"/>
                    </a:lnTo>
                    <a:lnTo>
                      <a:pt x="2606" y="1399"/>
                    </a:lnTo>
                    <a:lnTo>
                      <a:pt x="2633" y="1344"/>
                    </a:lnTo>
                    <a:lnTo>
                      <a:pt x="2606" y="1317"/>
                    </a:lnTo>
                    <a:lnTo>
                      <a:pt x="1975" y="960"/>
                    </a:lnTo>
                    <a:lnTo>
                      <a:pt x="1344" y="604"/>
                    </a:lnTo>
                    <a:lnTo>
                      <a:pt x="686" y="302"/>
                    </a:lnTo>
                    <a:lnTo>
                      <a:pt x="2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3"/>
              <p:cNvSpPr/>
              <p:nvPr/>
            </p:nvSpPr>
            <p:spPr>
              <a:xfrm>
                <a:off x="6900500" y="4172900"/>
                <a:ext cx="59675" cy="35675"/>
              </a:xfrm>
              <a:custGeom>
                <a:rect b="b" l="l" r="r" t="t"/>
                <a:pathLst>
                  <a:path extrusionOk="0" h="1427" w="2387">
                    <a:moveTo>
                      <a:pt x="28" y="0"/>
                    </a:moveTo>
                    <a:lnTo>
                      <a:pt x="28" y="28"/>
                    </a:lnTo>
                    <a:lnTo>
                      <a:pt x="0" y="55"/>
                    </a:lnTo>
                    <a:lnTo>
                      <a:pt x="28" y="83"/>
                    </a:lnTo>
                    <a:lnTo>
                      <a:pt x="2331" y="1427"/>
                    </a:lnTo>
                    <a:lnTo>
                      <a:pt x="2386" y="1427"/>
                    </a:lnTo>
                    <a:lnTo>
                      <a:pt x="2386" y="1399"/>
                    </a:lnTo>
                    <a:lnTo>
                      <a:pt x="2359" y="1372"/>
                    </a:lnTo>
                    <a:lnTo>
                      <a:pt x="83"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3"/>
              <p:cNvSpPr/>
              <p:nvPr/>
            </p:nvSpPr>
            <p:spPr>
              <a:xfrm>
                <a:off x="7358475" y="4043325"/>
                <a:ext cx="447050" cy="272900"/>
              </a:xfrm>
              <a:custGeom>
                <a:rect b="b" l="l" r="r" t="t"/>
                <a:pathLst>
                  <a:path extrusionOk="0" h="10916" w="17882">
                    <a:moveTo>
                      <a:pt x="5047" y="0"/>
                    </a:moveTo>
                    <a:lnTo>
                      <a:pt x="5486" y="5787"/>
                    </a:lnTo>
                    <a:lnTo>
                      <a:pt x="4992" y="5869"/>
                    </a:lnTo>
                    <a:lnTo>
                      <a:pt x="4553" y="5979"/>
                    </a:lnTo>
                    <a:lnTo>
                      <a:pt x="4114" y="6088"/>
                    </a:lnTo>
                    <a:lnTo>
                      <a:pt x="3730" y="6226"/>
                    </a:lnTo>
                    <a:lnTo>
                      <a:pt x="3347" y="6390"/>
                    </a:lnTo>
                    <a:lnTo>
                      <a:pt x="2990" y="6555"/>
                    </a:lnTo>
                    <a:lnTo>
                      <a:pt x="2688" y="6719"/>
                    </a:lnTo>
                    <a:lnTo>
                      <a:pt x="2387" y="6911"/>
                    </a:lnTo>
                    <a:lnTo>
                      <a:pt x="2112" y="7103"/>
                    </a:lnTo>
                    <a:lnTo>
                      <a:pt x="1866" y="7323"/>
                    </a:lnTo>
                    <a:lnTo>
                      <a:pt x="1619" y="7542"/>
                    </a:lnTo>
                    <a:lnTo>
                      <a:pt x="1399" y="7734"/>
                    </a:lnTo>
                    <a:lnTo>
                      <a:pt x="1043" y="8200"/>
                    </a:lnTo>
                    <a:lnTo>
                      <a:pt x="741" y="8639"/>
                    </a:lnTo>
                    <a:lnTo>
                      <a:pt x="522" y="9078"/>
                    </a:lnTo>
                    <a:lnTo>
                      <a:pt x="330" y="9489"/>
                    </a:lnTo>
                    <a:lnTo>
                      <a:pt x="193" y="9873"/>
                    </a:lnTo>
                    <a:lnTo>
                      <a:pt x="110" y="10202"/>
                    </a:lnTo>
                    <a:lnTo>
                      <a:pt x="1" y="10723"/>
                    </a:lnTo>
                    <a:lnTo>
                      <a:pt x="1" y="10915"/>
                    </a:lnTo>
                    <a:lnTo>
                      <a:pt x="17881" y="10915"/>
                    </a:lnTo>
                    <a:lnTo>
                      <a:pt x="17360" y="494"/>
                    </a:lnTo>
                    <a:lnTo>
                      <a:pt x="5047" y="0"/>
                    </a:lnTo>
                    <a:close/>
                  </a:path>
                </a:pathLst>
              </a:custGeom>
              <a:solidFill>
                <a:srgbClr val="28194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3"/>
              <p:cNvSpPr/>
              <p:nvPr/>
            </p:nvSpPr>
            <p:spPr>
              <a:xfrm>
                <a:off x="7425675" y="4192775"/>
                <a:ext cx="65850" cy="35000"/>
              </a:xfrm>
              <a:custGeom>
                <a:rect b="b" l="l" r="r" t="t"/>
                <a:pathLst>
                  <a:path extrusionOk="0" h="1400" w="2634">
                    <a:moveTo>
                      <a:pt x="28" y="1"/>
                    </a:moveTo>
                    <a:lnTo>
                      <a:pt x="0" y="28"/>
                    </a:lnTo>
                    <a:lnTo>
                      <a:pt x="28" y="56"/>
                    </a:lnTo>
                    <a:lnTo>
                      <a:pt x="28" y="83"/>
                    </a:lnTo>
                    <a:lnTo>
                      <a:pt x="686" y="385"/>
                    </a:lnTo>
                    <a:lnTo>
                      <a:pt x="1344" y="686"/>
                    </a:lnTo>
                    <a:lnTo>
                      <a:pt x="1975" y="1043"/>
                    </a:lnTo>
                    <a:lnTo>
                      <a:pt x="2578" y="1399"/>
                    </a:lnTo>
                    <a:lnTo>
                      <a:pt x="2633" y="1399"/>
                    </a:lnTo>
                    <a:lnTo>
                      <a:pt x="2633" y="1345"/>
                    </a:lnTo>
                    <a:lnTo>
                      <a:pt x="2633" y="1317"/>
                    </a:lnTo>
                    <a:lnTo>
                      <a:pt x="2002" y="961"/>
                    </a:lnTo>
                    <a:lnTo>
                      <a:pt x="1372" y="632"/>
                    </a:lnTo>
                    <a:lnTo>
                      <a:pt x="713" y="302"/>
                    </a:lnTo>
                    <a:lnTo>
                      <a:pt x="5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3"/>
              <p:cNvSpPr/>
              <p:nvPr/>
            </p:nvSpPr>
            <p:spPr>
              <a:xfrm>
                <a:off x="7455150" y="4183175"/>
                <a:ext cx="59675" cy="35675"/>
              </a:xfrm>
              <a:custGeom>
                <a:rect b="b" l="l" r="r" t="t"/>
                <a:pathLst>
                  <a:path extrusionOk="0" h="1427" w="2387">
                    <a:moveTo>
                      <a:pt x="28" y="1"/>
                    </a:moveTo>
                    <a:lnTo>
                      <a:pt x="1" y="28"/>
                    </a:lnTo>
                    <a:lnTo>
                      <a:pt x="1" y="56"/>
                    </a:lnTo>
                    <a:lnTo>
                      <a:pt x="28" y="83"/>
                    </a:lnTo>
                    <a:lnTo>
                      <a:pt x="2304" y="1427"/>
                    </a:lnTo>
                    <a:lnTo>
                      <a:pt x="2359" y="1427"/>
                    </a:lnTo>
                    <a:lnTo>
                      <a:pt x="2387" y="1400"/>
                    </a:lnTo>
                    <a:lnTo>
                      <a:pt x="2359" y="1372"/>
                    </a:lnTo>
                    <a:lnTo>
                      <a:pt x="8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3"/>
              <p:cNvSpPr/>
              <p:nvPr/>
            </p:nvSpPr>
            <p:spPr>
              <a:xfrm>
                <a:off x="6820275" y="3197275"/>
                <a:ext cx="761750" cy="892700"/>
              </a:xfrm>
              <a:custGeom>
                <a:rect b="b" l="l" r="r" t="t"/>
                <a:pathLst>
                  <a:path extrusionOk="0" h="35708" w="30470">
                    <a:moveTo>
                      <a:pt x="30469" y="1"/>
                    </a:moveTo>
                    <a:lnTo>
                      <a:pt x="27452" y="28"/>
                    </a:lnTo>
                    <a:lnTo>
                      <a:pt x="20377" y="165"/>
                    </a:lnTo>
                    <a:lnTo>
                      <a:pt x="16263" y="247"/>
                    </a:lnTo>
                    <a:lnTo>
                      <a:pt x="12259" y="330"/>
                    </a:lnTo>
                    <a:lnTo>
                      <a:pt x="8749" y="467"/>
                    </a:lnTo>
                    <a:lnTo>
                      <a:pt x="7268" y="522"/>
                    </a:lnTo>
                    <a:lnTo>
                      <a:pt x="6061" y="604"/>
                    </a:lnTo>
                    <a:lnTo>
                      <a:pt x="5540" y="659"/>
                    </a:lnTo>
                    <a:lnTo>
                      <a:pt x="5047" y="714"/>
                    </a:lnTo>
                    <a:lnTo>
                      <a:pt x="4608" y="796"/>
                    </a:lnTo>
                    <a:lnTo>
                      <a:pt x="4169" y="906"/>
                    </a:lnTo>
                    <a:lnTo>
                      <a:pt x="3758" y="1043"/>
                    </a:lnTo>
                    <a:lnTo>
                      <a:pt x="3374" y="1180"/>
                    </a:lnTo>
                    <a:lnTo>
                      <a:pt x="3017" y="1317"/>
                    </a:lnTo>
                    <a:lnTo>
                      <a:pt x="2688" y="1481"/>
                    </a:lnTo>
                    <a:lnTo>
                      <a:pt x="2387" y="1673"/>
                    </a:lnTo>
                    <a:lnTo>
                      <a:pt x="2085" y="1893"/>
                    </a:lnTo>
                    <a:lnTo>
                      <a:pt x="1811" y="2085"/>
                    </a:lnTo>
                    <a:lnTo>
                      <a:pt x="1591" y="2332"/>
                    </a:lnTo>
                    <a:lnTo>
                      <a:pt x="1344" y="2578"/>
                    </a:lnTo>
                    <a:lnTo>
                      <a:pt x="1152" y="2825"/>
                    </a:lnTo>
                    <a:lnTo>
                      <a:pt x="960" y="3100"/>
                    </a:lnTo>
                    <a:lnTo>
                      <a:pt x="796" y="3374"/>
                    </a:lnTo>
                    <a:lnTo>
                      <a:pt x="659" y="3648"/>
                    </a:lnTo>
                    <a:lnTo>
                      <a:pt x="522" y="3950"/>
                    </a:lnTo>
                    <a:lnTo>
                      <a:pt x="412" y="4279"/>
                    </a:lnTo>
                    <a:lnTo>
                      <a:pt x="302" y="4580"/>
                    </a:lnTo>
                    <a:lnTo>
                      <a:pt x="165" y="5266"/>
                    </a:lnTo>
                    <a:lnTo>
                      <a:pt x="55" y="5952"/>
                    </a:lnTo>
                    <a:lnTo>
                      <a:pt x="1" y="6692"/>
                    </a:lnTo>
                    <a:lnTo>
                      <a:pt x="1" y="7433"/>
                    </a:lnTo>
                    <a:lnTo>
                      <a:pt x="28" y="8228"/>
                    </a:lnTo>
                    <a:lnTo>
                      <a:pt x="83" y="9023"/>
                    </a:lnTo>
                    <a:lnTo>
                      <a:pt x="357" y="11382"/>
                    </a:lnTo>
                    <a:lnTo>
                      <a:pt x="768" y="14974"/>
                    </a:lnTo>
                    <a:lnTo>
                      <a:pt x="1838" y="23942"/>
                    </a:lnTo>
                    <a:lnTo>
                      <a:pt x="3264" y="35707"/>
                    </a:lnTo>
                    <a:lnTo>
                      <a:pt x="17909" y="35131"/>
                    </a:lnTo>
                    <a:lnTo>
                      <a:pt x="15303" y="14398"/>
                    </a:lnTo>
                    <a:lnTo>
                      <a:pt x="28111" y="14179"/>
                    </a:lnTo>
                    <a:lnTo>
                      <a:pt x="30469" y="1"/>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3"/>
              <p:cNvSpPr/>
              <p:nvPr/>
            </p:nvSpPr>
            <p:spPr>
              <a:xfrm>
                <a:off x="7456525" y="3189050"/>
                <a:ext cx="657525" cy="900925"/>
              </a:xfrm>
              <a:custGeom>
                <a:rect b="b" l="l" r="r" t="t"/>
                <a:pathLst>
                  <a:path extrusionOk="0" h="36037" w="26301">
                    <a:moveTo>
                      <a:pt x="10833" y="0"/>
                    </a:moveTo>
                    <a:lnTo>
                      <a:pt x="9242" y="28"/>
                    </a:lnTo>
                    <a:lnTo>
                      <a:pt x="7679" y="83"/>
                    </a:lnTo>
                    <a:lnTo>
                      <a:pt x="6939" y="138"/>
                    </a:lnTo>
                    <a:lnTo>
                      <a:pt x="6253" y="220"/>
                    </a:lnTo>
                    <a:lnTo>
                      <a:pt x="5622" y="330"/>
                    </a:lnTo>
                    <a:lnTo>
                      <a:pt x="5019" y="494"/>
                    </a:lnTo>
                    <a:lnTo>
                      <a:pt x="4471" y="686"/>
                    </a:lnTo>
                    <a:lnTo>
                      <a:pt x="3977" y="878"/>
                    </a:lnTo>
                    <a:lnTo>
                      <a:pt x="3511" y="1125"/>
                    </a:lnTo>
                    <a:lnTo>
                      <a:pt x="3072" y="1372"/>
                    </a:lnTo>
                    <a:lnTo>
                      <a:pt x="2688" y="1646"/>
                    </a:lnTo>
                    <a:lnTo>
                      <a:pt x="2332" y="1948"/>
                    </a:lnTo>
                    <a:lnTo>
                      <a:pt x="2002" y="2249"/>
                    </a:lnTo>
                    <a:lnTo>
                      <a:pt x="1728" y="2578"/>
                    </a:lnTo>
                    <a:lnTo>
                      <a:pt x="1454" y="2907"/>
                    </a:lnTo>
                    <a:lnTo>
                      <a:pt x="1235" y="3237"/>
                    </a:lnTo>
                    <a:lnTo>
                      <a:pt x="1043" y="3566"/>
                    </a:lnTo>
                    <a:lnTo>
                      <a:pt x="851" y="3922"/>
                    </a:lnTo>
                    <a:lnTo>
                      <a:pt x="713" y="4251"/>
                    </a:lnTo>
                    <a:lnTo>
                      <a:pt x="576" y="4580"/>
                    </a:lnTo>
                    <a:lnTo>
                      <a:pt x="384" y="5239"/>
                    </a:lnTo>
                    <a:lnTo>
                      <a:pt x="247" y="5842"/>
                    </a:lnTo>
                    <a:lnTo>
                      <a:pt x="192" y="6390"/>
                    </a:lnTo>
                    <a:lnTo>
                      <a:pt x="138" y="6857"/>
                    </a:lnTo>
                    <a:lnTo>
                      <a:pt x="138" y="7213"/>
                    </a:lnTo>
                    <a:lnTo>
                      <a:pt x="165" y="7515"/>
                    </a:lnTo>
                    <a:lnTo>
                      <a:pt x="0" y="35872"/>
                    </a:lnTo>
                    <a:lnTo>
                      <a:pt x="14590" y="36036"/>
                    </a:lnTo>
                    <a:lnTo>
                      <a:pt x="14727" y="14810"/>
                    </a:lnTo>
                    <a:lnTo>
                      <a:pt x="19252" y="14837"/>
                    </a:lnTo>
                    <a:lnTo>
                      <a:pt x="19746" y="14810"/>
                    </a:lnTo>
                    <a:lnTo>
                      <a:pt x="20240" y="14755"/>
                    </a:lnTo>
                    <a:lnTo>
                      <a:pt x="20706" y="14673"/>
                    </a:lnTo>
                    <a:lnTo>
                      <a:pt x="21200" y="14563"/>
                    </a:lnTo>
                    <a:lnTo>
                      <a:pt x="21666" y="14426"/>
                    </a:lnTo>
                    <a:lnTo>
                      <a:pt x="22105" y="14261"/>
                    </a:lnTo>
                    <a:lnTo>
                      <a:pt x="22543" y="14042"/>
                    </a:lnTo>
                    <a:lnTo>
                      <a:pt x="22982" y="13822"/>
                    </a:lnTo>
                    <a:lnTo>
                      <a:pt x="23393" y="13576"/>
                    </a:lnTo>
                    <a:lnTo>
                      <a:pt x="23777" y="13274"/>
                    </a:lnTo>
                    <a:lnTo>
                      <a:pt x="24134" y="12972"/>
                    </a:lnTo>
                    <a:lnTo>
                      <a:pt x="24490" y="12643"/>
                    </a:lnTo>
                    <a:lnTo>
                      <a:pt x="24820" y="12259"/>
                    </a:lnTo>
                    <a:lnTo>
                      <a:pt x="25094" y="11875"/>
                    </a:lnTo>
                    <a:lnTo>
                      <a:pt x="25368" y="11464"/>
                    </a:lnTo>
                    <a:lnTo>
                      <a:pt x="25615" y="11025"/>
                    </a:lnTo>
                    <a:lnTo>
                      <a:pt x="25807" y="10641"/>
                    </a:lnTo>
                    <a:lnTo>
                      <a:pt x="25944" y="10257"/>
                    </a:lnTo>
                    <a:lnTo>
                      <a:pt x="26081" y="9846"/>
                    </a:lnTo>
                    <a:lnTo>
                      <a:pt x="26163" y="9434"/>
                    </a:lnTo>
                    <a:lnTo>
                      <a:pt x="26246" y="8913"/>
                    </a:lnTo>
                    <a:lnTo>
                      <a:pt x="26273" y="8283"/>
                    </a:lnTo>
                    <a:lnTo>
                      <a:pt x="26300" y="7624"/>
                    </a:lnTo>
                    <a:lnTo>
                      <a:pt x="26273" y="6911"/>
                    </a:lnTo>
                    <a:lnTo>
                      <a:pt x="26218" y="6171"/>
                    </a:lnTo>
                    <a:lnTo>
                      <a:pt x="26163" y="5403"/>
                    </a:lnTo>
                    <a:lnTo>
                      <a:pt x="25999" y="3895"/>
                    </a:lnTo>
                    <a:lnTo>
                      <a:pt x="25834" y="2523"/>
                    </a:lnTo>
                    <a:lnTo>
                      <a:pt x="25642" y="1372"/>
                    </a:lnTo>
                    <a:lnTo>
                      <a:pt x="25450" y="330"/>
                    </a:lnTo>
                    <a:lnTo>
                      <a:pt x="23860" y="247"/>
                    </a:lnTo>
                    <a:lnTo>
                      <a:pt x="22022" y="165"/>
                    </a:lnTo>
                    <a:lnTo>
                      <a:pt x="19664" y="83"/>
                    </a:lnTo>
                    <a:lnTo>
                      <a:pt x="16949" y="28"/>
                    </a:lnTo>
                    <a:lnTo>
                      <a:pt x="13959"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3"/>
              <p:cNvSpPr/>
              <p:nvPr/>
            </p:nvSpPr>
            <p:spPr>
              <a:xfrm>
                <a:off x="7454475" y="3191100"/>
                <a:ext cx="367500" cy="900225"/>
              </a:xfrm>
              <a:custGeom>
                <a:rect b="b" l="l" r="r" t="t"/>
                <a:pathLst>
                  <a:path extrusionOk="0" h="36009" w="14700">
                    <a:moveTo>
                      <a:pt x="7981" y="1"/>
                    </a:moveTo>
                    <a:lnTo>
                      <a:pt x="7213" y="28"/>
                    </a:lnTo>
                    <a:lnTo>
                      <a:pt x="6417" y="110"/>
                    </a:lnTo>
                    <a:lnTo>
                      <a:pt x="5650" y="275"/>
                    </a:lnTo>
                    <a:lnTo>
                      <a:pt x="5293" y="357"/>
                    </a:lnTo>
                    <a:lnTo>
                      <a:pt x="4909" y="467"/>
                    </a:lnTo>
                    <a:lnTo>
                      <a:pt x="4553" y="604"/>
                    </a:lnTo>
                    <a:lnTo>
                      <a:pt x="4169" y="769"/>
                    </a:lnTo>
                    <a:lnTo>
                      <a:pt x="3840" y="933"/>
                    </a:lnTo>
                    <a:lnTo>
                      <a:pt x="3483" y="1098"/>
                    </a:lnTo>
                    <a:lnTo>
                      <a:pt x="3154" y="1317"/>
                    </a:lnTo>
                    <a:lnTo>
                      <a:pt x="2825" y="1536"/>
                    </a:lnTo>
                    <a:lnTo>
                      <a:pt x="2441" y="1838"/>
                    </a:lnTo>
                    <a:lnTo>
                      <a:pt x="2057" y="2195"/>
                    </a:lnTo>
                    <a:lnTo>
                      <a:pt x="1700" y="2579"/>
                    </a:lnTo>
                    <a:lnTo>
                      <a:pt x="1371" y="3017"/>
                    </a:lnTo>
                    <a:lnTo>
                      <a:pt x="1097" y="3456"/>
                    </a:lnTo>
                    <a:lnTo>
                      <a:pt x="878" y="3922"/>
                    </a:lnTo>
                    <a:lnTo>
                      <a:pt x="686" y="4389"/>
                    </a:lnTo>
                    <a:lnTo>
                      <a:pt x="576" y="4882"/>
                    </a:lnTo>
                    <a:lnTo>
                      <a:pt x="494" y="5486"/>
                    </a:lnTo>
                    <a:lnTo>
                      <a:pt x="412" y="6062"/>
                    </a:lnTo>
                    <a:lnTo>
                      <a:pt x="329" y="7241"/>
                    </a:lnTo>
                    <a:lnTo>
                      <a:pt x="220" y="9023"/>
                    </a:lnTo>
                    <a:lnTo>
                      <a:pt x="165" y="10833"/>
                    </a:lnTo>
                    <a:lnTo>
                      <a:pt x="110" y="13082"/>
                    </a:lnTo>
                    <a:lnTo>
                      <a:pt x="55" y="15331"/>
                    </a:lnTo>
                    <a:lnTo>
                      <a:pt x="28" y="20213"/>
                    </a:lnTo>
                    <a:lnTo>
                      <a:pt x="0" y="25094"/>
                    </a:lnTo>
                    <a:lnTo>
                      <a:pt x="28" y="29564"/>
                    </a:lnTo>
                    <a:lnTo>
                      <a:pt x="28" y="33157"/>
                    </a:lnTo>
                    <a:lnTo>
                      <a:pt x="28" y="35460"/>
                    </a:lnTo>
                    <a:lnTo>
                      <a:pt x="28" y="35790"/>
                    </a:lnTo>
                    <a:lnTo>
                      <a:pt x="55" y="35817"/>
                    </a:lnTo>
                    <a:lnTo>
                      <a:pt x="82" y="35817"/>
                    </a:lnTo>
                    <a:lnTo>
                      <a:pt x="1536" y="35844"/>
                    </a:lnTo>
                    <a:lnTo>
                      <a:pt x="5019" y="35899"/>
                    </a:lnTo>
                    <a:lnTo>
                      <a:pt x="9242" y="35927"/>
                    </a:lnTo>
                    <a:lnTo>
                      <a:pt x="12862" y="35982"/>
                    </a:lnTo>
                    <a:lnTo>
                      <a:pt x="14069" y="35982"/>
                    </a:lnTo>
                    <a:lnTo>
                      <a:pt x="14371" y="36009"/>
                    </a:lnTo>
                    <a:lnTo>
                      <a:pt x="14672" y="36009"/>
                    </a:lnTo>
                    <a:lnTo>
                      <a:pt x="14700" y="35982"/>
                    </a:lnTo>
                    <a:lnTo>
                      <a:pt x="14700" y="35954"/>
                    </a:lnTo>
                    <a:lnTo>
                      <a:pt x="14700" y="35927"/>
                    </a:lnTo>
                    <a:lnTo>
                      <a:pt x="14672" y="35927"/>
                    </a:lnTo>
                    <a:lnTo>
                      <a:pt x="13219" y="35899"/>
                    </a:lnTo>
                    <a:lnTo>
                      <a:pt x="9736" y="35844"/>
                    </a:lnTo>
                    <a:lnTo>
                      <a:pt x="5512" y="35817"/>
                    </a:lnTo>
                    <a:lnTo>
                      <a:pt x="1865" y="35762"/>
                    </a:lnTo>
                    <a:lnTo>
                      <a:pt x="302" y="35762"/>
                    </a:lnTo>
                    <a:lnTo>
                      <a:pt x="192" y="35735"/>
                    </a:lnTo>
                    <a:lnTo>
                      <a:pt x="110" y="35735"/>
                    </a:lnTo>
                    <a:lnTo>
                      <a:pt x="110" y="33870"/>
                    </a:lnTo>
                    <a:lnTo>
                      <a:pt x="110" y="30606"/>
                    </a:lnTo>
                    <a:lnTo>
                      <a:pt x="82" y="26383"/>
                    </a:lnTo>
                    <a:lnTo>
                      <a:pt x="110" y="21611"/>
                    </a:lnTo>
                    <a:lnTo>
                      <a:pt x="137" y="16730"/>
                    </a:lnTo>
                    <a:lnTo>
                      <a:pt x="165" y="14426"/>
                    </a:lnTo>
                    <a:lnTo>
                      <a:pt x="220" y="12122"/>
                    </a:lnTo>
                    <a:lnTo>
                      <a:pt x="274" y="10175"/>
                    </a:lnTo>
                    <a:lnTo>
                      <a:pt x="357" y="8228"/>
                    </a:lnTo>
                    <a:lnTo>
                      <a:pt x="439" y="6857"/>
                    </a:lnTo>
                    <a:lnTo>
                      <a:pt x="494" y="6171"/>
                    </a:lnTo>
                    <a:lnTo>
                      <a:pt x="576" y="5486"/>
                    </a:lnTo>
                    <a:lnTo>
                      <a:pt x="631" y="5047"/>
                    </a:lnTo>
                    <a:lnTo>
                      <a:pt x="713" y="4663"/>
                    </a:lnTo>
                    <a:lnTo>
                      <a:pt x="795" y="4361"/>
                    </a:lnTo>
                    <a:lnTo>
                      <a:pt x="878" y="4114"/>
                    </a:lnTo>
                    <a:lnTo>
                      <a:pt x="1015" y="3840"/>
                    </a:lnTo>
                    <a:lnTo>
                      <a:pt x="1125" y="3566"/>
                    </a:lnTo>
                    <a:lnTo>
                      <a:pt x="1426" y="3072"/>
                    </a:lnTo>
                    <a:lnTo>
                      <a:pt x="1783" y="2606"/>
                    </a:lnTo>
                    <a:lnTo>
                      <a:pt x="2030" y="2332"/>
                    </a:lnTo>
                    <a:lnTo>
                      <a:pt x="2304" y="2058"/>
                    </a:lnTo>
                    <a:lnTo>
                      <a:pt x="2578" y="1811"/>
                    </a:lnTo>
                    <a:lnTo>
                      <a:pt x="2880" y="1591"/>
                    </a:lnTo>
                    <a:lnTo>
                      <a:pt x="3209" y="1372"/>
                    </a:lnTo>
                    <a:lnTo>
                      <a:pt x="3511" y="1180"/>
                    </a:lnTo>
                    <a:lnTo>
                      <a:pt x="3840" y="1015"/>
                    </a:lnTo>
                    <a:lnTo>
                      <a:pt x="4196" y="851"/>
                    </a:lnTo>
                    <a:lnTo>
                      <a:pt x="4525" y="714"/>
                    </a:lnTo>
                    <a:lnTo>
                      <a:pt x="4882" y="577"/>
                    </a:lnTo>
                    <a:lnTo>
                      <a:pt x="5595" y="357"/>
                    </a:lnTo>
                    <a:lnTo>
                      <a:pt x="6335" y="220"/>
                    </a:lnTo>
                    <a:lnTo>
                      <a:pt x="7076" y="138"/>
                    </a:lnTo>
                    <a:lnTo>
                      <a:pt x="7514" y="110"/>
                    </a:lnTo>
                    <a:lnTo>
                      <a:pt x="7926" y="83"/>
                    </a:lnTo>
                    <a:lnTo>
                      <a:pt x="8749" y="110"/>
                    </a:lnTo>
                    <a:lnTo>
                      <a:pt x="8776" y="110"/>
                    </a:lnTo>
                    <a:lnTo>
                      <a:pt x="8803" y="83"/>
                    </a:lnTo>
                    <a:lnTo>
                      <a:pt x="8776" y="56"/>
                    </a:lnTo>
                    <a:lnTo>
                      <a:pt x="8749" y="28"/>
                    </a:lnTo>
                    <a:lnTo>
                      <a:pt x="798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3"/>
              <p:cNvSpPr/>
              <p:nvPr/>
            </p:nvSpPr>
            <p:spPr>
              <a:xfrm>
                <a:off x="7822650" y="3355650"/>
                <a:ext cx="10300" cy="244100"/>
              </a:xfrm>
              <a:custGeom>
                <a:rect b="b" l="l" r="r" t="t"/>
                <a:pathLst>
                  <a:path extrusionOk="0" h="9764" w="412">
                    <a:moveTo>
                      <a:pt x="357" y="1"/>
                    </a:moveTo>
                    <a:lnTo>
                      <a:pt x="329" y="28"/>
                    </a:lnTo>
                    <a:lnTo>
                      <a:pt x="329" y="988"/>
                    </a:lnTo>
                    <a:lnTo>
                      <a:pt x="329" y="1948"/>
                    </a:lnTo>
                    <a:lnTo>
                      <a:pt x="247" y="3840"/>
                    </a:lnTo>
                    <a:lnTo>
                      <a:pt x="55" y="7625"/>
                    </a:lnTo>
                    <a:lnTo>
                      <a:pt x="0" y="9709"/>
                    </a:lnTo>
                    <a:lnTo>
                      <a:pt x="0" y="9736"/>
                    </a:lnTo>
                    <a:lnTo>
                      <a:pt x="28" y="9764"/>
                    </a:lnTo>
                    <a:lnTo>
                      <a:pt x="55" y="9736"/>
                    </a:lnTo>
                    <a:lnTo>
                      <a:pt x="82" y="9709"/>
                    </a:lnTo>
                    <a:lnTo>
                      <a:pt x="137" y="7844"/>
                    </a:lnTo>
                    <a:lnTo>
                      <a:pt x="219" y="5952"/>
                    </a:lnTo>
                    <a:lnTo>
                      <a:pt x="329" y="4087"/>
                    </a:lnTo>
                    <a:lnTo>
                      <a:pt x="411" y="2195"/>
                    </a:lnTo>
                    <a:lnTo>
                      <a:pt x="411" y="1125"/>
                    </a:lnTo>
                    <a:lnTo>
                      <a:pt x="411" y="28"/>
                    </a:lnTo>
                    <a:lnTo>
                      <a:pt x="41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3"/>
              <p:cNvSpPr/>
              <p:nvPr/>
            </p:nvSpPr>
            <p:spPr>
              <a:xfrm>
                <a:off x="6901875" y="4074175"/>
                <a:ext cx="357225" cy="16475"/>
              </a:xfrm>
              <a:custGeom>
                <a:rect b="b" l="l" r="r" t="t"/>
                <a:pathLst>
                  <a:path extrusionOk="0" h="659" w="14289">
                    <a:moveTo>
                      <a:pt x="14261" y="0"/>
                    </a:moveTo>
                    <a:lnTo>
                      <a:pt x="11491" y="110"/>
                    </a:lnTo>
                    <a:lnTo>
                      <a:pt x="8721" y="220"/>
                    </a:lnTo>
                    <a:lnTo>
                      <a:pt x="3181" y="467"/>
                    </a:lnTo>
                    <a:lnTo>
                      <a:pt x="28" y="576"/>
                    </a:lnTo>
                    <a:lnTo>
                      <a:pt x="0" y="576"/>
                    </a:lnTo>
                    <a:lnTo>
                      <a:pt x="0" y="604"/>
                    </a:lnTo>
                    <a:lnTo>
                      <a:pt x="0" y="631"/>
                    </a:lnTo>
                    <a:lnTo>
                      <a:pt x="28" y="659"/>
                    </a:lnTo>
                    <a:lnTo>
                      <a:pt x="2825" y="549"/>
                    </a:lnTo>
                    <a:lnTo>
                      <a:pt x="5595" y="439"/>
                    </a:lnTo>
                    <a:lnTo>
                      <a:pt x="11107" y="192"/>
                    </a:lnTo>
                    <a:lnTo>
                      <a:pt x="14261" y="83"/>
                    </a:lnTo>
                    <a:lnTo>
                      <a:pt x="14288" y="83"/>
                    </a:lnTo>
                    <a:lnTo>
                      <a:pt x="14288" y="55"/>
                    </a:lnTo>
                    <a:lnTo>
                      <a:pt x="14288" y="28"/>
                    </a:lnTo>
                    <a:lnTo>
                      <a:pt x="14261"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3"/>
              <p:cNvSpPr/>
              <p:nvPr/>
            </p:nvSpPr>
            <p:spPr>
              <a:xfrm>
                <a:off x="7752700" y="2585700"/>
                <a:ext cx="25" cy="25"/>
              </a:xfrm>
              <a:custGeom>
                <a:rect b="b" l="l" r="r" t="t"/>
                <a:pathLst>
                  <a:path extrusionOk="0" h="1" w="1">
                    <a:moveTo>
                      <a:pt x="1" y="1"/>
                    </a:moveTo>
                    <a:lnTo>
                      <a:pt x="1" y="1"/>
                    </a:lnTo>
                    <a:close/>
                  </a:path>
                </a:pathLst>
              </a:custGeom>
              <a:solidFill>
                <a:srgbClr val="CB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3"/>
              <p:cNvSpPr/>
              <p:nvPr/>
            </p:nvSpPr>
            <p:spPr>
              <a:xfrm>
                <a:off x="7752700" y="2585700"/>
                <a:ext cx="25" cy="25"/>
              </a:xfrm>
              <a:custGeom>
                <a:rect b="b" l="l" r="r" t="t"/>
                <a:pathLst>
                  <a:path extrusionOk="0" fill="none" h="1" w="1">
                    <a:moveTo>
                      <a:pt x="1" y="1"/>
                    </a:moveTo>
                    <a:lnTo>
                      <a:pt x="1" y="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3"/>
              <p:cNvSpPr/>
              <p:nvPr/>
            </p:nvSpPr>
            <p:spPr>
              <a:xfrm>
                <a:off x="7456525" y="2582275"/>
                <a:ext cx="379175" cy="412075"/>
              </a:xfrm>
              <a:custGeom>
                <a:rect b="b" l="l" r="r" t="t"/>
                <a:pathLst>
                  <a:path extrusionOk="0" h="16483" w="15167">
                    <a:moveTo>
                      <a:pt x="851" y="1"/>
                    </a:moveTo>
                    <a:lnTo>
                      <a:pt x="659" y="28"/>
                    </a:lnTo>
                    <a:lnTo>
                      <a:pt x="494" y="83"/>
                    </a:lnTo>
                    <a:lnTo>
                      <a:pt x="330" y="165"/>
                    </a:lnTo>
                    <a:lnTo>
                      <a:pt x="192" y="275"/>
                    </a:lnTo>
                    <a:lnTo>
                      <a:pt x="83" y="412"/>
                    </a:lnTo>
                    <a:lnTo>
                      <a:pt x="28" y="577"/>
                    </a:lnTo>
                    <a:lnTo>
                      <a:pt x="0" y="769"/>
                    </a:lnTo>
                    <a:lnTo>
                      <a:pt x="0" y="933"/>
                    </a:lnTo>
                    <a:lnTo>
                      <a:pt x="549" y="4169"/>
                    </a:lnTo>
                    <a:lnTo>
                      <a:pt x="1262" y="8530"/>
                    </a:lnTo>
                    <a:lnTo>
                      <a:pt x="2386" y="15797"/>
                    </a:lnTo>
                    <a:lnTo>
                      <a:pt x="2414" y="15934"/>
                    </a:lnTo>
                    <a:lnTo>
                      <a:pt x="2469" y="16072"/>
                    </a:lnTo>
                    <a:lnTo>
                      <a:pt x="2578" y="16181"/>
                    </a:lnTo>
                    <a:lnTo>
                      <a:pt x="2661" y="16291"/>
                    </a:lnTo>
                    <a:lnTo>
                      <a:pt x="2798" y="16373"/>
                    </a:lnTo>
                    <a:lnTo>
                      <a:pt x="2935" y="16428"/>
                    </a:lnTo>
                    <a:lnTo>
                      <a:pt x="3072" y="16455"/>
                    </a:lnTo>
                    <a:lnTo>
                      <a:pt x="3237" y="16483"/>
                    </a:lnTo>
                    <a:lnTo>
                      <a:pt x="14316" y="16483"/>
                    </a:lnTo>
                    <a:lnTo>
                      <a:pt x="14508" y="16455"/>
                    </a:lnTo>
                    <a:lnTo>
                      <a:pt x="14673" y="16401"/>
                    </a:lnTo>
                    <a:lnTo>
                      <a:pt x="14837" y="16318"/>
                    </a:lnTo>
                    <a:lnTo>
                      <a:pt x="14974" y="16209"/>
                    </a:lnTo>
                    <a:lnTo>
                      <a:pt x="15056" y="16072"/>
                    </a:lnTo>
                    <a:lnTo>
                      <a:pt x="15139" y="15907"/>
                    </a:lnTo>
                    <a:lnTo>
                      <a:pt x="15166" y="15742"/>
                    </a:lnTo>
                    <a:lnTo>
                      <a:pt x="15166" y="15578"/>
                    </a:lnTo>
                    <a:lnTo>
                      <a:pt x="13000" y="686"/>
                    </a:lnTo>
                    <a:lnTo>
                      <a:pt x="12972" y="549"/>
                    </a:lnTo>
                    <a:lnTo>
                      <a:pt x="12917" y="412"/>
                    </a:lnTo>
                    <a:lnTo>
                      <a:pt x="12835" y="303"/>
                    </a:lnTo>
                    <a:lnTo>
                      <a:pt x="12725" y="193"/>
                    </a:lnTo>
                    <a:lnTo>
                      <a:pt x="12616" y="111"/>
                    </a:lnTo>
                    <a:lnTo>
                      <a:pt x="12479" y="56"/>
                    </a:lnTo>
                    <a:lnTo>
                      <a:pt x="123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3"/>
              <p:cNvSpPr/>
              <p:nvPr/>
            </p:nvSpPr>
            <p:spPr>
              <a:xfrm>
                <a:off x="7703350" y="2729700"/>
                <a:ext cx="246850" cy="222850"/>
              </a:xfrm>
              <a:custGeom>
                <a:rect b="b" l="l" r="r" t="t"/>
                <a:pathLst>
                  <a:path extrusionOk="0" h="8914" w="9874">
                    <a:moveTo>
                      <a:pt x="3895" y="0"/>
                    </a:moveTo>
                    <a:lnTo>
                      <a:pt x="4086" y="1344"/>
                    </a:lnTo>
                    <a:lnTo>
                      <a:pt x="3483" y="1207"/>
                    </a:lnTo>
                    <a:lnTo>
                      <a:pt x="2880" y="1097"/>
                    </a:lnTo>
                    <a:lnTo>
                      <a:pt x="2167" y="987"/>
                    </a:lnTo>
                    <a:lnTo>
                      <a:pt x="1454" y="905"/>
                    </a:lnTo>
                    <a:lnTo>
                      <a:pt x="1097" y="905"/>
                    </a:lnTo>
                    <a:lnTo>
                      <a:pt x="796" y="933"/>
                    </a:lnTo>
                    <a:lnTo>
                      <a:pt x="521" y="987"/>
                    </a:lnTo>
                    <a:lnTo>
                      <a:pt x="302" y="1070"/>
                    </a:lnTo>
                    <a:lnTo>
                      <a:pt x="192" y="1124"/>
                    </a:lnTo>
                    <a:lnTo>
                      <a:pt x="137" y="1179"/>
                    </a:lnTo>
                    <a:lnTo>
                      <a:pt x="83" y="1262"/>
                    </a:lnTo>
                    <a:lnTo>
                      <a:pt x="28" y="1344"/>
                    </a:lnTo>
                    <a:lnTo>
                      <a:pt x="0" y="1563"/>
                    </a:lnTo>
                    <a:lnTo>
                      <a:pt x="0" y="1755"/>
                    </a:lnTo>
                    <a:lnTo>
                      <a:pt x="28" y="1947"/>
                    </a:lnTo>
                    <a:lnTo>
                      <a:pt x="83" y="2112"/>
                    </a:lnTo>
                    <a:lnTo>
                      <a:pt x="165" y="2276"/>
                    </a:lnTo>
                    <a:lnTo>
                      <a:pt x="274" y="2413"/>
                    </a:lnTo>
                    <a:lnTo>
                      <a:pt x="384" y="2551"/>
                    </a:lnTo>
                    <a:lnTo>
                      <a:pt x="521" y="2660"/>
                    </a:lnTo>
                    <a:lnTo>
                      <a:pt x="768" y="2852"/>
                    </a:lnTo>
                    <a:lnTo>
                      <a:pt x="1015" y="2962"/>
                    </a:lnTo>
                    <a:lnTo>
                      <a:pt x="1234" y="3072"/>
                    </a:lnTo>
                    <a:lnTo>
                      <a:pt x="1179" y="3154"/>
                    </a:lnTo>
                    <a:lnTo>
                      <a:pt x="1125" y="3236"/>
                    </a:lnTo>
                    <a:lnTo>
                      <a:pt x="1070" y="3373"/>
                    </a:lnTo>
                    <a:lnTo>
                      <a:pt x="1042" y="3538"/>
                    </a:lnTo>
                    <a:lnTo>
                      <a:pt x="1042" y="3702"/>
                    </a:lnTo>
                    <a:lnTo>
                      <a:pt x="1097" y="3922"/>
                    </a:lnTo>
                    <a:lnTo>
                      <a:pt x="1234" y="4141"/>
                    </a:lnTo>
                    <a:lnTo>
                      <a:pt x="1152" y="4196"/>
                    </a:lnTo>
                    <a:lnTo>
                      <a:pt x="1097" y="4278"/>
                    </a:lnTo>
                    <a:lnTo>
                      <a:pt x="1042" y="4415"/>
                    </a:lnTo>
                    <a:lnTo>
                      <a:pt x="1015" y="4553"/>
                    </a:lnTo>
                    <a:lnTo>
                      <a:pt x="1042" y="4745"/>
                    </a:lnTo>
                    <a:lnTo>
                      <a:pt x="1097" y="4964"/>
                    </a:lnTo>
                    <a:lnTo>
                      <a:pt x="1262" y="5211"/>
                    </a:lnTo>
                    <a:lnTo>
                      <a:pt x="1207" y="5348"/>
                    </a:lnTo>
                    <a:lnTo>
                      <a:pt x="1179" y="5485"/>
                    </a:lnTo>
                    <a:lnTo>
                      <a:pt x="1179" y="5677"/>
                    </a:lnTo>
                    <a:lnTo>
                      <a:pt x="1207" y="5896"/>
                    </a:lnTo>
                    <a:lnTo>
                      <a:pt x="1289" y="6143"/>
                    </a:lnTo>
                    <a:lnTo>
                      <a:pt x="1344" y="6253"/>
                    </a:lnTo>
                    <a:lnTo>
                      <a:pt x="1426" y="6390"/>
                    </a:lnTo>
                    <a:lnTo>
                      <a:pt x="1536" y="6500"/>
                    </a:lnTo>
                    <a:lnTo>
                      <a:pt x="1673" y="6609"/>
                    </a:lnTo>
                    <a:lnTo>
                      <a:pt x="1865" y="6746"/>
                    </a:lnTo>
                    <a:lnTo>
                      <a:pt x="2167" y="6884"/>
                    </a:lnTo>
                    <a:lnTo>
                      <a:pt x="3017" y="7213"/>
                    </a:lnTo>
                    <a:lnTo>
                      <a:pt x="4086" y="7597"/>
                    </a:lnTo>
                    <a:lnTo>
                      <a:pt x="5211" y="7981"/>
                    </a:lnTo>
                    <a:lnTo>
                      <a:pt x="7295" y="8639"/>
                    </a:lnTo>
                    <a:lnTo>
                      <a:pt x="8200" y="8913"/>
                    </a:lnTo>
                    <a:lnTo>
                      <a:pt x="9873" y="3702"/>
                    </a:lnTo>
                    <a:lnTo>
                      <a:pt x="8639" y="3428"/>
                    </a:lnTo>
                    <a:lnTo>
                      <a:pt x="8200" y="2934"/>
                    </a:lnTo>
                    <a:lnTo>
                      <a:pt x="7734" y="2441"/>
                    </a:lnTo>
                    <a:lnTo>
                      <a:pt x="7103" y="1865"/>
                    </a:lnTo>
                    <a:lnTo>
                      <a:pt x="6774" y="1563"/>
                    </a:lnTo>
                    <a:lnTo>
                      <a:pt x="6390" y="1262"/>
                    </a:lnTo>
                    <a:lnTo>
                      <a:pt x="6006" y="987"/>
                    </a:lnTo>
                    <a:lnTo>
                      <a:pt x="5595" y="713"/>
                    </a:lnTo>
                    <a:lnTo>
                      <a:pt x="5183" y="466"/>
                    </a:lnTo>
                    <a:lnTo>
                      <a:pt x="4745" y="274"/>
                    </a:lnTo>
                    <a:lnTo>
                      <a:pt x="4333" y="110"/>
                    </a:lnTo>
                    <a:lnTo>
                      <a:pt x="3895" y="0"/>
                    </a:lnTo>
                    <a:close/>
                  </a:path>
                </a:pathLst>
              </a:custGeom>
              <a:solidFill>
                <a:srgbClr val="CC54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3"/>
              <p:cNvSpPr/>
              <p:nvPr/>
            </p:nvSpPr>
            <p:spPr>
              <a:xfrm>
                <a:off x="7768475" y="2753000"/>
                <a:ext cx="60350" cy="20600"/>
              </a:xfrm>
              <a:custGeom>
                <a:rect b="b" l="l" r="r" t="t"/>
                <a:pathLst>
                  <a:path extrusionOk="0" fill="none" h="824" w="2414">
                    <a:moveTo>
                      <a:pt x="2414" y="823"/>
                    </a:moveTo>
                    <a:lnTo>
                      <a:pt x="2414" y="823"/>
                    </a:lnTo>
                    <a:lnTo>
                      <a:pt x="1" y="1"/>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3"/>
              <p:cNvSpPr/>
              <p:nvPr/>
            </p:nvSpPr>
            <p:spPr>
              <a:xfrm>
                <a:off x="7731450" y="2804425"/>
                <a:ext cx="25400" cy="8925"/>
              </a:xfrm>
              <a:custGeom>
                <a:rect b="b" l="l" r="r" t="t"/>
                <a:pathLst>
                  <a:path extrusionOk="0" fill="none" h="357" w="1016">
                    <a:moveTo>
                      <a:pt x="1015" y="357"/>
                    </a:moveTo>
                    <a:lnTo>
                      <a:pt x="1015" y="357"/>
                    </a:lnTo>
                    <a:lnTo>
                      <a:pt x="1" y="0"/>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3"/>
              <p:cNvSpPr/>
              <p:nvPr/>
            </p:nvSpPr>
            <p:spPr>
              <a:xfrm>
                <a:off x="7553200" y="2677575"/>
                <a:ext cx="150850" cy="63800"/>
              </a:xfrm>
              <a:custGeom>
                <a:rect b="b" l="l" r="r" t="t"/>
                <a:pathLst>
                  <a:path extrusionOk="0" h="2552" w="6034">
                    <a:moveTo>
                      <a:pt x="850" y="1"/>
                    </a:moveTo>
                    <a:lnTo>
                      <a:pt x="658" y="28"/>
                    </a:lnTo>
                    <a:lnTo>
                      <a:pt x="494" y="83"/>
                    </a:lnTo>
                    <a:lnTo>
                      <a:pt x="329" y="165"/>
                    </a:lnTo>
                    <a:lnTo>
                      <a:pt x="192" y="302"/>
                    </a:lnTo>
                    <a:lnTo>
                      <a:pt x="110" y="467"/>
                    </a:lnTo>
                    <a:lnTo>
                      <a:pt x="28" y="632"/>
                    </a:lnTo>
                    <a:lnTo>
                      <a:pt x="0" y="796"/>
                    </a:lnTo>
                    <a:lnTo>
                      <a:pt x="28" y="988"/>
                    </a:lnTo>
                    <a:lnTo>
                      <a:pt x="192" y="1866"/>
                    </a:lnTo>
                    <a:lnTo>
                      <a:pt x="220" y="2003"/>
                    </a:lnTo>
                    <a:lnTo>
                      <a:pt x="302" y="2140"/>
                    </a:lnTo>
                    <a:lnTo>
                      <a:pt x="384" y="2250"/>
                    </a:lnTo>
                    <a:lnTo>
                      <a:pt x="467" y="2359"/>
                    </a:lnTo>
                    <a:lnTo>
                      <a:pt x="604" y="2442"/>
                    </a:lnTo>
                    <a:lnTo>
                      <a:pt x="713" y="2496"/>
                    </a:lnTo>
                    <a:lnTo>
                      <a:pt x="878" y="2524"/>
                    </a:lnTo>
                    <a:lnTo>
                      <a:pt x="1015" y="2551"/>
                    </a:lnTo>
                    <a:lnTo>
                      <a:pt x="5184" y="2551"/>
                    </a:lnTo>
                    <a:lnTo>
                      <a:pt x="5375" y="2524"/>
                    </a:lnTo>
                    <a:lnTo>
                      <a:pt x="5567" y="2469"/>
                    </a:lnTo>
                    <a:lnTo>
                      <a:pt x="5705" y="2359"/>
                    </a:lnTo>
                    <a:lnTo>
                      <a:pt x="5842" y="2250"/>
                    </a:lnTo>
                    <a:lnTo>
                      <a:pt x="5951" y="2085"/>
                    </a:lnTo>
                    <a:lnTo>
                      <a:pt x="6006" y="1921"/>
                    </a:lnTo>
                    <a:lnTo>
                      <a:pt x="6034" y="1729"/>
                    </a:lnTo>
                    <a:lnTo>
                      <a:pt x="6034" y="1537"/>
                    </a:lnTo>
                    <a:lnTo>
                      <a:pt x="5869" y="686"/>
                    </a:lnTo>
                    <a:lnTo>
                      <a:pt x="5814" y="549"/>
                    </a:lnTo>
                    <a:lnTo>
                      <a:pt x="5759" y="412"/>
                    </a:lnTo>
                    <a:lnTo>
                      <a:pt x="5677" y="302"/>
                    </a:lnTo>
                    <a:lnTo>
                      <a:pt x="5567" y="193"/>
                    </a:lnTo>
                    <a:lnTo>
                      <a:pt x="5458" y="111"/>
                    </a:lnTo>
                    <a:lnTo>
                      <a:pt x="5321" y="56"/>
                    </a:lnTo>
                    <a:lnTo>
                      <a:pt x="51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3"/>
              <p:cNvSpPr/>
              <p:nvPr/>
            </p:nvSpPr>
            <p:spPr>
              <a:xfrm>
                <a:off x="7091775" y="2935375"/>
                <a:ext cx="102175" cy="131650"/>
              </a:xfrm>
              <a:custGeom>
                <a:rect b="b" l="l" r="r" t="t"/>
                <a:pathLst>
                  <a:path extrusionOk="0" h="5266" w="4087">
                    <a:moveTo>
                      <a:pt x="1" y="0"/>
                    </a:moveTo>
                    <a:lnTo>
                      <a:pt x="1" y="5266"/>
                    </a:lnTo>
                    <a:lnTo>
                      <a:pt x="4087" y="5266"/>
                    </a:lnTo>
                    <a:lnTo>
                      <a:pt x="408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3"/>
              <p:cNvSpPr/>
              <p:nvPr/>
            </p:nvSpPr>
            <p:spPr>
              <a:xfrm>
                <a:off x="7390025" y="2935375"/>
                <a:ext cx="102175" cy="131650"/>
              </a:xfrm>
              <a:custGeom>
                <a:rect b="b" l="l" r="r" t="t"/>
                <a:pathLst>
                  <a:path extrusionOk="0" h="5266" w="4087">
                    <a:moveTo>
                      <a:pt x="0" y="0"/>
                    </a:moveTo>
                    <a:lnTo>
                      <a:pt x="0" y="5266"/>
                    </a:lnTo>
                    <a:lnTo>
                      <a:pt x="4087" y="5266"/>
                    </a:lnTo>
                    <a:lnTo>
                      <a:pt x="408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3"/>
              <p:cNvSpPr/>
              <p:nvPr/>
            </p:nvSpPr>
            <p:spPr>
              <a:xfrm>
                <a:off x="7239175" y="2804425"/>
                <a:ext cx="102200" cy="262600"/>
              </a:xfrm>
              <a:custGeom>
                <a:rect b="b" l="l" r="r" t="t"/>
                <a:pathLst>
                  <a:path extrusionOk="0" h="10504" w="4088">
                    <a:moveTo>
                      <a:pt x="1" y="0"/>
                    </a:moveTo>
                    <a:lnTo>
                      <a:pt x="1" y="10504"/>
                    </a:lnTo>
                    <a:lnTo>
                      <a:pt x="4087" y="10504"/>
                    </a:lnTo>
                    <a:lnTo>
                      <a:pt x="408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3"/>
              <p:cNvSpPr/>
              <p:nvPr/>
            </p:nvSpPr>
            <p:spPr>
              <a:xfrm>
                <a:off x="6949850" y="2893550"/>
                <a:ext cx="102200" cy="173475"/>
              </a:xfrm>
              <a:custGeom>
                <a:rect b="b" l="l" r="r" t="t"/>
                <a:pathLst>
                  <a:path extrusionOk="0" h="6939" w="4088">
                    <a:moveTo>
                      <a:pt x="1" y="1"/>
                    </a:moveTo>
                    <a:lnTo>
                      <a:pt x="1" y="6939"/>
                    </a:lnTo>
                    <a:lnTo>
                      <a:pt x="4087" y="6939"/>
                    </a:lnTo>
                    <a:lnTo>
                      <a:pt x="4087"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3"/>
              <p:cNvSpPr/>
              <p:nvPr/>
            </p:nvSpPr>
            <p:spPr>
              <a:xfrm>
                <a:off x="7330375" y="3614125"/>
                <a:ext cx="130975" cy="702100"/>
              </a:xfrm>
              <a:custGeom>
                <a:rect b="b" l="l" r="r" t="t"/>
                <a:pathLst>
                  <a:path extrusionOk="0" h="28084" w="5239">
                    <a:moveTo>
                      <a:pt x="5184" y="1"/>
                    </a:moveTo>
                    <a:lnTo>
                      <a:pt x="5156" y="28"/>
                    </a:lnTo>
                    <a:lnTo>
                      <a:pt x="5019" y="768"/>
                    </a:lnTo>
                    <a:lnTo>
                      <a:pt x="4663" y="2798"/>
                    </a:lnTo>
                    <a:lnTo>
                      <a:pt x="4087" y="5815"/>
                    </a:lnTo>
                    <a:lnTo>
                      <a:pt x="3428" y="9489"/>
                    </a:lnTo>
                    <a:lnTo>
                      <a:pt x="2688" y="13521"/>
                    </a:lnTo>
                    <a:lnTo>
                      <a:pt x="1920" y="17580"/>
                    </a:lnTo>
                    <a:lnTo>
                      <a:pt x="1234" y="21392"/>
                    </a:lnTo>
                    <a:lnTo>
                      <a:pt x="631" y="24600"/>
                    </a:lnTo>
                    <a:lnTo>
                      <a:pt x="220" y="26877"/>
                    </a:lnTo>
                    <a:lnTo>
                      <a:pt x="0" y="27974"/>
                    </a:lnTo>
                    <a:lnTo>
                      <a:pt x="0" y="28028"/>
                    </a:lnTo>
                    <a:lnTo>
                      <a:pt x="0" y="28056"/>
                    </a:lnTo>
                    <a:lnTo>
                      <a:pt x="28" y="28083"/>
                    </a:lnTo>
                    <a:lnTo>
                      <a:pt x="55" y="28083"/>
                    </a:lnTo>
                    <a:lnTo>
                      <a:pt x="83" y="28056"/>
                    </a:lnTo>
                    <a:lnTo>
                      <a:pt x="220" y="27288"/>
                    </a:lnTo>
                    <a:lnTo>
                      <a:pt x="604" y="25258"/>
                    </a:lnTo>
                    <a:lnTo>
                      <a:pt x="1152" y="22242"/>
                    </a:lnTo>
                    <a:lnTo>
                      <a:pt x="1838" y="18567"/>
                    </a:lnTo>
                    <a:lnTo>
                      <a:pt x="2578" y="14536"/>
                    </a:lnTo>
                    <a:lnTo>
                      <a:pt x="3319" y="10477"/>
                    </a:lnTo>
                    <a:lnTo>
                      <a:pt x="4032" y="6692"/>
                    </a:lnTo>
                    <a:lnTo>
                      <a:pt x="4608" y="3483"/>
                    </a:lnTo>
                    <a:lnTo>
                      <a:pt x="5046" y="1180"/>
                    </a:lnTo>
                    <a:lnTo>
                      <a:pt x="5238" y="83"/>
                    </a:lnTo>
                    <a:lnTo>
                      <a:pt x="5238" y="28"/>
                    </a:lnTo>
                    <a:lnTo>
                      <a:pt x="523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 name="Google Shape;1118;p3"/>
            <p:cNvGrpSpPr/>
            <p:nvPr/>
          </p:nvGrpSpPr>
          <p:grpSpPr>
            <a:xfrm>
              <a:off x="5056880" y="3424485"/>
              <a:ext cx="3365889" cy="1454502"/>
              <a:chOff x="1616900" y="5075050"/>
              <a:chExt cx="2889175" cy="1248500"/>
            </a:xfrm>
          </p:grpSpPr>
          <p:grpSp>
            <p:nvGrpSpPr>
              <p:cNvPr id="1119" name="Google Shape;1119;p3"/>
              <p:cNvGrpSpPr/>
              <p:nvPr/>
            </p:nvGrpSpPr>
            <p:grpSpPr>
              <a:xfrm>
                <a:off x="1815725" y="5075050"/>
                <a:ext cx="2690350" cy="1248500"/>
                <a:chOff x="1815725" y="5075050"/>
                <a:chExt cx="2690350" cy="1248500"/>
              </a:xfrm>
            </p:grpSpPr>
            <p:sp>
              <p:nvSpPr>
                <p:cNvPr id="1120" name="Google Shape;1120;p3"/>
                <p:cNvSpPr/>
                <p:nvPr/>
              </p:nvSpPr>
              <p:spPr>
                <a:xfrm>
                  <a:off x="1815725" y="5075050"/>
                  <a:ext cx="2350975" cy="62400"/>
                </a:xfrm>
                <a:custGeom>
                  <a:rect b="b" l="l" r="r" t="t"/>
                  <a:pathLst>
                    <a:path extrusionOk="0" h="2496" w="94039">
                      <a:moveTo>
                        <a:pt x="1262" y="0"/>
                      </a:moveTo>
                      <a:lnTo>
                        <a:pt x="1015" y="28"/>
                      </a:lnTo>
                      <a:lnTo>
                        <a:pt x="768" y="82"/>
                      </a:lnTo>
                      <a:lnTo>
                        <a:pt x="549" y="220"/>
                      </a:lnTo>
                      <a:lnTo>
                        <a:pt x="357" y="357"/>
                      </a:lnTo>
                      <a:lnTo>
                        <a:pt x="219" y="549"/>
                      </a:lnTo>
                      <a:lnTo>
                        <a:pt x="110" y="768"/>
                      </a:lnTo>
                      <a:lnTo>
                        <a:pt x="28" y="987"/>
                      </a:lnTo>
                      <a:lnTo>
                        <a:pt x="0" y="1262"/>
                      </a:lnTo>
                      <a:lnTo>
                        <a:pt x="28" y="1508"/>
                      </a:lnTo>
                      <a:lnTo>
                        <a:pt x="110" y="1728"/>
                      </a:lnTo>
                      <a:lnTo>
                        <a:pt x="219" y="1947"/>
                      </a:lnTo>
                      <a:lnTo>
                        <a:pt x="357" y="2139"/>
                      </a:lnTo>
                      <a:lnTo>
                        <a:pt x="549" y="2304"/>
                      </a:lnTo>
                      <a:lnTo>
                        <a:pt x="768" y="2413"/>
                      </a:lnTo>
                      <a:lnTo>
                        <a:pt x="1015" y="2468"/>
                      </a:lnTo>
                      <a:lnTo>
                        <a:pt x="1262" y="2496"/>
                      </a:lnTo>
                      <a:lnTo>
                        <a:pt x="92777" y="2496"/>
                      </a:lnTo>
                      <a:lnTo>
                        <a:pt x="93024" y="2468"/>
                      </a:lnTo>
                      <a:lnTo>
                        <a:pt x="93271" y="2413"/>
                      </a:lnTo>
                      <a:lnTo>
                        <a:pt x="93490" y="2304"/>
                      </a:lnTo>
                      <a:lnTo>
                        <a:pt x="93682" y="2139"/>
                      </a:lnTo>
                      <a:lnTo>
                        <a:pt x="93819" y="1947"/>
                      </a:lnTo>
                      <a:lnTo>
                        <a:pt x="93929" y="1728"/>
                      </a:lnTo>
                      <a:lnTo>
                        <a:pt x="94011" y="1508"/>
                      </a:lnTo>
                      <a:lnTo>
                        <a:pt x="94038" y="1262"/>
                      </a:lnTo>
                      <a:lnTo>
                        <a:pt x="94011" y="987"/>
                      </a:lnTo>
                      <a:lnTo>
                        <a:pt x="93929" y="768"/>
                      </a:lnTo>
                      <a:lnTo>
                        <a:pt x="93819" y="549"/>
                      </a:lnTo>
                      <a:lnTo>
                        <a:pt x="93682" y="357"/>
                      </a:lnTo>
                      <a:lnTo>
                        <a:pt x="93490" y="220"/>
                      </a:lnTo>
                      <a:lnTo>
                        <a:pt x="93271" y="82"/>
                      </a:lnTo>
                      <a:lnTo>
                        <a:pt x="93024" y="28"/>
                      </a:lnTo>
                      <a:lnTo>
                        <a:pt x="9277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3"/>
                <p:cNvSpPr/>
                <p:nvPr/>
              </p:nvSpPr>
              <p:spPr>
                <a:xfrm>
                  <a:off x="4057650" y="5142225"/>
                  <a:ext cx="448425" cy="1181325"/>
                </a:xfrm>
                <a:custGeom>
                  <a:rect b="b" l="l" r="r" t="t"/>
                  <a:pathLst>
                    <a:path extrusionOk="0" h="47253" w="17937">
                      <a:moveTo>
                        <a:pt x="1" y="1"/>
                      </a:moveTo>
                      <a:lnTo>
                        <a:pt x="1" y="56"/>
                      </a:lnTo>
                      <a:lnTo>
                        <a:pt x="3374" y="8996"/>
                      </a:lnTo>
                      <a:lnTo>
                        <a:pt x="6912" y="18293"/>
                      </a:lnTo>
                      <a:lnTo>
                        <a:pt x="10504" y="27809"/>
                      </a:lnTo>
                      <a:lnTo>
                        <a:pt x="14042" y="37133"/>
                      </a:lnTo>
                      <a:lnTo>
                        <a:pt x="17470" y="46156"/>
                      </a:lnTo>
                      <a:lnTo>
                        <a:pt x="17882" y="47226"/>
                      </a:lnTo>
                      <a:lnTo>
                        <a:pt x="17882" y="47253"/>
                      </a:lnTo>
                      <a:lnTo>
                        <a:pt x="17936" y="47253"/>
                      </a:lnTo>
                      <a:lnTo>
                        <a:pt x="17936" y="47226"/>
                      </a:lnTo>
                      <a:lnTo>
                        <a:pt x="17936" y="47198"/>
                      </a:lnTo>
                      <a:lnTo>
                        <a:pt x="14563" y="38258"/>
                      </a:lnTo>
                      <a:lnTo>
                        <a:pt x="11026" y="28933"/>
                      </a:lnTo>
                      <a:lnTo>
                        <a:pt x="7433" y="19445"/>
                      </a:lnTo>
                      <a:lnTo>
                        <a:pt x="3895" y="10093"/>
                      </a:lnTo>
                      <a:lnTo>
                        <a:pt x="495" y="1098"/>
                      </a:lnTo>
                      <a:lnTo>
                        <a:pt x="83" y="28"/>
                      </a:lnTo>
                      <a:lnTo>
                        <a:pt x="5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2" name="Google Shape;1122;p3"/>
              <p:cNvSpPr/>
              <p:nvPr/>
            </p:nvSpPr>
            <p:spPr>
              <a:xfrm>
                <a:off x="1616900" y="5142225"/>
                <a:ext cx="405900" cy="1177225"/>
              </a:xfrm>
              <a:custGeom>
                <a:rect b="b" l="l" r="r" t="t"/>
                <a:pathLst>
                  <a:path extrusionOk="0" h="47089" w="16236">
                    <a:moveTo>
                      <a:pt x="16180" y="1"/>
                    </a:moveTo>
                    <a:lnTo>
                      <a:pt x="16153" y="28"/>
                    </a:lnTo>
                    <a:lnTo>
                      <a:pt x="13027" y="8749"/>
                    </a:lnTo>
                    <a:lnTo>
                      <a:pt x="9763" y="18101"/>
                    </a:lnTo>
                    <a:lnTo>
                      <a:pt x="8090" y="22873"/>
                    </a:lnTo>
                    <a:lnTo>
                      <a:pt x="6417" y="27672"/>
                    </a:lnTo>
                    <a:lnTo>
                      <a:pt x="4827" y="32389"/>
                    </a:lnTo>
                    <a:lnTo>
                      <a:pt x="3236" y="37106"/>
                    </a:lnTo>
                    <a:lnTo>
                      <a:pt x="1783" y="41549"/>
                    </a:lnTo>
                    <a:lnTo>
                      <a:pt x="329" y="45991"/>
                    </a:lnTo>
                    <a:lnTo>
                      <a:pt x="0" y="47061"/>
                    </a:lnTo>
                    <a:lnTo>
                      <a:pt x="0" y="47088"/>
                    </a:lnTo>
                    <a:lnTo>
                      <a:pt x="55" y="47088"/>
                    </a:lnTo>
                    <a:lnTo>
                      <a:pt x="82" y="47061"/>
                    </a:lnTo>
                    <a:lnTo>
                      <a:pt x="1481" y="42646"/>
                    </a:lnTo>
                    <a:lnTo>
                      <a:pt x="2934" y="38258"/>
                    </a:lnTo>
                    <a:lnTo>
                      <a:pt x="4525" y="33568"/>
                    </a:lnTo>
                    <a:lnTo>
                      <a:pt x="6116" y="28879"/>
                    </a:lnTo>
                    <a:lnTo>
                      <a:pt x="7761" y="24079"/>
                    </a:lnTo>
                    <a:lnTo>
                      <a:pt x="9407" y="19280"/>
                    </a:lnTo>
                    <a:lnTo>
                      <a:pt x="12725" y="9901"/>
                    </a:lnTo>
                    <a:lnTo>
                      <a:pt x="15879" y="1070"/>
                    </a:lnTo>
                    <a:lnTo>
                      <a:pt x="16235" y="56"/>
                    </a:lnTo>
                    <a:lnTo>
                      <a:pt x="162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 name="Shape 1126"/>
        <p:cNvGrpSpPr/>
        <p:nvPr/>
      </p:nvGrpSpPr>
      <p:grpSpPr>
        <a:xfrm>
          <a:off x="0" y="0"/>
          <a:ext cx="0" cy="0"/>
          <a:chOff x="0" y="0"/>
          <a:chExt cx="0" cy="0"/>
        </a:xfrm>
      </p:grpSpPr>
      <p:sp>
        <p:nvSpPr>
          <p:cNvPr id="1127" name="Google Shape;1127;p4"/>
          <p:cNvSpPr txBox="1"/>
          <p:nvPr>
            <p:ph idx="3" type="title"/>
          </p:nvPr>
        </p:nvSpPr>
        <p:spPr>
          <a:xfrm>
            <a:off x="632458" y="1335138"/>
            <a:ext cx="7590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1</a:t>
            </a:r>
            <a:endParaRPr/>
          </a:p>
        </p:txBody>
      </p:sp>
      <p:sp>
        <p:nvSpPr>
          <p:cNvPr id="1128" name="Google Shape;1128;p4"/>
          <p:cNvSpPr txBox="1"/>
          <p:nvPr>
            <p:ph idx="4" type="title"/>
          </p:nvPr>
        </p:nvSpPr>
        <p:spPr>
          <a:xfrm flipH="1">
            <a:off x="4876740" y="1334138"/>
            <a:ext cx="7590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2</a:t>
            </a:r>
            <a:endParaRPr/>
          </a:p>
        </p:txBody>
      </p:sp>
      <p:sp>
        <p:nvSpPr>
          <p:cNvPr id="1129" name="Google Shape;1129;p4"/>
          <p:cNvSpPr txBox="1"/>
          <p:nvPr>
            <p:ph idx="15" type="title"/>
          </p:nvPr>
        </p:nvSpPr>
        <p:spPr>
          <a:xfrm>
            <a:off x="632458" y="3192850"/>
            <a:ext cx="7590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3</a:t>
            </a:r>
            <a:endParaRPr/>
          </a:p>
        </p:txBody>
      </p:sp>
      <p:sp>
        <p:nvSpPr>
          <p:cNvPr id="1130" name="Google Shape;1130;p4"/>
          <p:cNvSpPr txBox="1"/>
          <p:nvPr>
            <p:ph idx="16" type="title"/>
          </p:nvPr>
        </p:nvSpPr>
        <p:spPr>
          <a:xfrm flipH="1">
            <a:off x="4876740" y="3192850"/>
            <a:ext cx="7590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4</a:t>
            </a:r>
            <a:endParaRPr/>
          </a:p>
        </p:txBody>
      </p:sp>
      <p:sp>
        <p:nvSpPr>
          <p:cNvPr id="1131" name="Google Shape;1131;p4"/>
          <p:cNvSpPr txBox="1"/>
          <p:nvPr>
            <p:ph idx="5"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Design Goals</a:t>
            </a:r>
            <a:endParaRPr/>
          </a:p>
          <a:p>
            <a:pPr indent="0" lvl="0" marL="0" rtl="0" algn="ctr">
              <a:lnSpc>
                <a:spcPct val="100000"/>
              </a:lnSpc>
              <a:spcBef>
                <a:spcPts val="0"/>
              </a:spcBef>
              <a:spcAft>
                <a:spcPts val="0"/>
              </a:spcAft>
              <a:buSzPts val="3000"/>
              <a:buNone/>
            </a:pPr>
            <a:r>
              <a:t/>
            </a:r>
            <a:endParaRPr/>
          </a:p>
          <a:p>
            <a:pPr indent="0" lvl="0" marL="0" rtl="0" algn="ctr">
              <a:lnSpc>
                <a:spcPct val="100000"/>
              </a:lnSpc>
              <a:spcBef>
                <a:spcPts val="0"/>
              </a:spcBef>
              <a:spcAft>
                <a:spcPts val="0"/>
              </a:spcAft>
              <a:buSzPts val="3000"/>
              <a:buNone/>
            </a:pPr>
            <a:r>
              <a:t/>
            </a:r>
            <a:endParaRPr/>
          </a:p>
          <a:p>
            <a:pPr indent="0" lvl="0" marL="0" rtl="0" algn="ctr">
              <a:lnSpc>
                <a:spcPct val="100000"/>
              </a:lnSpc>
              <a:spcBef>
                <a:spcPts val="0"/>
              </a:spcBef>
              <a:spcAft>
                <a:spcPts val="0"/>
              </a:spcAft>
              <a:buSzPts val="3000"/>
              <a:buNone/>
            </a:pPr>
            <a:r>
              <a:t/>
            </a:r>
            <a:endParaRPr/>
          </a:p>
        </p:txBody>
      </p:sp>
      <p:sp>
        <p:nvSpPr>
          <p:cNvPr id="1132" name="Google Shape;1132;p4"/>
          <p:cNvSpPr txBox="1"/>
          <p:nvPr>
            <p:ph type="title"/>
          </p:nvPr>
        </p:nvSpPr>
        <p:spPr>
          <a:xfrm>
            <a:off x="1536467" y="1334138"/>
            <a:ext cx="2271600" cy="7590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t>Support </a:t>
            </a:r>
            <a:endParaRPr/>
          </a:p>
          <a:p>
            <a:pPr indent="0" lvl="0" marL="0" rtl="0" algn="l">
              <a:lnSpc>
                <a:spcPct val="100000"/>
              </a:lnSpc>
              <a:spcBef>
                <a:spcPts val="0"/>
              </a:spcBef>
              <a:spcAft>
                <a:spcPts val="0"/>
              </a:spcAft>
              <a:buSzPts val="2500"/>
              <a:buNone/>
            </a:pPr>
            <a:r>
              <a:rPr lang="en"/>
              <a:t>reflection, not performance  </a:t>
            </a:r>
            <a:endParaRPr/>
          </a:p>
        </p:txBody>
      </p:sp>
      <p:sp>
        <p:nvSpPr>
          <p:cNvPr id="1133" name="Google Shape;1133;p4"/>
          <p:cNvSpPr txBox="1"/>
          <p:nvPr>
            <p:ph idx="2" type="title"/>
          </p:nvPr>
        </p:nvSpPr>
        <p:spPr>
          <a:xfrm flipH="1">
            <a:off x="5772342" y="1334138"/>
            <a:ext cx="2271600" cy="7590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t>Minimize interruption  </a:t>
            </a:r>
            <a:endParaRPr/>
          </a:p>
        </p:txBody>
      </p:sp>
      <p:sp>
        <p:nvSpPr>
          <p:cNvPr id="1134" name="Google Shape;1134;p4"/>
          <p:cNvSpPr txBox="1"/>
          <p:nvPr>
            <p:ph idx="6" type="title"/>
          </p:nvPr>
        </p:nvSpPr>
        <p:spPr>
          <a:xfrm>
            <a:off x="1536467" y="3192850"/>
            <a:ext cx="2271600" cy="75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SzPts val="2500"/>
              <a:buNone/>
            </a:pPr>
            <a:r>
              <a:rPr lang="en"/>
              <a:t> Ensure user control  </a:t>
            </a:r>
            <a:endParaRPr/>
          </a:p>
        </p:txBody>
      </p:sp>
      <p:sp>
        <p:nvSpPr>
          <p:cNvPr id="1135" name="Google Shape;1135;p4"/>
          <p:cNvSpPr txBox="1"/>
          <p:nvPr>
            <p:ph idx="14" type="title"/>
          </p:nvPr>
        </p:nvSpPr>
        <p:spPr>
          <a:xfrm flipH="1">
            <a:off x="5772342" y="3192850"/>
            <a:ext cx="2271600" cy="7590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t>Avoid surveillance</a:t>
            </a:r>
            <a:endParaRPr/>
          </a:p>
        </p:txBody>
      </p:sp>
      <p:pic>
        <p:nvPicPr>
          <p:cNvPr id="1136" name="Google Shape;1136;p4" title="surveillance-zone-prohibit-ban-cctv-black-silhouette-icon-forbid-security-video-camera-pictogram-video-monitoring-red-stop-symbol-no-allowed-control-equipment-sign-isolated-illustration-vector.jpg"/>
          <p:cNvPicPr preferRelativeResize="0"/>
          <p:nvPr/>
        </p:nvPicPr>
        <p:blipFill rotWithShape="1">
          <a:blip r:embed="rId3">
            <a:alphaModFix/>
          </a:blip>
          <a:srcRect b="0" l="0" r="0" t="0"/>
          <a:stretch/>
        </p:blipFill>
        <p:spPr>
          <a:xfrm>
            <a:off x="7895175" y="2952725"/>
            <a:ext cx="1079499" cy="1079499"/>
          </a:xfrm>
          <a:prstGeom prst="rect">
            <a:avLst/>
          </a:prstGeom>
          <a:noFill/>
          <a:ln>
            <a:noFill/>
          </a:ln>
        </p:spPr>
      </p:pic>
      <p:pic>
        <p:nvPicPr>
          <p:cNvPr id="1137" name="Google Shape;1137;p4" title="pngtree-monochrome-user-control-icon-a-simple-addition-for-templates-web-design-png-image_12713779.png"/>
          <p:cNvPicPr preferRelativeResize="0"/>
          <p:nvPr/>
        </p:nvPicPr>
        <p:blipFill rotWithShape="1">
          <a:blip r:embed="rId4">
            <a:alphaModFix/>
          </a:blip>
          <a:srcRect b="0" l="0" r="0" t="0"/>
          <a:stretch/>
        </p:blipFill>
        <p:spPr>
          <a:xfrm>
            <a:off x="3334700" y="2981825"/>
            <a:ext cx="1021299" cy="1021299"/>
          </a:xfrm>
          <a:prstGeom prst="rect">
            <a:avLst/>
          </a:prstGeom>
          <a:noFill/>
          <a:ln>
            <a:noFill/>
          </a:ln>
        </p:spPr>
      </p:pic>
      <p:pic>
        <p:nvPicPr>
          <p:cNvPr id="1138" name="Google Shape;1138;p4" title="images (1).png"/>
          <p:cNvPicPr preferRelativeResize="0"/>
          <p:nvPr/>
        </p:nvPicPr>
        <p:blipFill rotWithShape="1">
          <a:blip r:embed="rId5">
            <a:alphaModFix/>
          </a:blip>
          <a:srcRect b="-43368" l="0" r="-43368" t="0"/>
          <a:stretch/>
        </p:blipFill>
        <p:spPr>
          <a:xfrm>
            <a:off x="7768175" y="1006225"/>
            <a:ext cx="1672150" cy="1629025"/>
          </a:xfrm>
          <a:prstGeom prst="rect">
            <a:avLst/>
          </a:prstGeom>
          <a:noFill/>
          <a:ln>
            <a:noFill/>
          </a:ln>
        </p:spPr>
      </p:pic>
      <p:pic>
        <p:nvPicPr>
          <p:cNvPr id="1139" name="Google Shape;1139;p4" title="istockphoto-2042770665-612x612.jpg"/>
          <p:cNvPicPr preferRelativeResize="0"/>
          <p:nvPr/>
        </p:nvPicPr>
        <p:blipFill rotWithShape="1">
          <a:blip r:embed="rId6">
            <a:alphaModFix/>
          </a:blip>
          <a:srcRect b="0" l="0" r="0" t="0"/>
          <a:stretch/>
        </p:blipFill>
        <p:spPr>
          <a:xfrm>
            <a:off x="3334701" y="1140500"/>
            <a:ext cx="1021299" cy="10213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 name="Shape 1143"/>
        <p:cNvGrpSpPr/>
        <p:nvPr/>
      </p:nvGrpSpPr>
      <p:grpSpPr>
        <a:xfrm>
          <a:off x="0" y="0"/>
          <a:ext cx="0" cy="0"/>
          <a:chOff x="0" y="0"/>
          <a:chExt cx="0" cy="0"/>
        </a:xfrm>
      </p:grpSpPr>
      <p:pic>
        <p:nvPicPr>
          <p:cNvPr id="1144" name="Google Shape;1144;p5"/>
          <p:cNvPicPr preferRelativeResize="0"/>
          <p:nvPr/>
        </p:nvPicPr>
        <p:blipFill rotWithShape="1">
          <a:blip r:embed="rId3">
            <a:alphaModFix/>
          </a:blip>
          <a:srcRect b="0" l="0" r="0" t="0"/>
          <a:stretch/>
        </p:blipFill>
        <p:spPr>
          <a:xfrm>
            <a:off x="1049525" y="0"/>
            <a:ext cx="7270800" cy="46229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8" name="Shape 1148"/>
        <p:cNvGrpSpPr/>
        <p:nvPr/>
      </p:nvGrpSpPr>
      <p:grpSpPr>
        <a:xfrm>
          <a:off x="0" y="0"/>
          <a:ext cx="0" cy="0"/>
          <a:chOff x="0" y="0"/>
          <a:chExt cx="0" cy="0"/>
        </a:xfrm>
      </p:grpSpPr>
      <p:pic>
        <p:nvPicPr>
          <p:cNvPr id="1149" name="Google Shape;1149;p6"/>
          <p:cNvPicPr preferRelativeResize="0"/>
          <p:nvPr/>
        </p:nvPicPr>
        <p:blipFill rotWithShape="1">
          <a:blip r:embed="rId3">
            <a:alphaModFix/>
          </a:blip>
          <a:srcRect b="0" l="0" r="0" t="0"/>
          <a:stretch/>
        </p:blipFill>
        <p:spPr>
          <a:xfrm>
            <a:off x="1081800" y="0"/>
            <a:ext cx="6980400" cy="4622950"/>
          </a:xfrm>
          <a:prstGeom prst="rect">
            <a:avLst/>
          </a:prstGeom>
          <a:noFill/>
          <a:ln>
            <a:noFill/>
          </a:ln>
        </p:spPr>
      </p:pic>
      <p:grpSp>
        <p:nvGrpSpPr>
          <p:cNvPr id="1150" name="Google Shape;1150;p6"/>
          <p:cNvGrpSpPr/>
          <p:nvPr/>
        </p:nvGrpSpPr>
        <p:grpSpPr>
          <a:xfrm>
            <a:off x="7683681" y="3209015"/>
            <a:ext cx="1406211" cy="1616772"/>
            <a:chOff x="9301025" y="-382050"/>
            <a:chExt cx="1603068" cy="1843106"/>
          </a:xfrm>
        </p:grpSpPr>
        <p:sp>
          <p:nvSpPr>
            <p:cNvPr id="1151" name="Google Shape;1151;p6"/>
            <p:cNvSpPr/>
            <p:nvPr/>
          </p:nvSpPr>
          <p:spPr>
            <a:xfrm>
              <a:off x="9433193" y="1259725"/>
              <a:ext cx="1470900" cy="185100"/>
            </a:xfrm>
            <a:prstGeom prst="ellipse">
              <a:avLst/>
            </a:prstGeom>
            <a:solidFill>
              <a:srgbClr val="0A0A0A">
                <a:alpha val="471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152" name="Google Shape;1152;p6"/>
            <p:cNvSpPr/>
            <p:nvPr/>
          </p:nvSpPr>
          <p:spPr>
            <a:xfrm>
              <a:off x="10571819" y="991382"/>
              <a:ext cx="238809" cy="469674"/>
            </a:xfrm>
            <a:custGeom>
              <a:rect b="b" l="l" r="r" t="t"/>
              <a:pathLst>
                <a:path extrusionOk="0" h="14721" w="7485">
                  <a:moveTo>
                    <a:pt x="7485" y="0"/>
                  </a:moveTo>
                  <a:lnTo>
                    <a:pt x="63" y="1794"/>
                  </a:lnTo>
                  <a:lnTo>
                    <a:pt x="1" y="11257"/>
                  </a:lnTo>
                  <a:lnTo>
                    <a:pt x="2970" y="10082"/>
                  </a:lnTo>
                  <a:lnTo>
                    <a:pt x="3093" y="10886"/>
                  </a:lnTo>
                  <a:lnTo>
                    <a:pt x="3279" y="11566"/>
                  </a:lnTo>
                  <a:lnTo>
                    <a:pt x="3526" y="12185"/>
                  </a:lnTo>
                  <a:lnTo>
                    <a:pt x="3774" y="12679"/>
                  </a:lnTo>
                  <a:lnTo>
                    <a:pt x="4145" y="13112"/>
                  </a:lnTo>
                  <a:lnTo>
                    <a:pt x="4454" y="13483"/>
                  </a:lnTo>
                  <a:lnTo>
                    <a:pt x="4825" y="13793"/>
                  </a:lnTo>
                  <a:lnTo>
                    <a:pt x="5134" y="14040"/>
                  </a:lnTo>
                  <a:lnTo>
                    <a:pt x="5876" y="14411"/>
                  </a:lnTo>
                  <a:lnTo>
                    <a:pt x="6433" y="14659"/>
                  </a:lnTo>
                  <a:lnTo>
                    <a:pt x="6866" y="14721"/>
                  </a:lnTo>
                  <a:lnTo>
                    <a:pt x="6990" y="14721"/>
                  </a:lnTo>
                  <a:lnTo>
                    <a:pt x="748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6"/>
            <p:cNvSpPr/>
            <p:nvPr/>
          </p:nvSpPr>
          <p:spPr>
            <a:xfrm>
              <a:off x="9741054" y="679577"/>
              <a:ext cx="901859" cy="682799"/>
            </a:xfrm>
            <a:custGeom>
              <a:rect b="b" l="l" r="r" t="t"/>
              <a:pathLst>
                <a:path extrusionOk="0" h="21401" w="28267">
                  <a:moveTo>
                    <a:pt x="17010" y="1"/>
                  </a:moveTo>
                  <a:lnTo>
                    <a:pt x="15896" y="805"/>
                  </a:lnTo>
                  <a:lnTo>
                    <a:pt x="14226" y="1918"/>
                  </a:lnTo>
                  <a:lnTo>
                    <a:pt x="9773" y="4825"/>
                  </a:lnTo>
                  <a:lnTo>
                    <a:pt x="7423" y="6433"/>
                  </a:lnTo>
                  <a:lnTo>
                    <a:pt x="5134" y="8103"/>
                  </a:lnTo>
                  <a:lnTo>
                    <a:pt x="3155" y="9649"/>
                  </a:lnTo>
                  <a:lnTo>
                    <a:pt x="2351" y="10392"/>
                  </a:lnTo>
                  <a:lnTo>
                    <a:pt x="1671" y="11072"/>
                  </a:lnTo>
                  <a:lnTo>
                    <a:pt x="1176" y="11629"/>
                  </a:lnTo>
                  <a:lnTo>
                    <a:pt x="805" y="12309"/>
                  </a:lnTo>
                  <a:lnTo>
                    <a:pt x="495" y="13051"/>
                  </a:lnTo>
                  <a:lnTo>
                    <a:pt x="248" y="13855"/>
                  </a:lnTo>
                  <a:lnTo>
                    <a:pt x="63" y="14721"/>
                  </a:lnTo>
                  <a:lnTo>
                    <a:pt x="1" y="15587"/>
                  </a:lnTo>
                  <a:lnTo>
                    <a:pt x="63" y="16453"/>
                  </a:lnTo>
                  <a:lnTo>
                    <a:pt x="186" y="17319"/>
                  </a:lnTo>
                  <a:lnTo>
                    <a:pt x="434" y="18123"/>
                  </a:lnTo>
                  <a:lnTo>
                    <a:pt x="805" y="18927"/>
                  </a:lnTo>
                  <a:lnTo>
                    <a:pt x="1238" y="19607"/>
                  </a:lnTo>
                  <a:lnTo>
                    <a:pt x="1547" y="19917"/>
                  </a:lnTo>
                  <a:lnTo>
                    <a:pt x="1856" y="20226"/>
                  </a:lnTo>
                  <a:lnTo>
                    <a:pt x="2227" y="20473"/>
                  </a:lnTo>
                  <a:lnTo>
                    <a:pt x="2598" y="20721"/>
                  </a:lnTo>
                  <a:lnTo>
                    <a:pt x="3031" y="20968"/>
                  </a:lnTo>
                  <a:lnTo>
                    <a:pt x="3464" y="21092"/>
                  </a:lnTo>
                  <a:lnTo>
                    <a:pt x="3959" y="21277"/>
                  </a:lnTo>
                  <a:lnTo>
                    <a:pt x="4454" y="21339"/>
                  </a:lnTo>
                  <a:lnTo>
                    <a:pt x="5011" y="21401"/>
                  </a:lnTo>
                  <a:lnTo>
                    <a:pt x="5629" y="21401"/>
                  </a:lnTo>
                  <a:lnTo>
                    <a:pt x="18803" y="21215"/>
                  </a:lnTo>
                  <a:lnTo>
                    <a:pt x="28266" y="21030"/>
                  </a:lnTo>
                  <a:lnTo>
                    <a:pt x="27524" y="11072"/>
                  </a:lnTo>
                  <a:lnTo>
                    <a:pt x="15587" y="12000"/>
                  </a:lnTo>
                  <a:lnTo>
                    <a:pt x="26225" y="5258"/>
                  </a:lnTo>
                  <a:lnTo>
                    <a:pt x="19236" y="372"/>
                  </a:lnTo>
                  <a:lnTo>
                    <a:pt x="18185" y="124"/>
                  </a:lnTo>
                  <a:lnTo>
                    <a:pt x="1744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6"/>
            <p:cNvSpPr/>
            <p:nvPr/>
          </p:nvSpPr>
          <p:spPr>
            <a:xfrm>
              <a:off x="9595026" y="192170"/>
              <a:ext cx="382860" cy="361165"/>
            </a:xfrm>
            <a:custGeom>
              <a:rect b="b" l="l" r="r" t="t"/>
              <a:pathLst>
                <a:path extrusionOk="0" h="11320" w="12000">
                  <a:moveTo>
                    <a:pt x="3959" y="1"/>
                  </a:moveTo>
                  <a:lnTo>
                    <a:pt x="1" y="6000"/>
                  </a:lnTo>
                  <a:lnTo>
                    <a:pt x="9155" y="11319"/>
                  </a:lnTo>
                  <a:lnTo>
                    <a:pt x="12000" y="9093"/>
                  </a:lnTo>
                  <a:lnTo>
                    <a:pt x="10330" y="3340"/>
                  </a:lnTo>
                  <a:lnTo>
                    <a:pt x="39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6"/>
            <p:cNvSpPr/>
            <p:nvPr/>
          </p:nvSpPr>
          <p:spPr>
            <a:xfrm>
              <a:off x="9894962" y="-84092"/>
              <a:ext cx="197396" cy="236831"/>
            </a:xfrm>
            <a:custGeom>
              <a:rect b="b" l="l" r="r" t="t"/>
              <a:pathLst>
                <a:path extrusionOk="0" h="7423" w="6187">
                  <a:moveTo>
                    <a:pt x="4083" y="0"/>
                  </a:moveTo>
                  <a:lnTo>
                    <a:pt x="1" y="3526"/>
                  </a:lnTo>
                  <a:lnTo>
                    <a:pt x="1424" y="7423"/>
                  </a:lnTo>
                  <a:lnTo>
                    <a:pt x="6186" y="5691"/>
                  </a:lnTo>
                  <a:lnTo>
                    <a:pt x="408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6"/>
            <p:cNvSpPr/>
            <p:nvPr/>
          </p:nvSpPr>
          <p:spPr>
            <a:xfrm>
              <a:off x="9723283" y="-307074"/>
              <a:ext cx="305905" cy="380882"/>
            </a:xfrm>
            <a:custGeom>
              <a:rect b="b" l="l" r="r" t="t"/>
              <a:pathLst>
                <a:path extrusionOk="0" h="11938" w="9588">
                  <a:moveTo>
                    <a:pt x="5320" y="0"/>
                  </a:moveTo>
                  <a:lnTo>
                    <a:pt x="4454" y="62"/>
                  </a:lnTo>
                  <a:lnTo>
                    <a:pt x="3465" y="248"/>
                  </a:lnTo>
                  <a:lnTo>
                    <a:pt x="3279" y="310"/>
                  </a:lnTo>
                  <a:lnTo>
                    <a:pt x="2413" y="619"/>
                  </a:lnTo>
                  <a:lnTo>
                    <a:pt x="1671" y="1052"/>
                  </a:lnTo>
                  <a:lnTo>
                    <a:pt x="1052" y="1485"/>
                  </a:lnTo>
                  <a:lnTo>
                    <a:pt x="620" y="2041"/>
                  </a:lnTo>
                  <a:lnTo>
                    <a:pt x="434" y="2351"/>
                  </a:lnTo>
                  <a:lnTo>
                    <a:pt x="248" y="2660"/>
                  </a:lnTo>
                  <a:lnTo>
                    <a:pt x="125" y="2969"/>
                  </a:lnTo>
                  <a:lnTo>
                    <a:pt x="63" y="3340"/>
                  </a:lnTo>
                  <a:lnTo>
                    <a:pt x="1" y="3711"/>
                  </a:lnTo>
                  <a:lnTo>
                    <a:pt x="1" y="4082"/>
                  </a:lnTo>
                  <a:lnTo>
                    <a:pt x="63" y="4454"/>
                  </a:lnTo>
                  <a:lnTo>
                    <a:pt x="125" y="4887"/>
                  </a:lnTo>
                  <a:lnTo>
                    <a:pt x="496" y="6309"/>
                  </a:lnTo>
                  <a:lnTo>
                    <a:pt x="867" y="7484"/>
                  </a:lnTo>
                  <a:lnTo>
                    <a:pt x="1485" y="9278"/>
                  </a:lnTo>
                  <a:lnTo>
                    <a:pt x="1733" y="9835"/>
                  </a:lnTo>
                  <a:lnTo>
                    <a:pt x="1980" y="10329"/>
                  </a:lnTo>
                  <a:lnTo>
                    <a:pt x="2289" y="10700"/>
                  </a:lnTo>
                  <a:lnTo>
                    <a:pt x="2599" y="11010"/>
                  </a:lnTo>
                  <a:lnTo>
                    <a:pt x="2970" y="11319"/>
                  </a:lnTo>
                  <a:lnTo>
                    <a:pt x="3341" y="11505"/>
                  </a:lnTo>
                  <a:lnTo>
                    <a:pt x="3650" y="11690"/>
                  </a:lnTo>
                  <a:lnTo>
                    <a:pt x="4021" y="11752"/>
                  </a:lnTo>
                  <a:lnTo>
                    <a:pt x="4640" y="11876"/>
                  </a:lnTo>
                  <a:lnTo>
                    <a:pt x="5196" y="11938"/>
                  </a:lnTo>
                  <a:lnTo>
                    <a:pt x="5691" y="11876"/>
                  </a:lnTo>
                  <a:lnTo>
                    <a:pt x="6619" y="11505"/>
                  </a:lnTo>
                  <a:lnTo>
                    <a:pt x="7423" y="11072"/>
                  </a:lnTo>
                  <a:lnTo>
                    <a:pt x="8103" y="10577"/>
                  </a:lnTo>
                  <a:lnTo>
                    <a:pt x="8598" y="10020"/>
                  </a:lnTo>
                  <a:lnTo>
                    <a:pt x="8969" y="9463"/>
                  </a:lnTo>
                  <a:lnTo>
                    <a:pt x="9279" y="8907"/>
                  </a:lnTo>
                  <a:lnTo>
                    <a:pt x="9464" y="8350"/>
                  </a:lnTo>
                  <a:lnTo>
                    <a:pt x="9588" y="7794"/>
                  </a:lnTo>
                  <a:lnTo>
                    <a:pt x="9588" y="7237"/>
                  </a:lnTo>
                  <a:lnTo>
                    <a:pt x="9588" y="6742"/>
                  </a:lnTo>
                  <a:lnTo>
                    <a:pt x="9464" y="5938"/>
                  </a:lnTo>
                  <a:lnTo>
                    <a:pt x="9340" y="5319"/>
                  </a:lnTo>
                  <a:lnTo>
                    <a:pt x="9279" y="5134"/>
                  </a:lnTo>
                  <a:lnTo>
                    <a:pt x="8722" y="2722"/>
                  </a:lnTo>
                  <a:lnTo>
                    <a:pt x="8598" y="2289"/>
                  </a:lnTo>
                  <a:lnTo>
                    <a:pt x="8413" y="1918"/>
                  </a:lnTo>
                  <a:lnTo>
                    <a:pt x="8227" y="1547"/>
                  </a:lnTo>
                  <a:lnTo>
                    <a:pt x="8042" y="1237"/>
                  </a:lnTo>
                  <a:lnTo>
                    <a:pt x="7794" y="928"/>
                  </a:lnTo>
                  <a:lnTo>
                    <a:pt x="7485" y="681"/>
                  </a:lnTo>
                  <a:lnTo>
                    <a:pt x="7176" y="495"/>
                  </a:lnTo>
                  <a:lnTo>
                    <a:pt x="6866" y="310"/>
                  </a:lnTo>
                  <a:lnTo>
                    <a:pt x="6495" y="186"/>
                  </a:lnTo>
                  <a:lnTo>
                    <a:pt x="6124" y="62"/>
                  </a:lnTo>
                  <a:lnTo>
                    <a:pt x="575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6"/>
            <p:cNvSpPr/>
            <p:nvPr/>
          </p:nvSpPr>
          <p:spPr>
            <a:xfrm>
              <a:off x="9723283" y="-307074"/>
              <a:ext cx="305905" cy="380882"/>
            </a:xfrm>
            <a:custGeom>
              <a:rect b="b" l="l" r="r" t="t"/>
              <a:pathLst>
                <a:path extrusionOk="0" fill="none" h="11938" w="9588">
                  <a:moveTo>
                    <a:pt x="5691" y="11876"/>
                  </a:moveTo>
                  <a:lnTo>
                    <a:pt x="5691" y="11876"/>
                  </a:lnTo>
                  <a:lnTo>
                    <a:pt x="5196" y="11938"/>
                  </a:lnTo>
                  <a:lnTo>
                    <a:pt x="4640" y="11876"/>
                  </a:lnTo>
                  <a:lnTo>
                    <a:pt x="4021" y="11752"/>
                  </a:lnTo>
                  <a:lnTo>
                    <a:pt x="3650" y="11690"/>
                  </a:lnTo>
                  <a:lnTo>
                    <a:pt x="3341" y="11505"/>
                  </a:lnTo>
                  <a:lnTo>
                    <a:pt x="2970" y="11319"/>
                  </a:lnTo>
                  <a:lnTo>
                    <a:pt x="2599" y="11010"/>
                  </a:lnTo>
                  <a:lnTo>
                    <a:pt x="2289" y="10700"/>
                  </a:lnTo>
                  <a:lnTo>
                    <a:pt x="1980" y="10329"/>
                  </a:lnTo>
                  <a:lnTo>
                    <a:pt x="1733" y="9835"/>
                  </a:lnTo>
                  <a:lnTo>
                    <a:pt x="1485" y="9278"/>
                  </a:lnTo>
                  <a:lnTo>
                    <a:pt x="1485" y="9278"/>
                  </a:lnTo>
                  <a:lnTo>
                    <a:pt x="867" y="7484"/>
                  </a:lnTo>
                  <a:lnTo>
                    <a:pt x="496" y="6309"/>
                  </a:lnTo>
                  <a:lnTo>
                    <a:pt x="125" y="4887"/>
                  </a:lnTo>
                  <a:lnTo>
                    <a:pt x="125" y="4887"/>
                  </a:lnTo>
                  <a:lnTo>
                    <a:pt x="63" y="4454"/>
                  </a:lnTo>
                  <a:lnTo>
                    <a:pt x="1" y="4082"/>
                  </a:lnTo>
                  <a:lnTo>
                    <a:pt x="1" y="3711"/>
                  </a:lnTo>
                  <a:lnTo>
                    <a:pt x="63" y="3340"/>
                  </a:lnTo>
                  <a:lnTo>
                    <a:pt x="125" y="2969"/>
                  </a:lnTo>
                  <a:lnTo>
                    <a:pt x="248" y="2660"/>
                  </a:lnTo>
                  <a:lnTo>
                    <a:pt x="434" y="2351"/>
                  </a:lnTo>
                  <a:lnTo>
                    <a:pt x="620" y="2041"/>
                  </a:lnTo>
                  <a:lnTo>
                    <a:pt x="1052" y="1485"/>
                  </a:lnTo>
                  <a:lnTo>
                    <a:pt x="1671" y="1052"/>
                  </a:lnTo>
                  <a:lnTo>
                    <a:pt x="2413" y="619"/>
                  </a:lnTo>
                  <a:lnTo>
                    <a:pt x="3279" y="310"/>
                  </a:lnTo>
                  <a:lnTo>
                    <a:pt x="3465" y="248"/>
                  </a:lnTo>
                  <a:lnTo>
                    <a:pt x="3465" y="248"/>
                  </a:lnTo>
                  <a:lnTo>
                    <a:pt x="4454" y="62"/>
                  </a:lnTo>
                  <a:lnTo>
                    <a:pt x="5320" y="0"/>
                  </a:lnTo>
                  <a:lnTo>
                    <a:pt x="5753" y="0"/>
                  </a:lnTo>
                  <a:lnTo>
                    <a:pt x="6124" y="62"/>
                  </a:lnTo>
                  <a:lnTo>
                    <a:pt x="6495" y="186"/>
                  </a:lnTo>
                  <a:lnTo>
                    <a:pt x="6866" y="310"/>
                  </a:lnTo>
                  <a:lnTo>
                    <a:pt x="7176" y="495"/>
                  </a:lnTo>
                  <a:lnTo>
                    <a:pt x="7485" y="681"/>
                  </a:lnTo>
                  <a:lnTo>
                    <a:pt x="7794" y="928"/>
                  </a:lnTo>
                  <a:lnTo>
                    <a:pt x="8042" y="1237"/>
                  </a:lnTo>
                  <a:lnTo>
                    <a:pt x="8227" y="1547"/>
                  </a:lnTo>
                  <a:lnTo>
                    <a:pt x="8413" y="1918"/>
                  </a:lnTo>
                  <a:lnTo>
                    <a:pt x="8598" y="2289"/>
                  </a:lnTo>
                  <a:lnTo>
                    <a:pt x="8722" y="2722"/>
                  </a:lnTo>
                  <a:lnTo>
                    <a:pt x="9279" y="5134"/>
                  </a:lnTo>
                  <a:lnTo>
                    <a:pt x="9279" y="5134"/>
                  </a:lnTo>
                  <a:lnTo>
                    <a:pt x="9340" y="5319"/>
                  </a:lnTo>
                  <a:lnTo>
                    <a:pt x="9464" y="5938"/>
                  </a:lnTo>
                  <a:lnTo>
                    <a:pt x="9588" y="6742"/>
                  </a:lnTo>
                  <a:lnTo>
                    <a:pt x="9588" y="7237"/>
                  </a:lnTo>
                  <a:lnTo>
                    <a:pt x="9588" y="7794"/>
                  </a:lnTo>
                  <a:lnTo>
                    <a:pt x="9464" y="8350"/>
                  </a:lnTo>
                  <a:lnTo>
                    <a:pt x="9279" y="8907"/>
                  </a:lnTo>
                  <a:lnTo>
                    <a:pt x="8969" y="9463"/>
                  </a:lnTo>
                  <a:lnTo>
                    <a:pt x="8598" y="10020"/>
                  </a:lnTo>
                  <a:lnTo>
                    <a:pt x="8103" y="10577"/>
                  </a:lnTo>
                  <a:lnTo>
                    <a:pt x="7423" y="11072"/>
                  </a:lnTo>
                  <a:lnTo>
                    <a:pt x="6619" y="11505"/>
                  </a:lnTo>
                  <a:lnTo>
                    <a:pt x="5691" y="11876"/>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6"/>
            <p:cNvSpPr/>
            <p:nvPr/>
          </p:nvSpPr>
          <p:spPr>
            <a:xfrm>
              <a:off x="9776564" y="-95929"/>
              <a:ext cx="21759" cy="21727"/>
            </a:xfrm>
            <a:custGeom>
              <a:rect b="b" l="l" r="r" t="t"/>
              <a:pathLst>
                <a:path extrusionOk="0" h="681" w="682">
                  <a:moveTo>
                    <a:pt x="248" y="0"/>
                  </a:moveTo>
                  <a:lnTo>
                    <a:pt x="125" y="62"/>
                  </a:lnTo>
                  <a:lnTo>
                    <a:pt x="1" y="186"/>
                  </a:lnTo>
                  <a:lnTo>
                    <a:pt x="1" y="310"/>
                  </a:lnTo>
                  <a:lnTo>
                    <a:pt x="1" y="433"/>
                  </a:lnTo>
                  <a:lnTo>
                    <a:pt x="63" y="557"/>
                  </a:lnTo>
                  <a:lnTo>
                    <a:pt x="187" y="681"/>
                  </a:lnTo>
                  <a:lnTo>
                    <a:pt x="434" y="681"/>
                  </a:lnTo>
                  <a:lnTo>
                    <a:pt x="558" y="619"/>
                  </a:lnTo>
                  <a:lnTo>
                    <a:pt x="681" y="495"/>
                  </a:lnTo>
                  <a:lnTo>
                    <a:pt x="681" y="371"/>
                  </a:lnTo>
                  <a:lnTo>
                    <a:pt x="681" y="248"/>
                  </a:lnTo>
                  <a:lnTo>
                    <a:pt x="619" y="124"/>
                  </a:lnTo>
                  <a:lnTo>
                    <a:pt x="496" y="62"/>
                  </a:lnTo>
                  <a:lnTo>
                    <a:pt x="372"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6"/>
            <p:cNvSpPr/>
            <p:nvPr/>
          </p:nvSpPr>
          <p:spPr>
            <a:xfrm>
              <a:off x="9879201" y="-125537"/>
              <a:ext cx="23705" cy="21727"/>
            </a:xfrm>
            <a:custGeom>
              <a:rect b="b" l="l" r="r" t="t"/>
              <a:pathLst>
                <a:path extrusionOk="0" h="681" w="743">
                  <a:moveTo>
                    <a:pt x="309" y="1"/>
                  </a:moveTo>
                  <a:lnTo>
                    <a:pt x="124" y="62"/>
                  </a:lnTo>
                  <a:lnTo>
                    <a:pt x="62" y="186"/>
                  </a:lnTo>
                  <a:lnTo>
                    <a:pt x="0" y="310"/>
                  </a:lnTo>
                  <a:lnTo>
                    <a:pt x="0" y="434"/>
                  </a:lnTo>
                  <a:lnTo>
                    <a:pt x="124" y="557"/>
                  </a:lnTo>
                  <a:lnTo>
                    <a:pt x="186" y="681"/>
                  </a:lnTo>
                  <a:lnTo>
                    <a:pt x="495" y="681"/>
                  </a:lnTo>
                  <a:lnTo>
                    <a:pt x="619" y="619"/>
                  </a:lnTo>
                  <a:lnTo>
                    <a:pt x="681" y="495"/>
                  </a:lnTo>
                  <a:lnTo>
                    <a:pt x="742" y="372"/>
                  </a:lnTo>
                  <a:lnTo>
                    <a:pt x="742" y="248"/>
                  </a:lnTo>
                  <a:lnTo>
                    <a:pt x="681" y="124"/>
                  </a:lnTo>
                  <a:lnTo>
                    <a:pt x="557" y="62"/>
                  </a:lnTo>
                  <a:lnTo>
                    <a:pt x="433"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6"/>
            <p:cNvSpPr/>
            <p:nvPr/>
          </p:nvSpPr>
          <p:spPr>
            <a:xfrm>
              <a:off x="9879201" y="-161046"/>
              <a:ext cx="35542" cy="11869"/>
            </a:xfrm>
            <a:custGeom>
              <a:rect b="b" l="l" r="r" t="t"/>
              <a:pathLst>
                <a:path extrusionOk="0" fill="none" h="372" w="1114">
                  <a:moveTo>
                    <a:pt x="1113" y="0"/>
                  </a:moveTo>
                  <a:lnTo>
                    <a:pt x="1113" y="0"/>
                  </a:lnTo>
                  <a:lnTo>
                    <a:pt x="804" y="0"/>
                  </a:lnTo>
                  <a:lnTo>
                    <a:pt x="495" y="62"/>
                  </a:lnTo>
                  <a:lnTo>
                    <a:pt x="186" y="186"/>
                  </a:lnTo>
                  <a:lnTo>
                    <a:pt x="0" y="37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6"/>
            <p:cNvSpPr/>
            <p:nvPr/>
          </p:nvSpPr>
          <p:spPr>
            <a:xfrm>
              <a:off x="9762781" y="-123558"/>
              <a:ext cx="35542" cy="11869"/>
            </a:xfrm>
            <a:custGeom>
              <a:rect b="b" l="l" r="r" t="t"/>
              <a:pathLst>
                <a:path extrusionOk="0" fill="none" h="372" w="1114">
                  <a:moveTo>
                    <a:pt x="1113" y="0"/>
                  </a:moveTo>
                  <a:lnTo>
                    <a:pt x="1113" y="0"/>
                  </a:lnTo>
                  <a:lnTo>
                    <a:pt x="804" y="0"/>
                  </a:lnTo>
                  <a:lnTo>
                    <a:pt x="557" y="0"/>
                  </a:lnTo>
                  <a:lnTo>
                    <a:pt x="247" y="186"/>
                  </a:lnTo>
                  <a:lnTo>
                    <a:pt x="0" y="372"/>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6"/>
            <p:cNvSpPr/>
            <p:nvPr/>
          </p:nvSpPr>
          <p:spPr>
            <a:xfrm>
              <a:off x="9758825" y="-165003"/>
              <a:ext cx="27662" cy="9891"/>
            </a:xfrm>
            <a:custGeom>
              <a:rect b="b" l="l" r="r" t="t"/>
              <a:pathLst>
                <a:path extrusionOk="0" fill="none" h="310" w="867">
                  <a:moveTo>
                    <a:pt x="866" y="1"/>
                  </a:moveTo>
                  <a:lnTo>
                    <a:pt x="866" y="1"/>
                  </a:lnTo>
                  <a:lnTo>
                    <a:pt x="433" y="124"/>
                  </a:lnTo>
                  <a:lnTo>
                    <a:pt x="0" y="310"/>
                  </a:lnTo>
                </a:path>
              </a:pathLst>
            </a:custGeom>
            <a:solidFill>
              <a:srgbClr val="000000"/>
            </a:solidFill>
            <a:ln cap="rnd" cmpd="sng" w="18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6"/>
            <p:cNvSpPr/>
            <p:nvPr/>
          </p:nvSpPr>
          <p:spPr>
            <a:xfrm>
              <a:off x="9873267" y="-194610"/>
              <a:ext cx="27662" cy="11869"/>
            </a:xfrm>
            <a:custGeom>
              <a:rect b="b" l="l" r="r" t="t"/>
              <a:pathLst>
                <a:path extrusionOk="0" fill="none" h="372" w="867">
                  <a:moveTo>
                    <a:pt x="867" y="1"/>
                  </a:moveTo>
                  <a:lnTo>
                    <a:pt x="867" y="1"/>
                  </a:lnTo>
                  <a:lnTo>
                    <a:pt x="434" y="125"/>
                  </a:lnTo>
                  <a:lnTo>
                    <a:pt x="1" y="372"/>
                  </a:lnTo>
                </a:path>
              </a:pathLst>
            </a:custGeom>
            <a:solidFill>
              <a:srgbClr val="000000"/>
            </a:solidFill>
            <a:ln cap="rnd" cmpd="sng" w="18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6"/>
            <p:cNvSpPr/>
            <p:nvPr/>
          </p:nvSpPr>
          <p:spPr>
            <a:xfrm>
              <a:off x="9995621" y="-163025"/>
              <a:ext cx="71052" cy="84867"/>
            </a:xfrm>
            <a:custGeom>
              <a:rect b="b" l="l" r="r" t="t"/>
              <a:pathLst>
                <a:path extrusionOk="0" h="2660" w="2227">
                  <a:moveTo>
                    <a:pt x="866" y="0"/>
                  </a:moveTo>
                  <a:lnTo>
                    <a:pt x="557" y="124"/>
                  </a:lnTo>
                  <a:lnTo>
                    <a:pt x="248" y="310"/>
                  </a:lnTo>
                  <a:lnTo>
                    <a:pt x="0" y="557"/>
                  </a:lnTo>
                  <a:lnTo>
                    <a:pt x="557" y="2660"/>
                  </a:lnTo>
                  <a:lnTo>
                    <a:pt x="928" y="2660"/>
                  </a:lnTo>
                  <a:lnTo>
                    <a:pt x="1237" y="2598"/>
                  </a:lnTo>
                  <a:lnTo>
                    <a:pt x="1608" y="2413"/>
                  </a:lnTo>
                  <a:lnTo>
                    <a:pt x="1856" y="2227"/>
                  </a:lnTo>
                  <a:lnTo>
                    <a:pt x="2041" y="1918"/>
                  </a:lnTo>
                  <a:lnTo>
                    <a:pt x="2165" y="1609"/>
                  </a:lnTo>
                  <a:lnTo>
                    <a:pt x="2227" y="1237"/>
                  </a:lnTo>
                  <a:lnTo>
                    <a:pt x="2165" y="866"/>
                  </a:lnTo>
                  <a:lnTo>
                    <a:pt x="2041" y="557"/>
                  </a:lnTo>
                  <a:lnTo>
                    <a:pt x="1794" y="310"/>
                  </a:lnTo>
                  <a:lnTo>
                    <a:pt x="1485" y="62"/>
                  </a:lnTo>
                  <a:lnTo>
                    <a:pt x="1176"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6"/>
            <p:cNvSpPr/>
            <p:nvPr/>
          </p:nvSpPr>
          <p:spPr>
            <a:xfrm>
              <a:off x="9995621" y="-163025"/>
              <a:ext cx="71052" cy="84867"/>
            </a:xfrm>
            <a:custGeom>
              <a:rect b="b" l="l" r="r" t="t"/>
              <a:pathLst>
                <a:path extrusionOk="0" fill="none" h="2660" w="2227">
                  <a:moveTo>
                    <a:pt x="0" y="557"/>
                  </a:moveTo>
                  <a:lnTo>
                    <a:pt x="0" y="557"/>
                  </a:lnTo>
                  <a:lnTo>
                    <a:pt x="248" y="310"/>
                  </a:lnTo>
                  <a:lnTo>
                    <a:pt x="557" y="124"/>
                  </a:lnTo>
                  <a:lnTo>
                    <a:pt x="866" y="0"/>
                  </a:lnTo>
                  <a:lnTo>
                    <a:pt x="1176" y="0"/>
                  </a:lnTo>
                  <a:lnTo>
                    <a:pt x="1176" y="0"/>
                  </a:lnTo>
                  <a:lnTo>
                    <a:pt x="1485" y="62"/>
                  </a:lnTo>
                  <a:lnTo>
                    <a:pt x="1794" y="310"/>
                  </a:lnTo>
                  <a:lnTo>
                    <a:pt x="2041" y="557"/>
                  </a:lnTo>
                  <a:lnTo>
                    <a:pt x="2165" y="866"/>
                  </a:lnTo>
                  <a:lnTo>
                    <a:pt x="2165" y="866"/>
                  </a:lnTo>
                  <a:lnTo>
                    <a:pt x="2227" y="1237"/>
                  </a:lnTo>
                  <a:lnTo>
                    <a:pt x="2165" y="1609"/>
                  </a:lnTo>
                  <a:lnTo>
                    <a:pt x="2041" y="1918"/>
                  </a:lnTo>
                  <a:lnTo>
                    <a:pt x="1856" y="2227"/>
                  </a:lnTo>
                  <a:lnTo>
                    <a:pt x="1856" y="2227"/>
                  </a:lnTo>
                  <a:lnTo>
                    <a:pt x="1608" y="2413"/>
                  </a:lnTo>
                  <a:lnTo>
                    <a:pt x="1237" y="2598"/>
                  </a:lnTo>
                  <a:lnTo>
                    <a:pt x="928" y="2660"/>
                  </a:lnTo>
                  <a:lnTo>
                    <a:pt x="557" y="266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6"/>
            <p:cNvSpPr/>
            <p:nvPr/>
          </p:nvSpPr>
          <p:spPr>
            <a:xfrm>
              <a:off x="10019294" y="-139351"/>
              <a:ext cx="23705" cy="23705"/>
            </a:xfrm>
            <a:custGeom>
              <a:rect b="b" l="l" r="r" t="t"/>
              <a:pathLst>
                <a:path extrusionOk="0" fill="none" h="743" w="743">
                  <a:moveTo>
                    <a:pt x="1" y="743"/>
                  </a:moveTo>
                  <a:lnTo>
                    <a:pt x="1" y="743"/>
                  </a:lnTo>
                  <a:lnTo>
                    <a:pt x="1" y="495"/>
                  </a:lnTo>
                  <a:lnTo>
                    <a:pt x="186" y="248"/>
                  </a:lnTo>
                  <a:lnTo>
                    <a:pt x="248" y="124"/>
                  </a:lnTo>
                  <a:lnTo>
                    <a:pt x="434" y="1"/>
                  </a:lnTo>
                  <a:lnTo>
                    <a:pt x="557" y="1"/>
                  </a:lnTo>
                  <a:lnTo>
                    <a:pt x="743" y="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6"/>
            <p:cNvSpPr/>
            <p:nvPr/>
          </p:nvSpPr>
          <p:spPr>
            <a:xfrm>
              <a:off x="9910755" y="16535"/>
              <a:ext cx="67128" cy="53313"/>
            </a:xfrm>
            <a:custGeom>
              <a:rect b="b" l="l" r="r" t="t"/>
              <a:pathLst>
                <a:path extrusionOk="0" fill="none" h="1671" w="2104">
                  <a:moveTo>
                    <a:pt x="1" y="1671"/>
                  </a:moveTo>
                  <a:lnTo>
                    <a:pt x="1" y="1671"/>
                  </a:lnTo>
                  <a:lnTo>
                    <a:pt x="310" y="1547"/>
                  </a:lnTo>
                  <a:lnTo>
                    <a:pt x="619" y="1423"/>
                  </a:lnTo>
                  <a:lnTo>
                    <a:pt x="1238" y="1052"/>
                  </a:lnTo>
                  <a:lnTo>
                    <a:pt x="1733" y="557"/>
                  </a:lnTo>
                  <a:lnTo>
                    <a:pt x="1918" y="310"/>
                  </a:lnTo>
                  <a:lnTo>
                    <a:pt x="2104" y="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6"/>
            <p:cNvSpPr/>
            <p:nvPr/>
          </p:nvSpPr>
          <p:spPr>
            <a:xfrm>
              <a:off x="9829844" y="-111722"/>
              <a:ext cx="23737" cy="71084"/>
            </a:xfrm>
            <a:custGeom>
              <a:rect b="b" l="l" r="r" t="t"/>
              <a:pathLst>
                <a:path extrusionOk="0" h="2228" w="744">
                  <a:moveTo>
                    <a:pt x="248" y="1"/>
                  </a:moveTo>
                  <a:lnTo>
                    <a:pt x="186" y="62"/>
                  </a:lnTo>
                  <a:lnTo>
                    <a:pt x="186" y="124"/>
                  </a:lnTo>
                  <a:lnTo>
                    <a:pt x="310" y="928"/>
                  </a:lnTo>
                  <a:lnTo>
                    <a:pt x="372" y="1114"/>
                  </a:lnTo>
                  <a:lnTo>
                    <a:pt x="372" y="1176"/>
                  </a:lnTo>
                  <a:lnTo>
                    <a:pt x="372" y="1299"/>
                  </a:lnTo>
                  <a:lnTo>
                    <a:pt x="248" y="1361"/>
                  </a:lnTo>
                  <a:lnTo>
                    <a:pt x="125" y="1423"/>
                  </a:lnTo>
                  <a:lnTo>
                    <a:pt x="63" y="1485"/>
                  </a:lnTo>
                  <a:lnTo>
                    <a:pt x="1" y="1547"/>
                  </a:lnTo>
                  <a:lnTo>
                    <a:pt x="1" y="1671"/>
                  </a:lnTo>
                  <a:lnTo>
                    <a:pt x="63" y="1794"/>
                  </a:lnTo>
                  <a:lnTo>
                    <a:pt x="310" y="1980"/>
                  </a:lnTo>
                  <a:lnTo>
                    <a:pt x="619" y="2227"/>
                  </a:lnTo>
                  <a:lnTo>
                    <a:pt x="681" y="2227"/>
                  </a:lnTo>
                  <a:lnTo>
                    <a:pt x="743" y="2165"/>
                  </a:lnTo>
                  <a:lnTo>
                    <a:pt x="743" y="2103"/>
                  </a:lnTo>
                  <a:lnTo>
                    <a:pt x="743" y="2042"/>
                  </a:lnTo>
                  <a:lnTo>
                    <a:pt x="434" y="1856"/>
                  </a:lnTo>
                  <a:lnTo>
                    <a:pt x="310" y="1794"/>
                  </a:lnTo>
                  <a:lnTo>
                    <a:pt x="186" y="1671"/>
                  </a:lnTo>
                  <a:lnTo>
                    <a:pt x="186" y="1609"/>
                  </a:lnTo>
                  <a:lnTo>
                    <a:pt x="310" y="1547"/>
                  </a:lnTo>
                  <a:lnTo>
                    <a:pt x="434" y="1485"/>
                  </a:lnTo>
                  <a:lnTo>
                    <a:pt x="496" y="1423"/>
                  </a:lnTo>
                  <a:lnTo>
                    <a:pt x="558" y="1299"/>
                  </a:lnTo>
                  <a:lnTo>
                    <a:pt x="558" y="1176"/>
                  </a:lnTo>
                  <a:lnTo>
                    <a:pt x="496" y="805"/>
                  </a:lnTo>
                  <a:lnTo>
                    <a:pt x="372" y="62"/>
                  </a:lnTo>
                  <a:lnTo>
                    <a:pt x="31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6"/>
            <p:cNvSpPr/>
            <p:nvPr/>
          </p:nvSpPr>
          <p:spPr>
            <a:xfrm>
              <a:off x="9618700" y="-382050"/>
              <a:ext cx="430239" cy="280222"/>
            </a:xfrm>
            <a:custGeom>
              <a:rect b="b" l="l" r="r" t="t"/>
              <a:pathLst>
                <a:path extrusionOk="0" h="8783" w="13485">
                  <a:moveTo>
                    <a:pt x="5939" y="0"/>
                  </a:moveTo>
                  <a:lnTo>
                    <a:pt x="5320" y="62"/>
                  </a:lnTo>
                  <a:lnTo>
                    <a:pt x="4702" y="247"/>
                  </a:lnTo>
                  <a:lnTo>
                    <a:pt x="4145" y="619"/>
                  </a:lnTo>
                  <a:lnTo>
                    <a:pt x="3898" y="804"/>
                  </a:lnTo>
                  <a:lnTo>
                    <a:pt x="3712" y="990"/>
                  </a:lnTo>
                  <a:lnTo>
                    <a:pt x="3465" y="1299"/>
                  </a:lnTo>
                  <a:lnTo>
                    <a:pt x="3341" y="1546"/>
                  </a:lnTo>
                  <a:lnTo>
                    <a:pt x="3217" y="1856"/>
                  </a:lnTo>
                  <a:lnTo>
                    <a:pt x="3032" y="2165"/>
                  </a:lnTo>
                  <a:lnTo>
                    <a:pt x="2846" y="2350"/>
                  </a:lnTo>
                  <a:lnTo>
                    <a:pt x="2537" y="2474"/>
                  </a:lnTo>
                  <a:lnTo>
                    <a:pt x="1980" y="2660"/>
                  </a:lnTo>
                  <a:lnTo>
                    <a:pt x="1362" y="2907"/>
                  </a:lnTo>
                  <a:lnTo>
                    <a:pt x="867" y="3278"/>
                  </a:lnTo>
                  <a:lnTo>
                    <a:pt x="619" y="3464"/>
                  </a:lnTo>
                  <a:lnTo>
                    <a:pt x="434" y="3711"/>
                  </a:lnTo>
                  <a:lnTo>
                    <a:pt x="248" y="3958"/>
                  </a:lnTo>
                  <a:lnTo>
                    <a:pt x="125" y="4268"/>
                  </a:lnTo>
                  <a:lnTo>
                    <a:pt x="63" y="4577"/>
                  </a:lnTo>
                  <a:lnTo>
                    <a:pt x="1" y="4886"/>
                  </a:lnTo>
                  <a:lnTo>
                    <a:pt x="63" y="5257"/>
                  </a:lnTo>
                  <a:lnTo>
                    <a:pt x="125" y="5567"/>
                  </a:lnTo>
                  <a:lnTo>
                    <a:pt x="310" y="5814"/>
                  </a:lnTo>
                  <a:lnTo>
                    <a:pt x="496" y="6061"/>
                  </a:lnTo>
                  <a:lnTo>
                    <a:pt x="681" y="6309"/>
                  </a:lnTo>
                  <a:lnTo>
                    <a:pt x="991" y="6432"/>
                  </a:lnTo>
                  <a:lnTo>
                    <a:pt x="1485" y="6556"/>
                  </a:lnTo>
                  <a:lnTo>
                    <a:pt x="1733" y="6680"/>
                  </a:lnTo>
                  <a:lnTo>
                    <a:pt x="1918" y="6865"/>
                  </a:lnTo>
                  <a:lnTo>
                    <a:pt x="1980" y="7051"/>
                  </a:lnTo>
                  <a:lnTo>
                    <a:pt x="1980" y="7237"/>
                  </a:lnTo>
                  <a:lnTo>
                    <a:pt x="1980" y="7546"/>
                  </a:lnTo>
                  <a:lnTo>
                    <a:pt x="2042" y="7917"/>
                  </a:lnTo>
                  <a:lnTo>
                    <a:pt x="2166" y="8164"/>
                  </a:lnTo>
                  <a:lnTo>
                    <a:pt x="2351" y="8412"/>
                  </a:lnTo>
                  <a:lnTo>
                    <a:pt x="2599" y="8659"/>
                  </a:lnTo>
                  <a:lnTo>
                    <a:pt x="2846" y="8783"/>
                  </a:lnTo>
                  <a:lnTo>
                    <a:pt x="3465" y="8783"/>
                  </a:lnTo>
                  <a:lnTo>
                    <a:pt x="3774" y="8659"/>
                  </a:lnTo>
                  <a:lnTo>
                    <a:pt x="3588" y="8164"/>
                  </a:lnTo>
                  <a:lnTo>
                    <a:pt x="3526" y="7793"/>
                  </a:lnTo>
                  <a:lnTo>
                    <a:pt x="3403" y="7113"/>
                  </a:lnTo>
                  <a:lnTo>
                    <a:pt x="3341" y="6742"/>
                  </a:lnTo>
                  <a:lnTo>
                    <a:pt x="3341" y="6432"/>
                  </a:lnTo>
                  <a:lnTo>
                    <a:pt x="3465" y="6185"/>
                  </a:lnTo>
                  <a:lnTo>
                    <a:pt x="4207" y="6185"/>
                  </a:lnTo>
                  <a:lnTo>
                    <a:pt x="4640" y="6123"/>
                  </a:lnTo>
                  <a:lnTo>
                    <a:pt x="5073" y="6000"/>
                  </a:lnTo>
                  <a:lnTo>
                    <a:pt x="5444" y="5814"/>
                  </a:lnTo>
                  <a:lnTo>
                    <a:pt x="5753" y="5567"/>
                  </a:lnTo>
                  <a:lnTo>
                    <a:pt x="6000" y="5319"/>
                  </a:lnTo>
                  <a:lnTo>
                    <a:pt x="6433" y="4824"/>
                  </a:lnTo>
                  <a:lnTo>
                    <a:pt x="6619" y="4577"/>
                  </a:lnTo>
                  <a:lnTo>
                    <a:pt x="6866" y="4391"/>
                  </a:lnTo>
                  <a:lnTo>
                    <a:pt x="7485" y="4082"/>
                  </a:lnTo>
                  <a:lnTo>
                    <a:pt x="7856" y="4020"/>
                  </a:lnTo>
                  <a:lnTo>
                    <a:pt x="8227" y="3958"/>
                  </a:lnTo>
                  <a:lnTo>
                    <a:pt x="8598" y="4020"/>
                  </a:lnTo>
                  <a:lnTo>
                    <a:pt x="8907" y="4082"/>
                  </a:lnTo>
                  <a:lnTo>
                    <a:pt x="9217" y="4268"/>
                  </a:lnTo>
                  <a:lnTo>
                    <a:pt x="9464" y="4515"/>
                  </a:lnTo>
                  <a:lnTo>
                    <a:pt x="9711" y="4824"/>
                  </a:lnTo>
                  <a:lnTo>
                    <a:pt x="9897" y="5134"/>
                  </a:lnTo>
                  <a:lnTo>
                    <a:pt x="10268" y="5938"/>
                  </a:lnTo>
                  <a:lnTo>
                    <a:pt x="10516" y="6804"/>
                  </a:lnTo>
                  <a:lnTo>
                    <a:pt x="10763" y="7608"/>
                  </a:lnTo>
                  <a:lnTo>
                    <a:pt x="11010" y="8164"/>
                  </a:lnTo>
                  <a:lnTo>
                    <a:pt x="11072" y="8288"/>
                  </a:lnTo>
                  <a:lnTo>
                    <a:pt x="11196" y="8474"/>
                  </a:lnTo>
                  <a:lnTo>
                    <a:pt x="11320" y="8535"/>
                  </a:lnTo>
                  <a:lnTo>
                    <a:pt x="11443" y="8597"/>
                  </a:lnTo>
                  <a:lnTo>
                    <a:pt x="11567" y="8597"/>
                  </a:lnTo>
                  <a:lnTo>
                    <a:pt x="11753" y="8535"/>
                  </a:lnTo>
                  <a:lnTo>
                    <a:pt x="11876" y="8535"/>
                  </a:lnTo>
                  <a:lnTo>
                    <a:pt x="11938" y="8350"/>
                  </a:lnTo>
                  <a:lnTo>
                    <a:pt x="12000" y="8102"/>
                  </a:lnTo>
                  <a:lnTo>
                    <a:pt x="12000" y="7669"/>
                  </a:lnTo>
                  <a:lnTo>
                    <a:pt x="12062" y="7484"/>
                  </a:lnTo>
                  <a:lnTo>
                    <a:pt x="12124" y="7298"/>
                  </a:lnTo>
                  <a:lnTo>
                    <a:pt x="12309" y="7175"/>
                  </a:lnTo>
                  <a:lnTo>
                    <a:pt x="12495" y="7051"/>
                  </a:lnTo>
                  <a:lnTo>
                    <a:pt x="12804" y="6927"/>
                  </a:lnTo>
                  <a:lnTo>
                    <a:pt x="13175" y="6865"/>
                  </a:lnTo>
                  <a:lnTo>
                    <a:pt x="13299" y="5876"/>
                  </a:lnTo>
                  <a:lnTo>
                    <a:pt x="13299" y="5628"/>
                  </a:lnTo>
                  <a:lnTo>
                    <a:pt x="13422" y="5257"/>
                  </a:lnTo>
                  <a:lnTo>
                    <a:pt x="13484" y="4639"/>
                  </a:lnTo>
                  <a:lnTo>
                    <a:pt x="13484" y="4020"/>
                  </a:lnTo>
                  <a:lnTo>
                    <a:pt x="13422" y="3402"/>
                  </a:lnTo>
                  <a:lnTo>
                    <a:pt x="13237" y="2783"/>
                  </a:lnTo>
                  <a:lnTo>
                    <a:pt x="12990" y="2288"/>
                  </a:lnTo>
                  <a:lnTo>
                    <a:pt x="12618" y="1856"/>
                  </a:lnTo>
                  <a:lnTo>
                    <a:pt x="12185" y="1484"/>
                  </a:lnTo>
                  <a:lnTo>
                    <a:pt x="11691" y="1237"/>
                  </a:lnTo>
                  <a:lnTo>
                    <a:pt x="11134" y="1237"/>
                  </a:lnTo>
                  <a:lnTo>
                    <a:pt x="10577" y="1361"/>
                  </a:lnTo>
                  <a:lnTo>
                    <a:pt x="9835" y="1608"/>
                  </a:lnTo>
                  <a:lnTo>
                    <a:pt x="9155" y="1051"/>
                  </a:lnTo>
                  <a:lnTo>
                    <a:pt x="8474" y="619"/>
                  </a:lnTo>
                  <a:lnTo>
                    <a:pt x="8165" y="433"/>
                  </a:lnTo>
                  <a:lnTo>
                    <a:pt x="7856" y="309"/>
                  </a:lnTo>
                  <a:lnTo>
                    <a:pt x="7237" y="124"/>
                  </a:lnTo>
                  <a:lnTo>
                    <a:pt x="6619"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6"/>
            <p:cNvSpPr/>
            <p:nvPr/>
          </p:nvSpPr>
          <p:spPr>
            <a:xfrm>
              <a:off x="9873267" y="-60419"/>
              <a:ext cx="31618" cy="43455"/>
            </a:xfrm>
            <a:custGeom>
              <a:rect b="b" l="l" r="r" t="t"/>
              <a:pathLst>
                <a:path extrusionOk="0" h="1362" w="991">
                  <a:moveTo>
                    <a:pt x="867" y="1"/>
                  </a:moveTo>
                  <a:lnTo>
                    <a:pt x="805" y="63"/>
                  </a:lnTo>
                  <a:lnTo>
                    <a:pt x="805" y="124"/>
                  </a:lnTo>
                  <a:lnTo>
                    <a:pt x="805" y="310"/>
                  </a:lnTo>
                  <a:lnTo>
                    <a:pt x="805" y="495"/>
                  </a:lnTo>
                  <a:lnTo>
                    <a:pt x="619" y="805"/>
                  </a:lnTo>
                  <a:lnTo>
                    <a:pt x="372" y="1052"/>
                  </a:lnTo>
                  <a:lnTo>
                    <a:pt x="62" y="1176"/>
                  </a:lnTo>
                  <a:lnTo>
                    <a:pt x="1" y="1238"/>
                  </a:lnTo>
                  <a:lnTo>
                    <a:pt x="1" y="1300"/>
                  </a:lnTo>
                  <a:lnTo>
                    <a:pt x="62" y="1361"/>
                  </a:lnTo>
                  <a:lnTo>
                    <a:pt x="124" y="1361"/>
                  </a:lnTo>
                  <a:lnTo>
                    <a:pt x="310" y="1300"/>
                  </a:lnTo>
                  <a:lnTo>
                    <a:pt x="495" y="1176"/>
                  </a:lnTo>
                  <a:lnTo>
                    <a:pt x="681" y="1052"/>
                  </a:lnTo>
                  <a:lnTo>
                    <a:pt x="805" y="928"/>
                  </a:lnTo>
                  <a:lnTo>
                    <a:pt x="928" y="743"/>
                  </a:lnTo>
                  <a:lnTo>
                    <a:pt x="990" y="495"/>
                  </a:lnTo>
                  <a:lnTo>
                    <a:pt x="990" y="310"/>
                  </a:lnTo>
                  <a:lnTo>
                    <a:pt x="990" y="63"/>
                  </a:lnTo>
                  <a:lnTo>
                    <a:pt x="928"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6"/>
            <p:cNvSpPr/>
            <p:nvPr/>
          </p:nvSpPr>
          <p:spPr>
            <a:xfrm>
              <a:off x="9433206" y="67838"/>
              <a:ext cx="268417" cy="252624"/>
            </a:xfrm>
            <a:custGeom>
              <a:rect b="b" l="l" r="r" t="t"/>
              <a:pathLst>
                <a:path extrusionOk="0" h="7918" w="8413">
                  <a:moveTo>
                    <a:pt x="3217" y="1"/>
                  </a:moveTo>
                  <a:lnTo>
                    <a:pt x="2908" y="63"/>
                  </a:lnTo>
                  <a:lnTo>
                    <a:pt x="2228" y="248"/>
                  </a:lnTo>
                  <a:lnTo>
                    <a:pt x="1609" y="496"/>
                  </a:lnTo>
                  <a:lnTo>
                    <a:pt x="929" y="867"/>
                  </a:lnTo>
                  <a:lnTo>
                    <a:pt x="558" y="1114"/>
                  </a:lnTo>
                  <a:lnTo>
                    <a:pt x="310" y="1362"/>
                  </a:lnTo>
                  <a:lnTo>
                    <a:pt x="125" y="1609"/>
                  </a:lnTo>
                  <a:lnTo>
                    <a:pt x="1" y="1918"/>
                  </a:lnTo>
                  <a:lnTo>
                    <a:pt x="1" y="2166"/>
                  </a:lnTo>
                  <a:lnTo>
                    <a:pt x="63" y="2475"/>
                  </a:lnTo>
                  <a:lnTo>
                    <a:pt x="2351" y="2228"/>
                  </a:lnTo>
                  <a:lnTo>
                    <a:pt x="3217" y="2661"/>
                  </a:lnTo>
                  <a:lnTo>
                    <a:pt x="3959" y="4392"/>
                  </a:lnTo>
                  <a:lnTo>
                    <a:pt x="6372" y="7918"/>
                  </a:lnTo>
                  <a:lnTo>
                    <a:pt x="8413" y="4825"/>
                  </a:lnTo>
                  <a:lnTo>
                    <a:pt x="7918" y="3959"/>
                  </a:lnTo>
                  <a:lnTo>
                    <a:pt x="7423" y="3217"/>
                  </a:lnTo>
                  <a:lnTo>
                    <a:pt x="6866" y="2599"/>
                  </a:lnTo>
                  <a:lnTo>
                    <a:pt x="6310" y="1980"/>
                  </a:lnTo>
                  <a:lnTo>
                    <a:pt x="5258" y="1114"/>
                  </a:lnTo>
                  <a:lnTo>
                    <a:pt x="4949" y="681"/>
                  </a:lnTo>
                  <a:lnTo>
                    <a:pt x="4702" y="496"/>
                  </a:lnTo>
                  <a:lnTo>
                    <a:pt x="4454" y="372"/>
                  </a:lnTo>
                  <a:lnTo>
                    <a:pt x="4207" y="248"/>
                  </a:lnTo>
                  <a:lnTo>
                    <a:pt x="3898" y="125"/>
                  </a:lnTo>
                  <a:lnTo>
                    <a:pt x="3526"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6"/>
            <p:cNvSpPr/>
            <p:nvPr/>
          </p:nvSpPr>
          <p:spPr>
            <a:xfrm>
              <a:off x="9433206" y="67838"/>
              <a:ext cx="268417" cy="252624"/>
            </a:xfrm>
            <a:custGeom>
              <a:rect b="b" l="l" r="r" t="t"/>
              <a:pathLst>
                <a:path extrusionOk="0" fill="none" h="7918" w="8413">
                  <a:moveTo>
                    <a:pt x="63" y="2475"/>
                  </a:moveTo>
                  <a:lnTo>
                    <a:pt x="63" y="2475"/>
                  </a:lnTo>
                  <a:lnTo>
                    <a:pt x="1" y="2166"/>
                  </a:lnTo>
                  <a:lnTo>
                    <a:pt x="1" y="1918"/>
                  </a:lnTo>
                  <a:lnTo>
                    <a:pt x="125" y="1609"/>
                  </a:lnTo>
                  <a:lnTo>
                    <a:pt x="310" y="1362"/>
                  </a:lnTo>
                  <a:lnTo>
                    <a:pt x="310" y="1362"/>
                  </a:lnTo>
                  <a:lnTo>
                    <a:pt x="558" y="1114"/>
                  </a:lnTo>
                  <a:lnTo>
                    <a:pt x="929" y="867"/>
                  </a:lnTo>
                  <a:lnTo>
                    <a:pt x="1609" y="496"/>
                  </a:lnTo>
                  <a:lnTo>
                    <a:pt x="1609" y="496"/>
                  </a:lnTo>
                  <a:lnTo>
                    <a:pt x="2228" y="248"/>
                  </a:lnTo>
                  <a:lnTo>
                    <a:pt x="2908" y="63"/>
                  </a:lnTo>
                  <a:lnTo>
                    <a:pt x="2908" y="63"/>
                  </a:lnTo>
                  <a:lnTo>
                    <a:pt x="3217" y="1"/>
                  </a:lnTo>
                  <a:lnTo>
                    <a:pt x="3526" y="1"/>
                  </a:lnTo>
                  <a:lnTo>
                    <a:pt x="3898" y="125"/>
                  </a:lnTo>
                  <a:lnTo>
                    <a:pt x="4207" y="248"/>
                  </a:lnTo>
                  <a:lnTo>
                    <a:pt x="4207" y="248"/>
                  </a:lnTo>
                  <a:lnTo>
                    <a:pt x="4454" y="372"/>
                  </a:lnTo>
                  <a:lnTo>
                    <a:pt x="4702" y="496"/>
                  </a:lnTo>
                  <a:lnTo>
                    <a:pt x="4949" y="681"/>
                  </a:lnTo>
                  <a:lnTo>
                    <a:pt x="5258" y="1114"/>
                  </a:lnTo>
                  <a:lnTo>
                    <a:pt x="6310" y="1980"/>
                  </a:lnTo>
                  <a:lnTo>
                    <a:pt x="6310" y="1980"/>
                  </a:lnTo>
                  <a:lnTo>
                    <a:pt x="6866" y="2599"/>
                  </a:lnTo>
                  <a:lnTo>
                    <a:pt x="7423" y="3217"/>
                  </a:lnTo>
                  <a:lnTo>
                    <a:pt x="7918" y="3959"/>
                  </a:lnTo>
                  <a:lnTo>
                    <a:pt x="8413" y="4825"/>
                  </a:lnTo>
                  <a:lnTo>
                    <a:pt x="6372" y="7918"/>
                  </a:lnTo>
                  <a:lnTo>
                    <a:pt x="3959" y="4392"/>
                  </a:lnTo>
                  <a:lnTo>
                    <a:pt x="3217" y="2661"/>
                  </a:lnTo>
                  <a:lnTo>
                    <a:pt x="2351" y="2228"/>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6"/>
            <p:cNvSpPr/>
            <p:nvPr/>
          </p:nvSpPr>
          <p:spPr>
            <a:xfrm>
              <a:off x="9301025" y="-60419"/>
              <a:ext cx="426251" cy="412468"/>
            </a:xfrm>
            <a:custGeom>
              <a:rect b="b" l="l" r="r" t="t"/>
              <a:pathLst>
                <a:path extrusionOk="0" h="12928" w="13360">
                  <a:moveTo>
                    <a:pt x="10453" y="1"/>
                  </a:moveTo>
                  <a:lnTo>
                    <a:pt x="742" y="9773"/>
                  </a:lnTo>
                  <a:lnTo>
                    <a:pt x="0" y="12927"/>
                  </a:lnTo>
                  <a:lnTo>
                    <a:pt x="3340" y="12494"/>
                  </a:lnTo>
                  <a:lnTo>
                    <a:pt x="13360" y="2722"/>
                  </a:lnTo>
                  <a:lnTo>
                    <a:pt x="10453"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6"/>
            <p:cNvSpPr/>
            <p:nvPr/>
          </p:nvSpPr>
          <p:spPr>
            <a:xfrm>
              <a:off x="9352328" y="-30812"/>
              <a:ext cx="343394" cy="339437"/>
            </a:xfrm>
            <a:custGeom>
              <a:rect b="b" l="l" r="r" t="t"/>
              <a:pathLst>
                <a:path extrusionOk="0" h="10639" w="10763">
                  <a:moveTo>
                    <a:pt x="9896" y="0"/>
                  </a:moveTo>
                  <a:lnTo>
                    <a:pt x="0" y="9773"/>
                  </a:lnTo>
                  <a:lnTo>
                    <a:pt x="804" y="10639"/>
                  </a:lnTo>
                  <a:lnTo>
                    <a:pt x="10762" y="804"/>
                  </a:lnTo>
                  <a:lnTo>
                    <a:pt x="989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6"/>
            <p:cNvSpPr/>
            <p:nvPr/>
          </p:nvSpPr>
          <p:spPr>
            <a:xfrm>
              <a:off x="9352328" y="-30812"/>
              <a:ext cx="343394" cy="339437"/>
            </a:xfrm>
            <a:custGeom>
              <a:rect b="b" l="l" r="r" t="t"/>
              <a:pathLst>
                <a:path extrusionOk="0" fill="none" h="10639" w="10763">
                  <a:moveTo>
                    <a:pt x="10762" y="804"/>
                  </a:moveTo>
                  <a:lnTo>
                    <a:pt x="804" y="10639"/>
                  </a:lnTo>
                  <a:lnTo>
                    <a:pt x="0" y="9773"/>
                  </a:lnTo>
                  <a:lnTo>
                    <a:pt x="9896" y="0"/>
                  </a:lnTo>
                  <a:lnTo>
                    <a:pt x="10762" y="804"/>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6"/>
            <p:cNvSpPr/>
            <p:nvPr/>
          </p:nvSpPr>
          <p:spPr>
            <a:xfrm>
              <a:off x="9308905" y="251385"/>
              <a:ext cx="98682" cy="96704"/>
            </a:xfrm>
            <a:custGeom>
              <a:rect b="b" l="l" r="r" t="t"/>
              <a:pathLst>
                <a:path extrusionOk="0" h="3031" w="3093">
                  <a:moveTo>
                    <a:pt x="495" y="0"/>
                  </a:moveTo>
                  <a:lnTo>
                    <a:pt x="0" y="2041"/>
                  </a:lnTo>
                  <a:lnTo>
                    <a:pt x="928" y="3031"/>
                  </a:lnTo>
                  <a:lnTo>
                    <a:pt x="3093" y="2721"/>
                  </a:lnTo>
                  <a:lnTo>
                    <a:pt x="495"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6"/>
            <p:cNvSpPr/>
            <p:nvPr/>
          </p:nvSpPr>
          <p:spPr>
            <a:xfrm>
              <a:off x="9301025" y="316502"/>
              <a:ext cx="37520" cy="35542"/>
            </a:xfrm>
            <a:custGeom>
              <a:rect b="b" l="l" r="r" t="t"/>
              <a:pathLst>
                <a:path extrusionOk="0" h="1114" w="1176">
                  <a:moveTo>
                    <a:pt x="247" y="0"/>
                  </a:moveTo>
                  <a:lnTo>
                    <a:pt x="0" y="1113"/>
                  </a:lnTo>
                  <a:lnTo>
                    <a:pt x="0" y="1113"/>
                  </a:lnTo>
                  <a:lnTo>
                    <a:pt x="1175" y="990"/>
                  </a:lnTo>
                  <a:lnTo>
                    <a:pt x="24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6"/>
            <p:cNvSpPr/>
            <p:nvPr/>
          </p:nvSpPr>
          <p:spPr>
            <a:xfrm>
              <a:off x="9632514" y="-68300"/>
              <a:ext cx="100692" cy="96704"/>
            </a:xfrm>
            <a:custGeom>
              <a:rect b="b" l="l" r="r" t="t"/>
              <a:pathLst>
                <a:path extrusionOk="0" h="3031" w="3156">
                  <a:moveTo>
                    <a:pt x="867" y="0"/>
                  </a:moveTo>
                  <a:lnTo>
                    <a:pt x="558" y="62"/>
                  </a:lnTo>
                  <a:lnTo>
                    <a:pt x="310" y="186"/>
                  </a:lnTo>
                  <a:lnTo>
                    <a:pt x="1" y="310"/>
                  </a:lnTo>
                  <a:lnTo>
                    <a:pt x="2908" y="3031"/>
                  </a:lnTo>
                  <a:lnTo>
                    <a:pt x="3093" y="2722"/>
                  </a:lnTo>
                  <a:lnTo>
                    <a:pt x="3155" y="2474"/>
                  </a:lnTo>
                  <a:lnTo>
                    <a:pt x="3155" y="2165"/>
                  </a:lnTo>
                  <a:lnTo>
                    <a:pt x="3093" y="1794"/>
                  </a:lnTo>
                  <a:lnTo>
                    <a:pt x="3032" y="1485"/>
                  </a:lnTo>
                  <a:lnTo>
                    <a:pt x="2908" y="1237"/>
                  </a:lnTo>
                  <a:lnTo>
                    <a:pt x="2722" y="928"/>
                  </a:lnTo>
                  <a:lnTo>
                    <a:pt x="2475" y="742"/>
                  </a:lnTo>
                  <a:lnTo>
                    <a:pt x="2166" y="433"/>
                  </a:lnTo>
                  <a:lnTo>
                    <a:pt x="1856" y="248"/>
                  </a:lnTo>
                  <a:lnTo>
                    <a:pt x="1547" y="124"/>
                  </a:lnTo>
                  <a:lnTo>
                    <a:pt x="1238" y="62"/>
                  </a:lnTo>
                  <a:lnTo>
                    <a:pt x="867"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6"/>
            <p:cNvSpPr/>
            <p:nvPr/>
          </p:nvSpPr>
          <p:spPr>
            <a:xfrm>
              <a:off x="9488465" y="109282"/>
              <a:ext cx="146061" cy="207255"/>
            </a:xfrm>
            <a:custGeom>
              <a:rect b="b" l="l" r="r" t="t"/>
              <a:pathLst>
                <a:path extrusionOk="0" h="6496" w="4578">
                  <a:moveTo>
                    <a:pt x="557" y="1"/>
                  </a:moveTo>
                  <a:lnTo>
                    <a:pt x="310" y="63"/>
                  </a:lnTo>
                  <a:lnTo>
                    <a:pt x="124" y="248"/>
                  </a:lnTo>
                  <a:lnTo>
                    <a:pt x="1" y="496"/>
                  </a:lnTo>
                  <a:lnTo>
                    <a:pt x="1" y="805"/>
                  </a:lnTo>
                  <a:lnTo>
                    <a:pt x="63" y="1052"/>
                  </a:lnTo>
                  <a:lnTo>
                    <a:pt x="124" y="1300"/>
                  </a:lnTo>
                  <a:lnTo>
                    <a:pt x="496" y="1794"/>
                  </a:lnTo>
                  <a:lnTo>
                    <a:pt x="867" y="2227"/>
                  </a:lnTo>
                  <a:lnTo>
                    <a:pt x="1052" y="2413"/>
                  </a:lnTo>
                  <a:lnTo>
                    <a:pt x="1176" y="2660"/>
                  </a:lnTo>
                  <a:lnTo>
                    <a:pt x="1300" y="2970"/>
                  </a:lnTo>
                  <a:lnTo>
                    <a:pt x="1362" y="3341"/>
                  </a:lnTo>
                  <a:lnTo>
                    <a:pt x="1485" y="4083"/>
                  </a:lnTo>
                  <a:lnTo>
                    <a:pt x="1671" y="4516"/>
                  </a:lnTo>
                  <a:lnTo>
                    <a:pt x="1980" y="4949"/>
                  </a:lnTo>
                  <a:lnTo>
                    <a:pt x="2351" y="5320"/>
                  </a:lnTo>
                  <a:lnTo>
                    <a:pt x="2722" y="5629"/>
                  </a:lnTo>
                  <a:lnTo>
                    <a:pt x="3155" y="5877"/>
                  </a:lnTo>
                  <a:lnTo>
                    <a:pt x="3650" y="6124"/>
                  </a:lnTo>
                  <a:lnTo>
                    <a:pt x="4578" y="6495"/>
                  </a:lnTo>
                  <a:lnTo>
                    <a:pt x="4578" y="6495"/>
                  </a:lnTo>
                  <a:lnTo>
                    <a:pt x="3897" y="2722"/>
                  </a:lnTo>
                  <a:lnTo>
                    <a:pt x="3341" y="1918"/>
                  </a:lnTo>
                  <a:lnTo>
                    <a:pt x="2660" y="1238"/>
                  </a:lnTo>
                  <a:lnTo>
                    <a:pt x="1918" y="619"/>
                  </a:lnTo>
                  <a:lnTo>
                    <a:pt x="1114" y="125"/>
                  </a:lnTo>
                  <a:lnTo>
                    <a:pt x="867"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6"/>
            <p:cNvSpPr/>
            <p:nvPr/>
          </p:nvSpPr>
          <p:spPr>
            <a:xfrm>
              <a:off x="9488465" y="109282"/>
              <a:ext cx="146061" cy="207255"/>
            </a:xfrm>
            <a:custGeom>
              <a:rect b="b" l="l" r="r" t="t"/>
              <a:pathLst>
                <a:path extrusionOk="0" fill="none" h="6496" w="4578">
                  <a:moveTo>
                    <a:pt x="3897" y="2722"/>
                  </a:moveTo>
                  <a:lnTo>
                    <a:pt x="3897" y="2722"/>
                  </a:lnTo>
                  <a:lnTo>
                    <a:pt x="3341" y="1918"/>
                  </a:lnTo>
                  <a:lnTo>
                    <a:pt x="2660" y="1238"/>
                  </a:lnTo>
                  <a:lnTo>
                    <a:pt x="1918" y="619"/>
                  </a:lnTo>
                  <a:lnTo>
                    <a:pt x="1114" y="125"/>
                  </a:lnTo>
                  <a:lnTo>
                    <a:pt x="1114" y="125"/>
                  </a:lnTo>
                  <a:lnTo>
                    <a:pt x="867" y="1"/>
                  </a:lnTo>
                  <a:lnTo>
                    <a:pt x="557" y="1"/>
                  </a:lnTo>
                  <a:lnTo>
                    <a:pt x="557" y="1"/>
                  </a:lnTo>
                  <a:lnTo>
                    <a:pt x="310" y="63"/>
                  </a:lnTo>
                  <a:lnTo>
                    <a:pt x="124" y="248"/>
                  </a:lnTo>
                  <a:lnTo>
                    <a:pt x="1" y="496"/>
                  </a:lnTo>
                  <a:lnTo>
                    <a:pt x="1" y="805"/>
                  </a:lnTo>
                  <a:lnTo>
                    <a:pt x="1" y="805"/>
                  </a:lnTo>
                  <a:lnTo>
                    <a:pt x="63" y="1052"/>
                  </a:lnTo>
                  <a:lnTo>
                    <a:pt x="124" y="1300"/>
                  </a:lnTo>
                  <a:lnTo>
                    <a:pt x="496" y="1794"/>
                  </a:lnTo>
                  <a:lnTo>
                    <a:pt x="496" y="1794"/>
                  </a:lnTo>
                  <a:lnTo>
                    <a:pt x="867" y="2227"/>
                  </a:lnTo>
                  <a:lnTo>
                    <a:pt x="1052" y="2413"/>
                  </a:lnTo>
                  <a:lnTo>
                    <a:pt x="1176" y="2660"/>
                  </a:lnTo>
                  <a:lnTo>
                    <a:pt x="1176" y="2660"/>
                  </a:lnTo>
                  <a:lnTo>
                    <a:pt x="1300" y="2970"/>
                  </a:lnTo>
                  <a:lnTo>
                    <a:pt x="1362" y="3341"/>
                  </a:lnTo>
                  <a:lnTo>
                    <a:pt x="1485" y="4083"/>
                  </a:lnTo>
                  <a:lnTo>
                    <a:pt x="1485" y="4083"/>
                  </a:lnTo>
                  <a:lnTo>
                    <a:pt x="1671" y="4516"/>
                  </a:lnTo>
                  <a:lnTo>
                    <a:pt x="1980" y="4949"/>
                  </a:lnTo>
                  <a:lnTo>
                    <a:pt x="2351" y="5320"/>
                  </a:lnTo>
                  <a:lnTo>
                    <a:pt x="2722" y="5629"/>
                  </a:lnTo>
                  <a:lnTo>
                    <a:pt x="2722" y="5629"/>
                  </a:lnTo>
                  <a:lnTo>
                    <a:pt x="3155" y="5877"/>
                  </a:lnTo>
                  <a:lnTo>
                    <a:pt x="3650" y="6124"/>
                  </a:lnTo>
                  <a:lnTo>
                    <a:pt x="4578" y="6495"/>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6"/>
            <p:cNvSpPr/>
            <p:nvPr/>
          </p:nvSpPr>
          <p:spPr>
            <a:xfrm>
              <a:off x="9741054" y="679577"/>
              <a:ext cx="901859" cy="682799"/>
            </a:xfrm>
            <a:custGeom>
              <a:rect b="b" l="l" r="r" t="t"/>
              <a:pathLst>
                <a:path extrusionOk="0" h="21401" w="28267">
                  <a:moveTo>
                    <a:pt x="17010" y="1"/>
                  </a:moveTo>
                  <a:lnTo>
                    <a:pt x="15896" y="805"/>
                  </a:lnTo>
                  <a:lnTo>
                    <a:pt x="14226" y="1918"/>
                  </a:lnTo>
                  <a:lnTo>
                    <a:pt x="9773" y="4825"/>
                  </a:lnTo>
                  <a:lnTo>
                    <a:pt x="7423" y="6433"/>
                  </a:lnTo>
                  <a:lnTo>
                    <a:pt x="5134" y="8103"/>
                  </a:lnTo>
                  <a:lnTo>
                    <a:pt x="3155" y="9649"/>
                  </a:lnTo>
                  <a:lnTo>
                    <a:pt x="2351" y="10392"/>
                  </a:lnTo>
                  <a:lnTo>
                    <a:pt x="1671" y="11072"/>
                  </a:lnTo>
                  <a:lnTo>
                    <a:pt x="1176" y="11629"/>
                  </a:lnTo>
                  <a:lnTo>
                    <a:pt x="805" y="12309"/>
                  </a:lnTo>
                  <a:lnTo>
                    <a:pt x="495" y="13051"/>
                  </a:lnTo>
                  <a:lnTo>
                    <a:pt x="248" y="13855"/>
                  </a:lnTo>
                  <a:lnTo>
                    <a:pt x="63" y="14721"/>
                  </a:lnTo>
                  <a:lnTo>
                    <a:pt x="1" y="15587"/>
                  </a:lnTo>
                  <a:lnTo>
                    <a:pt x="63" y="16453"/>
                  </a:lnTo>
                  <a:lnTo>
                    <a:pt x="186" y="17319"/>
                  </a:lnTo>
                  <a:lnTo>
                    <a:pt x="434" y="18123"/>
                  </a:lnTo>
                  <a:lnTo>
                    <a:pt x="805" y="18927"/>
                  </a:lnTo>
                  <a:lnTo>
                    <a:pt x="1238" y="19607"/>
                  </a:lnTo>
                  <a:lnTo>
                    <a:pt x="1547" y="19917"/>
                  </a:lnTo>
                  <a:lnTo>
                    <a:pt x="1856" y="20226"/>
                  </a:lnTo>
                  <a:lnTo>
                    <a:pt x="2227" y="20473"/>
                  </a:lnTo>
                  <a:lnTo>
                    <a:pt x="2598" y="20721"/>
                  </a:lnTo>
                  <a:lnTo>
                    <a:pt x="3031" y="20968"/>
                  </a:lnTo>
                  <a:lnTo>
                    <a:pt x="3464" y="21092"/>
                  </a:lnTo>
                  <a:lnTo>
                    <a:pt x="3959" y="21277"/>
                  </a:lnTo>
                  <a:lnTo>
                    <a:pt x="4454" y="21339"/>
                  </a:lnTo>
                  <a:lnTo>
                    <a:pt x="5011" y="21401"/>
                  </a:lnTo>
                  <a:lnTo>
                    <a:pt x="5629" y="21401"/>
                  </a:lnTo>
                  <a:lnTo>
                    <a:pt x="18803" y="21215"/>
                  </a:lnTo>
                  <a:lnTo>
                    <a:pt x="28266" y="21030"/>
                  </a:lnTo>
                  <a:lnTo>
                    <a:pt x="27524" y="11072"/>
                  </a:lnTo>
                  <a:lnTo>
                    <a:pt x="15587" y="12000"/>
                  </a:lnTo>
                  <a:lnTo>
                    <a:pt x="26225" y="5258"/>
                  </a:lnTo>
                  <a:lnTo>
                    <a:pt x="19236" y="372"/>
                  </a:lnTo>
                  <a:lnTo>
                    <a:pt x="18185" y="124"/>
                  </a:lnTo>
                  <a:lnTo>
                    <a:pt x="17442" y="1"/>
                  </a:lnTo>
                  <a:close/>
                </a:path>
              </a:pathLst>
            </a:custGeom>
            <a:solidFill>
              <a:srgbClr val="0A0A0A">
                <a:alpha val="2235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6"/>
            <p:cNvSpPr/>
            <p:nvPr/>
          </p:nvSpPr>
          <p:spPr>
            <a:xfrm>
              <a:off x="9604885" y="1129497"/>
              <a:ext cx="471684" cy="242765"/>
            </a:xfrm>
            <a:custGeom>
              <a:rect b="b" l="l" r="r" t="t"/>
              <a:pathLst>
                <a:path extrusionOk="0" h="7609" w="14784">
                  <a:moveTo>
                    <a:pt x="12557" y="1"/>
                  </a:moveTo>
                  <a:lnTo>
                    <a:pt x="3155" y="434"/>
                  </a:lnTo>
                  <a:lnTo>
                    <a:pt x="4454" y="3341"/>
                  </a:lnTo>
                  <a:lnTo>
                    <a:pt x="3712" y="3526"/>
                  </a:lnTo>
                  <a:lnTo>
                    <a:pt x="3032" y="3712"/>
                  </a:lnTo>
                  <a:lnTo>
                    <a:pt x="2413" y="3959"/>
                  </a:lnTo>
                  <a:lnTo>
                    <a:pt x="1918" y="4268"/>
                  </a:lnTo>
                  <a:lnTo>
                    <a:pt x="1485" y="4639"/>
                  </a:lnTo>
                  <a:lnTo>
                    <a:pt x="1114" y="5011"/>
                  </a:lnTo>
                  <a:lnTo>
                    <a:pt x="867" y="5382"/>
                  </a:lnTo>
                  <a:lnTo>
                    <a:pt x="619" y="5753"/>
                  </a:lnTo>
                  <a:lnTo>
                    <a:pt x="248" y="6433"/>
                  </a:lnTo>
                  <a:lnTo>
                    <a:pt x="125" y="7052"/>
                  </a:lnTo>
                  <a:lnTo>
                    <a:pt x="1" y="7423"/>
                  </a:lnTo>
                  <a:lnTo>
                    <a:pt x="1" y="7608"/>
                  </a:lnTo>
                  <a:lnTo>
                    <a:pt x="14783" y="7361"/>
                  </a:lnTo>
                  <a:lnTo>
                    <a:pt x="1255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6"/>
            <p:cNvSpPr/>
            <p:nvPr/>
          </p:nvSpPr>
          <p:spPr>
            <a:xfrm>
              <a:off x="9399674" y="432922"/>
              <a:ext cx="1221515" cy="745939"/>
            </a:xfrm>
            <a:custGeom>
              <a:rect b="b" l="l" r="r" t="t"/>
              <a:pathLst>
                <a:path extrusionOk="0" h="23380" w="38286">
                  <a:moveTo>
                    <a:pt x="6000" y="0"/>
                  </a:moveTo>
                  <a:lnTo>
                    <a:pt x="5072" y="124"/>
                  </a:lnTo>
                  <a:lnTo>
                    <a:pt x="4206" y="371"/>
                  </a:lnTo>
                  <a:lnTo>
                    <a:pt x="3402" y="743"/>
                  </a:lnTo>
                  <a:lnTo>
                    <a:pt x="2660" y="1175"/>
                  </a:lnTo>
                  <a:lnTo>
                    <a:pt x="1980" y="1794"/>
                  </a:lnTo>
                  <a:lnTo>
                    <a:pt x="1423" y="2412"/>
                  </a:lnTo>
                  <a:lnTo>
                    <a:pt x="866" y="3093"/>
                  </a:lnTo>
                  <a:lnTo>
                    <a:pt x="495" y="3897"/>
                  </a:lnTo>
                  <a:lnTo>
                    <a:pt x="186" y="4701"/>
                  </a:lnTo>
                  <a:lnTo>
                    <a:pt x="1" y="5567"/>
                  </a:lnTo>
                  <a:lnTo>
                    <a:pt x="1" y="6433"/>
                  </a:lnTo>
                  <a:lnTo>
                    <a:pt x="62" y="7299"/>
                  </a:lnTo>
                  <a:lnTo>
                    <a:pt x="186" y="7732"/>
                  </a:lnTo>
                  <a:lnTo>
                    <a:pt x="310" y="8165"/>
                  </a:lnTo>
                  <a:lnTo>
                    <a:pt x="619" y="8783"/>
                  </a:lnTo>
                  <a:lnTo>
                    <a:pt x="990" y="9587"/>
                  </a:lnTo>
                  <a:lnTo>
                    <a:pt x="2103" y="11752"/>
                  </a:lnTo>
                  <a:lnTo>
                    <a:pt x="3464" y="14226"/>
                  </a:lnTo>
                  <a:lnTo>
                    <a:pt x="4949" y="16824"/>
                  </a:lnTo>
                  <a:lnTo>
                    <a:pt x="7546" y="21401"/>
                  </a:lnTo>
                  <a:lnTo>
                    <a:pt x="8721" y="23380"/>
                  </a:lnTo>
                  <a:lnTo>
                    <a:pt x="21401" y="23256"/>
                  </a:lnTo>
                  <a:lnTo>
                    <a:pt x="16762" y="14226"/>
                  </a:lnTo>
                  <a:lnTo>
                    <a:pt x="21339" y="15958"/>
                  </a:lnTo>
                  <a:lnTo>
                    <a:pt x="27957" y="18679"/>
                  </a:lnTo>
                  <a:lnTo>
                    <a:pt x="28452" y="18865"/>
                  </a:lnTo>
                  <a:lnTo>
                    <a:pt x="29008" y="19050"/>
                  </a:lnTo>
                  <a:lnTo>
                    <a:pt x="30060" y="19236"/>
                  </a:lnTo>
                  <a:lnTo>
                    <a:pt x="31173" y="19298"/>
                  </a:lnTo>
                  <a:lnTo>
                    <a:pt x="32225" y="19236"/>
                  </a:lnTo>
                  <a:lnTo>
                    <a:pt x="33276" y="18988"/>
                  </a:lnTo>
                  <a:lnTo>
                    <a:pt x="33771" y="18803"/>
                  </a:lnTo>
                  <a:lnTo>
                    <a:pt x="34266" y="18617"/>
                  </a:lnTo>
                  <a:lnTo>
                    <a:pt x="34760" y="18370"/>
                  </a:lnTo>
                  <a:lnTo>
                    <a:pt x="35255" y="18123"/>
                  </a:lnTo>
                  <a:lnTo>
                    <a:pt x="35688" y="17813"/>
                  </a:lnTo>
                  <a:lnTo>
                    <a:pt x="36121" y="17442"/>
                  </a:lnTo>
                  <a:lnTo>
                    <a:pt x="36740" y="16824"/>
                  </a:lnTo>
                  <a:lnTo>
                    <a:pt x="36987" y="16576"/>
                  </a:lnTo>
                  <a:lnTo>
                    <a:pt x="37173" y="16267"/>
                  </a:lnTo>
                  <a:lnTo>
                    <a:pt x="37482" y="15710"/>
                  </a:lnTo>
                  <a:lnTo>
                    <a:pt x="37729" y="15154"/>
                  </a:lnTo>
                  <a:lnTo>
                    <a:pt x="37915" y="14659"/>
                  </a:lnTo>
                  <a:lnTo>
                    <a:pt x="38039" y="14102"/>
                  </a:lnTo>
                  <a:lnTo>
                    <a:pt x="38162" y="13546"/>
                  </a:lnTo>
                  <a:lnTo>
                    <a:pt x="38224" y="13051"/>
                  </a:lnTo>
                  <a:lnTo>
                    <a:pt x="38286" y="11999"/>
                  </a:lnTo>
                  <a:lnTo>
                    <a:pt x="38162" y="11010"/>
                  </a:lnTo>
                  <a:lnTo>
                    <a:pt x="37977" y="10082"/>
                  </a:lnTo>
                  <a:lnTo>
                    <a:pt x="37667" y="9154"/>
                  </a:lnTo>
                  <a:lnTo>
                    <a:pt x="37358" y="8350"/>
                  </a:lnTo>
                  <a:lnTo>
                    <a:pt x="36925" y="7608"/>
                  </a:lnTo>
                  <a:lnTo>
                    <a:pt x="36554" y="6866"/>
                  </a:lnTo>
                  <a:lnTo>
                    <a:pt x="35750" y="5752"/>
                  </a:lnTo>
                  <a:lnTo>
                    <a:pt x="35132" y="5072"/>
                  </a:lnTo>
                  <a:lnTo>
                    <a:pt x="34884" y="4825"/>
                  </a:lnTo>
                  <a:lnTo>
                    <a:pt x="25297" y="7237"/>
                  </a:lnTo>
                  <a:lnTo>
                    <a:pt x="18741" y="4639"/>
                  </a:lnTo>
                  <a:lnTo>
                    <a:pt x="13298" y="2412"/>
                  </a:lnTo>
                  <a:lnTo>
                    <a:pt x="10824" y="1423"/>
                  </a:lnTo>
                  <a:lnTo>
                    <a:pt x="8845" y="557"/>
                  </a:lnTo>
                  <a:lnTo>
                    <a:pt x="8412" y="371"/>
                  </a:lnTo>
                  <a:lnTo>
                    <a:pt x="7917" y="248"/>
                  </a:lnTo>
                  <a:lnTo>
                    <a:pt x="7423" y="124"/>
                  </a:lnTo>
                  <a:lnTo>
                    <a:pt x="6928" y="62"/>
                  </a:lnTo>
                  <a:lnTo>
                    <a:pt x="6433"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6"/>
            <p:cNvSpPr/>
            <p:nvPr/>
          </p:nvSpPr>
          <p:spPr>
            <a:xfrm>
              <a:off x="9677915" y="687490"/>
              <a:ext cx="406534" cy="495325"/>
            </a:xfrm>
            <a:custGeom>
              <a:rect b="b" l="l" r="r" t="t"/>
              <a:pathLst>
                <a:path extrusionOk="0" h="15525" w="12742">
                  <a:moveTo>
                    <a:pt x="433" y="0"/>
                  </a:moveTo>
                  <a:lnTo>
                    <a:pt x="372" y="62"/>
                  </a:lnTo>
                  <a:lnTo>
                    <a:pt x="372" y="124"/>
                  </a:lnTo>
                  <a:lnTo>
                    <a:pt x="372" y="186"/>
                  </a:lnTo>
                  <a:lnTo>
                    <a:pt x="7175" y="5690"/>
                  </a:lnTo>
                  <a:lnTo>
                    <a:pt x="7546" y="6000"/>
                  </a:lnTo>
                  <a:lnTo>
                    <a:pt x="7979" y="6309"/>
                  </a:lnTo>
                  <a:lnTo>
                    <a:pt x="7979" y="6371"/>
                  </a:lnTo>
                  <a:lnTo>
                    <a:pt x="8041" y="6494"/>
                  </a:lnTo>
                  <a:lnTo>
                    <a:pt x="8412" y="7175"/>
                  </a:lnTo>
                  <a:lnTo>
                    <a:pt x="10762" y="11752"/>
                  </a:lnTo>
                  <a:lnTo>
                    <a:pt x="12524" y="15157"/>
                  </a:lnTo>
                  <a:lnTo>
                    <a:pt x="12524" y="15157"/>
                  </a:lnTo>
                  <a:lnTo>
                    <a:pt x="9525" y="15215"/>
                  </a:lnTo>
                  <a:lnTo>
                    <a:pt x="6371" y="15277"/>
                  </a:lnTo>
                  <a:lnTo>
                    <a:pt x="3217" y="15339"/>
                  </a:lnTo>
                  <a:lnTo>
                    <a:pt x="62" y="15339"/>
                  </a:lnTo>
                  <a:lnTo>
                    <a:pt x="0" y="15401"/>
                  </a:lnTo>
                  <a:lnTo>
                    <a:pt x="0" y="15463"/>
                  </a:lnTo>
                  <a:lnTo>
                    <a:pt x="0" y="15525"/>
                  </a:lnTo>
                  <a:lnTo>
                    <a:pt x="3217" y="15525"/>
                  </a:lnTo>
                  <a:lnTo>
                    <a:pt x="6371" y="15463"/>
                  </a:lnTo>
                  <a:lnTo>
                    <a:pt x="9525" y="15401"/>
                  </a:lnTo>
                  <a:lnTo>
                    <a:pt x="12680" y="15339"/>
                  </a:lnTo>
                  <a:lnTo>
                    <a:pt x="12742" y="15339"/>
                  </a:lnTo>
                  <a:lnTo>
                    <a:pt x="12742" y="15215"/>
                  </a:lnTo>
                  <a:lnTo>
                    <a:pt x="8721" y="7422"/>
                  </a:lnTo>
                  <a:lnTo>
                    <a:pt x="8474" y="6804"/>
                  </a:lnTo>
                  <a:lnTo>
                    <a:pt x="8103" y="6247"/>
                  </a:lnTo>
                  <a:lnTo>
                    <a:pt x="7917" y="6000"/>
                  </a:lnTo>
                  <a:lnTo>
                    <a:pt x="7608" y="5814"/>
                  </a:lnTo>
                  <a:lnTo>
                    <a:pt x="3711" y="2598"/>
                  </a:lnTo>
                  <a:lnTo>
                    <a:pt x="495" y="62"/>
                  </a:lnTo>
                  <a:lnTo>
                    <a:pt x="433" y="0"/>
                  </a:lnTo>
                  <a:close/>
                </a:path>
              </a:pathLst>
            </a:custGeom>
            <a:solidFill>
              <a:srgbClr val="232323"/>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6"/>
            <p:cNvSpPr/>
            <p:nvPr/>
          </p:nvSpPr>
          <p:spPr>
            <a:xfrm>
              <a:off x="9928525" y="880864"/>
              <a:ext cx="562421" cy="165778"/>
            </a:xfrm>
            <a:custGeom>
              <a:rect b="b" l="l" r="r" t="t"/>
              <a:pathLst>
                <a:path extrusionOk="0" h="5196" w="17628">
                  <a:moveTo>
                    <a:pt x="62" y="0"/>
                  </a:moveTo>
                  <a:lnTo>
                    <a:pt x="0" y="62"/>
                  </a:lnTo>
                  <a:lnTo>
                    <a:pt x="0" y="124"/>
                  </a:lnTo>
                  <a:lnTo>
                    <a:pt x="62" y="186"/>
                  </a:lnTo>
                  <a:lnTo>
                    <a:pt x="1732" y="1052"/>
                  </a:lnTo>
                  <a:lnTo>
                    <a:pt x="3526" y="1794"/>
                  </a:lnTo>
                  <a:lnTo>
                    <a:pt x="5320" y="2474"/>
                  </a:lnTo>
                  <a:lnTo>
                    <a:pt x="7113" y="3155"/>
                  </a:lnTo>
                  <a:lnTo>
                    <a:pt x="10762" y="4392"/>
                  </a:lnTo>
                  <a:lnTo>
                    <a:pt x="11628" y="4701"/>
                  </a:lnTo>
                  <a:lnTo>
                    <a:pt x="12494" y="4948"/>
                  </a:lnTo>
                  <a:lnTo>
                    <a:pt x="13422" y="5134"/>
                  </a:lnTo>
                  <a:lnTo>
                    <a:pt x="14350" y="5196"/>
                  </a:lnTo>
                  <a:lnTo>
                    <a:pt x="15154" y="5196"/>
                  </a:lnTo>
                  <a:lnTo>
                    <a:pt x="15958" y="5134"/>
                  </a:lnTo>
                  <a:lnTo>
                    <a:pt x="16762" y="4948"/>
                  </a:lnTo>
                  <a:lnTo>
                    <a:pt x="17566" y="4763"/>
                  </a:lnTo>
                  <a:lnTo>
                    <a:pt x="17628" y="4701"/>
                  </a:lnTo>
                  <a:lnTo>
                    <a:pt x="17628" y="4639"/>
                  </a:lnTo>
                  <a:lnTo>
                    <a:pt x="17566" y="4577"/>
                  </a:lnTo>
                  <a:lnTo>
                    <a:pt x="17504" y="4577"/>
                  </a:lnTo>
                  <a:lnTo>
                    <a:pt x="16762" y="4763"/>
                  </a:lnTo>
                  <a:lnTo>
                    <a:pt x="16082" y="4887"/>
                  </a:lnTo>
                  <a:lnTo>
                    <a:pt x="15339" y="5010"/>
                  </a:lnTo>
                  <a:lnTo>
                    <a:pt x="14597" y="5010"/>
                  </a:lnTo>
                  <a:lnTo>
                    <a:pt x="13731" y="4948"/>
                  </a:lnTo>
                  <a:lnTo>
                    <a:pt x="12803" y="4825"/>
                  </a:lnTo>
                  <a:lnTo>
                    <a:pt x="11938" y="4577"/>
                  </a:lnTo>
                  <a:lnTo>
                    <a:pt x="11072" y="4330"/>
                  </a:lnTo>
                  <a:lnTo>
                    <a:pt x="7546" y="3155"/>
                  </a:lnTo>
                  <a:lnTo>
                    <a:pt x="5814" y="2474"/>
                  </a:lnTo>
                  <a:lnTo>
                    <a:pt x="4083" y="1794"/>
                  </a:lnTo>
                  <a:lnTo>
                    <a:pt x="2042" y="990"/>
                  </a:lnTo>
                  <a:lnTo>
                    <a:pt x="1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6"/>
            <p:cNvSpPr/>
            <p:nvPr/>
          </p:nvSpPr>
          <p:spPr>
            <a:xfrm>
              <a:off x="9910755" y="44164"/>
              <a:ext cx="619659" cy="625593"/>
            </a:xfrm>
            <a:custGeom>
              <a:rect b="b" l="l" r="r" t="t"/>
              <a:pathLst>
                <a:path extrusionOk="0" h="19608" w="19422">
                  <a:moveTo>
                    <a:pt x="5073" y="1"/>
                  </a:moveTo>
                  <a:lnTo>
                    <a:pt x="372" y="3093"/>
                  </a:lnTo>
                  <a:lnTo>
                    <a:pt x="248" y="3403"/>
                  </a:lnTo>
                  <a:lnTo>
                    <a:pt x="124" y="3774"/>
                  </a:lnTo>
                  <a:lnTo>
                    <a:pt x="1" y="4392"/>
                  </a:lnTo>
                  <a:lnTo>
                    <a:pt x="1" y="5134"/>
                  </a:lnTo>
                  <a:lnTo>
                    <a:pt x="1" y="6124"/>
                  </a:lnTo>
                  <a:lnTo>
                    <a:pt x="186" y="7299"/>
                  </a:lnTo>
                  <a:lnTo>
                    <a:pt x="434" y="8722"/>
                  </a:lnTo>
                  <a:lnTo>
                    <a:pt x="867" y="10206"/>
                  </a:lnTo>
                  <a:lnTo>
                    <a:pt x="1423" y="11938"/>
                  </a:lnTo>
                  <a:lnTo>
                    <a:pt x="2599" y="15525"/>
                  </a:lnTo>
                  <a:lnTo>
                    <a:pt x="4021" y="19607"/>
                  </a:lnTo>
                  <a:lnTo>
                    <a:pt x="18618" y="17319"/>
                  </a:lnTo>
                  <a:lnTo>
                    <a:pt x="18741" y="17257"/>
                  </a:lnTo>
                  <a:lnTo>
                    <a:pt x="18865" y="17195"/>
                  </a:lnTo>
                  <a:lnTo>
                    <a:pt x="19051" y="17010"/>
                  </a:lnTo>
                  <a:lnTo>
                    <a:pt x="19236" y="16824"/>
                  </a:lnTo>
                  <a:lnTo>
                    <a:pt x="19360" y="16453"/>
                  </a:lnTo>
                  <a:lnTo>
                    <a:pt x="19422" y="16082"/>
                  </a:lnTo>
                  <a:lnTo>
                    <a:pt x="19422" y="15525"/>
                  </a:lnTo>
                  <a:lnTo>
                    <a:pt x="19298" y="15092"/>
                  </a:lnTo>
                  <a:lnTo>
                    <a:pt x="18989" y="14474"/>
                  </a:lnTo>
                  <a:lnTo>
                    <a:pt x="18494" y="13732"/>
                  </a:lnTo>
                  <a:lnTo>
                    <a:pt x="17937" y="12804"/>
                  </a:lnTo>
                  <a:lnTo>
                    <a:pt x="16391" y="10639"/>
                  </a:lnTo>
                  <a:lnTo>
                    <a:pt x="14597" y="8289"/>
                  </a:lnTo>
                  <a:lnTo>
                    <a:pt x="12742" y="5938"/>
                  </a:lnTo>
                  <a:lnTo>
                    <a:pt x="11010" y="3897"/>
                  </a:lnTo>
                  <a:lnTo>
                    <a:pt x="9649" y="2289"/>
                  </a:lnTo>
                  <a:lnTo>
                    <a:pt x="9155" y="1794"/>
                  </a:lnTo>
                  <a:lnTo>
                    <a:pt x="8784" y="1485"/>
                  </a:lnTo>
                  <a:lnTo>
                    <a:pt x="8227" y="1176"/>
                  </a:lnTo>
                  <a:lnTo>
                    <a:pt x="7608" y="867"/>
                  </a:lnTo>
                  <a:lnTo>
                    <a:pt x="6371" y="372"/>
                  </a:lnTo>
                  <a:lnTo>
                    <a:pt x="5444" y="63"/>
                  </a:lnTo>
                  <a:lnTo>
                    <a:pt x="507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6"/>
            <p:cNvSpPr/>
            <p:nvPr/>
          </p:nvSpPr>
          <p:spPr>
            <a:xfrm>
              <a:off x="9837757" y="162562"/>
              <a:ext cx="570334" cy="663082"/>
            </a:xfrm>
            <a:custGeom>
              <a:rect b="b" l="l" r="r" t="t"/>
              <a:pathLst>
                <a:path extrusionOk="0" h="20783" w="17876">
                  <a:moveTo>
                    <a:pt x="10700" y="1"/>
                  </a:moveTo>
                  <a:lnTo>
                    <a:pt x="4577" y="4021"/>
                  </a:lnTo>
                  <a:lnTo>
                    <a:pt x="8288" y="12185"/>
                  </a:lnTo>
                  <a:lnTo>
                    <a:pt x="2227" y="9835"/>
                  </a:lnTo>
                  <a:lnTo>
                    <a:pt x="0" y="15896"/>
                  </a:lnTo>
                  <a:lnTo>
                    <a:pt x="1175" y="16577"/>
                  </a:lnTo>
                  <a:lnTo>
                    <a:pt x="2474" y="17257"/>
                  </a:lnTo>
                  <a:lnTo>
                    <a:pt x="4021" y="18061"/>
                  </a:lnTo>
                  <a:lnTo>
                    <a:pt x="5814" y="18927"/>
                  </a:lnTo>
                  <a:lnTo>
                    <a:pt x="7670" y="19669"/>
                  </a:lnTo>
                  <a:lnTo>
                    <a:pt x="8598" y="20040"/>
                  </a:lnTo>
                  <a:lnTo>
                    <a:pt x="9463" y="20288"/>
                  </a:lnTo>
                  <a:lnTo>
                    <a:pt x="10268" y="20535"/>
                  </a:lnTo>
                  <a:lnTo>
                    <a:pt x="11072" y="20659"/>
                  </a:lnTo>
                  <a:lnTo>
                    <a:pt x="11814" y="20721"/>
                  </a:lnTo>
                  <a:lnTo>
                    <a:pt x="12494" y="20783"/>
                  </a:lnTo>
                  <a:lnTo>
                    <a:pt x="13236" y="20721"/>
                  </a:lnTo>
                  <a:lnTo>
                    <a:pt x="13917" y="20597"/>
                  </a:lnTo>
                  <a:lnTo>
                    <a:pt x="14597" y="20473"/>
                  </a:lnTo>
                  <a:lnTo>
                    <a:pt x="15216" y="20226"/>
                  </a:lnTo>
                  <a:lnTo>
                    <a:pt x="15772" y="19917"/>
                  </a:lnTo>
                  <a:lnTo>
                    <a:pt x="16329" y="19546"/>
                  </a:lnTo>
                  <a:lnTo>
                    <a:pt x="16762" y="19113"/>
                  </a:lnTo>
                  <a:lnTo>
                    <a:pt x="17195" y="18618"/>
                  </a:lnTo>
                  <a:lnTo>
                    <a:pt x="17504" y="17999"/>
                  </a:lnTo>
                  <a:lnTo>
                    <a:pt x="17690" y="17319"/>
                  </a:lnTo>
                  <a:lnTo>
                    <a:pt x="17813" y="16515"/>
                  </a:lnTo>
                  <a:lnTo>
                    <a:pt x="17875" y="15649"/>
                  </a:lnTo>
                  <a:lnTo>
                    <a:pt x="17813" y="14659"/>
                  </a:lnTo>
                  <a:lnTo>
                    <a:pt x="17628" y="13546"/>
                  </a:lnTo>
                  <a:lnTo>
                    <a:pt x="17318" y="12433"/>
                  </a:lnTo>
                  <a:lnTo>
                    <a:pt x="16947" y="11319"/>
                  </a:lnTo>
                  <a:lnTo>
                    <a:pt x="16576" y="10206"/>
                  </a:lnTo>
                  <a:lnTo>
                    <a:pt x="16081" y="9093"/>
                  </a:lnTo>
                  <a:lnTo>
                    <a:pt x="15648" y="8041"/>
                  </a:lnTo>
                  <a:lnTo>
                    <a:pt x="15092" y="6990"/>
                  </a:lnTo>
                  <a:lnTo>
                    <a:pt x="14102" y="5011"/>
                  </a:lnTo>
                  <a:lnTo>
                    <a:pt x="13051" y="3279"/>
                  </a:lnTo>
                  <a:lnTo>
                    <a:pt x="12061" y="1856"/>
                  </a:lnTo>
                  <a:lnTo>
                    <a:pt x="11257" y="681"/>
                  </a:lnTo>
                  <a:lnTo>
                    <a:pt x="1070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6"/>
            <p:cNvSpPr/>
            <p:nvPr/>
          </p:nvSpPr>
          <p:spPr>
            <a:xfrm>
              <a:off x="9837757" y="162562"/>
              <a:ext cx="570334" cy="663082"/>
            </a:xfrm>
            <a:custGeom>
              <a:rect b="b" l="l" r="r" t="t"/>
              <a:pathLst>
                <a:path extrusionOk="0" fill="none" h="20783" w="17876">
                  <a:moveTo>
                    <a:pt x="10700" y="1"/>
                  </a:moveTo>
                  <a:lnTo>
                    <a:pt x="10700" y="1"/>
                  </a:lnTo>
                  <a:lnTo>
                    <a:pt x="11257" y="681"/>
                  </a:lnTo>
                  <a:lnTo>
                    <a:pt x="12061" y="1856"/>
                  </a:lnTo>
                  <a:lnTo>
                    <a:pt x="13051" y="3279"/>
                  </a:lnTo>
                  <a:lnTo>
                    <a:pt x="14102" y="5011"/>
                  </a:lnTo>
                  <a:lnTo>
                    <a:pt x="15092" y="6990"/>
                  </a:lnTo>
                  <a:lnTo>
                    <a:pt x="15648" y="8041"/>
                  </a:lnTo>
                  <a:lnTo>
                    <a:pt x="16081" y="9093"/>
                  </a:lnTo>
                  <a:lnTo>
                    <a:pt x="16576" y="10206"/>
                  </a:lnTo>
                  <a:lnTo>
                    <a:pt x="16947" y="11319"/>
                  </a:lnTo>
                  <a:lnTo>
                    <a:pt x="17318" y="12433"/>
                  </a:lnTo>
                  <a:lnTo>
                    <a:pt x="17628" y="13546"/>
                  </a:lnTo>
                  <a:lnTo>
                    <a:pt x="17628" y="13546"/>
                  </a:lnTo>
                  <a:lnTo>
                    <a:pt x="17813" y="14659"/>
                  </a:lnTo>
                  <a:lnTo>
                    <a:pt x="17875" y="15649"/>
                  </a:lnTo>
                  <a:lnTo>
                    <a:pt x="17813" y="16515"/>
                  </a:lnTo>
                  <a:lnTo>
                    <a:pt x="17690" y="17319"/>
                  </a:lnTo>
                  <a:lnTo>
                    <a:pt x="17504" y="17999"/>
                  </a:lnTo>
                  <a:lnTo>
                    <a:pt x="17195" y="18618"/>
                  </a:lnTo>
                  <a:lnTo>
                    <a:pt x="16762" y="19113"/>
                  </a:lnTo>
                  <a:lnTo>
                    <a:pt x="16329" y="19546"/>
                  </a:lnTo>
                  <a:lnTo>
                    <a:pt x="15772" y="19917"/>
                  </a:lnTo>
                  <a:lnTo>
                    <a:pt x="15216" y="20226"/>
                  </a:lnTo>
                  <a:lnTo>
                    <a:pt x="14597" y="20473"/>
                  </a:lnTo>
                  <a:lnTo>
                    <a:pt x="13917" y="20597"/>
                  </a:lnTo>
                  <a:lnTo>
                    <a:pt x="13236" y="20721"/>
                  </a:lnTo>
                  <a:lnTo>
                    <a:pt x="12494" y="20783"/>
                  </a:lnTo>
                  <a:lnTo>
                    <a:pt x="11814" y="20721"/>
                  </a:lnTo>
                  <a:lnTo>
                    <a:pt x="11072" y="20659"/>
                  </a:lnTo>
                  <a:lnTo>
                    <a:pt x="11072" y="20659"/>
                  </a:lnTo>
                  <a:lnTo>
                    <a:pt x="10268" y="20535"/>
                  </a:lnTo>
                  <a:lnTo>
                    <a:pt x="9463" y="20288"/>
                  </a:lnTo>
                  <a:lnTo>
                    <a:pt x="8598" y="20040"/>
                  </a:lnTo>
                  <a:lnTo>
                    <a:pt x="7670" y="19669"/>
                  </a:lnTo>
                  <a:lnTo>
                    <a:pt x="5814" y="18927"/>
                  </a:lnTo>
                  <a:lnTo>
                    <a:pt x="4021" y="18061"/>
                  </a:lnTo>
                  <a:lnTo>
                    <a:pt x="2474" y="17257"/>
                  </a:lnTo>
                  <a:lnTo>
                    <a:pt x="1175" y="16577"/>
                  </a:lnTo>
                  <a:lnTo>
                    <a:pt x="0" y="15896"/>
                  </a:lnTo>
                  <a:lnTo>
                    <a:pt x="2227" y="9835"/>
                  </a:lnTo>
                  <a:lnTo>
                    <a:pt x="8288" y="12185"/>
                  </a:lnTo>
                  <a:lnTo>
                    <a:pt x="4577" y="402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6"/>
            <p:cNvSpPr/>
            <p:nvPr/>
          </p:nvSpPr>
          <p:spPr>
            <a:xfrm>
              <a:off x="9833801" y="158638"/>
              <a:ext cx="578214" cy="668984"/>
            </a:xfrm>
            <a:custGeom>
              <a:rect b="b" l="l" r="r" t="t"/>
              <a:pathLst>
                <a:path extrusionOk="0" h="20968" w="18123">
                  <a:moveTo>
                    <a:pt x="10763" y="0"/>
                  </a:moveTo>
                  <a:lnTo>
                    <a:pt x="10763" y="62"/>
                  </a:lnTo>
                  <a:lnTo>
                    <a:pt x="10763" y="186"/>
                  </a:lnTo>
                  <a:lnTo>
                    <a:pt x="11629" y="1299"/>
                  </a:lnTo>
                  <a:lnTo>
                    <a:pt x="12494" y="2536"/>
                  </a:lnTo>
                  <a:lnTo>
                    <a:pt x="13731" y="4577"/>
                  </a:lnTo>
                  <a:lnTo>
                    <a:pt x="14907" y="6618"/>
                  </a:lnTo>
                  <a:lnTo>
                    <a:pt x="15525" y="7855"/>
                  </a:lnTo>
                  <a:lnTo>
                    <a:pt x="16082" y="9154"/>
                  </a:lnTo>
                  <a:lnTo>
                    <a:pt x="16638" y="10453"/>
                  </a:lnTo>
                  <a:lnTo>
                    <a:pt x="17071" y="11752"/>
                  </a:lnTo>
                  <a:lnTo>
                    <a:pt x="17442" y="12927"/>
                  </a:lnTo>
                  <a:lnTo>
                    <a:pt x="17752" y="14226"/>
                  </a:lnTo>
                  <a:lnTo>
                    <a:pt x="17814" y="14844"/>
                  </a:lnTo>
                  <a:lnTo>
                    <a:pt x="17875" y="15463"/>
                  </a:lnTo>
                  <a:lnTo>
                    <a:pt x="17937" y="16081"/>
                  </a:lnTo>
                  <a:lnTo>
                    <a:pt x="17875" y="16762"/>
                  </a:lnTo>
                  <a:lnTo>
                    <a:pt x="17814" y="17195"/>
                  </a:lnTo>
                  <a:lnTo>
                    <a:pt x="17690" y="17628"/>
                  </a:lnTo>
                  <a:lnTo>
                    <a:pt x="17504" y="18060"/>
                  </a:lnTo>
                  <a:lnTo>
                    <a:pt x="17319" y="18432"/>
                  </a:lnTo>
                  <a:lnTo>
                    <a:pt x="17133" y="18803"/>
                  </a:lnTo>
                  <a:lnTo>
                    <a:pt x="16824" y="19174"/>
                  </a:lnTo>
                  <a:lnTo>
                    <a:pt x="16515" y="19483"/>
                  </a:lnTo>
                  <a:lnTo>
                    <a:pt x="16205" y="19792"/>
                  </a:lnTo>
                  <a:lnTo>
                    <a:pt x="15834" y="20040"/>
                  </a:lnTo>
                  <a:lnTo>
                    <a:pt x="15463" y="20225"/>
                  </a:lnTo>
                  <a:lnTo>
                    <a:pt x="14659" y="20534"/>
                  </a:lnTo>
                  <a:lnTo>
                    <a:pt x="13855" y="20658"/>
                  </a:lnTo>
                  <a:lnTo>
                    <a:pt x="13051" y="20782"/>
                  </a:lnTo>
                  <a:lnTo>
                    <a:pt x="12061" y="20782"/>
                  </a:lnTo>
                  <a:lnTo>
                    <a:pt x="11072" y="20658"/>
                  </a:lnTo>
                  <a:lnTo>
                    <a:pt x="10144" y="20473"/>
                  </a:lnTo>
                  <a:lnTo>
                    <a:pt x="9216" y="20225"/>
                  </a:lnTo>
                  <a:lnTo>
                    <a:pt x="8289" y="19916"/>
                  </a:lnTo>
                  <a:lnTo>
                    <a:pt x="7361" y="19545"/>
                  </a:lnTo>
                  <a:lnTo>
                    <a:pt x="5567" y="18741"/>
                  </a:lnTo>
                  <a:lnTo>
                    <a:pt x="3835" y="17937"/>
                  </a:lnTo>
                  <a:lnTo>
                    <a:pt x="2104" y="17071"/>
                  </a:lnTo>
                  <a:lnTo>
                    <a:pt x="928" y="16391"/>
                  </a:lnTo>
                  <a:lnTo>
                    <a:pt x="248" y="16019"/>
                  </a:lnTo>
                  <a:lnTo>
                    <a:pt x="196" y="15993"/>
                  </a:lnTo>
                  <a:lnTo>
                    <a:pt x="196" y="15993"/>
                  </a:lnTo>
                  <a:lnTo>
                    <a:pt x="2165" y="10700"/>
                  </a:lnTo>
                  <a:lnTo>
                    <a:pt x="2435" y="10053"/>
                  </a:lnTo>
                  <a:lnTo>
                    <a:pt x="2435" y="10053"/>
                  </a:lnTo>
                  <a:lnTo>
                    <a:pt x="7608" y="12061"/>
                  </a:lnTo>
                  <a:lnTo>
                    <a:pt x="8276" y="12339"/>
                  </a:lnTo>
                  <a:lnTo>
                    <a:pt x="8276" y="12339"/>
                  </a:lnTo>
                  <a:lnTo>
                    <a:pt x="8289" y="12370"/>
                  </a:lnTo>
                  <a:lnTo>
                    <a:pt x="8302" y="12350"/>
                  </a:lnTo>
                  <a:lnTo>
                    <a:pt x="8350" y="12370"/>
                  </a:lnTo>
                  <a:lnTo>
                    <a:pt x="8474" y="12370"/>
                  </a:lnTo>
                  <a:lnTo>
                    <a:pt x="8474" y="12247"/>
                  </a:lnTo>
                  <a:lnTo>
                    <a:pt x="5258" y="5072"/>
                  </a:lnTo>
                  <a:lnTo>
                    <a:pt x="4763" y="4082"/>
                  </a:lnTo>
                  <a:lnTo>
                    <a:pt x="4763" y="4020"/>
                  </a:lnTo>
                  <a:lnTo>
                    <a:pt x="4701" y="4020"/>
                  </a:lnTo>
                  <a:lnTo>
                    <a:pt x="4639" y="4082"/>
                  </a:lnTo>
                  <a:lnTo>
                    <a:pt x="4639" y="4144"/>
                  </a:lnTo>
                  <a:lnTo>
                    <a:pt x="7856" y="11319"/>
                  </a:lnTo>
                  <a:lnTo>
                    <a:pt x="8174" y="12092"/>
                  </a:lnTo>
                  <a:lnTo>
                    <a:pt x="3155" y="10144"/>
                  </a:lnTo>
                  <a:lnTo>
                    <a:pt x="2413" y="9834"/>
                  </a:lnTo>
                  <a:lnTo>
                    <a:pt x="2289" y="9834"/>
                  </a:lnTo>
                  <a:lnTo>
                    <a:pt x="2289" y="9896"/>
                  </a:lnTo>
                  <a:lnTo>
                    <a:pt x="310" y="15215"/>
                  </a:lnTo>
                  <a:lnTo>
                    <a:pt x="1" y="16019"/>
                  </a:lnTo>
                  <a:lnTo>
                    <a:pt x="1" y="16081"/>
                  </a:lnTo>
                  <a:lnTo>
                    <a:pt x="62" y="16081"/>
                  </a:lnTo>
                  <a:lnTo>
                    <a:pt x="2413" y="17442"/>
                  </a:lnTo>
                  <a:lnTo>
                    <a:pt x="4825" y="18617"/>
                  </a:lnTo>
                  <a:lnTo>
                    <a:pt x="6680" y="19483"/>
                  </a:lnTo>
                  <a:lnTo>
                    <a:pt x="7608" y="19854"/>
                  </a:lnTo>
                  <a:lnTo>
                    <a:pt x="8536" y="20225"/>
                  </a:lnTo>
                  <a:lnTo>
                    <a:pt x="9464" y="20534"/>
                  </a:lnTo>
                  <a:lnTo>
                    <a:pt x="10453" y="20782"/>
                  </a:lnTo>
                  <a:lnTo>
                    <a:pt x="11443" y="20906"/>
                  </a:lnTo>
                  <a:lnTo>
                    <a:pt x="12433" y="20967"/>
                  </a:lnTo>
                  <a:lnTo>
                    <a:pt x="13298" y="20967"/>
                  </a:lnTo>
                  <a:lnTo>
                    <a:pt x="14103" y="20844"/>
                  </a:lnTo>
                  <a:lnTo>
                    <a:pt x="14907" y="20596"/>
                  </a:lnTo>
                  <a:lnTo>
                    <a:pt x="15711" y="20287"/>
                  </a:lnTo>
                  <a:lnTo>
                    <a:pt x="16391" y="19854"/>
                  </a:lnTo>
                  <a:lnTo>
                    <a:pt x="16700" y="19607"/>
                  </a:lnTo>
                  <a:lnTo>
                    <a:pt x="16948" y="19297"/>
                  </a:lnTo>
                  <a:lnTo>
                    <a:pt x="17195" y="18988"/>
                  </a:lnTo>
                  <a:lnTo>
                    <a:pt x="17442" y="18617"/>
                  </a:lnTo>
                  <a:lnTo>
                    <a:pt x="17628" y="18246"/>
                  </a:lnTo>
                  <a:lnTo>
                    <a:pt x="17814" y="17813"/>
                  </a:lnTo>
                  <a:lnTo>
                    <a:pt x="17937" y="17256"/>
                  </a:lnTo>
                  <a:lnTo>
                    <a:pt x="18061" y="16700"/>
                  </a:lnTo>
                  <a:lnTo>
                    <a:pt x="18123" y="16143"/>
                  </a:lnTo>
                  <a:lnTo>
                    <a:pt x="18061" y="15586"/>
                  </a:lnTo>
                  <a:lnTo>
                    <a:pt x="17937" y="14411"/>
                  </a:lnTo>
                  <a:lnTo>
                    <a:pt x="17752" y="13298"/>
                  </a:lnTo>
                  <a:lnTo>
                    <a:pt x="17319" y="11937"/>
                  </a:lnTo>
                  <a:lnTo>
                    <a:pt x="16886" y="10577"/>
                  </a:lnTo>
                  <a:lnTo>
                    <a:pt x="16329" y="9278"/>
                  </a:lnTo>
                  <a:lnTo>
                    <a:pt x="15772" y="7979"/>
                  </a:lnTo>
                  <a:lnTo>
                    <a:pt x="14783" y="6000"/>
                  </a:lnTo>
                  <a:lnTo>
                    <a:pt x="13670" y="4082"/>
                  </a:lnTo>
                  <a:lnTo>
                    <a:pt x="12494" y="2227"/>
                  </a:lnTo>
                  <a:lnTo>
                    <a:pt x="11196" y="433"/>
                  </a:lnTo>
                  <a:lnTo>
                    <a:pt x="1088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6"/>
            <p:cNvSpPr/>
            <p:nvPr/>
          </p:nvSpPr>
          <p:spPr>
            <a:xfrm>
              <a:off x="10125856" y="63913"/>
              <a:ext cx="309861" cy="319720"/>
            </a:xfrm>
            <a:custGeom>
              <a:rect b="b" l="l" r="r" t="t"/>
              <a:pathLst>
                <a:path extrusionOk="0" h="10021" w="9712">
                  <a:moveTo>
                    <a:pt x="0" y="0"/>
                  </a:moveTo>
                  <a:lnTo>
                    <a:pt x="0" y="62"/>
                  </a:lnTo>
                  <a:lnTo>
                    <a:pt x="0" y="124"/>
                  </a:lnTo>
                  <a:lnTo>
                    <a:pt x="62" y="124"/>
                  </a:lnTo>
                  <a:lnTo>
                    <a:pt x="557" y="310"/>
                  </a:lnTo>
                  <a:lnTo>
                    <a:pt x="1052" y="495"/>
                  </a:lnTo>
                  <a:lnTo>
                    <a:pt x="1485" y="804"/>
                  </a:lnTo>
                  <a:lnTo>
                    <a:pt x="1918" y="1114"/>
                  </a:lnTo>
                  <a:lnTo>
                    <a:pt x="2475" y="1547"/>
                  </a:lnTo>
                  <a:lnTo>
                    <a:pt x="3031" y="2041"/>
                  </a:lnTo>
                  <a:lnTo>
                    <a:pt x="4021" y="3031"/>
                  </a:lnTo>
                  <a:lnTo>
                    <a:pt x="5072" y="4206"/>
                  </a:lnTo>
                  <a:lnTo>
                    <a:pt x="6062" y="5381"/>
                  </a:lnTo>
                  <a:lnTo>
                    <a:pt x="7979" y="7855"/>
                  </a:lnTo>
                  <a:lnTo>
                    <a:pt x="9587" y="9958"/>
                  </a:lnTo>
                  <a:lnTo>
                    <a:pt x="9649" y="10020"/>
                  </a:lnTo>
                  <a:lnTo>
                    <a:pt x="9711" y="10020"/>
                  </a:lnTo>
                  <a:lnTo>
                    <a:pt x="9711" y="9958"/>
                  </a:lnTo>
                  <a:lnTo>
                    <a:pt x="9711" y="9896"/>
                  </a:lnTo>
                  <a:lnTo>
                    <a:pt x="8103" y="7732"/>
                  </a:lnTo>
                  <a:lnTo>
                    <a:pt x="6495" y="5567"/>
                  </a:lnTo>
                  <a:lnTo>
                    <a:pt x="5505" y="4392"/>
                  </a:lnTo>
                  <a:lnTo>
                    <a:pt x="4454" y="3216"/>
                  </a:lnTo>
                  <a:lnTo>
                    <a:pt x="3402" y="2103"/>
                  </a:lnTo>
                  <a:lnTo>
                    <a:pt x="2784" y="1608"/>
                  </a:lnTo>
                  <a:lnTo>
                    <a:pt x="2227" y="1114"/>
                  </a:lnTo>
                  <a:lnTo>
                    <a:pt x="1732" y="742"/>
                  </a:lnTo>
                  <a:lnTo>
                    <a:pt x="1238" y="433"/>
                  </a:lnTo>
                  <a:lnTo>
                    <a:pt x="681" y="124"/>
                  </a:lnTo>
                  <a:lnTo>
                    <a:pt x="6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6"/>
            <p:cNvSpPr/>
            <p:nvPr/>
          </p:nvSpPr>
          <p:spPr>
            <a:xfrm>
              <a:off x="9908777" y="138889"/>
              <a:ext cx="78965" cy="367067"/>
            </a:xfrm>
            <a:custGeom>
              <a:rect b="b" l="l" r="r" t="t"/>
              <a:pathLst>
                <a:path extrusionOk="0" h="11505" w="2475">
                  <a:moveTo>
                    <a:pt x="434" y="1"/>
                  </a:moveTo>
                  <a:lnTo>
                    <a:pt x="372" y="62"/>
                  </a:lnTo>
                  <a:lnTo>
                    <a:pt x="310" y="62"/>
                  </a:lnTo>
                  <a:lnTo>
                    <a:pt x="186" y="805"/>
                  </a:lnTo>
                  <a:lnTo>
                    <a:pt x="63" y="1547"/>
                  </a:lnTo>
                  <a:lnTo>
                    <a:pt x="1" y="2289"/>
                  </a:lnTo>
                  <a:lnTo>
                    <a:pt x="1" y="2969"/>
                  </a:lnTo>
                  <a:lnTo>
                    <a:pt x="63" y="3712"/>
                  </a:lnTo>
                  <a:lnTo>
                    <a:pt x="186" y="4454"/>
                  </a:lnTo>
                  <a:lnTo>
                    <a:pt x="434" y="5876"/>
                  </a:lnTo>
                  <a:lnTo>
                    <a:pt x="805" y="7299"/>
                  </a:lnTo>
                  <a:lnTo>
                    <a:pt x="1238" y="8660"/>
                  </a:lnTo>
                  <a:lnTo>
                    <a:pt x="2289" y="11443"/>
                  </a:lnTo>
                  <a:lnTo>
                    <a:pt x="2351" y="11505"/>
                  </a:lnTo>
                  <a:lnTo>
                    <a:pt x="2413" y="11505"/>
                  </a:lnTo>
                  <a:lnTo>
                    <a:pt x="2475" y="11443"/>
                  </a:lnTo>
                  <a:lnTo>
                    <a:pt x="2475" y="11381"/>
                  </a:lnTo>
                  <a:lnTo>
                    <a:pt x="1424" y="8660"/>
                  </a:lnTo>
                  <a:lnTo>
                    <a:pt x="991" y="7299"/>
                  </a:lnTo>
                  <a:lnTo>
                    <a:pt x="619" y="5876"/>
                  </a:lnTo>
                  <a:lnTo>
                    <a:pt x="372" y="4454"/>
                  </a:lnTo>
                  <a:lnTo>
                    <a:pt x="248" y="3712"/>
                  </a:lnTo>
                  <a:lnTo>
                    <a:pt x="186" y="3031"/>
                  </a:lnTo>
                  <a:lnTo>
                    <a:pt x="186" y="2289"/>
                  </a:lnTo>
                  <a:lnTo>
                    <a:pt x="248" y="1609"/>
                  </a:lnTo>
                  <a:lnTo>
                    <a:pt x="372" y="866"/>
                  </a:lnTo>
                  <a:lnTo>
                    <a:pt x="496" y="124"/>
                  </a:lnTo>
                  <a:lnTo>
                    <a:pt x="496" y="62"/>
                  </a:lnTo>
                  <a:lnTo>
                    <a:pt x="4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6"/>
            <p:cNvSpPr/>
            <p:nvPr/>
          </p:nvSpPr>
          <p:spPr>
            <a:xfrm>
              <a:off x="10094270" y="545386"/>
              <a:ext cx="132246" cy="76987"/>
            </a:xfrm>
            <a:custGeom>
              <a:rect b="b" l="l" r="r" t="t"/>
              <a:pathLst>
                <a:path extrusionOk="0" h="2413" w="4145">
                  <a:moveTo>
                    <a:pt x="63" y="1"/>
                  </a:moveTo>
                  <a:lnTo>
                    <a:pt x="1" y="63"/>
                  </a:lnTo>
                  <a:lnTo>
                    <a:pt x="1" y="125"/>
                  </a:lnTo>
                  <a:lnTo>
                    <a:pt x="63" y="186"/>
                  </a:lnTo>
                  <a:lnTo>
                    <a:pt x="4021" y="2413"/>
                  </a:lnTo>
                  <a:lnTo>
                    <a:pt x="4145" y="2413"/>
                  </a:lnTo>
                  <a:lnTo>
                    <a:pt x="4145" y="2351"/>
                  </a:lnTo>
                  <a:lnTo>
                    <a:pt x="4145" y="2289"/>
                  </a:lnTo>
                  <a:lnTo>
                    <a:pt x="125" y="63"/>
                  </a:lnTo>
                  <a:lnTo>
                    <a:pt x="6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6"/>
            <p:cNvSpPr/>
            <p:nvPr/>
          </p:nvSpPr>
          <p:spPr>
            <a:xfrm>
              <a:off x="9973926" y="119172"/>
              <a:ext cx="138149" cy="149985"/>
            </a:xfrm>
            <a:custGeom>
              <a:rect b="b" l="l" r="r" t="t"/>
              <a:pathLst>
                <a:path extrusionOk="0" h="4701" w="4330">
                  <a:moveTo>
                    <a:pt x="3402" y="0"/>
                  </a:moveTo>
                  <a:lnTo>
                    <a:pt x="2907" y="124"/>
                  </a:lnTo>
                  <a:lnTo>
                    <a:pt x="2474" y="247"/>
                  </a:lnTo>
                  <a:lnTo>
                    <a:pt x="2103" y="371"/>
                  </a:lnTo>
                  <a:lnTo>
                    <a:pt x="1670" y="619"/>
                  </a:lnTo>
                  <a:lnTo>
                    <a:pt x="1299" y="866"/>
                  </a:lnTo>
                  <a:lnTo>
                    <a:pt x="990" y="1175"/>
                  </a:lnTo>
                  <a:lnTo>
                    <a:pt x="680" y="1546"/>
                  </a:lnTo>
                  <a:lnTo>
                    <a:pt x="433" y="1979"/>
                  </a:lnTo>
                  <a:lnTo>
                    <a:pt x="247" y="2350"/>
                  </a:lnTo>
                  <a:lnTo>
                    <a:pt x="124" y="2845"/>
                  </a:lnTo>
                  <a:lnTo>
                    <a:pt x="0" y="3278"/>
                  </a:lnTo>
                  <a:lnTo>
                    <a:pt x="0" y="3711"/>
                  </a:lnTo>
                  <a:lnTo>
                    <a:pt x="0" y="4206"/>
                  </a:lnTo>
                  <a:lnTo>
                    <a:pt x="62" y="4639"/>
                  </a:lnTo>
                  <a:lnTo>
                    <a:pt x="124" y="4701"/>
                  </a:lnTo>
                  <a:lnTo>
                    <a:pt x="247" y="4701"/>
                  </a:lnTo>
                  <a:lnTo>
                    <a:pt x="247" y="4639"/>
                  </a:lnTo>
                  <a:lnTo>
                    <a:pt x="186" y="4206"/>
                  </a:lnTo>
                  <a:lnTo>
                    <a:pt x="186" y="3711"/>
                  </a:lnTo>
                  <a:lnTo>
                    <a:pt x="186" y="3278"/>
                  </a:lnTo>
                  <a:lnTo>
                    <a:pt x="309" y="2845"/>
                  </a:lnTo>
                  <a:lnTo>
                    <a:pt x="433" y="2474"/>
                  </a:lnTo>
                  <a:lnTo>
                    <a:pt x="619" y="2041"/>
                  </a:lnTo>
                  <a:lnTo>
                    <a:pt x="804" y="1670"/>
                  </a:lnTo>
                  <a:lnTo>
                    <a:pt x="1113" y="1361"/>
                  </a:lnTo>
                  <a:lnTo>
                    <a:pt x="1423" y="1052"/>
                  </a:lnTo>
                  <a:lnTo>
                    <a:pt x="1794" y="804"/>
                  </a:lnTo>
                  <a:lnTo>
                    <a:pt x="2165" y="557"/>
                  </a:lnTo>
                  <a:lnTo>
                    <a:pt x="2536" y="371"/>
                  </a:lnTo>
                  <a:lnTo>
                    <a:pt x="2969" y="309"/>
                  </a:lnTo>
                  <a:lnTo>
                    <a:pt x="3402" y="186"/>
                  </a:lnTo>
                  <a:lnTo>
                    <a:pt x="3835" y="186"/>
                  </a:lnTo>
                  <a:lnTo>
                    <a:pt x="4268" y="247"/>
                  </a:lnTo>
                  <a:lnTo>
                    <a:pt x="4330" y="186"/>
                  </a:lnTo>
                  <a:lnTo>
                    <a:pt x="4330" y="124"/>
                  </a:lnTo>
                  <a:lnTo>
                    <a:pt x="4330" y="62"/>
                  </a:lnTo>
                  <a:lnTo>
                    <a:pt x="4268" y="62"/>
                  </a:lnTo>
                  <a:lnTo>
                    <a:pt x="38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6"/>
            <p:cNvSpPr/>
            <p:nvPr/>
          </p:nvSpPr>
          <p:spPr>
            <a:xfrm>
              <a:off x="9670034" y="419108"/>
              <a:ext cx="234853" cy="232875"/>
            </a:xfrm>
            <a:custGeom>
              <a:rect b="b" l="l" r="r" t="t"/>
              <a:pathLst>
                <a:path extrusionOk="0" h="7299" w="7361">
                  <a:moveTo>
                    <a:pt x="2907" y="0"/>
                  </a:moveTo>
                  <a:lnTo>
                    <a:pt x="2660" y="124"/>
                  </a:lnTo>
                  <a:lnTo>
                    <a:pt x="2474" y="248"/>
                  </a:lnTo>
                  <a:lnTo>
                    <a:pt x="2350" y="310"/>
                  </a:lnTo>
                  <a:lnTo>
                    <a:pt x="2289" y="433"/>
                  </a:lnTo>
                  <a:lnTo>
                    <a:pt x="1979" y="371"/>
                  </a:lnTo>
                  <a:lnTo>
                    <a:pt x="1299" y="186"/>
                  </a:lnTo>
                  <a:lnTo>
                    <a:pt x="928" y="124"/>
                  </a:lnTo>
                  <a:lnTo>
                    <a:pt x="557" y="124"/>
                  </a:lnTo>
                  <a:lnTo>
                    <a:pt x="309" y="248"/>
                  </a:lnTo>
                  <a:lnTo>
                    <a:pt x="186" y="310"/>
                  </a:lnTo>
                  <a:lnTo>
                    <a:pt x="124" y="433"/>
                  </a:lnTo>
                  <a:lnTo>
                    <a:pt x="0" y="804"/>
                  </a:lnTo>
                  <a:lnTo>
                    <a:pt x="62" y="1052"/>
                  </a:lnTo>
                  <a:lnTo>
                    <a:pt x="186" y="1299"/>
                  </a:lnTo>
                  <a:lnTo>
                    <a:pt x="309" y="1547"/>
                  </a:lnTo>
                  <a:lnTo>
                    <a:pt x="680" y="1794"/>
                  </a:lnTo>
                  <a:lnTo>
                    <a:pt x="866" y="1918"/>
                  </a:lnTo>
                  <a:lnTo>
                    <a:pt x="804" y="1980"/>
                  </a:lnTo>
                  <a:lnTo>
                    <a:pt x="680" y="2165"/>
                  </a:lnTo>
                  <a:lnTo>
                    <a:pt x="619" y="2413"/>
                  </a:lnTo>
                  <a:lnTo>
                    <a:pt x="680" y="2536"/>
                  </a:lnTo>
                  <a:lnTo>
                    <a:pt x="742" y="2722"/>
                  </a:lnTo>
                  <a:lnTo>
                    <a:pt x="680" y="2784"/>
                  </a:lnTo>
                  <a:lnTo>
                    <a:pt x="557" y="2969"/>
                  </a:lnTo>
                  <a:lnTo>
                    <a:pt x="557" y="3217"/>
                  </a:lnTo>
                  <a:lnTo>
                    <a:pt x="557" y="3402"/>
                  </a:lnTo>
                  <a:lnTo>
                    <a:pt x="619" y="3588"/>
                  </a:lnTo>
                  <a:lnTo>
                    <a:pt x="619" y="3711"/>
                  </a:lnTo>
                  <a:lnTo>
                    <a:pt x="557" y="3959"/>
                  </a:lnTo>
                  <a:lnTo>
                    <a:pt x="557" y="4144"/>
                  </a:lnTo>
                  <a:lnTo>
                    <a:pt x="557" y="4330"/>
                  </a:lnTo>
                  <a:lnTo>
                    <a:pt x="680" y="4515"/>
                  </a:lnTo>
                  <a:lnTo>
                    <a:pt x="804" y="4701"/>
                  </a:lnTo>
                  <a:lnTo>
                    <a:pt x="1175" y="5010"/>
                  </a:lnTo>
                  <a:lnTo>
                    <a:pt x="1856" y="5381"/>
                  </a:lnTo>
                  <a:lnTo>
                    <a:pt x="3587" y="6185"/>
                  </a:lnTo>
                  <a:lnTo>
                    <a:pt x="5876" y="7299"/>
                  </a:lnTo>
                  <a:lnTo>
                    <a:pt x="7360" y="3278"/>
                  </a:lnTo>
                  <a:lnTo>
                    <a:pt x="6556" y="2969"/>
                  </a:lnTo>
                  <a:lnTo>
                    <a:pt x="6494" y="2598"/>
                  </a:lnTo>
                  <a:lnTo>
                    <a:pt x="6309" y="2227"/>
                  </a:lnTo>
                  <a:lnTo>
                    <a:pt x="6123" y="1794"/>
                  </a:lnTo>
                  <a:lnTo>
                    <a:pt x="5814" y="1299"/>
                  </a:lnTo>
                  <a:lnTo>
                    <a:pt x="5443" y="866"/>
                  </a:lnTo>
                  <a:lnTo>
                    <a:pt x="4948" y="433"/>
                  </a:lnTo>
                  <a:lnTo>
                    <a:pt x="4639" y="310"/>
                  </a:lnTo>
                  <a:lnTo>
                    <a:pt x="4330" y="186"/>
                  </a:lnTo>
                  <a:lnTo>
                    <a:pt x="377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6"/>
            <p:cNvSpPr/>
            <p:nvPr/>
          </p:nvSpPr>
          <p:spPr>
            <a:xfrm>
              <a:off x="9673958" y="421086"/>
              <a:ext cx="122388" cy="69074"/>
            </a:xfrm>
            <a:custGeom>
              <a:rect b="b" l="l" r="r" t="t"/>
              <a:pathLst>
                <a:path extrusionOk="0" fill="none" h="2165" w="3836">
                  <a:moveTo>
                    <a:pt x="1423" y="2165"/>
                  </a:moveTo>
                  <a:lnTo>
                    <a:pt x="1423" y="2165"/>
                  </a:lnTo>
                  <a:lnTo>
                    <a:pt x="681" y="1794"/>
                  </a:lnTo>
                  <a:lnTo>
                    <a:pt x="681" y="1794"/>
                  </a:lnTo>
                  <a:lnTo>
                    <a:pt x="496" y="1670"/>
                  </a:lnTo>
                  <a:lnTo>
                    <a:pt x="186" y="1361"/>
                  </a:lnTo>
                  <a:lnTo>
                    <a:pt x="63" y="1175"/>
                  </a:lnTo>
                  <a:lnTo>
                    <a:pt x="1" y="928"/>
                  </a:lnTo>
                  <a:lnTo>
                    <a:pt x="1" y="681"/>
                  </a:lnTo>
                  <a:lnTo>
                    <a:pt x="124" y="371"/>
                  </a:lnTo>
                  <a:lnTo>
                    <a:pt x="124" y="371"/>
                  </a:lnTo>
                  <a:lnTo>
                    <a:pt x="248" y="248"/>
                  </a:lnTo>
                  <a:lnTo>
                    <a:pt x="310" y="186"/>
                  </a:lnTo>
                  <a:lnTo>
                    <a:pt x="619" y="62"/>
                  </a:lnTo>
                  <a:lnTo>
                    <a:pt x="928" y="0"/>
                  </a:lnTo>
                  <a:lnTo>
                    <a:pt x="1238" y="62"/>
                  </a:lnTo>
                  <a:lnTo>
                    <a:pt x="1794" y="248"/>
                  </a:lnTo>
                  <a:lnTo>
                    <a:pt x="2042" y="309"/>
                  </a:lnTo>
                  <a:lnTo>
                    <a:pt x="2042" y="309"/>
                  </a:lnTo>
                  <a:lnTo>
                    <a:pt x="3835" y="1237"/>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6"/>
            <p:cNvSpPr/>
            <p:nvPr/>
          </p:nvSpPr>
          <p:spPr>
            <a:xfrm>
              <a:off x="9514116" y="109282"/>
              <a:ext cx="96736" cy="78965"/>
            </a:xfrm>
            <a:custGeom>
              <a:rect b="b" l="l" r="r" t="t"/>
              <a:pathLst>
                <a:path extrusionOk="0" h="2475" w="3032">
                  <a:moveTo>
                    <a:pt x="1" y="1"/>
                  </a:moveTo>
                  <a:lnTo>
                    <a:pt x="1" y="63"/>
                  </a:lnTo>
                  <a:lnTo>
                    <a:pt x="1" y="125"/>
                  </a:lnTo>
                  <a:lnTo>
                    <a:pt x="867" y="557"/>
                  </a:lnTo>
                  <a:lnTo>
                    <a:pt x="1609" y="1114"/>
                  </a:lnTo>
                  <a:lnTo>
                    <a:pt x="2227" y="1733"/>
                  </a:lnTo>
                  <a:lnTo>
                    <a:pt x="2846" y="2413"/>
                  </a:lnTo>
                  <a:lnTo>
                    <a:pt x="2908" y="2475"/>
                  </a:lnTo>
                  <a:lnTo>
                    <a:pt x="2970" y="2475"/>
                  </a:lnTo>
                  <a:lnTo>
                    <a:pt x="3032" y="2413"/>
                  </a:lnTo>
                  <a:lnTo>
                    <a:pt x="2970" y="2351"/>
                  </a:lnTo>
                  <a:lnTo>
                    <a:pt x="2413" y="1609"/>
                  </a:lnTo>
                  <a:lnTo>
                    <a:pt x="1733" y="990"/>
                  </a:lnTo>
                  <a:lnTo>
                    <a:pt x="929" y="434"/>
                  </a:lnTo>
                  <a:lnTo>
                    <a:pt x="12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6"/>
            <p:cNvSpPr/>
            <p:nvPr/>
          </p:nvSpPr>
          <p:spPr>
            <a:xfrm>
              <a:off x="10129812" y="1056499"/>
              <a:ext cx="130268" cy="96704"/>
            </a:xfrm>
            <a:custGeom>
              <a:rect b="b" l="l" r="r" t="t"/>
              <a:pathLst>
                <a:path extrusionOk="0" h="3031" w="4083">
                  <a:moveTo>
                    <a:pt x="3959" y="0"/>
                  </a:moveTo>
                  <a:lnTo>
                    <a:pt x="3340" y="186"/>
                  </a:lnTo>
                  <a:lnTo>
                    <a:pt x="2783" y="433"/>
                  </a:lnTo>
                  <a:lnTo>
                    <a:pt x="2227" y="680"/>
                  </a:lnTo>
                  <a:lnTo>
                    <a:pt x="1670" y="1052"/>
                  </a:lnTo>
                  <a:lnTo>
                    <a:pt x="1175" y="1423"/>
                  </a:lnTo>
                  <a:lnTo>
                    <a:pt x="742" y="1856"/>
                  </a:lnTo>
                  <a:lnTo>
                    <a:pt x="309" y="2350"/>
                  </a:lnTo>
                  <a:lnTo>
                    <a:pt x="0" y="2845"/>
                  </a:lnTo>
                  <a:lnTo>
                    <a:pt x="0" y="2969"/>
                  </a:lnTo>
                  <a:lnTo>
                    <a:pt x="62" y="3031"/>
                  </a:lnTo>
                  <a:lnTo>
                    <a:pt x="124" y="2969"/>
                  </a:lnTo>
                  <a:lnTo>
                    <a:pt x="495" y="2474"/>
                  </a:lnTo>
                  <a:lnTo>
                    <a:pt x="866" y="1979"/>
                  </a:lnTo>
                  <a:lnTo>
                    <a:pt x="1299" y="1546"/>
                  </a:lnTo>
                  <a:lnTo>
                    <a:pt x="1794" y="1175"/>
                  </a:lnTo>
                  <a:lnTo>
                    <a:pt x="2289" y="866"/>
                  </a:lnTo>
                  <a:lnTo>
                    <a:pt x="2845" y="557"/>
                  </a:lnTo>
                  <a:lnTo>
                    <a:pt x="3402" y="371"/>
                  </a:lnTo>
                  <a:lnTo>
                    <a:pt x="4020" y="186"/>
                  </a:lnTo>
                  <a:lnTo>
                    <a:pt x="4082" y="186"/>
                  </a:lnTo>
                  <a:lnTo>
                    <a:pt x="4082" y="124"/>
                  </a:lnTo>
                  <a:lnTo>
                    <a:pt x="4020" y="62"/>
                  </a:lnTo>
                  <a:lnTo>
                    <a:pt x="395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1" name="Shape 1201"/>
        <p:cNvGrpSpPr/>
        <p:nvPr/>
      </p:nvGrpSpPr>
      <p:grpSpPr>
        <a:xfrm>
          <a:off x="0" y="0"/>
          <a:ext cx="0" cy="0"/>
          <a:chOff x="0" y="0"/>
          <a:chExt cx="0" cy="0"/>
        </a:xfrm>
      </p:grpSpPr>
      <p:sp>
        <p:nvSpPr>
          <p:cNvPr id="1202" name="Google Shape;1202;p7"/>
          <p:cNvSpPr txBox="1"/>
          <p:nvPr>
            <p:ph idx="5" type="title"/>
          </p:nvPr>
        </p:nvSpPr>
        <p:spPr>
          <a:xfrm>
            <a:off x="720000" y="0"/>
            <a:ext cx="7704000" cy="429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Participatory Designs </a:t>
            </a:r>
            <a:endParaRPr/>
          </a:p>
          <a:p>
            <a:pPr indent="0" lvl="0" marL="0" rtl="0" algn="ctr">
              <a:lnSpc>
                <a:spcPct val="100000"/>
              </a:lnSpc>
              <a:spcBef>
                <a:spcPts val="0"/>
              </a:spcBef>
              <a:spcAft>
                <a:spcPts val="0"/>
              </a:spcAft>
              <a:buSzPts val="3000"/>
              <a:buNone/>
            </a:pPr>
            <a:r>
              <a:t/>
            </a:r>
            <a:endParaRPr/>
          </a:p>
          <a:p>
            <a:pPr indent="0" lvl="0" marL="0" rtl="0" algn="ctr">
              <a:lnSpc>
                <a:spcPct val="100000"/>
              </a:lnSpc>
              <a:spcBef>
                <a:spcPts val="0"/>
              </a:spcBef>
              <a:spcAft>
                <a:spcPts val="0"/>
              </a:spcAft>
              <a:buSzPts val="3000"/>
              <a:buNone/>
            </a:pPr>
            <a:r>
              <a:t/>
            </a:r>
            <a:endParaRPr/>
          </a:p>
        </p:txBody>
      </p:sp>
      <p:pic>
        <p:nvPicPr>
          <p:cNvPr id="1203" name="Google Shape;1203;p7" title="WhatsApp Image 2026-01-10 at 6.39.20 PM.jpeg"/>
          <p:cNvPicPr preferRelativeResize="0"/>
          <p:nvPr/>
        </p:nvPicPr>
        <p:blipFill rotWithShape="1">
          <a:blip r:embed="rId3">
            <a:alphaModFix/>
          </a:blip>
          <a:srcRect b="0" l="0" r="0" t="0"/>
          <a:stretch/>
        </p:blipFill>
        <p:spPr>
          <a:xfrm>
            <a:off x="966591" y="593088"/>
            <a:ext cx="3483983" cy="2266962"/>
          </a:xfrm>
          <a:prstGeom prst="rect">
            <a:avLst/>
          </a:prstGeom>
          <a:noFill/>
          <a:ln>
            <a:noFill/>
          </a:ln>
        </p:spPr>
      </p:pic>
      <p:pic>
        <p:nvPicPr>
          <p:cNvPr id="1204" name="Google Shape;1204;p7" title="WhatsApp Image 2026-01-10 at 6.39.21 PM.jpeg"/>
          <p:cNvPicPr preferRelativeResize="0"/>
          <p:nvPr/>
        </p:nvPicPr>
        <p:blipFill rotWithShape="1">
          <a:blip r:embed="rId4">
            <a:alphaModFix/>
          </a:blip>
          <a:srcRect b="0" l="0" r="0" t="0"/>
          <a:stretch/>
        </p:blipFill>
        <p:spPr>
          <a:xfrm>
            <a:off x="4664150" y="709525"/>
            <a:ext cx="3679976" cy="3724449"/>
          </a:xfrm>
          <a:prstGeom prst="rect">
            <a:avLst/>
          </a:prstGeom>
          <a:noFill/>
          <a:ln>
            <a:noFill/>
          </a:ln>
        </p:spPr>
      </p:pic>
      <p:pic>
        <p:nvPicPr>
          <p:cNvPr id="1205" name="Google Shape;1205;p7" title="Screenshot 2026-01-10 193221.png"/>
          <p:cNvPicPr preferRelativeResize="0"/>
          <p:nvPr/>
        </p:nvPicPr>
        <p:blipFill rotWithShape="1">
          <a:blip r:embed="rId5">
            <a:alphaModFix/>
          </a:blip>
          <a:srcRect b="0" l="0" r="0" t="0"/>
          <a:stretch/>
        </p:blipFill>
        <p:spPr>
          <a:xfrm>
            <a:off x="966600" y="3002325"/>
            <a:ext cx="3483976" cy="15373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 name="Shape 1209"/>
        <p:cNvGrpSpPr/>
        <p:nvPr/>
      </p:nvGrpSpPr>
      <p:grpSpPr>
        <a:xfrm>
          <a:off x="0" y="0"/>
          <a:ext cx="0" cy="0"/>
          <a:chOff x="0" y="0"/>
          <a:chExt cx="0" cy="0"/>
        </a:xfrm>
      </p:grpSpPr>
      <p:sp>
        <p:nvSpPr>
          <p:cNvPr id="1210" name="Google Shape;1210;p8"/>
          <p:cNvSpPr txBox="1"/>
          <p:nvPr>
            <p:ph idx="4" type="title"/>
          </p:nvPr>
        </p:nvSpPr>
        <p:spPr>
          <a:xfrm>
            <a:off x="1091750" y="562600"/>
            <a:ext cx="7332000" cy="635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800"/>
              <a:buNone/>
            </a:pPr>
            <a:r>
              <a:rPr lang="en"/>
              <a:t>          User-Driven Design Insights</a:t>
            </a:r>
            <a:endParaRPr/>
          </a:p>
        </p:txBody>
      </p:sp>
      <p:sp>
        <p:nvSpPr>
          <p:cNvPr id="1211" name="Google Shape;1211;p8"/>
          <p:cNvSpPr txBox="1"/>
          <p:nvPr>
            <p:ph idx="1" type="subTitle"/>
          </p:nvPr>
        </p:nvSpPr>
        <p:spPr>
          <a:xfrm>
            <a:off x="1526225" y="1732325"/>
            <a:ext cx="6734100" cy="2673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800"/>
              <a:buNone/>
            </a:pPr>
            <a:r>
              <a:rPr b="1" lang="en" sz="1300">
                <a:solidFill>
                  <a:srgbClr val="000000"/>
                </a:solidFill>
                <a:latin typeface="Arial"/>
                <a:ea typeface="Arial"/>
                <a:cs typeface="Arial"/>
                <a:sym typeface="Arial"/>
              </a:rPr>
              <a:t>People want AI that supports them, not watches them</a:t>
            </a:r>
            <a:r>
              <a:rPr lang="en" sz="1300">
                <a:solidFill>
                  <a:srgbClr val="000000"/>
                </a:solidFill>
                <a:latin typeface="Arial"/>
                <a:ea typeface="Arial"/>
                <a:cs typeface="Arial"/>
                <a:sym typeface="Arial"/>
              </a:rPr>
              <a:t> — something gentle that helps them pause, reflect, and feel okay at work.</a:t>
            </a:r>
            <a:br>
              <a:rPr lang="en" sz="1300">
                <a:solidFill>
                  <a:srgbClr val="000000"/>
                </a:solidFill>
                <a:latin typeface="Arial"/>
                <a:ea typeface="Arial"/>
                <a:cs typeface="Arial"/>
                <a:sym typeface="Arial"/>
              </a:rPr>
            </a:br>
            <a:endParaRPr sz="13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t/>
            </a:r>
            <a:endParaRPr sz="13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b="1" lang="en" sz="1300">
                <a:solidFill>
                  <a:srgbClr val="000000"/>
                </a:solidFill>
                <a:latin typeface="Arial"/>
                <a:ea typeface="Arial"/>
                <a:cs typeface="Arial"/>
                <a:sym typeface="Arial"/>
              </a:rPr>
              <a:t>Feeling seen makes people motivated</a:t>
            </a:r>
            <a:r>
              <a:rPr lang="en" sz="1300">
                <a:solidFill>
                  <a:srgbClr val="000000"/>
                </a:solidFill>
                <a:latin typeface="Arial"/>
                <a:ea typeface="Arial"/>
                <a:cs typeface="Arial"/>
                <a:sym typeface="Arial"/>
              </a:rPr>
              <a:t> — when employees can see their contribution and hear client feedback, their work feels more meaningful.</a:t>
            </a:r>
            <a:br>
              <a:rPr lang="en" sz="1300">
                <a:solidFill>
                  <a:srgbClr val="000000"/>
                </a:solidFill>
                <a:latin typeface="Arial"/>
                <a:ea typeface="Arial"/>
                <a:cs typeface="Arial"/>
                <a:sym typeface="Arial"/>
              </a:rPr>
            </a:br>
            <a:endParaRPr sz="13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t/>
            </a:r>
            <a:endParaRPr sz="13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b="1" lang="en" sz="1300">
                <a:solidFill>
                  <a:srgbClr val="000000"/>
                </a:solidFill>
                <a:latin typeface="Arial"/>
                <a:ea typeface="Arial"/>
                <a:cs typeface="Arial"/>
                <a:sym typeface="Arial"/>
              </a:rPr>
              <a:t>Wellbeing grows through human connection</a:t>
            </a:r>
            <a:r>
              <a:rPr lang="en" sz="1300">
                <a:solidFill>
                  <a:srgbClr val="000000"/>
                </a:solidFill>
                <a:latin typeface="Arial"/>
                <a:ea typeface="Arial"/>
                <a:cs typeface="Arial"/>
                <a:sym typeface="Arial"/>
              </a:rPr>
              <a:t> — real conversations and shared activities matter more than AI, which should only support, not replace, people.</a:t>
            </a:r>
            <a:endParaRPr sz="13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t/>
            </a:r>
            <a:endParaRPr b="1" sz="1100">
              <a:solidFill>
                <a:srgbClr val="000000"/>
              </a:solidFill>
              <a:latin typeface="Arial"/>
              <a:ea typeface="Arial"/>
              <a:cs typeface="Arial"/>
              <a:sym typeface="Arial"/>
            </a:endParaRPr>
          </a:p>
          <a:p>
            <a:pPr indent="0" lvl="0" marL="0" rtl="0" algn="ctr">
              <a:lnSpc>
                <a:spcPct val="100000"/>
              </a:lnSpc>
              <a:spcBef>
                <a:spcPts val="0"/>
              </a:spcBef>
              <a:spcAft>
                <a:spcPts val="0"/>
              </a:spcAft>
              <a:buSzPts val="2800"/>
              <a:buNone/>
            </a:pPr>
            <a:r>
              <a:t/>
            </a:r>
            <a:endParaRPr sz="1100">
              <a:solidFill>
                <a:srgbClr val="000000"/>
              </a:solidFill>
              <a:latin typeface="Arial"/>
              <a:ea typeface="Arial"/>
              <a:cs typeface="Arial"/>
              <a:sym typeface="Arial"/>
            </a:endParaRPr>
          </a:p>
          <a:p>
            <a:pPr indent="0" lvl="0" marL="0" rtl="0" algn="ctr">
              <a:lnSpc>
                <a:spcPct val="100000"/>
              </a:lnSpc>
              <a:spcBef>
                <a:spcPts val="0"/>
              </a:spcBef>
              <a:spcAft>
                <a:spcPts val="0"/>
              </a:spcAft>
              <a:buSzPts val="2800"/>
              <a:buNone/>
            </a:pPr>
            <a:r>
              <a:t/>
            </a:r>
            <a:endParaRPr sz="11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t/>
            </a:r>
            <a:endParaRPr sz="1100">
              <a:solidFill>
                <a:srgbClr val="000000"/>
              </a:solidFill>
              <a:latin typeface="Arial"/>
              <a:ea typeface="Arial"/>
              <a:cs typeface="Arial"/>
              <a:sym typeface="Arial"/>
            </a:endParaRPr>
          </a:p>
        </p:txBody>
      </p:sp>
      <p:grpSp>
        <p:nvGrpSpPr>
          <p:cNvPr id="1212" name="Google Shape;1212;p8"/>
          <p:cNvGrpSpPr/>
          <p:nvPr/>
        </p:nvGrpSpPr>
        <p:grpSpPr>
          <a:xfrm>
            <a:off x="7695829" y="2646589"/>
            <a:ext cx="1606346" cy="2213688"/>
            <a:chOff x="7351503" y="1930988"/>
            <a:chExt cx="1959914" cy="2700937"/>
          </a:xfrm>
        </p:grpSpPr>
        <p:sp>
          <p:nvSpPr>
            <p:cNvPr id="1213" name="Google Shape;1213;p8"/>
            <p:cNvSpPr/>
            <p:nvPr/>
          </p:nvSpPr>
          <p:spPr>
            <a:xfrm flipH="1">
              <a:off x="7351503" y="4457925"/>
              <a:ext cx="1733700" cy="1740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214" name="Google Shape;1214;p8"/>
            <p:cNvSpPr/>
            <p:nvPr/>
          </p:nvSpPr>
          <p:spPr>
            <a:xfrm flipH="1">
              <a:off x="7385175" y="4167519"/>
              <a:ext cx="567451" cy="436716"/>
            </a:xfrm>
            <a:custGeom>
              <a:rect b="b" l="l" r="r" t="t"/>
              <a:pathLst>
                <a:path extrusionOk="0" h="12186" w="15834">
                  <a:moveTo>
                    <a:pt x="8041" y="1"/>
                  </a:moveTo>
                  <a:lnTo>
                    <a:pt x="0" y="5815"/>
                  </a:lnTo>
                  <a:lnTo>
                    <a:pt x="4082" y="12185"/>
                  </a:lnTo>
                  <a:lnTo>
                    <a:pt x="15834" y="3279"/>
                  </a:lnTo>
                  <a:lnTo>
                    <a:pt x="15710" y="3155"/>
                  </a:lnTo>
                  <a:lnTo>
                    <a:pt x="15401" y="2846"/>
                  </a:lnTo>
                  <a:lnTo>
                    <a:pt x="14906" y="2475"/>
                  </a:lnTo>
                  <a:lnTo>
                    <a:pt x="14226" y="2166"/>
                  </a:lnTo>
                  <a:lnTo>
                    <a:pt x="13793" y="2042"/>
                  </a:lnTo>
                  <a:lnTo>
                    <a:pt x="13298" y="1918"/>
                  </a:lnTo>
                  <a:lnTo>
                    <a:pt x="12803" y="1856"/>
                  </a:lnTo>
                  <a:lnTo>
                    <a:pt x="12309" y="1856"/>
                  </a:lnTo>
                  <a:lnTo>
                    <a:pt x="11690" y="1918"/>
                  </a:lnTo>
                  <a:lnTo>
                    <a:pt x="11072" y="2104"/>
                  </a:lnTo>
                  <a:lnTo>
                    <a:pt x="10391" y="2351"/>
                  </a:lnTo>
                  <a:lnTo>
                    <a:pt x="9711" y="2660"/>
                  </a:lnTo>
                  <a:lnTo>
                    <a:pt x="8041"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8"/>
            <p:cNvSpPr/>
            <p:nvPr/>
          </p:nvSpPr>
          <p:spPr>
            <a:xfrm flipH="1">
              <a:off x="7626763" y="2994941"/>
              <a:ext cx="1132716" cy="1409776"/>
            </a:xfrm>
            <a:custGeom>
              <a:rect b="b" l="l" r="r" t="t"/>
              <a:pathLst>
                <a:path extrusionOk="0" h="39338" w="31607">
                  <a:moveTo>
                    <a:pt x="8969" y="1"/>
                  </a:moveTo>
                  <a:lnTo>
                    <a:pt x="1" y="3526"/>
                  </a:lnTo>
                  <a:lnTo>
                    <a:pt x="22762" y="39338"/>
                  </a:lnTo>
                  <a:lnTo>
                    <a:pt x="31606" y="33771"/>
                  </a:lnTo>
                  <a:lnTo>
                    <a:pt x="9526" y="2970"/>
                  </a:lnTo>
                  <a:lnTo>
                    <a:pt x="896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8"/>
            <p:cNvSpPr/>
            <p:nvPr/>
          </p:nvSpPr>
          <p:spPr>
            <a:xfrm flipH="1">
              <a:off x="8061219" y="2478483"/>
              <a:ext cx="456641" cy="629557"/>
            </a:xfrm>
            <a:custGeom>
              <a:rect b="b" l="l" r="r" t="t"/>
              <a:pathLst>
                <a:path extrusionOk="0" h="17567" w="12742">
                  <a:moveTo>
                    <a:pt x="0" y="1"/>
                  </a:moveTo>
                  <a:lnTo>
                    <a:pt x="1794" y="17566"/>
                  </a:lnTo>
                  <a:lnTo>
                    <a:pt x="7361" y="16082"/>
                  </a:lnTo>
                  <a:lnTo>
                    <a:pt x="10701" y="15154"/>
                  </a:lnTo>
                  <a:lnTo>
                    <a:pt x="11938" y="14783"/>
                  </a:lnTo>
                  <a:lnTo>
                    <a:pt x="12742" y="14474"/>
                  </a:lnTo>
                  <a:lnTo>
                    <a:pt x="11134" y="11505"/>
                  </a:lnTo>
                  <a:lnTo>
                    <a:pt x="7855" y="11134"/>
                  </a:lnTo>
                  <a:lnTo>
                    <a:pt x="7361" y="9959"/>
                  </a:lnTo>
                  <a:lnTo>
                    <a:pt x="6742" y="8660"/>
                  </a:lnTo>
                  <a:lnTo>
                    <a:pt x="5505" y="6309"/>
                  </a:lnTo>
                  <a:lnTo>
                    <a:pt x="4392" y="4268"/>
                  </a:lnTo>
                  <a:lnTo>
                    <a:pt x="3773" y="3217"/>
                  </a:lnTo>
                  <a:lnTo>
                    <a:pt x="3155" y="2351"/>
                  </a:lnTo>
                  <a:lnTo>
                    <a:pt x="2846" y="1918"/>
                  </a:lnTo>
                  <a:lnTo>
                    <a:pt x="2536" y="1547"/>
                  </a:lnTo>
                  <a:lnTo>
                    <a:pt x="2165" y="1176"/>
                  </a:lnTo>
                  <a:lnTo>
                    <a:pt x="1794" y="867"/>
                  </a:lnTo>
                  <a:lnTo>
                    <a:pt x="1361" y="557"/>
                  </a:lnTo>
                  <a:lnTo>
                    <a:pt x="928" y="310"/>
                  </a:lnTo>
                  <a:lnTo>
                    <a:pt x="495" y="124"/>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8"/>
            <p:cNvSpPr/>
            <p:nvPr/>
          </p:nvSpPr>
          <p:spPr>
            <a:xfrm flipH="1">
              <a:off x="8449131" y="1930988"/>
              <a:ext cx="862286" cy="696036"/>
            </a:xfrm>
            <a:custGeom>
              <a:rect b="b" l="l" r="r" t="t"/>
              <a:pathLst>
                <a:path extrusionOk="0" h="19422" w="24061">
                  <a:moveTo>
                    <a:pt x="18185" y="1"/>
                  </a:moveTo>
                  <a:lnTo>
                    <a:pt x="17505" y="124"/>
                  </a:lnTo>
                  <a:lnTo>
                    <a:pt x="16886" y="310"/>
                  </a:lnTo>
                  <a:lnTo>
                    <a:pt x="16268" y="495"/>
                  </a:lnTo>
                  <a:lnTo>
                    <a:pt x="15649" y="805"/>
                  </a:lnTo>
                  <a:lnTo>
                    <a:pt x="15092" y="1114"/>
                  </a:lnTo>
                  <a:lnTo>
                    <a:pt x="13917" y="1918"/>
                  </a:lnTo>
                  <a:lnTo>
                    <a:pt x="13361" y="2413"/>
                  </a:lnTo>
                  <a:lnTo>
                    <a:pt x="12742" y="2969"/>
                  </a:lnTo>
                  <a:lnTo>
                    <a:pt x="11567" y="4145"/>
                  </a:lnTo>
                  <a:lnTo>
                    <a:pt x="10948" y="4763"/>
                  </a:lnTo>
                  <a:lnTo>
                    <a:pt x="10268" y="5258"/>
                  </a:lnTo>
                  <a:lnTo>
                    <a:pt x="9650" y="5629"/>
                  </a:lnTo>
                  <a:lnTo>
                    <a:pt x="9279" y="5814"/>
                  </a:lnTo>
                  <a:lnTo>
                    <a:pt x="8907" y="5938"/>
                  </a:lnTo>
                  <a:lnTo>
                    <a:pt x="8474" y="6000"/>
                  </a:lnTo>
                  <a:lnTo>
                    <a:pt x="8042" y="6000"/>
                  </a:lnTo>
                  <a:lnTo>
                    <a:pt x="7114" y="5938"/>
                  </a:lnTo>
                  <a:lnTo>
                    <a:pt x="6124" y="5814"/>
                  </a:lnTo>
                  <a:lnTo>
                    <a:pt x="5691" y="5753"/>
                  </a:lnTo>
                  <a:lnTo>
                    <a:pt x="5258" y="5753"/>
                  </a:lnTo>
                  <a:lnTo>
                    <a:pt x="4330" y="5876"/>
                  </a:lnTo>
                  <a:lnTo>
                    <a:pt x="3465" y="6062"/>
                  </a:lnTo>
                  <a:lnTo>
                    <a:pt x="2599" y="6371"/>
                  </a:lnTo>
                  <a:lnTo>
                    <a:pt x="2228" y="6557"/>
                  </a:lnTo>
                  <a:lnTo>
                    <a:pt x="1856" y="6804"/>
                  </a:lnTo>
                  <a:lnTo>
                    <a:pt x="1547" y="7051"/>
                  </a:lnTo>
                  <a:lnTo>
                    <a:pt x="1238" y="7423"/>
                  </a:lnTo>
                  <a:lnTo>
                    <a:pt x="929" y="7794"/>
                  </a:lnTo>
                  <a:lnTo>
                    <a:pt x="743" y="8165"/>
                  </a:lnTo>
                  <a:lnTo>
                    <a:pt x="619" y="8598"/>
                  </a:lnTo>
                  <a:lnTo>
                    <a:pt x="558" y="9031"/>
                  </a:lnTo>
                  <a:lnTo>
                    <a:pt x="558" y="9464"/>
                  </a:lnTo>
                  <a:lnTo>
                    <a:pt x="619" y="9897"/>
                  </a:lnTo>
                  <a:lnTo>
                    <a:pt x="867" y="10515"/>
                  </a:lnTo>
                  <a:lnTo>
                    <a:pt x="991" y="10824"/>
                  </a:lnTo>
                  <a:lnTo>
                    <a:pt x="1052" y="11134"/>
                  </a:lnTo>
                  <a:lnTo>
                    <a:pt x="991" y="11505"/>
                  </a:lnTo>
                  <a:lnTo>
                    <a:pt x="867" y="11876"/>
                  </a:lnTo>
                  <a:lnTo>
                    <a:pt x="496" y="12556"/>
                  </a:lnTo>
                  <a:lnTo>
                    <a:pt x="187" y="13113"/>
                  </a:lnTo>
                  <a:lnTo>
                    <a:pt x="63" y="13731"/>
                  </a:lnTo>
                  <a:lnTo>
                    <a:pt x="1" y="14350"/>
                  </a:lnTo>
                  <a:lnTo>
                    <a:pt x="63" y="14968"/>
                  </a:lnTo>
                  <a:lnTo>
                    <a:pt x="248" y="15587"/>
                  </a:lnTo>
                  <a:lnTo>
                    <a:pt x="434" y="16205"/>
                  </a:lnTo>
                  <a:lnTo>
                    <a:pt x="743" y="16762"/>
                  </a:lnTo>
                  <a:lnTo>
                    <a:pt x="1114" y="17319"/>
                  </a:lnTo>
                  <a:lnTo>
                    <a:pt x="1547" y="17752"/>
                  </a:lnTo>
                  <a:lnTo>
                    <a:pt x="2042" y="18185"/>
                  </a:lnTo>
                  <a:lnTo>
                    <a:pt x="2599" y="18494"/>
                  </a:lnTo>
                  <a:lnTo>
                    <a:pt x="3155" y="18803"/>
                  </a:lnTo>
                  <a:lnTo>
                    <a:pt x="3774" y="19051"/>
                  </a:lnTo>
                  <a:lnTo>
                    <a:pt x="4392" y="19174"/>
                  </a:lnTo>
                  <a:lnTo>
                    <a:pt x="5011" y="19298"/>
                  </a:lnTo>
                  <a:lnTo>
                    <a:pt x="5691" y="19360"/>
                  </a:lnTo>
                  <a:lnTo>
                    <a:pt x="6310" y="19422"/>
                  </a:lnTo>
                  <a:lnTo>
                    <a:pt x="6928" y="19360"/>
                  </a:lnTo>
                  <a:lnTo>
                    <a:pt x="7547" y="19298"/>
                  </a:lnTo>
                  <a:lnTo>
                    <a:pt x="8227" y="19174"/>
                  </a:lnTo>
                  <a:lnTo>
                    <a:pt x="9464" y="18865"/>
                  </a:lnTo>
                  <a:lnTo>
                    <a:pt x="10639" y="18494"/>
                  </a:lnTo>
                  <a:lnTo>
                    <a:pt x="11814" y="18123"/>
                  </a:lnTo>
                  <a:lnTo>
                    <a:pt x="13113" y="17690"/>
                  </a:lnTo>
                  <a:lnTo>
                    <a:pt x="14598" y="17257"/>
                  </a:lnTo>
                  <a:lnTo>
                    <a:pt x="16082" y="16700"/>
                  </a:lnTo>
                  <a:lnTo>
                    <a:pt x="16886" y="16329"/>
                  </a:lnTo>
                  <a:lnTo>
                    <a:pt x="17628" y="15958"/>
                  </a:lnTo>
                  <a:lnTo>
                    <a:pt x="18432" y="15525"/>
                  </a:lnTo>
                  <a:lnTo>
                    <a:pt x="19175" y="15030"/>
                  </a:lnTo>
                  <a:lnTo>
                    <a:pt x="19917" y="14474"/>
                  </a:lnTo>
                  <a:lnTo>
                    <a:pt x="20597" y="13855"/>
                  </a:lnTo>
                  <a:lnTo>
                    <a:pt x="21339" y="13175"/>
                  </a:lnTo>
                  <a:lnTo>
                    <a:pt x="21958" y="12432"/>
                  </a:lnTo>
                  <a:lnTo>
                    <a:pt x="21958" y="12494"/>
                  </a:lnTo>
                  <a:lnTo>
                    <a:pt x="22391" y="11876"/>
                  </a:lnTo>
                  <a:lnTo>
                    <a:pt x="22824" y="11257"/>
                  </a:lnTo>
                  <a:lnTo>
                    <a:pt x="23195" y="10577"/>
                  </a:lnTo>
                  <a:lnTo>
                    <a:pt x="23442" y="9897"/>
                  </a:lnTo>
                  <a:lnTo>
                    <a:pt x="23690" y="9154"/>
                  </a:lnTo>
                  <a:lnTo>
                    <a:pt x="23875" y="8474"/>
                  </a:lnTo>
                  <a:lnTo>
                    <a:pt x="23999" y="7794"/>
                  </a:lnTo>
                  <a:lnTo>
                    <a:pt x="24061" y="7113"/>
                  </a:lnTo>
                  <a:lnTo>
                    <a:pt x="24061" y="6433"/>
                  </a:lnTo>
                  <a:lnTo>
                    <a:pt x="24061" y="5753"/>
                  </a:lnTo>
                  <a:lnTo>
                    <a:pt x="23937" y="4577"/>
                  </a:lnTo>
                  <a:lnTo>
                    <a:pt x="23690" y="3526"/>
                  </a:lnTo>
                  <a:lnTo>
                    <a:pt x="23380" y="2722"/>
                  </a:lnTo>
                  <a:lnTo>
                    <a:pt x="23071" y="2165"/>
                  </a:lnTo>
                  <a:lnTo>
                    <a:pt x="22700" y="1732"/>
                  </a:lnTo>
                  <a:lnTo>
                    <a:pt x="22267" y="1299"/>
                  </a:lnTo>
                  <a:lnTo>
                    <a:pt x="21772" y="928"/>
                  </a:lnTo>
                  <a:lnTo>
                    <a:pt x="21216" y="619"/>
                  </a:lnTo>
                  <a:lnTo>
                    <a:pt x="20659" y="372"/>
                  </a:lnTo>
                  <a:lnTo>
                    <a:pt x="20041" y="186"/>
                  </a:lnTo>
                  <a:lnTo>
                    <a:pt x="19484" y="62"/>
                  </a:lnTo>
                  <a:lnTo>
                    <a:pt x="18865"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8"/>
            <p:cNvSpPr/>
            <p:nvPr/>
          </p:nvSpPr>
          <p:spPr>
            <a:xfrm flipH="1">
              <a:off x="8628672" y="2247974"/>
              <a:ext cx="188434" cy="230543"/>
            </a:xfrm>
            <a:custGeom>
              <a:rect b="b" l="l" r="r" t="t"/>
              <a:pathLst>
                <a:path extrusionOk="0" h="6433" w="5258">
                  <a:moveTo>
                    <a:pt x="867" y="0"/>
                  </a:moveTo>
                  <a:lnTo>
                    <a:pt x="1" y="5690"/>
                  </a:lnTo>
                  <a:lnTo>
                    <a:pt x="4578" y="6433"/>
                  </a:lnTo>
                  <a:lnTo>
                    <a:pt x="5258" y="2412"/>
                  </a:lnTo>
                  <a:lnTo>
                    <a:pt x="867" y="0"/>
                  </a:lnTo>
                  <a:close/>
                </a:path>
              </a:pathLst>
            </a:custGeom>
            <a:solidFill>
              <a:srgbClr val="FFB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8"/>
            <p:cNvSpPr/>
            <p:nvPr/>
          </p:nvSpPr>
          <p:spPr>
            <a:xfrm flipH="1">
              <a:off x="8475717" y="1968654"/>
              <a:ext cx="314797" cy="414568"/>
            </a:xfrm>
            <a:custGeom>
              <a:rect b="b" l="l" r="r" t="t"/>
              <a:pathLst>
                <a:path extrusionOk="0" h="11568" w="8784">
                  <a:moveTo>
                    <a:pt x="3836" y="1"/>
                  </a:moveTo>
                  <a:lnTo>
                    <a:pt x="2970" y="125"/>
                  </a:lnTo>
                  <a:lnTo>
                    <a:pt x="2537" y="187"/>
                  </a:lnTo>
                  <a:lnTo>
                    <a:pt x="2166" y="310"/>
                  </a:lnTo>
                  <a:lnTo>
                    <a:pt x="1856" y="496"/>
                  </a:lnTo>
                  <a:lnTo>
                    <a:pt x="1547" y="681"/>
                  </a:lnTo>
                  <a:lnTo>
                    <a:pt x="1238" y="929"/>
                  </a:lnTo>
                  <a:lnTo>
                    <a:pt x="990" y="1176"/>
                  </a:lnTo>
                  <a:lnTo>
                    <a:pt x="743" y="1485"/>
                  </a:lnTo>
                  <a:lnTo>
                    <a:pt x="557" y="1795"/>
                  </a:lnTo>
                  <a:lnTo>
                    <a:pt x="434" y="2104"/>
                  </a:lnTo>
                  <a:lnTo>
                    <a:pt x="310" y="2475"/>
                  </a:lnTo>
                  <a:lnTo>
                    <a:pt x="186" y="2908"/>
                  </a:lnTo>
                  <a:lnTo>
                    <a:pt x="186" y="3341"/>
                  </a:lnTo>
                  <a:lnTo>
                    <a:pt x="63" y="5691"/>
                  </a:lnTo>
                  <a:lnTo>
                    <a:pt x="63" y="5939"/>
                  </a:lnTo>
                  <a:lnTo>
                    <a:pt x="1" y="6495"/>
                  </a:lnTo>
                  <a:lnTo>
                    <a:pt x="1" y="7361"/>
                  </a:lnTo>
                  <a:lnTo>
                    <a:pt x="125" y="7856"/>
                  </a:lnTo>
                  <a:lnTo>
                    <a:pt x="248" y="8351"/>
                  </a:lnTo>
                  <a:lnTo>
                    <a:pt x="434" y="8846"/>
                  </a:lnTo>
                  <a:lnTo>
                    <a:pt x="743" y="9340"/>
                  </a:lnTo>
                  <a:lnTo>
                    <a:pt x="1114" y="9835"/>
                  </a:lnTo>
                  <a:lnTo>
                    <a:pt x="1547" y="10330"/>
                  </a:lnTo>
                  <a:lnTo>
                    <a:pt x="2166" y="10701"/>
                  </a:lnTo>
                  <a:lnTo>
                    <a:pt x="2846" y="11072"/>
                  </a:lnTo>
                  <a:lnTo>
                    <a:pt x="3712" y="11381"/>
                  </a:lnTo>
                  <a:lnTo>
                    <a:pt x="4701" y="11567"/>
                  </a:lnTo>
                  <a:lnTo>
                    <a:pt x="5134" y="11505"/>
                  </a:lnTo>
                  <a:lnTo>
                    <a:pt x="5691" y="11381"/>
                  </a:lnTo>
                  <a:lnTo>
                    <a:pt x="6248" y="11196"/>
                  </a:lnTo>
                  <a:lnTo>
                    <a:pt x="6557" y="11010"/>
                  </a:lnTo>
                  <a:lnTo>
                    <a:pt x="6866" y="10825"/>
                  </a:lnTo>
                  <a:lnTo>
                    <a:pt x="7175" y="10516"/>
                  </a:lnTo>
                  <a:lnTo>
                    <a:pt x="7485" y="10206"/>
                  </a:lnTo>
                  <a:lnTo>
                    <a:pt x="7732" y="9835"/>
                  </a:lnTo>
                  <a:lnTo>
                    <a:pt x="7918" y="9402"/>
                  </a:lnTo>
                  <a:lnTo>
                    <a:pt x="8103" y="8907"/>
                  </a:lnTo>
                  <a:lnTo>
                    <a:pt x="8289" y="8351"/>
                  </a:lnTo>
                  <a:lnTo>
                    <a:pt x="8536" y="6495"/>
                  </a:lnTo>
                  <a:lnTo>
                    <a:pt x="8660" y="5320"/>
                  </a:lnTo>
                  <a:lnTo>
                    <a:pt x="8784" y="3898"/>
                  </a:lnTo>
                  <a:lnTo>
                    <a:pt x="8784" y="3526"/>
                  </a:lnTo>
                  <a:lnTo>
                    <a:pt x="8722" y="3094"/>
                  </a:lnTo>
                  <a:lnTo>
                    <a:pt x="8660" y="2722"/>
                  </a:lnTo>
                  <a:lnTo>
                    <a:pt x="8598" y="2413"/>
                  </a:lnTo>
                  <a:lnTo>
                    <a:pt x="8412" y="2104"/>
                  </a:lnTo>
                  <a:lnTo>
                    <a:pt x="8289" y="1795"/>
                  </a:lnTo>
                  <a:lnTo>
                    <a:pt x="8041" y="1547"/>
                  </a:lnTo>
                  <a:lnTo>
                    <a:pt x="7856" y="1300"/>
                  </a:lnTo>
                  <a:lnTo>
                    <a:pt x="7299" y="867"/>
                  </a:lnTo>
                  <a:lnTo>
                    <a:pt x="6619" y="496"/>
                  </a:lnTo>
                  <a:lnTo>
                    <a:pt x="5815" y="248"/>
                  </a:lnTo>
                  <a:lnTo>
                    <a:pt x="5011" y="63"/>
                  </a:lnTo>
                  <a:lnTo>
                    <a:pt x="4763" y="63"/>
                  </a:lnTo>
                  <a:lnTo>
                    <a:pt x="3836" y="1"/>
                  </a:lnTo>
                  <a:close/>
                </a:path>
              </a:pathLst>
            </a:custGeom>
            <a:solidFill>
              <a:srgbClr val="FFB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8"/>
            <p:cNvSpPr/>
            <p:nvPr/>
          </p:nvSpPr>
          <p:spPr>
            <a:xfrm flipH="1">
              <a:off x="8475717" y="1968654"/>
              <a:ext cx="314797" cy="414568"/>
            </a:xfrm>
            <a:custGeom>
              <a:rect b="b" l="l" r="r" t="t"/>
              <a:pathLst>
                <a:path extrusionOk="0" fill="none" h="11568" w="8784">
                  <a:moveTo>
                    <a:pt x="4701" y="11567"/>
                  </a:moveTo>
                  <a:lnTo>
                    <a:pt x="4701" y="11567"/>
                  </a:lnTo>
                  <a:lnTo>
                    <a:pt x="5134" y="11505"/>
                  </a:lnTo>
                  <a:lnTo>
                    <a:pt x="5691" y="11381"/>
                  </a:lnTo>
                  <a:lnTo>
                    <a:pt x="6248" y="11196"/>
                  </a:lnTo>
                  <a:lnTo>
                    <a:pt x="6557" y="11010"/>
                  </a:lnTo>
                  <a:lnTo>
                    <a:pt x="6866" y="10825"/>
                  </a:lnTo>
                  <a:lnTo>
                    <a:pt x="7175" y="10516"/>
                  </a:lnTo>
                  <a:lnTo>
                    <a:pt x="7485" y="10206"/>
                  </a:lnTo>
                  <a:lnTo>
                    <a:pt x="7732" y="9835"/>
                  </a:lnTo>
                  <a:lnTo>
                    <a:pt x="7918" y="9402"/>
                  </a:lnTo>
                  <a:lnTo>
                    <a:pt x="8103" y="8907"/>
                  </a:lnTo>
                  <a:lnTo>
                    <a:pt x="8289" y="8351"/>
                  </a:lnTo>
                  <a:lnTo>
                    <a:pt x="8289" y="8351"/>
                  </a:lnTo>
                  <a:lnTo>
                    <a:pt x="8536" y="6495"/>
                  </a:lnTo>
                  <a:lnTo>
                    <a:pt x="8660" y="5320"/>
                  </a:lnTo>
                  <a:lnTo>
                    <a:pt x="8784" y="3898"/>
                  </a:lnTo>
                  <a:lnTo>
                    <a:pt x="8784" y="3898"/>
                  </a:lnTo>
                  <a:lnTo>
                    <a:pt x="8784" y="3526"/>
                  </a:lnTo>
                  <a:lnTo>
                    <a:pt x="8722" y="3094"/>
                  </a:lnTo>
                  <a:lnTo>
                    <a:pt x="8660" y="2722"/>
                  </a:lnTo>
                  <a:lnTo>
                    <a:pt x="8598" y="2413"/>
                  </a:lnTo>
                  <a:lnTo>
                    <a:pt x="8412" y="2104"/>
                  </a:lnTo>
                  <a:lnTo>
                    <a:pt x="8289" y="1795"/>
                  </a:lnTo>
                  <a:lnTo>
                    <a:pt x="8041" y="1547"/>
                  </a:lnTo>
                  <a:lnTo>
                    <a:pt x="7856" y="1300"/>
                  </a:lnTo>
                  <a:lnTo>
                    <a:pt x="7299" y="867"/>
                  </a:lnTo>
                  <a:lnTo>
                    <a:pt x="6619" y="496"/>
                  </a:lnTo>
                  <a:lnTo>
                    <a:pt x="5815" y="248"/>
                  </a:lnTo>
                  <a:lnTo>
                    <a:pt x="5011" y="63"/>
                  </a:lnTo>
                  <a:lnTo>
                    <a:pt x="4763" y="63"/>
                  </a:lnTo>
                  <a:lnTo>
                    <a:pt x="4763" y="63"/>
                  </a:lnTo>
                  <a:lnTo>
                    <a:pt x="3836" y="1"/>
                  </a:lnTo>
                  <a:lnTo>
                    <a:pt x="2970" y="125"/>
                  </a:lnTo>
                  <a:lnTo>
                    <a:pt x="2537" y="187"/>
                  </a:lnTo>
                  <a:lnTo>
                    <a:pt x="2166" y="310"/>
                  </a:lnTo>
                  <a:lnTo>
                    <a:pt x="1856" y="496"/>
                  </a:lnTo>
                  <a:lnTo>
                    <a:pt x="1547" y="681"/>
                  </a:lnTo>
                  <a:lnTo>
                    <a:pt x="1238" y="929"/>
                  </a:lnTo>
                  <a:lnTo>
                    <a:pt x="990" y="1176"/>
                  </a:lnTo>
                  <a:lnTo>
                    <a:pt x="743" y="1485"/>
                  </a:lnTo>
                  <a:lnTo>
                    <a:pt x="557" y="1795"/>
                  </a:lnTo>
                  <a:lnTo>
                    <a:pt x="434" y="2104"/>
                  </a:lnTo>
                  <a:lnTo>
                    <a:pt x="310" y="2475"/>
                  </a:lnTo>
                  <a:lnTo>
                    <a:pt x="186" y="2908"/>
                  </a:lnTo>
                  <a:lnTo>
                    <a:pt x="186" y="3341"/>
                  </a:lnTo>
                  <a:lnTo>
                    <a:pt x="63" y="5691"/>
                  </a:lnTo>
                  <a:lnTo>
                    <a:pt x="63" y="5691"/>
                  </a:lnTo>
                  <a:lnTo>
                    <a:pt x="63" y="5939"/>
                  </a:lnTo>
                  <a:lnTo>
                    <a:pt x="1" y="6495"/>
                  </a:lnTo>
                  <a:lnTo>
                    <a:pt x="1" y="7361"/>
                  </a:lnTo>
                  <a:lnTo>
                    <a:pt x="125" y="7856"/>
                  </a:lnTo>
                  <a:lnTo>
                    <a:pt x="248" y="8351"/>
                  </a:lnTo>
                  <a:lnTo>
                    <a:pt x="434" y="8846"/>
                  </a:lnTo>
                  <a:lnTo>
                    <a:pt x="743" y="9340"/>
                  </a:lnTo>
                  <a:lnTo>
                    <a:pt x="1114" y="9835"/>
                  </a:lnTo>
                  <a:lnTo>
                    <a:pt x="1547" y="10330"/>
                  </a:lnTo>
                  <a:lnTo>
                    <a:pt x="2166" y="10701"/>
                  </a:lnTo>
                  <a:lnTo>
                    <a:pt x="2846" y="11072"/>
                  </a:lnTo>
                  <a:lnTo>
                    <a:pt x="3712" y="11381"/>
                  </a:lnTo>
                  <a:lnTo>
                    <a:pt x="4701" y="11567"/>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8"/>
            <p:cNvSpPr/>
            <p:nvPr/>
          </p:nvSpPr>
          <p:spPr>
            <a:xfrm flipH="1">
              <a:off x="8515602" y="2179237"/>
              <a:ext cx="24441" cy="24441"/>
            </a:xfrm>
            <a:custGeom>
              <a:rect b="b" l="l" r="r" t="t"/>
              <a:pathLst>
                <a:path extrusionOk="0" h="682" w="682">
                  <a:moveTo>
                    <a:pt x="248" y="1"/>
                  </a:moveTo>
                  <a:lnTo>
                    <a:pt x="125" y="63"/>
                  </a:lnTo>
                  <a:lnTo>
                    <a:pt x="63" y="186"/>
                  </a:lnTo>
                  <a:lnTo>
                    <a:pt x="1" y="310"/>
                  </a:lnTo>
                  <a:lnTo>
                    <a:pt x="1" y="434"/>
                  </a:lnTo>
                  <a:lnTo>
                    <a:pt x="63" y="557"/>
                  </a:lnTo>
                  <a:lnTo>
                    <a:pt x="186" y="619"/>
                  </a:lnTo>
                  <a:lnTo>
                    <a:pt x="310" y="681"/>
                  </a:lnTo>
                  <a:lnTo>
                    <a:pt x="434" y="681"/>
                  </a:lnTo>
                  <a:lnTo>
                    <a:pt x="558" y="619"/>
                  </a:lnTo>
                  <a:lnTo>
                    <a:pt x="681" y="496"/>
                  </a:lnTo>
                  <a:lnTo>
                    <a:pt x="681" y="372"/>
                  </a:lnTo>
                  <a:lnTo>
                    <a:pt x="681" y="248"/>
                  </a:lnTo>
                  <a:lnTo>
                    <a:pt x="619" y="124"/>
                  </a:lnTo>
                  <a:lnTo>
                    <a:pt x="496" y="63"/>
                  </a:lnTo>
                  <a:lnTo>
                    <a:pt x="372"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8"/>
            <p:cNvSpPr/>
            <p:nvPr/>
          </p:nvSpPr>
          <p:spPr>
            <a:xfrm flipH="1">
              <a:off x="8633079" y="2168163"/>
              <a:ext cx="24441" cy="24405"/>
            </a:xfrm>
            <a:custGeom>
              <a:rect b="b" l="l" r="r" t="t"/>
              <a:pathLst>
                <a:path extrusionOk="0" h="681" w="682">
                  <a:moveTo>
                    <a:pt x="248" y="1"/>
                  </a:moveTo>
                  <a:lnTo>
                    <a:pt x="125" y="62"/>
                  </a:lnTo>
                  <a:lnTo>
                    <a:pt x="63" y="186"/>
                  </a:lnTo>
                  <a:lnTo>
                    <a:pt x="1" y="310"/>
                  </a:lnTo>
                  <a:lnTo>
                    <a:pt x="1" y="433"/>
                  </a:lnTo>
                  <a:lnTo>
                    <a:pt x="63" y="557"/>
                  </a:lnTo>
                  <a:lnTo>
                    <a:pt x="186" y="619"/>
                  </a:lnTo>
                  <a:lnTo>
                    <a:pt x="310" y="681"/>
                  </a:lnTo>
                  <a:lnTo>
                    <a:pt x="434" y="681"/>
                  </a:lnTo>
                  <a:lnTo>
                    <a:pt x="558" y="619"/>
                  </a:lnTo>
                  <a:lnTo>
                    <a:pt x="681" y="495"/>
                  </a:lnTo>
                  <a:lnTo>
                    <a:pt x="681" y="372"/>
                  </a:lnTo>
                  <a:lnTo>
                    <a:pt x="681" y="248"/>
                  </a:lnTo>
                  <a:lnTo>
                    <a:pt x="619" y="124"/>
                  </a:lnTo>
                  <a:lnTo>
                    <a:pt x="496" y="62"/>
                  </a:lnTo>
                  <a:lnTo>
                    <a:pt x="372"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8"/>
            <p:cNvSpPr/>
            <p:nvPr/>
          </p:nvSpPr>
          <p:spPr>
            <a:xfrm flipH="1">
              <a:off x="8635301" y="2128275"/>
              <a:ext cx="46589" cy="15553"/>
            </a:xfrm>
            <a:custGeom>
              <a:rect b="b" l="l" r="r" t="t"/>
              <a:pathLst>
                <a:path extrusionOk="0" h="434" w="1300">
                  <a:moveTo>
                    <a:pt x="681" y="0"/>
                  </a:moveTo>
                  <a:lnTo>
                    <a:pt x="372" y="62"/>
                  </a:lnTo>
                  <a:lnTo>
                    <a:pt x="62" y="124"/>
                  </a:lnTo>
                  <a:lnTo>
                    <a:pt x="0" y="186"/>
                  </a:lnTo>
                  <a:lnTo>
                    <a:pt x="0" y="248"/>
                  </a:lnTo>
                  <a:lnTo>
                    <a:pt x="62" y="309"/>
                  </a:lnTo>
                  <a:lnTo>
                    <a:pt x="124" y="309"/>
                  </a:lnTo>
                  <a:lnTo>
                    <a:pt x="372" y="186"/>
                  </a:lnTo>
                  <a:lnTo>
                    <a:pt x="681" y="186"/>
                  </a:lnTo>
                  <a:lnTo>
                    <a:pt x="928" y="309"/>
                  </a:lnTo>
                  <a:lnTo>
                    <a:pt x="1176" y="433"/>
                  </a:lnTo>
                  <a:lnTo>
                    <a:pt x="1238" y="433"/>
                  </a:lnTo>
                  <a:lnTo>
                    <a:pt x="1299" y="371"/>
                  </a:lnTo>
                  <a:lnTo>
                    <a:pt x="1299" y="309"/>
                  </a:lnTo>
                  <a:lnTo>
                    <a:pt x="1299" y="248"/>
                  </a:lnTo>
                  <a:lnTo>
                    <a:pt x="990" y="124"/>
                  </a:lnTo>
                  <a:lnTo>
                    <a:pt x="681"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8"/>
            <p:cNvSpPr/>
            <p:nvPr/>
          </p:nvSpPr>
          <p:spPr>
            <a:xfrm flipH="1">
              <a:off x="8504529" y="2146015"/>
              <a:ext cx="46589" cy="15518"/>
            </a:xfrm>
            <a:custGeom>
              <a:rect b="b" l="l" r="r" t="t"/>
              <a:pathLst>
                <a:path extrusionOk="0" h="433" w="1300">
                  <a:moveTo>
                    <a:pt x="372" y="0"/>
                  </a:moveTo>
                  <a:lnTo>
                    <a:pt x="63" y="124"/>
                  </a:lnTo>
                  <a:lnTo>
                    <a:pt x="1" y="186"/>
                  </a:lnTo>
                  <a:lnTo>
                    <a:pt x="1" y="247"/>
                  </a:lnTo>
                  <a:lnTo>
                    <a:pt x="124" y="247"/>
                  </a:lnTo>
                  <a:lnTo>
                    <a:pt x="434" y="186"/>
                  </a:lnTo>
                  <a:lnTo>
                    <a:pt x="681" y="186"/>
                  </a:lnTo>
                  <a:lnTo>
                    <a:pt x="928" y="247"/>
                  </a:lnTo>
                  <a:lnTo>
                    <a:pt x="1176" y="433"/>
                  </a:lnTo>
                  <a:lnTo>
                    <a:pt x="1238" y="433"/>
                  </a:lnTo>
                  <a:lnTo>
                    <a:pt x="1300" y="371"/>
                  </a:lnTo>
                  <a:lnTo>
                    <a:pt x="1300" y="309"/>
                  </a:lnTo>
                  <a:lnTo>
                    <a:pt x="1300" y="247"/>
                  </a:lnTo>
                  <a:lnTo>
                    <a:pt x="990" y="62"/>
                  </a:lnTo>
                  <a:lnTo>
                    <a:pt x="681"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8"/>
            <p:cNvSpPr/>
            <p:nvPr/>
          </p:nvSpPr>
          <p:spPr>
            <a:xfrm flipH="1">
              <a:off x="8497863" y="2095018"/>
              <a:ext cx="55476" cy="26627"/>
            </a:xfrm>
            <a:custGeom>
              <a:rect b="b" l="l" r="r" t="t"/>
              <a:pathLst>
                <a:path extrusionOk="0" h="743" w="1548">
                  <a:moveTo>
                    <a:pt x="186" y="0"/>
                  </a:moveTo>
                  <a:lnTo>
                    <a:pt x="63" y="62"/>
                  </a:lnTo>
                  <a:lnTo>
                    <a:pt x="1" y="186"/>
                  </a:lnTo>
                  <a:lnTo>
                    <a:pt x="1" y="310"/>
                  </a:lnTo>
                  <a:lnTo>
                    <a:pt x="1" y="433"/>
                  </a:lnTo>
                  <a:lnTo>
                    <a:pt x="63" y="495"/>
                  </a:lnTo>
                  <a:lnTo>
                    <a:pt x="186" y="557"/>
                  </a:lnTo>
                  <a:lnTo>
                    <a:pt x="310" y="619"/>
                  </a:lnTo>
                  <a:lnTo>
                    <a:pt x="619" y="619"/>
                  </a:lnTo>
                  <a:lnTo>
                    <a:pt x="1114" y="743"/>
                  </a:lnTo>
                  <a:lnTo>
                    <a:pt x="1362" y="743"/>
                  </a:lnTo>
                  <a:lnTo>
                    <a:pt x="1485" y="619"/>
                  </a:lnTo>
                  <a:lnTo>
                    <a:pt x="1485" y="557"/>
                  </a:lnTo>
                  <a:lnTo>
                    <a:pt x="1547" y="433"/>
                  </a:lnTo>
                  <a:lnTo>
                    <a:pt x="1485" y="310"/>
                  </a:lnTo>
                  <a:lnTo>
                    <a:pt x="1423" y="186"/>
                  </a:lnTo>
                  <a:lnTo>
                    <a:pt x="1300" y="124"/>
                  </a:lnTo>
                  <a:lnTo>
                    <a:pt x="805"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8"/>
            <p:cNvSpPr/>
            <p:nvPr/>
          </p:nvSpPr>
          <p:spPr>
            <a:xfrm flipH="1">
              <a:off x="8637523" y="2097240"/>
              <a:ext cx="33293" cy="4480"/>
            </a:xfrm>
            <a:custGeom>
              <a:rect b="b" l="l" r="r" t="t"/>
              <a:pathLst>
                <a:path extrusionOk="0" fill="none" h="125" w="929">
                  <a:moveTo>
                    <a:pt x="1" y="0"/>
                  </a:moveTo>
                  <a:lnTo>
                    <a:pt x="1" y="0"/>
                  </a:lnTo>
                  <a:lnTo>
                    <a:pt x="434" y="0"/>
                  </a:lnTo>
                  <a:lnTo>
                    <a:pt x="929" y="124"/>
                  </a:lnTo>
                </a:path>
              </a:pathLst>
            </a:custGeom>
            <a:solidFill>
              <a:srgbClr val="000000"/>
            </a:solidFill>
            <a:ln cap="rnd" cmpd="sng" w="18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8"/>
            <p:cNvSpPr/>
            <p:nvPr/>
          </p:nvSpPr>
          <p:spPr>
            <a:xfrm flipH="1">
              <a:off x="8517827" y="1930988"/>
              <a:ext cx="301501" cy="259392"/>
            </a:xfrm>
            <a:custGeom>
              <a:rect b="b" l="l" r="r" t="t"/>
              <a:pathLst>
                <a:path extrusionOk="0" h="7238" w="8413">
                  <a:moveTo>
                    <a:pt x="4701" y="1"/>
                  </a:moveTo>
                  <a:lnTo>
                    <a:pt x="4207" y="62"/>
                  </a:lnTo>
                  <a:lnTo>
                    <a:pt x="3712" y="186"/>
                  </a:lnTo>
                  <a:lnTo>
                    <a:pt x="3217" y="372"/>
                  </a:lnTo>
                  <a:lnTo>
                    <a:pt x="2784" y="681"/>
                  </a:lnTo>
                  <a:lnTo>
                    <a:pt x="2351" y="928"/>
                  </a:lnTo>
                  <a:lnTo>
                    <a:pt x="1980" y="1238"/>
                  </a:lnTo>
                  <a:lnTo>
                    <a:pt x="1609" y="1609"/>
                  </a:lnTo>
                  <a:lnTo>
                    <a:pt x="1052" y="2289"/>
                  </a:lnTo>
                  <a:lnTo>
                    <a:pt x="619" y="2969"/>
                  </a:lnTo>
                  <a:lnTo>
                    <a:pt x="310" y="3588"/>
                  </a:lnTo>
                  <a:lnTo>
                    <a:pt x="124" y="4145"/>
                  </a:lnTo>
                  <a:lnTo>
                    <a:pt x="1" y="4577"/>
                  </a:lnTo>
                  <a:lnTo>
                    <a:pt x="619" y="7237"/>
                  </a:lnTo>
                  <a:lnTo>
                    <a:pt x="929" y="7237"/>
                  </a:lnTo>
                  <a:lnTo>
                    <a:pt x="1238" y="7175"/>
                  </a:lnTo>
                  <a:lnTo>
                    <a:pt x="1547" y="7051"/>
                  </a:lnTo>
                  <a:lnTo>
                    <a:pt x="1856" y="6928"/>
                  </a:lnTo>
                  <a:lnTo>
                    <a:pt x="2475" y="6557"/>
                  </a:lnTo>
                  <a:lnTo>
                    <a:pt x="3155" y="6124"/>
                  </a:lnTo>
                  <a:lnTo>
                    <a:pt x="4330" y="5134"/>
                  </a:lnTo>
                  <a:lnTo>
                    <a:pt x="4949" y="4639"/>
                  </a:lnTo>
                  <a:lnTo>
                    <a:pt x="5505" y="4330"/>
                  </a:lnTo>
                  <a:lnTo>
                    <a:pt x="6000" y="4021"/>
                  </a:lnTo>
                  <a:lnTo>
                    <a:pt x="6433" y="3712"/>
                  </a:lnTo>
                  <a:lnTo>
                    <a:pt x="6804" y="3402"/>
                  </a:lnTo>
                  <a:lnTo>
                    <a:pt x="7237" y="3031"/>
                  </a:lnTo>
                  <a:lnTo>
                    <a:pt x="7608" y="2598"/>
                  </a:lnTo>
                  <a:lnTo>
                    <a:pt x="7918" y="2165"/>
                  </a:lnTo>
                  <a:lnTo>
                    <a:pt x="8227" y="1670"/>
                  </a:lnTo>
                  <a:lnTo>
                    <a:pt x="8412" y="1238"/>
                  </a:lnTo>
                  <a:lnTo>
                    <a:pt x="7979" y="928"/>
                  </a:lnTo>
                  <a:lnTo>
                    <a:pt x="7485" y="619"/>
                  </a:lnTo>
                  <a:lnTo>
                    <a:pt x="6804" y="372"/>
                  </a:lnTo>
                  <a:lnTo>
                    <a:pt x="6000" y="124"/>
                  </a:lnTo>
                  <a:lnTo>
                    <a:pt x="5567" y="62"/>
                  </a:lnTo>
                  <a:lnTo>
                    <a:pt x="5134"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8"/>
            <p:cNvSpPr/>
            <p:nvPr/>
          </p:nvSpPr>
          <p:spPr>
            <a:xfrm flipH="1">
              <a:off x="8757221" y="2161497"/>
              <a:ext cx="73180" cy="90920"/>
            </a:xfrm>
            <a:custGeom>
              <a:rect b="b" l="l" r="r" t="t"/>
              <a:pathLst>
                <a:path extrusionOk="0" h="2537" w="2042">
                  <a:moveTo>
                    <a:pt x="866" y="1"/>
                  </a:moveTo>
                  <a:lnTo>
                    <a:pt x="557" y="187"/>
                  </a:lnTo>
                  <a:lnTo>
                    <a:pt x="310" y="434"/>
                  </a:lnTo>
                  <a:lnTo>
                    <a:pt x="124" y="743"/>
                  </a:lnTo>
                  <a:lnTo>
                    <a:pt x="1" y="1052"/>
                  </a:lnTo>
                  <a:lnTo>
                    <a:pt x="62" y="1424"/>
                  </a:lnTo>
                  <a:lnTo>
                    <a:pt x="124" y="1733"/>
                  </a:lnTo>
                  <a:lnTo>
                    <a:pt x="310" y="2042"/>
                  </a:lnTo>
                  <a:lnTo>
                    <a:pt x="557" y="2289"/>
                  </a:lnTo>
                  <a:lnTo>
                    <a:pt x="866" y="2413"/>
                  </a:lnTo>
                  <a:lnTo>
                    <a:pt x="1238" y="2537"/>
                  </a:lnTo>
                  <a:lnTo>
                    <a:pt x="1547" y="2537"/>
                  </a:lnTo>
                  <a:lnTo>
                    <a:pt x="1856" y="2413"/>
                  </a:lnTo>
                  <a:lnTo>
                    <a:pt x="2042" y="372"/>
                  </a:lnTo>
                  <a:lnTo>
                    <a:pt x="1794" y="187"/>
                  </a:lnTo>
                  <a:lnTo>
                    <a:pt x="1485" y="63"/>
                  </a:lnTo>
                  <a:lnTo>
                    <a:pt x="1176" y="1"/>
                  </a:lnTo>
                  <a:close/>
                </a:path>
              </a:pathLst>
            </a:custGeom>
            <a:solidFill>
              <a:srgbClr val="FFB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8"/>
            <p:cNvSpPr/>
            <p:nvPr/>
          </p:nvSpPr>
          <p:spPr>
            <a:xfrm flipH="1">
              <a:off x="8768295" y="2177015"/>
              <a:ext cx="37737" cy="31071"/>
            </a:xfrm>
            <a:custGeom>
              <a:rect b="b" l="l" r="r" t="t"/>
              <a:pathLst>
                <a:path extrusionOk="0" h="867" w="1053">
                  <a:moveTo>
                    <a:pt x="248" y="1"/>
                  </a:moveTo>
                  <a:lnTo>
                    <a:pt x="63" y="63"/>
                  </a:lnTo>
                  <a:lnTo>
                    <a:pt x="1" y="125"/>
                  </a:lnTo>
                  <a:lnTo>
                    <a:pt x="1" y="186"/>
                  </a:lnTo>
                  <a:lnTo>
                    <a:pt x="63" y="248"/>
                  </a:lnTo>
                  <a:lnTo>
                    <a:pt x="372" y="248"/>
                  </a:lnTo>
                  <a:lnTo>
                    <a:pt x="619" y="372"/>
                  </a:lnTo>
                  <a:lnTo>
                    <a:pt x="805" y="558"/>
                  </a:lnTo>
                  <a:lnTo>
                    <a:pt x="867" y="743"/>
                  </a:lnTo>
                  <a:lnTo>
                    <a:pt x="929" y="805"/>
                  </a:lnTo>
                  <a:lnTo>
                    <a:pt x="990" y="867"/>
                  </a:lnTo>
                  <a:lnTo>
                    <a:pt x="1052" y="805"/>
                  </a:lnTo>
                  <a:lnTo>
                    <a:pt x="1052" y="743"/>
                  </a:lnTo>
                  <a:lnTo>
                    <a:pt x="990" y="434"/>
                  </a:lnTo>
                  <a:lnTo>
                    <a:pt x="743" y="186"/>
                  </a:lnTo>
                  <a:lnTo>
                    <a:pt x="619" y="125"/>
                  </a:lnTo>
                  <a:lnTo>
                    <a:pt x="434" y="63"/>
                  </a:lnTo>
                  <a:lnTo>
                    <a:pt x="248"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8"/>
            <p:cNvSpPr/>
            <p:nvPr/>
          </p:nvSpPr>
          <p:spPr>
            <a:xfrm flipH="1">
              <a:off x="8622005" y="2336636"/>
              <a:ext cx="88698" cy="53219"/>
            </a:xfrm>
            <a:custGeom>
              <a:rect b="b" l="l" r="r" t="t"/>
              <a:pathLst>
                <a:path extrusionOk="0" h="1485" w="2475">
                  <a:moveTo>
                    <a:pt x="124" y="0"/>
                  </a:moveTo>
                  <a:lnTo>
                    <a:pt x="62" y="62"/>
                  </a:lnTo>
                  <a:lnTo>
                    <a:pt x="0" y="62"/>
                  </a:lnTo>
                  <a:lnTo>
                    <a:pt x="62" y="186"/>
                  </a:lnTo>
                  <a:lnTo>
                    <a:pt x="248" y="433"/>
                  </a:lnTo>
                  <a:lnTo>
                    <a:pt x="495" y="681"/>
                  </a:lnTo>
                  <a:lnTo>
                    <a:pt x="1052" y="1052"/>
                  </a:lnTo>
                  <a:lnTo>
                    <a:pt x="1732" y="1299"/>
                  </a:lnTo>
                  <a:lnTo>
                    <a:pt x="2042" y="1423"/>
                  </a:lnTo>
                  <a:lnTo>
                    <a:pt x="2413" y="1485"/>
                  </a:lnTo>
                  <a:lnTo>
                    <a:pt x="2474" y="1423"/>
                  </a:lnTo>
                  <a:lnTo>
                    <a:pt x="2474" y="1361"/>
                  </a:lnTo>
                  <a:lnTo>
                    <a:pt x="2474" y="1299"/>
                  </a:lnTo>
                  <a:lnTo>
                    <a:pt x="2413" y="1299"/>
                  </a:lnTo>
                  <a:lnTo>
                    <a:pt x="1794" y="1175"/>
                  </a:lnTo>
                  <a:lnTo>
                    <a:pt x="1176" y="928"/>
                  </a:lnTo>
                  <a:lnTo>
                    <a:pt x="619" y="557"/>
                  </a:lnTo>
                  <a:lnTo>
                    <a:pt x="186" y="62"/>
                  </a:lnTo>
                  <a:lnTo>
                    <a:pt x="1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8"/>
            <p:cNvSpPr/>
            <p:nvPr/>
          </p:nvSpPr>
          <p:spPr>
            <a:xfrm flipH="1">
              <a:off x="8566600" y="2172607"/>
              <a:ext cx="24405" cy="77588"/>
            </a:xfrm>
            <a:custGeom>
              <a:rect b="b" l="l" r="r" t="t"/>
              <a:pathLst>
                <a:path extrusionOk="0" h="2165" w="681">
                  <a:moveTo>
                    <a:pt x="124" y="0"/>
                  </a:moveTo>
                  <a:lnTo>
                    <a:pt x="62" y="62"/>
                  </a:lnTo>
                  <a:lnTo>
                    <a:pt x="0" y="124"/>
                  </a:lnTo>
                  <a:lnTo>
                    <a:pt x="0" y="804"/>
                  </a:lnTo>
                  <a:lnTo>
                    <a:pt x="0" y="1175"/>
                  </a:lnTo>
                  <a:lnTo>
                    <a:pt x="62" y="1299"/>
                  </a:lnTo>
                  <a:lnTo>
                    <a:pt x="124" y="1423"/>
                  </a:lnTo>
                  <a:lnTo>
                    <a:pt x="186" y="1485"/>
                  </a:lnTo>
                  <a:lnTo>
                    <a:pt x="433" y="1485"/>
                  </a:lnTo>
                  <a:lnTo>
                    <a:pt x="495" y="1546"/>
                  </a:lnTo>
                  <a:lnTo>
                    <a:pt x="371" y="1670"/>
                  </a:lnTo>
                  <a:lnTo>
                    <a:pt x="248" y="1794"/>
                  </a:lnTo>
                  <a:lnTo>
                    <a:pt x="0" y="2041"/>
                  </a:lnTo>
                  <a:lnTo>
                    <a:pt x="0" y="2103"/>
                  </a:lnTo>
                  <a:lnTo>
                    <a:pt x="0" y="2165"/>
                  </a:lnTo>
                  <a:lnTo>
                    <a:pt x="124" y="2165"/>
                  </a:lnTo>
                  <a:lnTo>
                    <a:pt x="433" y="1918"/>
                  </a:lnTo>
                  <a:lnTo>
                    <a:pt x="619" y="1670"/>
                  </a:lnTo>
                  <a:lnTo>
                    <a:pt x="681" y="1546"/>
                  </a:lnTo>
                  <a:lnTo>
                    <a:pt x="681" y="1485"/>
                  </a:lnTo>
                  <a:lnTo>
                    <a:pt x="557" y="1361"/>
                  </a:lnTo>
                  <a:lnTo>
                    <a:pt x="495" y="1299"/>
                  </a:lnTo>
                  <a:lnTo>
                    <a:pt x="310" y="1299"/>
                  </a:lnTo>
                  <a:lnTo>
                    <a:pt x="248" y="1237"/>
                  </a:lnTo>
                  <a:lnTo>
                    <a:pt x="186" y="1052"/>
                  </a:lnTo>
                  <a:lnTo>
                    <a:pt x="186" y="866"/>
                  </a:lnTo>
                  <a:lnTo>
                    <a:pt x="186" y="124"/>
                  </a:lnTo>
                  <a:lnTo>
                    <a:pt x="186" y="62"/>
                  </a:lnTo>
                  <a:lnTo>
                    <a:pt x="124"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8"/>
            <p:cNvSpPr/>
            <p:nvPr/>
          </p:nvSpPr>
          <p:spPr>
            <a:xfrm flipH="1">
              <a:off x="8610931" y="2250196"/>
              <a:ext cx="31071" cy="31035"/>
            </a:xfrm>
            <a:custGeom>
              <a:rect b="b" l="l" r="r" t="t"/>
              <a:pathLst>
                <a:path extrusionOk="0" h="866" w="867">
                  <a:moveTo>
                    <a:pt x="1" y="0"/>
                  </a:moveTo>
                  <a:lnTo>
                    <a:pt x="1" y="124"/>
                  </a:lnTo>
                  <a:lnTo>
                    <a:pt x="63" y="371"/>
                  </a:lnTo>
                  <a:lnTo>
                    <a:pt x="248" y="619"/>
                  </a:lnTo>
                  <a:lnTo>
                    <a:pt x="496" y="742"/>
                  </a:lnTo>
                  <a:lnTo>
                    <a:pt x="743" y="866"/>
                  </a:lnTo>
                  <a:lnTo>
                    <a:pt x="805" y="866"/>
                  </a:lnTo>
                  <a:lnTo>
                    <a:pt x="867" y="804"/>
                  </a:lnTo>
                  <a:lnTo>
                    <a:pt x="867" y="742"/>
                  </a:lnTo>
                  <a:lnTo>
                    <a:pt x="805" y="680"/>
                  </a:lnTo>
                  <a:lnTo>
                    <a:pt x="557" y="619"/>
                  </a:lnTo>
                  <a:lnTo>
                    <a:pt x="372" y="433"/>
                  </a:lnTo>
                  <a:lnTo>
                    <a:pt x="248" y="247"/>
                  </a:lnTo>
                  <a:lnTo>
                    <a:pt x="186" y="62"/>
                  </a:lnTo>
                  <a:lnTo>
                    <a:pt x="125"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8"/>
            <p:cNvSpPr/>
            <p:nvPr/>
          </p:nvSpPr>
          <p:spPr>
            <a:xfrm flipH="1">
              <a:off x="7626763" y="2994941"/>
              <a:ext cx="1132716" cy="1409776"/>
            </a:xfrm>
            <a:custGeom>
              <a:rect b="b" l="l" r="r" t="t"/>
              <a:pathLst>
                <a:path extrusionOk="0" h="39338" w="31607">
                  <a:moveTo>
                    <a:pt x="8969" y="1"/>
                  </a:moveTo>
                  <a:lnTo>
                    <a:pt x="1" y="3526"/>
                  </a:lnTo>
                  <a:lnTo>
                    <a:pt x="22762" y="39338"/>
                  </a:lnTo>
                  <a:lnTo>
                    <a:pt x="31606" y="33771"/>
                  </a:lnTo>
                  <a:lnTo>
                    <a:pt x="9526" y="2970"/>
                  </a:lnTo>
                  <a:lnTo>
                    <a:pt x="8969" y="1"/>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8"/>
            <p:cNvSpPr/>
            <p:nvPr/>
          </p:nvSpPr>
          <p:spPr>
            <a:xfrm flipH="1">
              <a:off x="7646726" y="2994941"/>
              <a:ext cx="1338853" cy="984205"/>
            </a:xfrm>
            <a:custGeom>
              <a:rect b="b" l="l" r="r" t="t"/>
              <a:pathLst>
                <a:path extrusionOk="0" h="27463" w="37359">
                  <a:moveTo>
                    <a:pt x="15278" y="1"/>
                  </a:moveTo>
                  <a:lnTo>
                    <a:pt x="187" y="4021"/>
                  </a:lnTo>
                  <a:lnTo>
                    <a:pt x="125" y="5011"/>
                  </a:lnTo>
                  <a:lnTo>
                    <a:pt x="1" y="7237"/>
                  </a:lnTo>
                  <a:lnTo>
                    <a:pt x="1" y="8598"/>
                  </a:lnTo>
                  <a:lnTo>
                    <a:pt x="63" y="9959"/>
                  </a:lnTo>
                  <a:lnTo>
                    <a:pt x="187" y="11134"/>
                  </a:lnTo>
                  <a:lnTo>
                    <a:pt x="248" y="11691"/>
                  </a:lnTo>
                  <a:lnTo>
                    <a:pt x="372" y="12124"/>
                  </a:lnTo>
                  <a:lnTo>
                    <a:pt x="558" y="12618"/>
                  </a:lnTo>
                  <a:lnTo>
                    <a:pt x="805" y="13113"/>
                  </a:lnTo>
                  <a:lnTo>
                    <a:pt x="1114" y="13608"/>
                  </a:lnTo>
                  <a:lnTo>
                    <a:pt x="1485" y="14103"/>
                  </a:lnTo>
                  <a:lnTo>
                    <a:pt x="1918" y="14598"/>
                  </a:lnTo>
                  <a:lnTo>
                    <a:pt x="2413" y="15092"/>
                  </a:lnTo>
                  <a:lnTo>
                    <a:pt x="2908" y="15525"/>
                  </a:lnTo>
                  <a:lnTo>
                    <a:pt x="3465" y="15958"/>
                  </a:lnTo>
                  <a:lnTo>
                    <a:pt x="4083" y="16329"/>
                  </a:lnTo>
                  <a:lnTo>
                    <a:pt x="4763" y="16639"/>
                  </a:lnTo>
                  <a:lnTo>
                    <a:pt x="5444" y="16886"/>
                  </a:lnTo>
                  <a:lnTo>
                    <a:pt x="6186" y="17072"/>
                  </a:lnTo>
                  <a:lnTo>
                    <a:pt x="6928" y="17133"/>
                  </a:lnTo>
                  <a:lnTo>
                    <a:pt x="7670" y="17133"/>
                  </a:lnTo>
                  <a:lnTo>
                    <a:pt x="8474" y="17010"/>
                  </a:lnTo>
                  <a:lnTo>
                    <a:pt x="9279" y="16762"/>
                  </a:lnTo>
                  <a:lnTo>
                    <a:pt x="11876" y="15773"/>
                  </a:lnTo>
                  <a:lnTo>
                    <a:pt x="15649" y="14226"/>
                  </a:lnTo>
                  <a:lnTo>
                    <a:pt x="20473" y="12247"/>
                  </a:lnTo>
                  <a:lnTo>
                    <a:pt x="13484" y="20226"/>
                  </a:lnTo>
                  <a:lnTo>
                    <a:pt x="21525" y="27463"/>
                  </a:lnTo>
                  <a:lnTo>
                    <a:pt x="27153" y="21277"/>
                  </a:lnTo>
                  <a:lnTo>
                    <a:pt x="31792" y="16144"/>
                  </a:lnTo>
                  <a:lnTo>
                    <a:pt x="33833" y="13794"/>
                  </a:lnTo>
                  <a:lnTo>
                    <a:pt x="35503" y="11876"/>
                  </a:lnTo>
                  <a:lnTo>
                    <a:pt x="35874" y="11381"/>
                  </a:lnTo>
                  <a:lnTo>
                    <a:pt x="36245" y="10887"/>
                  </a:lnTo>
                  <a:lnTo>
                    <a:pt x="36740" y="9959"/>
                  </a:lnTo>
                  <a:lnTo>
                    <a:pt x="37111" y="9093"/>
                  </a:lnTo>
                  <a:lnTo>
                    <a:pt x="37297" y="8227"/>
                  </a:lnTo>
                  <a:lnTo>
                    <a:pt x="37359" y="7423"/>
                  </a:lnTo>
                  <a:lnTo>
                    <a:pt x="37359" y="6619"/>
                  </a:lnTo>
                  <a:lnTo>
                    <a:pt x="37235" y="5877"/>
                  </a:lnTo>
                  <a:lnTo>
                    <a:pt x="36988" y="5196"/>
                  </a:lnTo>
                  <a:lnTo>
                    <a:pt x="36740" y="4578"/>
                  </a:lnTo>
                  <a:lnTo>
                    <a:pt x="36493" y="4021"/>
                  </a:lnTo>
                  <a:lnTo>
                    <a:pt x="36183" y="3526"/>
                  </a:lnTo>
                  <a:lnTo>
                    <a:pt x="35936" y="3093"/>
                  </a:lnTo>
                  <a:lnTo>
                    <a:pt x="35503" y="2537"/>
                  </a:lnTo>
                  <a:lnTo>
                    <a:pt x="35318" y="2351"/>
                  </a:lnTo>
                  <a:lnTo>
                    <a:pt x="34885" y="1918"/>
                  </a:lnTo>
                  <a:lnTo>
                    <a:pt x="34390" y="1547"/>
                  </a:lnTo>
                  <a:lnTo>
                    <a:pt x="33895" y="1238"/>
                  </a:lnTo>
                  <a:lnTo>
                    <a:pt x="33277" y="929"/>
                  </a:lnTo>
                  <a:lnTo>
                    <a:pt x="32658" y="743"/>
                  </a:lnTo>
                  <a:lnTo>
                    <a:pt x="31978" y="557"/>
                  </a:lnTo>
                  <a:lnTo>
                    <a:pt x="31297" y="434"/>
                  </a:lnTo>
                  <a:lnTo>
                    <a:pt x="30555" y="372"/>
                  </a:lnTo>
                  <a:lnTo>
                    <a:pt x="29009" y="248"/>
                  </a:lnTo>
                  <a:lnTo>
                    <a:pt x="27339" y="310"/>
                  </a:lnTo>
                  <a:lnTo>
                    <a:pt x="25669" y="496"/>
                  </a:lnTo>
                  <a:lnTo>
                    <a:pt x="24061" y="743"/>
                  </a:lnTo>
                  <a:lnTo>
                    <a:pt x="22391" y="1052"/>
                  </a:lnTo>
                  <a:lnTo>
                    <a:pt x="20906" y="1362"/>
                  </a:lnTo>
                  <a:lnTo>
                    <a:pt x="18247" y="2042"/>
                  </a:lnTo>
                  <a:lnTo>
                    <a:pt x="16453" y="2599"/>
                  </a:lnTo>
                  <a:lnTo>
                    <a:pt x="15773" y="2784"/>
                  </a:lnTo>
                  <a:lnTo>
                    <a:pt x="15278"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8"/>
            <p:cNvSpPr/>
            <p:nvPr/>
          </p:nvSpPr>
          <p:spPr>
            <a:xfrm flipH="1">
              <a:off x="7533646" y="4216294"/>
              <a:ext cx="42181" cy="82032"/>
            </a:xfrm>
            <a:custGeom>
              <a:rect b="b" l="l" r="r" t="t"/>
              <a:pathLst>
                <a:path extrusionOk="0" h="2289" w="1177">
                  <a:moveTo>
                    <a:pt x="1052" y="1"/>
                  </a:moveTo>
                  <a:lnTo>
                    <a:pt x="990" y="62"/>
                  </a:lnTo>
                  <a:lnTo>
                    <a:pt x="434" y="1114"/>
                  </a:lnTo>
                  <a:lnTo>
                    <a:pt x="1" y="2227"/>
                  </a:lnTo>
                  <a:lnTo>
                    <a:pt x="1" y="2289"/>
                  </a:lnTo>
                  <a:lnTo>
                    <a:pt x="125" y="2289"/>
                  </a:lnTo>
                  <a:lnTo>
                    <a:pt x="186" y="2227"/>
                  </a:lnTo>
                  <a:lnTo>
                    <a:pt x="619" y="1176"/>
                  </a:lnTo>
                  <a:lnTo>
                    <a:pt x="1176" y="124"/>
                  </a:lnTo>
                  <a:lnTo>
                    <a:pt x="1176" y="62"/>
                  </a:lnTo>
                  <a:lnTo>
                    <a:pt x="111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8"/>
            <p:cNvSpPr/>
            <p:nvPr/>
          </p:nvSpPr>
          <p:spPr>
            <a:xfrm flipH="1">
              <a:off x="7566904" y="4229590"/>
              <a:ext cx="35515" cy="77624"/>
            </a:xfrm>
            <a:custGeom>
              <a:rect b="b" l="l" r="r" t="t"/>
              <a:pathLst>
                <a:path extrusionOk="0" h="2166" w="991">
                  <a:moveTo>
                    <a:pt x="805" y="1"/>
                  </a:moveTo>
                  <a:lnTo>
                    <a:pt x="1" y="2042"/>
                  </a:lnTo>
                  <a:lnTo>
                    <a:pt x="1" y="2104"/>
                  </a:lnTo>
                  <a:lnTo>
                    <a:pt x="63" y="2165"/>
                  </a:lnTo>
                  <a:lnTo>
                    <a:pt x="124" y="2165"/>
                  </a:lnTo>
                  <a:lnTo>
                    <a:pt x="186" y="2104"/>
                  </a:lnTo>
                  <a:lnTo>
                    <a:pt x="990" y="62"/>
                  </a:lnTo>
                  <a:lnTo>
                    <a:pt x="99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8"/>
            <p:cNvSpPr/>
            <p:nvPr/>
          </p:nvSpPr>
          <p:spPr>
            <a:xfrm flipH="1">
              <a:off x="8169843" y="3677652"/>
              <a:ext cx="458863" cy="525378"/>
            </a:xfrm>
            <a:custGeom>
              <a:rect b="b" l="l" r="r" t="t"/>
              <a:pathLst>
                <a:path extrusionOk="0" h="14660" w="12804">
                  <a:moveTo>
                    <a:pt x="5196" y="1"/>
                  </a:moveTo>
                  <a:lnTo>
                    <a:pt x="1" y="5567"/>
                  </a:lnTo>
                  <a:lnTo>
                    <a:pt x="11629" y="14659"/>
                  </a:lnTo>
                  <a:lnTo>
                    <a:pt x="11691" y="14536"/>
                  </a:lnTo>
                  <a:lnTo>
                    <a:pt x="11876" y="14165"/>
                  </a:lnTo>
                  <a:lnTo>
                    <a:pt x="12124" y="13546"/>
                  </a:lnTo>
                  <a:lnTo>
                    <a:pt x="12247" y="12804"/>
                  </a:lnTo>
                  <a:lnTo>
                    <a:pt x="12309" y="12371"/>
                  </a:lnTo>
                  <a:lnTo>
                    <a:pt x="12309" y="11876"/>
                  </a:lnTo>
                  <a:lnTo>
                    <a:pt x="12247" y="11381"/>
                  </a:lnTo>
                  <a:lnTo>
                    <a:pt x="12062" y="10887"/>
                  </a:lnTo>
                  <a:lnTo>
                    <a:pt x="11876" y="10330"/>
                  </a:lnTo>
                  <a:lnTo>
                    <a:pt x="11567" y="9773"/>
                  </a:lnTo>
                  <a:lnTo>
                    <a:pt x="11134" y="9155"/>
                  </a:lnTo>
                  <a:lnTo>
                    <a:pt x="10639" y="8598"/>
                  </a:lnTo>
                  <a:lnTo>
                    <a:pt x="12804" y="6310"/>
                  </a:lnTo>
                  <a:lnTo>
                    <a:pt x="519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8"/>
            <p:cNvSpPr/>
            <p:nvPr/>
          </p:nvSpPr>
          <p:spPr>
            <a:xfrm flipH="1">
              <a:off x="8185358" y="4021229"/>
              <a:ext cx="88698" cy="22219"/>
            </a:xfrm>
            <a:custGeom>
              <a:rect b="b" l="l" r="r" t="t"/>
              <a:pathLst>
                <a:path extrusionOk="0" h="620" w="2475">
                  <a:moveTo>
                    <a:pt x="63" y="1"/>
                  </a:moveTo>
                  <a:lnTo>
                    <a:pt x="1" y="63"/>
                  </a:lnTo>
                  <a:lnTo>
                    <a:pt x="1" y="124"/>
                  </a:lnTo>
                  <a:lnTo>
                    <a:pt x="1" y="186"/>
                  </a:lnTo>
                  <a:lnTo>
                    <a:pt x="63" y="186"/>
                  </a:lnTo>
                  <a:lnTo>
                    <a:pt x="1238" y="372"/>
                  </a:lnTo>
                  <a:lnTo>
                    <a:pt x="2351" y="619"/>
                  </a:lnTo>
                  <a:lnTo>
                    <a:pt x="2475" y="619"/>
                  </a:lnTo>
                  <a:lnTo>
                    <a:pt x="2475" y="557"/>
                  </a:lnTo>
                  <a:lnTo>
                    <a:pt x="2475" y="495"/>
                  </a:lnTo>
                  <a:lnTo>
                    <a:pt x="2413" y="434"/>
                  </a:lnTo>
                  <a:lnTo>
                    <a:pt x="1238" y="186"/>
                  </a:lnTo>
                  <a:lnTo>
                    <a:pt x="6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8"/>
            <p:cNvSpPr/>
            <p:nvPr/>
          </p:nvSpPr>
          <p:spPr>
            <a:xfrm flipH="1">
              <a:off x="8205283" y="3996859"/>
              <a:ext cx="84254" cy="17775"/>
            </a:xfrm>
            <a:custGeom>
              <a:rect b="b" l="l" r="r" t="t"/>
              <a:pathLst>
                <a:path extrusionOk="0" h="496" w="2351">
                  <a:moveTo>
                    <a:pt x="62" y="0"/>
                  </a:moveTo>
                  <a:lnTo>
                    <a:pt x="0" y="62"/>
                  </a:lnTo>
                  <a:lnTo>
                    <a:pt x="62" y="124"/>
                  </a:lnTo>
                  <a:lnTo>
                    <a:pt x="124" y="186"/>
                  </a:lnTo>
                  <a:lnTo>
                    <a:pt x="2288" y="495"/>
                  </a:lnTo>
                  <a:lnTo>
                    <a:pt x="2350" y="433"/>
                  </a:lnTo>
                  <a:lnTo>
                    <a:pt x="2350" y="371"/>
                  </a:lnTo>
                  <a:lnTo>
                    <a:pt x="2350" y="310"/>
                  </a:lnTo>
                  <a:lnTo>
                    <a:pt x="2288" y="310"/>
                  </a:lnTo>
                  <a:lnTo>
                    <a:pt x="1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8"/>
            <p:cNvSpPr/>
            <p:nvPr/>
          </p:nvSpPr>
          <p:spPr>
            <a:xfrm flipH="1">
              <a:off x="8067850" y="3342962"/>
              <a:ext cx="591892" cy="263800"/>
            </a:xfrm>
            <a:custGeom>
              <a:rect b="b" l="l" r="r" t="t"/>
              <a:pathLst>
                <a:path extrusionOk="0" h="7361" w="16516">
                  <a:moveTo>
                    <a:pt x="16330" y="0"/>
                  </a:moveTo>
                  <a:lnTo>
                    <a:pt x="13237" y="1485"/>
                  </a:lnTo>
                  <a:lnTo>
                    <a:pt x="10144" y="2907"/>
                  </a:lnTo>
                  <a:lnTo>
                    <a:pt x="6990" y="4330"/>
                  </a:lnTo>
                  <a:lnTo>
                    <a:pt x="3836" y="5629"/>
                  </a:lnTo>
                  <a:lnTo>
                    <a:pt x="63" y="7175"/>
                  </a:lnTo>
                  <a:lnTo>
                    <a:pt x="1" y="7237"/>
                  </a:lnTo>
                  <a:lnTo>
                    <a:pt x="1" y="7299"/>
                  </a:lnTo>
                  <a:lnTo>
                    <a:pt x="63" y="7361"/>
                  </a:lnTo>
                  <a:lnTo>
                    <a:pt x="125" y="7361"/>
                  </a:lnTo>
                  <a:lnTo>
                    <a:pt x="3341" y="6062"/>
                  </a:lnTo>
                  <a:lnTo>
                    <a:pt x="6557" y="4701"/>
                  </a:lnTo>
                  <a:lnTo>
                    <a:pt x="9712" y="3278"/>
                  </a:lnTo>
                  <a:lnTo>
                    <a:pt x="12866" y="1856"/>
                  </a:lnTo>
                  <a:lnTo>
                    <a:pt x="16453" y="124"/>
                  </a:lnTo>
                  <a:lnTo>
                    <a:pt x="16515" y="62"/>
                  </a:lnTo>
                  <a:lnTo>
                    <a:pt x="1645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8"/>
            <p:cNvSpPr/>
            <p:nvPr/>
          </p:nvSpPr>
          <p:spPr>
            <a:xfrm flipH="1">
              <a:off x="8207507" y="3717575"/>
              <a:ext cx="308131" cy="254912"/>
            </a:xfrm>
            <a:custGeom>
              <a:rect b="b" l="l" r="r" t="t"/>
              <a:pathLst>
                <a:path extrusionOk="0" h="7113" w="8598">
                  <a:moveTo>
                    <a:pt x="62" y="0"/>
                  </a:moveTo>
                  <a:lnTo>
                    <a:pt x="0" y="62"/>
                  </a:lnTo>
                  <a:lnTo>
                    <a:pt x="62" y="124"/>
                  </a:lnTo>
                  <a:lnTo>
                    <a:pt x="2907" y="2536"/>
                  </a:lnTo>
                  <a:lnTo>
                    <a:pt x="7360" y="6247"/>
                  </a:lnTo>
                  <a:lnTo>
                    <a:pt x="8412" y="7113"/>
                  </a:lnTo>
                  <a:lnTo>
                    <a:pt x="8536" y="7113"/>
                  </a:lnTo>
                  <a:lnTo>
                    <a:pt x="8597" y="7051"/>
                  </a:lnTo>
                  <a:lnTo>
                    <a:pt x="8536" y="6989"/>
                  </a:lnTo>
                  <a:lnTo>
                    <a:pt x="5691" y="4639"/>
                  </a:lnTo>
                  <a:lnTo>
                    <a:pt x="1237" y="866"/>
                  </a:lnTo>
                  <a:lnTo>
                    <a:pt x="18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8"/>
            <p:cNvSpPr/>
            <p:nvPr/>
          </p:nvSpPr>
          <p:spPr>
            <a:xfrm flipH="1">
              <a:off x="8176474" y="3032643"/>
              <a:ext cx="520934" cy="155176"/>
            </a:xfrm>
            <a:custGeom>
              <a:rect b="b" l="l" r="r" t="t"/>
              <a:pathLst>
                <a:path extrusionOk="0" h="4330" w="14536">
                  <a:moveTo>
                    <a:pt x="14412" y="0"/>
                  </a:moveTo>
                  <a:lnTo>
                    <a:pt x="11628" y="742"/>
                  </a:lnTo>
                  <a:lnTo>
                    <a:pt x="8845" y="1485"/>
                  </a:lnTo>
                  <a:lnTo>
                    <a:pt x="3279" y="3155"/>
                  </a:lnTo>
                  <a:lnTo>
                    <a:pt x="62" y="4144"/>
                  </a:lnTo>
                  <a:lnTo>
                    <a:pt x="1" y="4206"/>
                  </a:lnTo>
                  <a:lnTo>
                    <a:pt x="1" y="4268"/>
                  </a:lnTo>
                  <a:lnTo>
                    <a:pt x="1" y="4330"/>
                  </a:lnTo>
                  <a:lnTo>
                    <a:pt x="124" y="4330"/>
                  </a:lnTo>
                  <a:lnTo>
                    <a:pt x="2969" y="3464"/>
                  </a:lnTo>
                  <a:lnTo>
                    <a:pt x="5753" y="2598"/>
                  </a:lnTo>
                  <a:lnTo>
                    <a:pt x="8598" y="1794"/>
                  </a:lnTo>
                  <a:lnTo>
                    <a:pt x="11505" y="928"/>
                  </a:lnTo>
                  <a:lnTo>
                    <a:pt x="14474" y="186"/>
                  </a:lnTo>
                  <a:lnTo>
                    <a:pt x="14535" y="124"/>
                  </a:lnTo>
                  <a:lnTo>
                    <a:pt x="14535" y="62"/>
                  </a:lnTo>
                  <a:lnTo>
                    <a:pt x="1447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8"/>
            <p:cNvSpPr/>
            <p:nvPr/>
          </p:nvSpPr>
          <p:spPr>
            <a:xfrm flipH="1">
              <a:off x="8442464" y="2392042"/>
              <a:ext cx="738145" cy="744811"/>
            </a:xfrm>
            <a:custGeom>
              <a:rect b="b" l="l" r="r" t="t"/>
              <a:pathLst>
                <a:path extrusionOk="0" h="20783" w="20597">
                  <a:moveTo>
                    <a:pt x="8907" y="0"/>
                  </a:moveTo>
                  <a:lnTo>
                    <a:pt x="7917" y="124"/>
                  </a:lnTo>
                  <a:lnTo>
                    <a:pt x="6927" y="248"/>
                  </a:lnTo>
                  <a:lnTo>
                    <a:pt x="5938" y="495"/>
                  </a:lnTo>
                  <a:lnTo>
                    <a:pt x="5072" y="805"/>
                  </a:lnTo>
                  <a:lnTo>
                    <a:pt x="4639" y="928"/>
                  </a:lnTo>
                  <a:lnTo>
                    <a:pt x="4330" y="1176"/>
                  </a:lnTo>
                  <a:lnTo>
                    <a:pt x="4020" y="1361"/>
                  </a:lnTo>
                  <a:lnTo>
                    <a:pt x="3835" y="1609"/>
                  </a:lnTo>
                  <a:lnTo>
                    <a:pt x="3526" y="2103"/>
                  </a:lnTo>
                  <a:lnTo>
                    <a:pt x="3216" y="2722"/>
                  </a:lnTo>
                  <a:lnTo>
                    <a:pt x="2660" y="4206"/>
                  </a:lnTo>
                  <a:lnTo>
                    <a:pt x="2103" y="5938"/>
                  </a:lnTo>
                  <a:lnTo>
                    <a:pt x="1546" y="7732"/>
                  </a:lnTo>
                  <a:lnTo>
                    <a:pt x="1113" y="9649"/>
                  </a:lnTo>
                  <a:lnTo>
                    <a:pt x="742" y="11381"/>
                  </a:lnTo>
                  <a:lnTo>
                    <a:pt x="186" y="14102"/>
                  </a:lnTo>
                  <a:lnTo>
                    <a:pt x="62" y="14968"/>
                  </a:lnTo>
                  <a:lnTo>
                    <a:pt x="0" y="15896"/>
                  </a:lnTo>
                  <a:lnTo>
                    <a:pt x="62" y="16824"/>
                  </a:lnTo>
                  <a:lnTo>
                    <a:pt x="186" y="17257"/>
                  </a:lnTo>
                  <a:lnTo>
                    <a:pt x="248" y="17690"/>
                  </a:lnTo>
                  <a:lnTo>
                    <a:pt x="433" y="18061"/>
                  </a:lnTo>
                  <a:lnTo>
                    <a:pt x="619" y="18432"/>
                  </a:lnTo>
                  <a:lnTo>
                    <a:pt x="866" y="18803"/>
                  </a:lnTo>
                  <a:lnTo>
                    <a:pt x="1175" y="19112"/>
                  </a:lnTo>
                  <a:lnTo>
                    <a:pt x="1546" y="19360"/>
                  </a:lnTo>
                  <a:lnTo>
                    <a:pt x="1979" y="19545"/>
                  </a:lnTo>
                  <a:lnTo>
                    <a:pt x="2412" y="19607"/>
                  </a:lnTo>
                  <a:lnTo>
                    <a:pt x="2969" y="19669"/>
                  </a:lnTo>
                  <a:lnTo>
                    <a:pt x="4577" y="19607"/>
                  </a:lnTo>
                  <a:lnTo>
                    <a:pt x="4639" y="19855"/>
                  </a:lnTo>
                  <a:lnTo>
                    <a:pt x="4701" y="20102"/>
                  </a:lnTo>
                  <a:lnTo>
                    <a:pt x="4824" y="20287"/>
                  </a:lnTo>
                  <a:lnTo>
                    <a:pt x="4948" y="20411"/>
                  </a:lnTo>
                  <a:lnTo>
                    <a:pt x="5257" y="20659"/>
                  </a:lnTo>
                  <a:lnTo>
                    <a:pt x="5505" y="20720"/>
                  </a:lnTo>
                  <a:lnTo>
                    <a:pt x="5938" y="20782"/>
                  </a:lnTo>
                  <a:lnTo>
                    <a:pt x="6680" y="20782"/>
                  </a:lnTo>
                  <a:lnTo>
                    <a:pt x="7546" y="20659"/>
                  </a:lnTo>
                  <a:lnTo>
                    <a:pt x="8597" y="20411"/>
                  </a:lnTo>
                  <a:lnTo>
                    <a:pt x="11071" y="19855"/>
                  </a:lnTo>
                  <a:lnTo>
                    <a:pt x="13731" y="19174"/>
                  </a:lnTo>
                  <a:lnTo>
                    <a:pt x="18493" y="17875"/>
                  </a:lnTo>
                  <a:lnTo>
                    <a:pt x="20596" y="17257"/>
                  </a:lnTo>
                  <a:lnTo>
                    <a:pt x="18679" y="2351"/>
                  </a:lnTo>
                  <a:lnTo>
                    <a:pt x="14968" y="1114"/>
                  </a:lnTo>
                  <a:lnTo>
                    <a:pt x="14844" y="1237"/>
                  </a:lnTo>
                  <a:lnTo>
                    <a:pt x="14659" y="1299"/>
                  </a:lnTo>
                  <a:lnTo>
                    <a:pt x="14288" y="1361"/>
                  </a:lnTo>
                  <a:lnTo>
                    <a:pt x="13793" y="1361"/>
                  </a:lnTo>
                  <a:lnTo>
                    <a:pt x="13236" y="1237"/>
                  </a:lnTo>
                  <a:lnTo>
                    <a:pt x="12618" y="1052"/>
                  </a:lnTo>
                  <a:lnTo>
                    <a:pt x="11937" y="743"/>
                  </a:lnTo>
                  <a:lnTo>
                    <a:pt x="10391"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8"/>
            <p:cNvSpPr/>
            <p:nvPr/>
          </p:nvSpPr>
          <p:spPr>
            <a:xfrm flipH="1">
              <a:off x="8442464" y="2392042"/>
              <a:ext cx="738145" cy="744811"/>
            </a:xfrm>
            <a:custGeom>
              <a:rect b="b" l="l" r="r" t="t"/>
              <a:pathLst>
                <a:path extrusionOk="0" fill="none" h="20783" w="20597">
                  <a:moveTo>
                    <a:pt x="20596" y="17257"/>
                  </a:moveTo>
                  <a:lnTo>
                    <a:pt x="20596" y="17257"/>
                  </a:lnTo>
                  <a:lnTo>
                    <a:pt x="18493" y="17875"/>
                  </a:lnTo>
                  <a:lnTo>
                    <a:pt x="13731" y="19174"/>
                  </a:lnTo>
                  <a:lnTo>
                    <a:pt x="11071" y="19855"/>
                  </a:lnTo>
                  <a:lnTo>
                    <a:pt x="8597" y="20411"/>
                  </a:lnTo>
                  <a:lnTo>
                    <a:pt x="7546" y="20659"/>
                  </a:lnTo>
                  <a:lnTo>
                    <a:pt x="6680" y="20782"/>
                  </a:lnTo>
                  <a:lnTo>
                    <a:pt x="5938" y="20782"/>
                  </a:lnTo>
                  <a:lnTo>
                    <a:pt x="5505" y="20720"/>
                  </a:lnTo>
                  <a:lnTo>
                    <a:pt x="5505" y="20720"/>
                  </a:lnTo>
                  <a:lnTo>
                    <a:pt x="5257" y="20659"/>
                  </a:lnTo>
                  <a:lnTo>
                    <a:pt x="4948" y="20411"/>
                  </a:lnTo>
                  <a:lnTo>
                    <a:pt x="4824" y="20287"/>
                  </a:lnTo>
                  <a:lnTo>
                    <a:pt x="4701" y="20102"/>
                  </a:lnTo>
                  <a:lnTo>
                    <a:pt x="4639" y="19855"/>
                  </a:lnTo>
                  <a:lnTo>
                    <a:pt x="4577" y="19607"/>
                  </a:lnTo>
                  <a:lnTo>
                    <a:pt x="4577" y="19607"/>
                  </a:lnTo>
                  <a:lnTo>
                    <a:pt x="2969" y="19669"/>
                  </a:lnTo>
                  <a:lnTo>
                    <a:pt x="2969" y="19669"/>
                  </a:lnTo>
                  <a:lnTo>
                    <a:pt x="2412" y="19607"/>
                  </a:lnTo>
                  <a:lnTo>
                    <a:pt x="1979" y="19545"/>
                  </a:lnTo>
                  <a:lnTo>
                    <a:pt x="1546" y="19360"/>
                  </a:lnTo>
                  <a:lnTo>
                    <a:pt x="1175" y="19112"/>
                  </a:lnTo>
                  <a:lnTo>
                    <a:pt x="866" y="18803"/>
                  </a:lnTo>
                  <a:lnTo>
                    <a:pt x="619" y="18432"/>
                  </a:lnTo>
                  <a:lnTo>
                    <a:pt x="433" y="18061"/>
                  </a:lnTo>
                  <a:lnTo>
                    <a:pt x="248" y="17690"/>
                  </a:lnTo>
                  <a:lnTo>
                    <a:pt x="186" y="17257"/>
                  </a:lnTo>
                  <a:lnTo>
                    <a:pt x="62" y="16824"/>
                  </a:lnTo>
                  <a:lnTo>
                    <a:pt x="0" y="15896"/>
                  </a:lnTo>
                  <a:lnTo>
                    <a:pt x="62" y="14968"/>
                  </a:lnTo>
                  <a:lnTo>
                    <a:pt x="186" y="14102"/>
                  </a:lnTo>
                  <a:lnTo>
                    <a:pt x="186" y="14102"/>
                  </a:lnTo>
                  <a:lnTo>
                    <a:pt x="742" y="11381"/>
                  </a:lnTo>
                  <a:lnTo>
                    <a:pt x="1113" y="9649"/>
                  </a:lnTo>
                  <a:lnTo>
                    <a:pt x="1546" y="7732"/>
                  </a:lnTo>
                  <a:lnTo>
                    <a:pt x="2103" y="5938"/>
                  </a:lnTo>
                  <a:lnTo>
                    <a:pt x="2660" y="4206"/>
                  </a:lnTo>
                  <a:lnTo>
                    <a:pt x="3216" y="2722"/>
                  </a:lnTo>
                  <a:lnTo>
                    <a:pt x="3526" y="2103"/>
                  </a:lnTo>
                  <a:lnTo>
                    <a:pt x="3835" y="1609"/>
                  </a:lnTo>
                  <a:lnTo>
                    <a:pt x="3835" y="1609"/>
                  </a:lnTo>
                  <a:lnTo>
                    <a:pt x="4020" y="1361"/>
                  </a:lnTo>
                  <a:lnTo>
                    <a:pt x="4330" y="1176"/>
                  </a:lnTo>
                  <a:lnTo>
                    <a:pt x="4639" y="928"/>
                  </a:lnTo>
                  <a:lnTo>
                    <a:pt x="5072" y="805"/>
                  </a:lnTo>
                  <a:lnTo>
                    <a:pt x="5938" y="495"/>
                  </a:lnTo>
                  <a:lnTo>
                    <a:pt x="6927" y="248"/>
                  </a:lnTo>
                  <a:lnTo>
                    <a:pt x="7917" y="124"/>
                  </a:lnTo>
                  <a:lnTo>
                    <a:pt x="8907" y="0"/>
                  </a:lnTo>
                  <a:lnTo>
                    <a:pt x="9773" y="0"/>
                  </a:lnTo>
                  <a:lnTo>
                    <a:pt x="10391" y="0"/>
                  </a:lnTo>
                  <a:lnTo>
                    <a:pt x="10391" y="0"/>
                  </a:lnTo>
                  <a:lnTo>
                    <a:pt x="10391" y="0"/>
                  </a:lnTo>
                  <a:lnTo>
                    <a:pt x="11937" y="743"/>
                  </a:lnTo>
                  <a:lnTo>
                    <a:pt x="12618" y="1052"/>
                  </a:lnTo>
                  <a:lnTo>
                    <a:pt x="13236" y="1237"/>
                  </a:lnTo>
                  <a:lnTo>
                    <a:pt x="13793" y="1361"/>
                  </a:lnTo>
                  <a:lnTo>
                    <a:pt x="14288" y="1361"/>
                  </a:lnTo>
                  <a:lnTo>
                    <a:pt x="14659" y="1299"/>
                  </a:lnTo>
                  <a:lnTo>
                    <a:pt x="14844" y="1237"/>
                  </a:lnTo>
                  <a:lnTo>
                    <a:pt x="14968" y="1114"/>
                  </a:lnTo>
                  <a:lnTo>
                    <a:pt x="18679" y="235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8"/>
            <p:cNvSpPr/>
            <p:nvPr/>
          </p:nvSpPr>
          <p:spPr>
            <a:xfrm flipH="1">
              <a:off x="8885771" y="2576033"/>
              <a:ext cx="28849" cy="208395"/>
            </a:xfrm>
            <a:custGeom>
              <a:rect b="b" l="l" r="r" t="t"/>
              <a:pathLst>
                <a:path extrusionOk="0" h="5815" w="805">
                  <a:moveTo>
                    <a:pt x="681" y="0"/>
                  </a:moveTo>
                  <a:lnTo>
                    <a:pt x="619" y="62"/>
                  </a:lnTo>
                  <a:lnTo>
                    <a:pt x="62" y="5010"/>
                  </a:lnTo>
                  <a:lnTo>
                    <a:pt x="0" y="5752"/>
                  </a:lnTo>
                  <a:lnTo>
                    <a:pt x="0" y="5814"/>
                  </a:lnTo>
                  <a:lnTo>
                    <a:pt x="124" y="5814"/>
                  </a:lnTo>
                  <a:lnTo>
                    <a:pt x="186" y="5752"/>
                  </a:lnTo>
                  <a:lnTo>
                    <a:pt x="742" y="804"/>
                  </a:lnTo>
                  <a:lnTo>
                    <a:pt x="804" y="62"/>
                  </a:lnTo>
                  <a:lnTo>
                    <a:pt x="80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8"/>
            <p:cNvSpPr/>
            <p:nvPr/>
          </p:nvSpPr>
          <p:spPr>
            <a:xfrm flipH="1">
              <a:off x="8415866" y="2589329"/>
              <a:ext cx="93142" cy="432272"/>
            </a:xfrm>
            <a:custGeom>
              <a:rect b="b" l="l" r="r" t="t"/>
              <a:pathLst>
                <a:path extrusionOk="0" h="12062" w="2599">
                  <a:moveTo>
                    <a:pt x="63" y="0"/>
                  </a:moveTo>
                  <a:lnTo>
                    <a:pt x="1" y="62"/>
                  </a:lnTo>
                  <a:lnTo>
                    <a:pt x="1" y="124"/>
                  </a:lnTo>
                  <a:lnTo>
                    <a:pt x="557" y="1732"/>
                  </a:lnTo>
                  <a:lnTo>
                    <a:pt x="1052" y="3340"/>
                  </a:lnTo>
                  <a:lnTo>
                    <a:pt x="1485" y="4948"/>
                  </a:lnTo>
                  <a:lnTo>
                    <a:pt x="1918" y="6556"/>
                  </a:lnTo>
                  <a:lnTo>
                    <a:pt x="2227" y="8226"/>
                  </a:lnTo>
                  <a:lnTo>
                    <a:pt x="2351" y="9030"/>
                  </a:lnTo>
                  <a:lnTo>
                    <a:pt x="2413" y="9463"/>
                  </a:lnTo>
                  <a:lnTo>
                    <a:pt x="2413" y="9896"/>
                  </a:lnTo>
                  <a:lnTo>
                    <a:pt x="2351" y="10206"/>
                  </a:lnTo>
                  <a:lnTo>
                    <a:pt x="2289" y="10515"/>
                  </a:lnTo>
                  <a:lnTo>
                    <a:pt x="2042" y="11071"/>
                  </a:lnTo>
                  <a:lnTo>
                    <a:pt x="1671" y="11504"/>
                  </a:lnTo>
                  <a:lnTo>
                    <a:pt x="1485" y="11752"/>
                  </a:lnTo>
                  <a:lnTo>
                    <a:pt x="1238" y="11937"/>
                  </a:lnTo>
                  <a:lnTo>
                    <a:pt x="1176" y="11937"/>
                  </a:lnTo>
                  <a:lnTo>
                    <a:pt x="1238" y="12061"/>
                  </a:lnTo>
                  <a:lnTo>
                    <a:pt x="1362" y="12061"/>
                  </a:lnTo>
                  <a:lnTo>
                    <a:pt x="1547" y="11937"/>
                  </a:lnTo>
                  <a:lnTo>
                    <a:pt x="1733" y="11752"/>
                  </a:lnTo>
                  <a:lnTo>
                    <a:pt x="2104" y="11319"/>
                  </a:lnTo>
                  <a:lnTo>
                    <a:pt x="2351" y="10886"/>
                  </a:lnTo>
                  <a:lnTo>
                    <a:pt x="2537" y="10391"/>
                  </a:lnTo>
                  <a:lnTo>
                    <a:pt x="2599" y="10020"/>
                  </a:lnTo>
                  <a:lnTo>
                    <a:pt x="2599" y="9587"/>
                  </a:lnTo>
                  <a:lnTo>
                    <a:pt x="2537" y="8845"/>
                  </a:lnTo>
                  <a:lnTo>
                    <a:pt x="2166" y="7113"/>
                  </a:lnTo>
                  <a:lnTo>
                    <a:pt x="1794" y="5319"/>
                  </a:lnTo>
                  <a:lnTo>
                    <a:pt x="1300" y="3526"/>
                  </a:lnTo>
                  <a:lnTo>
                    <a:pt x="805" y="1794"/>
                  </a:lnTo>
                  <a:lnTo>
                    <a:pt x="186" y="62"/>
                  </a:lnTo>
                  <a:lnTo>
                    <a:pt x="1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8"/>
            <p:cNvSpPr/>
            <p:nvPr/>
          </p:nvSpPr>
          <p:spPr>
            <a:xfrm flipH="1">
              <a:off x="8482347" y="2651364"/>
              <a:ext cx="228357" cy="261614"/>
            </a:xfrm>
            <a:custGeom>
              <a:rect b="b" l="l" r="r" t="t"/>
              <a:pathLst>
                <a:path extrusionOk="0" h="7300" w="6372">
                  <a:moveTo>
                    <a:pt x="5691" y="1"/>
                  </a:moveTo>
                  <a:lnTo>
                    <a:pt x="5196" y="125"/>
                  </a:lnTo>
                  <a:lnTo>
                    <a:pt x="4639" y="310"/>
                  </a:lnTo>
                  <a:lnTo>
                    <a:pt x="3588" y="681"/>
                  </a:lnTo>
                  <a:lnTo>
                    <a:pt x="3155" y="867"/>
                  </a:lnTo>
                  <a:lnTo>
                    <a:pt x="2289" y="1238"/>
                  </a:lnTo>
                  <a:lnTo>
                    <a:pt x="1423" y="1671"/>
                  </a:lnTo>
                  <a:lnTo>
                    <a:pt x="681" y="2104"/>
                  </a:lnTo>
                  <a:lnTo>
                    <a:pt x="0" y="2475"/>
                  </a:lnTo>
                  <a:lnTo>
                    <a:pt x="743" y="7299"/>
                  </a:lnTo>
                  <a:lnTo>
                    <a:pt x="4268" y="5753"/>
                  </a:lnTo>
                  <a:lnTo>
                    <a:pt x="4577" y="5568"/>
                  </a:lnTo>
                  <a:lnTo>
                    <a:pt x="4763" y="5444"/>
                  </a:lnTo>
                  <a:lnTo>
                    <a:pt x="4887" y="5258"/>
                  </a:lnTo>
                  <a:lnTo>
                    <a:pt x="4948" y="5073"/>
                  </a:lnTo>
                  <a:lnTo>
                    <a:pt x="4887" y="4887"/>
                  </a:lnTo>
                  <a:lnTo>
                    <a:pt x="4825" y="4702"/>
                  </a:lnTo>
                  <a:lnTo>
                    <a:pt x="4701" y="4640"/>
                  </a:lnTo>
                  <a:lnTo>
                    <a:pt x="4887" y="4516"/>
                  </a:lnTo>
                  <a:lnTo>
                    <a:pt x="5010" y="4331"/>
                  </a:lnTo>
                  <a:lnTo>
                    <a:pt x="5134" y="4083"/>
                  </a:lnTo>
                  <a:lnTo>
                    <a:pt x="5072" y="3898"/>
                  </a:lnTo>
                  <a:lnTo>
                    <a:pt x="5010" y="3650"/>
                  </a:lnTo>
                  <a:lnTo>
                    <a:pt x="4825" y="3526"/>
                  </a:lnTo>
                  <a:lnTo>
                    <a:pt x="4639" y="3403"/>
                  </a:lnTo>
                  <a:lnTo>
                    <a:pt x="4392" y="3403"/>
                  </a:lnTo>
                  <a:lnTo>
                    <a:pt x="4577" y="3341"/>
                  </a:lnTo>
                  <a:lnTo>
                    <a:pt x="4701" y="3217"/>
                  </a:lnTo>
                  <a:lnTo>
                    <a:pt x="4763" y="3032"/>
                  </a:lnTo>
                  <a:lnTo>
                    <a:pt x="4825" y="2908"/>
                  </a:lnTo>
                  <a:lnTo>
                    <a:pt x="4763" y="2661"/>
                  </a:lnTo>
                  <a:lnTo>
                    <a:pt x="4701" y="2475"/>
                  </a:lnTo>
                  <a:lnTo>
                    <a:pt x="4577" y="2351"/>
                  </a:lnTo>
                  <a:lnTo>
                    <a:pt x="4454" y="2289"/>
                  </a:lnTo>
                  <a:lnTo>
                    <a:pt x="4268" y="2166"/>
                  </a:lnTo>
                  <a:lnTo>
                    <a:pt x="4083" y="2104"/>
                  </a:lnTo>
                  <a:lnTo>
                    <a:pt x="5072" y="1609"/>
                  </a:lnTo>
                  <a:lnTo>
                    <a:pt x="5505" y="1424"/>
                  </a:lnTo>
                  <a:lnTo>
                    <a:pt x="5814" y="1238"/>
                  </a:lnTo>
                  <a:lnTo>
                    <a:pt x="6062" y="1052"/>
                  </a:lnTo>
                  <a:lnTo>
                    <a:pt x="6185" y="867"/>
                  </a:lnTo>
                  <a:lnTo>
                    <a:pt x="6309" y="619"/>
                  </a:lnTo>
                  <a:lnTo>
                    <a:pt x="6371" y="434"/>
                  </a:lnTo>
                  <a:lnTo>
                    <a:pt x="6309" y="248"/>
                  </a:lnTo>
                  <a:lnTo>
                    <a:pt x="6309" y="63"/>
                  </a:lnTo>
                  <a:lnTo>
                    <a:pt x="6185" y="1"/>
                  </a:lnTo>
                  <a:close/>
                </a:path>
              </a:pathLst>
            </a:custGeom>
            <a:solidFill>
              <a:srgbClr val="FFB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8"/>
            <p:cNvSpPr/>
            <p:nvPr/>
          </p:nvSpPr>
          <p:spPr>
            <a:xfrm flipH="1">
              <a:off x="8482347" y="2651364"/>
              <a:ext cx="228357" cy="261614"/>
            </a:xfrm>
            <a:custGeom>
              <a:rect b="b" l="l" r="r" t="t"/>
              <a:pathLst>
                <a:path extrusionOk="0" fill="none" h="7300" w="6372">
                  <a:moveTo>
                    <a:pt x="743" y="7299"/>
                  </a:moveTo>
                  <a:lnTo>
                    <a:pt x="743" y="7299"/>
                  </a:lnTo>
                  <a:lnTo>
                    <a:pt x="4268" y="5753"/>
                  </a:lnTo>
                  <a:lnTo>
                    <a:pt x="4268" y="5753"/>
                  </a:lnTo>
                  <a:lnTo>
                    <a:pt x="4577" y="5568"/>
                  </a:lnTo>
                  <a:lnTo>
                    <a:pt x="4763" y="5444"/>
                  </a:lnTo>
                  <a:lnTo>
                    <a:pt x="4887" y="5258"/>
                  </a:lnTo>
                  <a:lnTo>
                    <a:pt x="4887" y="5258"/>
                  </a:lnTo>
                  <a:lnTo>
                    <a:pt x="4948" y="5073"/>
                  </a:lnTo>
                  <a:lnTo>
                    <a:pt x="4887" y="4887"/>
                  </a:lnTo>
                  <a:lnTo>
                    <a:pt x="4825" y="4702"/>
                  </a:lnTo>
                  <a:lnTo>
                    <a:pt x="4701" y="4640"/>
                  </a:lnTo>
                  <a:lnTo>
                    <a:pt x="4701" y="4640"/>
                  </a:lnTo>
                  <a:lnTo>
                    <a:pt x="4887" y="4516"/>
                  </a:lnTo>
                  <a:lnTo>
                    <a:pt x="5010" y="4331"/>
                  </a:lnTo>
                  <a:lnTo>
                    <a:pt x="5134" y="4083"/>
                  </a:lnTo>
                  <a:lnTo>
                    <a:pt x="5072" y="3898"/>
                  </a:lnTo>
                  <a:lnTo>
                    <a:pt x="5072" y="3898"/>
                  </a:lnTo>
                  <a:lnTo>
                    <a:pt x="5010" y="3650"/>
                  </a:lnTo>
                  <a:lnTo>
                    <a:pt x="4825" y="3526"/>
                  </a:lnTo>
                  <a:lnTo>
                    <a:pt x="4639" y="3403"/>
                  </a:lnTo>
                  <a:lnTo>
                    <a:pt x="4392" y="3403"/>
                  </a:lnTo>
                  <a:lnTo>
                    <a:pt x="4392" y="3403"/>
                  </a:lnTo>
                  <a:lnTo>
                    <a:pt x="4577" y="3341"/>
                  </a:lnTo>
                  <a:lnTo>
                    <a:pt x="4701" y="3217"/>
                  </a:lnTo>
                  <a:lnTo>
                    <a:pt x="4763" y="3032"/>
                  </a:lnTo>
                  <a:lnTo>
                    <a:pt x="4825" y="2908"/>
                  </a:lnTo>
                  <a:lnTo>
                    <a:pt x="4825" y="2908"/>
                  </a:lnTo>
                  <a:lnTo>
                    <a:pt x="4763" y="2661"/>
                  </a:lnTo>
                  <a:lnTo>
                    <a:pt x="4701" y="2475"/>
                  </a:lnTo>
                  <a:lnTo>
                    <a:pt x="4577" y="2351"/>
                  </a:lnTo>
                  <a:lnTo>
                    <a:pt x="4454" y="2289"/>
                  </a:lnTo>
                  <a:lnTo>
                    <a:pt x="4268" y="2166"/>
                  </a:lnTo>
                  <a:lnTo>
                    <a:pt x="4083" y="2104"/>
                  </a:lnTo>
                  <a:lnTo>
                    <a:pt x="5072" y="1609"/>
                  </a:lnTo>
                  <a:lnTo>
                    <a:pt x="5072" y="1609"/>
                  </a:lnTo>
                  <a:lnTo>
                    <a:pt x="5505" y="1424"/>
                  </a:lnTo>
                  <a:lnTo>
                    <a:pt x="5814" y="1238"/>
                  </a:lnTo>
                  <a:lnTo>
                    <a:pt x="6062" y="1052"/>
                  </a:lnTo>
                  <a:lnTo>
                    <a:pt x="6185" y="867"/>
                  </a:lnTo>
                  <a:lnTo>
                    <a:pt x="6309" y="619"/>
                  </a:lnTo>
                  <a:lnTo>
                    <a:pt x="6371" y="434"/>
                  </a:lnTo>
                  <a:lnTo>
                    <a:pt x="6309" y="248"/>
                  </a:lnTo>
                  <a:lnTo>
                    <a:pt x="6309" y="63"/>
                  </a:lnTo>
                  <a:lnTo>
                    <a:pt x="6309" y="63"/>
                  </a:lnTo>
                  <a:lnTo>
                    <a:pt x="6185" y="1"/>
                  </a:lnTo>
                  <a:lnTo>
                    <a:pt x="6062" y="1"/>
                  </a:lnTo>
                  <a:lnTo>
                    <a:pt x="5691" y="1"/>
                  </a:lnTo>
                  <a:lnTo>
                    <a:pt x="5196" y="125"/>
                  </a:lnTo>
                  <a:lnTo>
                    <a:pt x="4639" y="310"/>
                  </a:lnTo>
                  <a:lnTo>
                    <a:pt x="3588" y="681"/>
                  </a:lnTo>
                  <a:lnTo>
                    <a:pt x="3155" y="867"/>
                  </a:lnTo>
                  <a:lnTo>
                    <a:pt x="3155" y="867"/>
                  </a:lnTo>
                  <a:lnTo>
                    <a:pt x="2289" y="1238"/>
                  </a:lnTo>
                  <a:lnTo>
                    <a:pt x="1423" y="1671"/>
                  </a:lnTo>
                  <a:lnTo>
                    <a:pt x="681" y="2104"/>
                  </a:lnTo>
                  <a:lnTo>
                    <a:pt x="0" y="2475"/>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8"/>
            <p:cNvSpPr/>
            <p:nvPr/>
          </p:nvSpPr>
          <p:spPr>
            <a:xfrm flipH="1">
              <a:off x="8677413" y="2715657"/>
              <a:ext cx="343610" cy="383497"/>
            </a:xfrm>
            <a:custGeom>
              <a:rect b="b" l="l" r="r" t="t"/>
              <a:pathLst>
                <a:path extrusionOk="0" h="10701" w="9588">
                  <a:moveTo>
                    <a:pt x="8598" y="1"/>
                  </a:moveTo>
                  <a:lnTo>
                    <a:pt x="7608" y="186"/>
                  </a:lnTo>
                  <a:lnTo>
                    <a:pt x="6680" y="434"/>
                  </a:lnTo>
                  <a:lnTo>
                    <a:pt x="4763" y="1114"/>
                  </a:lnTo>
                  <a:lnTo>
                    <a:pt x="2784" y="1856"/>
                  </a:lnTo>
                  <a:lnTo>
                    <a:pt x="866" y="2660"/>
                  </a:lnTo>
                  <a:lnTo>
                    <a:pt x="248" y="2908"/>
                  </a:lnTo>
                  <a:lnTo>
                    <a:pt x="124" y="2969"/>
                  </a:lnTo>
                  <a:lnTo>
                    <a:pt x="62" y="3031"/>
                  </a:lnTo>
                  <a:lnTo>
                    <a:pt x="0" y="3155"/>
                  </a:lnTo>
                  <a:lnTo>
                    <a:pt x="62" y="3155"/>
                  </a:lnTo>
                  <a:lnTo>
                    <a:pt x="124" y="3217"/>
                  </a:lnTo>
                  <a:lnTo>
                    <a:pt x="186" y="3155"/>
                  </a:lnTo>
                  <a:lnTo>
                    <a:pt x="371" y="3093"/>
                  </a:lnTo>
                  <a:lnTo>
                    <a:pt x="866" y="2846"/>
                  </a:lnTo>
                  <a:lnTo>
                    <a:pt x="2474" y="2165"/>
                  </a:lnTo>
                  <a:lnTo>
                    <a:pt x="4577" y="1361"/>
                  </a:lnTo>
                  <a:lnTo>
                    <a:pt x="6680" y="619"/>
                  </a:lnTo>
                  <a:lnTo>
                    <a:pt x="7608" y="372"/>
                  </a:lnTo>
                  <a:lnTo>
                    <a:pt x="8103" y="248"/>
                  </a:lnTo>
                  <a:lnTo>
                    <a:pt x="8545" y="193"/>
                  </a:lnTo>
                  <a:lnTo>
                    <a:pt x="8545" y="193"/>
                  </a:lnTo>
                  <a:lnTo>
                    <a:pt x="9340" y="6248"/>
                  </a:lnTo>
                  <a:lnTo>
                    <a:pt x="9340" y="6371"/>
                  </a:lnTo>
                  <a:lnTo>
                    <a:pt x="9386" y="6510"/>
                  </a:lnTo>
                  <a:lnTo>
                    <a:pt x="9340" y="6557"/>
                  </a:lnTo>
                  <a:lnTo>
                    <a:pt x="8783" y="6804"/>
                  </a:lnTo>
                  <a:lnTo>
                    <a:pt x="8288" y="7052"/>
                  </a:lnTo>
                  <a:lnTo>
                    <a:pt x="6371" y="8041"/>
                  </a:lnTo>
                  <a:lnTo>
                    <a:pt x="4392" y="8969"/>
                  </a:lnTo>
                  <a:lnTo>
                    <a:pt x="3217" y="9464"/>
                  </a:lnTo>
                  <a:lnTo>
                    <a:pt x="1980" y="9959"/>
                  </a:lnTo>
                  <a:lnTo>
                    <a:pt x="1052" y="10268"/>
                  </a:lnTo>
                  <a:lnTo>
                    <a:pt x="557" y="10392"/>
                  </a:lnTo>
                  <a:lnTo>
                    <a:pt x="124" y="10515"/>
                  </a:lnTo>
                  <a:lnTo>
                    <a:pt x="62" y="10515"/>
                  </a:lnTo>
                  <a:lnTo>
                    <a:pt x="0" y="10577"/>
                  </a:lnTo>
                  <a:lnTo>
                    <a:pt x="62" y="10639"/>
                  </a:lnTo>
                  <a:lnTo>
                    <a:pt x="124" y="10701"/>
                  </a:lnTo>
                  <a:lnTo>
                    <a:pt x="557" y="10577"/>
                  </a:lnTo>
                  <a:lnTo>
                    <a:pt x="1052" y="10515"/>
                  </a:lnTo>
                  <a:lnTo>
                    <a:pt x="1918" y="10206"/>
                  </a:lnTo>
                  <a:lnTo>
                    <a:pt x="3031" y="9711"/>
                  </a:lnTo>
                  <a:lnTo>
                    <a:pt x="4206" y="9216"/>
                  </a:lnTo>
                  <a:lnTo>
                    <a:pt x="6433" y="8227"/>
                  </a:lnTo>
                  <a:lnTo>
                    <a:pt x="8598" y="7113"/>
                  </a:lnTo>
                  <a:lnTo>
                    <a:pt x="9525" y="6619"/>
                  </a:lnTo>
                  <a:lnTo>
                    <a:pt x="9587" y="6557"/>
                  </a:lnTo>
                  <a:lnTo>
                    <a:pt x="8783" y="867"/>
                  </a:lnTo>
                  <a:lnTo>
                    <a:pt x="8721" y="124"/>
                  </a:lnTo>
                  <a:lnTo>
                    <a:pt x="86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8"/>
            <p:cNvSpPr/>
            <p:nvPr/>
          </p:nvSpPr>
          <p:spPr>
            <a:xfrm flipH="1">
              <a:off x="8542194" y="2813208"/>
              <a:ext cx="37737" cy="17740"/>
            </a:xfrm>
            <a:custGeom>
              <a:rect b="b" l="l" r="r" t="t"/>
              <a:pathLst>
                <a:path extrusionOk="0" h="495" w="1053">
                  <a:moveTo>
                    <a:pt x="681" y="0"/>
                  </a:moveTo>
                  <a:lnTo>
                    <a:pt x="434" y="62"/>
                  </a:lnTo>
                  <a:lnTo>
                    <a:pt x="248" y="186"/>
                  </a:lnTo>
                  <a:lnTo>
                    <a:pt x="1" y="309"/>
                  </a:lnTo>
                  <a:lnTo>
                    <a:pt x="1" y="371"/>
                  </a:lnTo>
                  <a:lnTo>
                    <a:pt x="1" y="433"/>
                  </a:lnTo>
                  <a:lnTo>
                    <a:pt x="62" y="495"/>
                  </a:lnTo>
                  <a:lnTo>
                    <a:pt x="124" y="433"/>
                  </a:lnTo>
                  <a:lnTo>
                    <a:pt x="310" y="309"/>
                  </a:lnTo>
                  <a:lnTo>
                    <a:pt x="495" y="247"/>
                  </a:lnTo>
                  <a:lnTo>
                    <a:pt x="743" y="186"/>
                  </a:lnTo>
                  <a:lnTo>
                    <a:pt x="928" y="186"/>
                  </a:lnTo>
                  <a:lnTo>
                    <a:pt x="990" y="124"/>
                  </a:lnTo>
                  <a:lnTo>
                    <a:pt x="1052" y="62"/>
                  </a:lnTo>
                  <a:lnTo>
                    <a:pt x="990"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8"/>
            <p:cNvSpPr/>
            <p:nvPr/>
          </p:nvSpPr>
          <p:spPr>
            <a:xfrm flipH="1">
              <a:off x="8546638" y="2768876"/>
              <a:ext cx="42145" cy="15553"/>
            </a:xfrm>
            <a:custGeom>
              <a:rect b="b" l="l" r="r" t="t"/>
              <a:pathLst>
                <a:path extrusionOk="0" h="434" w="1176">
                  <a:moveTo>
                    <a:pt x="804" y="0"/>
                  </a:moveTo>
                  <a:lnTo>
                    <a:pt x="557" y="62"/>
                  </a:lnTo>
                  <a:lnTo>
                    <a:pt x="309" y="124"/>
                  </a:lnTo>
                  <a:lnTo>
                    <a:pt x="62" y="247"/>
                  </a:lnTo>
                  <a:lnTo>
                    <a:pt x="0" y="309"/>
                  </a:lnTo>
                  <a:lnTo>
                    <a:pt x="0" y="371"/>
                  </a:lnTo>
                  <a:lnTo>
                    <a:pt x="62" y="433"/>
                  </a:lnTo>
                  <a:lnTo>
                    <a:pt x="124" y="371"/>
                  </a:lnTo>
                  <a:lnTo>
                    <a:pt x="371" y="309"/>
                  </a:lnTo>
                  <a:lnTo>
                    <a:pt x="619" y="247"/>
                  </a:lnTo>
                  <a:lnTo>
                    <a:pt x="804" y="186"/>
                  </a:lnTo>
                  <a:lnTo>
                    <a:pt x="1114" y="186"/>
                  </a:lnTo>
                  <a:lnTo>
                    <a:pt x="1175" y="124"/>
                  </a:lnTo>
                  <a:lnTo>
                    <a:pt x="1114" y="62"/>
                  </a:lnTo>
                  <a:lnTo>
                    <a:pt x="1052"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8"/>
            <p:cNvSpPr/>
            <p:nvPr/>
          </p:nvSpPr>
          <p:spPr>
            <a:xfrm flipH="1">
              <a:off x="8546638" y="2726731"/>
              <a:ext cx="53255" cy="13332"/>
            </a:xfrm>
            <a:custGeom>
              <a:rect b="b" l="l" r="r" t="t"/>
              <a:pathLst>
                <a:path extrusionOk="0" h="372" w="1486">
                  <a:moveTo>
                    <a:pt x="743" y="1"/>
                  </a:moveTo>
                  <a:lnTo>
                    <a:pt x="372" y="63"/>
                  </a:lnTo>
                  <a:lnTo>
                    <a:pt x="1" y="186"/>
                  </a:lnTo>
                  <a:lnTo>
                    <a:pt x="1" y="248"/>
                  </a:lnTo>
                  <a:lnTo>
                    <a:pt x="1" y="310"/>
                  </a:lnTo>
                  <a:lnTo>
                    <a:pt x="63" y="372"/>
                  </a:lnTo>
                  <a:lnTo>
                    <a:pt x="125" y="372"/>
                  </a:lnTo>
                  <a:lnTo>
                    <a:pt x="434" y="248"/>
                  </a:lnTo>
                  <a:lnTo>
                    <a:pt x="743" y="186"/>
                  </a:lnTo>
                  <a:lnTo>
                    <a:pt x="1052" y="186"/>
                  </a:lnTo>
                  <a:lnTo>
                    <a:pt x="1362" y="310"/>
                  </a:lnTo>
                  <a:lnTo>
                    <a:pt x="1424" y="310"/>
                  </a:lnTo>
                  <a:lnTo>
                    <a:pt x="1485" y="248"/>
                  </a:lnTo>
                  <a:lnTo>
                    <a:pt x="1485" y="186"/>
                  </a:lnTo>
                  <a:lnTo>
                    <a:pt x="1424" y="125"/>
                  </a:lnTo>
                  <a:lnTo>
                    <a:pt x="1052"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8"/>
            <p:cNvSpPr/>
            <p:nvPr/>
          </p:nvSpPr>
          <p:spPr>
            <a:xfrm flipH="1">
              <a:off x="7640057" y="2684622"/>
              <a:ext cx="937652" cy="359128"/>
            </a:xfrm>
            <a:custGeom>
              <a:rect b="b" l="l" r="r" t="t"/>
              <a:pathLst>
                <a:path extrusionOk="0" h="10021" w="26164">
                  <a:moveTo>
                    <a:pt x="25359" y="1"/>
                  </a:moveTo>
                  <a:lnTo>
                    <a:pt x="15649" y="372"/>
                  </a:lnTo>
                  <a:lnTo>
                    <a:pt x="15154" y="434"/>
                  </a:lnTo>
                  <a:lnTo>
                    <a:pt x="14659" y="619"/>
                  </a:lnTo>
                  <a:lnTo>
                    <a:pt x="14226" y="867"/>
                  </a:lnTo>
                  <a:lnTo>
                    <a:pt x="13855" y="1238"/>
                  </a:lnTo>
                  <a:lnTo>
                    <a:pt x="10762" y="5320"/>
                  </a:lnTo>
                  <a:lnTo>
                    <a:pt x="10329" y="5072"/>
                  </a:lnTo>
                  <a:lnTo>
                    <a:pt x="9773" y="4887"/>
                  </a:lnTo>
                  <a:lnTo>
                    <a:pt x="9154" y="4887"/>
                  </a:lnTo>
                  <a:lnTo>
                    <a:pt x="310" y="5567"/>
                  </a:lnTo>
                  <a:lnTo>
                    <a:pt x="186" y="5567"/>
                  </a:lnTo>
                  <a:lnTo>
                    <a:pt x="124" y="5629"/>
                  </a:lnTo>
                  <a:lnTo>
                    <a:pt x="0" y="5815"/>
                  </a:lnTo>
                  <a:lnTo>
                    <a:pt x="62" y="6000"/>
                  </a:lnTo>
                  <a:lnTo>
                    <a:pt x="124" y="6062"/>
                  </a:lnTo>
                  <a:lnTo>
                    <a:pt x="186" y="6124"/>
                  </a:lnTo>
                  <a:lnTo>
                    <a:pt x="6928" y="9773"/>
                  </a:lnTo>
                  <a:lnTo>
                    <a:pt x="7237" y="9897"/>
                  </a:lnTo>
                  <a:lnTo>
                    <a:pt x="7546" y="10021"/>
                  </a:lnTo>
                  <a:lnTo>
                    <a:pt x="8288" y="10021"/>
                  </a:lnTo>
                  <a:lnTo>
                    <a:pt x="13175" y="9588"/>
                  </a:lnTo>
                  <a:lnTo>
                    <a:pt x="19050" y="9155"/>
                  </a:lnTo>
                  <a:lnTo>
                    <a:pt x="19236" y="9093"/>
                  </a:lnTo>
                  <a:lnTo>
                    <a:pt x="19360" y="9031"/>
                  </a:lnTo>
                  <a:lnTo>
                    <a:pt x="25978" y="1361"/>
                  </a:lnTo>
                  <a:lnTo>
                    <a:pt x="26101" y="1114"/>
                  </a:lnTo>
                  <a:lnTo>
                    <a:pt x="26163" y="928"/>
                  </a:lnTo>
                  <a:lnTo>
                    <a:pt x="26163" y="681"/>
                  </a:lnTo>
                  <a:lnTo>
                    <a:pt x="26101" y="496"/>
                  </a:lnTo>
                  <a:lnTo>
                    <a:pt x="25978" y="310"/>
                  </a:lnTo>
                  <a:lnTo>
                    <a:pt x="25792" y="124"/>
                  </a:lnTo>
                  <a:lnTo>
                    <a:pt x="25607" y="63"/>
                  </a:lnTo>
                  <a:lnTo>
                    <a:pt x="253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8"/>
            <p:cNvSpPr/>
            <p:nvPr/>
          </p:nvSpPr>
          <p:spPr>
            <a:xfrm flipH="1">
              <a:off x="8103326" y="2759989"/>
              <a:ext cx="212839" cy="272688"/>
            </a:xfrm>
            <a:custGeom>
              <a:rect b="b" l="l" r="r" t="t"/>
              <a:pathLst>
                <a:path extrusionOk="0" h="7609" w="5939">
                  <a:moveTo>
                    <a:pt x="5815" y="1"/>
                  </a:moveTo>
                  <a:lnTo>
                    <a:pt x="5753" y="63"/>
                  </a:lnTo>
                  <a:lnTo>
                    <a:pt x="2908" y="3774"/>
                  </a:lnTo>
                  <a:lnTo>
                    <a:pt x="63" y="7485"/>
                  </a:lnTo>
                  <a:lnTo>
                    <a:pt x="1" y="7546"/>
                  </a:lnTo>
                  <a:lnTo>
                    <a:pt x="63" y="7608"/>
                  </a:lnTo>
                  <a:lnTo>
                    <a:pt x="186" y="7608"/>
                  </a:lnTo>
                  <a:lnTo>
                    <a:pt x="3031" y="3897"/>
                  </a:lnTo>
                  <a:lnTo>
                    <a:pt x="5877" y="186"/>
                  </a:lnTo>
                  <a:lnTo>
                    <a:pt x="5938" y="124"/>
                  </a:lnTo>
                  <a:lnTo>
                    <a:pt x="5877" y="63"/>
                  </a:lnTo>
                  <a:lnTo>
                    <a:pt x="581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8"/>
            <p:cNvSpPr/>
            <p:nvPr/>
          </p:nvSpPr>
          <p:spPr>
            <a:xfrm flipH="1">
              <a:off x="7934851" y="2839799"/>
              <a:ext cx="68772" cy="62106"/>
            </a:xfrm>
            <a:custGeom>
              <a:rect b="b" l="l" r="r" t="t"/>
              <a:pathLst>
                <a:path extrusionOk="0" h="1733" w="1919">
                  <a:moveTo>
                    <a:pt x="1238" y="0"/>
                  </a:moveTo>
                  <a:lnTo>
                    <a:pt x="867" y="124"/>
                  </a:lnTo>
                  <a:lnTo>
                    <a:pt x="496" y="310"/>
                  </a:lnTo>
                  <a:lnTo>
                    <a:pt x="248" y="619"/>
                  </a:lnTo>
                  <a:lnTo>
                    <a:pt x="63" y="990"/>
                  </a:lnTo>
                  <a:lnTo>
                    <a:pt x="1" y="1299"/>
                  </a:lnTo>
                  <a:lnTo>
                    <a:pt x="63" y="1423"/>
                  </a:lnTo>
                  <a:lnTo>
                    <a:pt x="124" y="1547"/>
                  </a:lnTo>
                  <a:lnTo>
                    <a:pt x="186" y="1670"/>
                  </a:lnTo>
                  <a:lnTo>
                    <a:pt x="372" y="1732"/>
                  </a:lnTo>
                  <a:lnTo>
                    <a:pt x="681" y="1732"/>
                  </a:lnTo>
                  <a:lnTo>
                    <a:pt x="1052" y="1608"/>
                  </a:lnTo>
                  <a:lnTo>
                    <a:pt x="1361" y="1423"/>
                  </a:lnTo>
                  <a:lnTo>
                    <a:pt x="1671" y="1114"/>
                  </a:lnTo>
                  <a:lnTo>
                    <a:pt x="1856" y="742"/>
                  </a:lnTo>
                  <a:lnTo>
                    <a:pt x="1918" y="433"/>
                  </a:lnTo>
                  <a:lnTo>
                    <a:pt x="1856" y="310"/>
                  </a:lnTo>
                  <a:lnTo>
                    <a:pt x="1794" y="186"/>
                  </a:lnTo>
                  <a:lnTo>
                    <a:pt x="1671" y="62"/>
                  </a:lnTo>
                  <a:lnTo>
                    <a:pt x="15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 name="Shape 1259"/>
        <p:cNvGrpSpPr/>
        <p:nvPr/>
      </p:nvGrpSpPr>
      <p:grpSpPr>
        <a:xfrm>
          <a:off x="0" y="0"/>
          <a:ext cx="0" cy="0"/>
          <a:chOff x="0" y="0"/>
          <a:chExt cx="0" cy="0"/>
        </a:xfrm>
      </p:grpSpPr>
      <p:grpSp>
        <p:nvGrpSpPr>
          <p:cNvPr id="1260" name="Google Shape;1260;p9"/>
          <p:cNvGrpSpPr/>
          <p:nvPr/>
        </p:nvGrpSpPr>
        <p:grpSpPr>
          <a:xfrm>
            <a:off x="296550" y="1132875"/>
            <a:ext cx="3441107" cy="3466557"/>
            <a:chOff x="296550" y="1132875"/>
            <a:chExt cx="3441107" cy="3466557"/>
          </a:xfrm>
        </p:grpSpPr>
        <p:grpSp>
          <p:nvGrpSpPr>
            <p:cNvPr id="1261" name="Google Shape;1261;p9"/>
            <p:cNvGrpSpPr/>
            <p:nvPr/>
          </p:nvGrpSpPr>
          <p:grpSpPr>
            <a:xfrm>
              <a:off x="422519" y="3771366"/>
              <a:ext cx="618902" cy="828066"/>
              <a:chOff x="150500" y="3822988"/>
              <a:chExt cx="569629" cy="762141"/>
            </a:xfrm>
          </p:grpSpPr>
          <p:sp>
            <p:nvSpPr>
              <p:cNvPr id="1262" name="Google Shape;1262;p9"/>
              <p:cNvSpPr/>
              <p:nvPr/>
            </p:nvSpPr>
            <p:spPr>
              <a:xfrm>
                <a:off x="461248" y="3822988"/>
                <a:ext cx="258881" cy="404536"/>
              </a:xfrm>
              <a:custGeom>
                <a:rect b="b" l="l" r="r" t="t"/>
                <a:pathLst>
                  <a:path extrusionOk="0" h="6699" w="4287">
                    <a:moveTo>
                      <a:pt x="3332" y="0"/>
                    </a:moveTo>
                    <a:lnTo>
                      <a:pt x="3224" y="12"/>
                    </a:lnTo>
                    <a:lnTo>
                      <a:pt x="3105" y="24"/>
                    </a:lnTo>
                    <a:lnTo>
                      <a:pt x="2997" y="48"/>
                    </a:lnTo>
                    <a:lnTo>
                      <a:pt x="2890" y="84"/>
                    </a:lnTo>
                    <a:lnTo>
                      <a:pt x="2794" y="131"/>
                    </a:lnTo>
                    <a:lnTo>
                      <a:pt x="2687" y="179"/>
                    </a:lnTo>
                    <a:lnTo>
                      <a:pt x="2591" y="239"/>
                    </a:lnTo>
                    <a:lnTo>
                      <a:pt x="2388" y="382"/>
                    </a:lnTo>
                    <a:lnTo>
                      <a:pt x="2209" y="549"/>
                    </a:lnTo>
                    <a:lnTo>
                      <a:pt x="2030" y="716"/>
                    </a:lnTo>
                    <a:lnTo>
                      <a:pt x="1875" y="907"/>
                    </a:lnTo>
                    <a:lnTo>
                      <a:pt x="1720" y="1099"/>
                    </a:lnTo>
                    <a:lnTo>
                      <a:pt x="1553" y="1325"/>
                    </a:lnTo>
                    <a:lnTo>
                      <a:pt x="1398" y="1564"/>
                    </a:lnTo>
                    <a:lnTo>
                      <a:pt x="1242" y="1803"/>
                    </a:lnTo>
                    <a:lnTo>
                      <a:pt x="1099" y="2042"/>
                    </a:lnTo>
                    <a:lnTo>
                      <a:pt x="956" y="2292"/>
                    </a:lnTo>
                    <a:lnTo>
                      <a:pt x="824" y="2531"/>
                    </a:lnTo>
                    <a:lnTo>
                      <a:pt x="705" y="2782"/>
                    </a:lnTo>
                    <a:lnTo>
                      <a:pt x="598" y="3033"/>
                    </a:lnTo>
                    <a:lnTo>
                      <a:pt x="490" y="3283"/>
                    </a:lnTo>
                    <a:lnTo>
                      <a:pt x="407" y="3546"/>
                    </a:lnTo>
                    <a:lnTo>
                      <a:pt x="323" y="3797"/>
                    </a:lnTo>
                    <a:lnTo>
                      <a:pt x="239" y="4048"/>
                    </a:lnTo>
                    <a:lnTo>
                      <a:pt x="180" y="4310"/>
                    </a:lnTo>
                    <a:lnTo>
                      <a:pt x="120" y="4561"/>
                    </a:lnTo>
                    <a:lnTo>
                      <a:pt x="72" y="4824"/>
                    </a:lnTo>
                    <a:lnTo>
                      <a:pt x="36" y="5074"/>
                    </a:lnTo>
                    <a:lnTo>
                      <a:pt x="13" y="5349"/>
                    </a:lnTo>
                    <a:lnTo>
                      <a:pt x="1" y="5624"/>
                    </a:lnTo>
                    <a:lnTo>
                      <a:pt x="13" y="5767"/>
                    </a:lnTo>
                    <a:lnTo>
                      <a:pt x="24" y="5886"/>
                    </a:lnTo>
                    <a:lnTo>
                      <a:pt x="60" y="6018"/>
                    </a:lnTo>
                    <a:lnTo>
                      <a:pt x="96" y="6137"/>
                    </a:lnTo>
                    <a:lnTo>
                      <a:pt x="144" y="6256"/>
                    </a:lnTo>
                    <a:lnTo>
                      <a:pt x="215" y="6364"/>
                    </a:lnTo>
                    <a:lnTo>
                      <a:pt x="299" y="6459"/>
                    </a:lnTo>
                    <a:lnTo>
                      <a:pt x="395" y="6543"/>
                    </a:lnTo>
                    <a:lnTo>
                      <a:pt x="502" y="6603"/>
                    </a:lnTo>
                    <a:lnTo>
                      <a:pt x="621" y="6662"/>
                    </a:lnTo>
                    <a:lnTo>
                      <a:pt x="753" y="6686"/>
                    </a:lnTo>
                    <a:lnTo>
                      <a:pt x="884" y="6698"/>
                    </a:lnTo>
                    <a:lnTo>
                      <a:pt x="956" y="6686"/>
                    </a:lnTo>
                    <a:lnTo>
                      <a:pt x="1039" y="6662"/>
                    </a:lnTo>
                    <a:lnTo>
                      <a:pt x="1123" y="6615"/>
                    </a:lnTo>
                    <a:lnTo>
                      <a:pt x="1206" y="6567"/>
                    </a:lnTo>
                    <a:lnTo>
                      <a:pt x="1398" y="6424"/>
                    </a:lnTo>
                    <a:lnTo>
                      <a:pt x="1589" y="6244"/>
                    </a:lnTo>
                    <a:lnTo>
                      <a:pt x="1803" y="6030"/>
                    </a:lnTo>
                    <a:lnTo>
                      <a:pt x="2018" y="5779"/>
                    </a:lnTo>
                    <a:lnTo>
                      <a:pt x="2245" y="5504"/>
                    </a:lnTo>
                    <a:lnTo>
                      <a:pt x="2460" y="5206"/>
                    </a:lnTo>
                    <a:lnTo>
                      <a:pt x="2687" y="4895"/>
                    </a:lnTo>
                    <a:lnTo>
                      <a:pt x="2902" y="4573"/>
                    </a:lnTo>
                    <a:lnTo>
                      <a:pt x="3105" y="4239"/>
                    </a:lnTo>
                    <a:lnTo>
                      <a:pt x="3296" y="3904"/>
                    </a:lnTo>
                    <a:lnTo>
                      <a:pt x="3487" y="3570"/>
                    </a:lnTo>
                    <a:lnTo>
                      <a:pt x="3642" y="3248"/>
                    </a:lnTo>
                    <a:lnTo>
                      <a:pt x="3785" y="2937"/>
                    </a:lnTo>
                    <a:lnTo>
                      <a:pt x="3917" y="2651"/>
                    </a:lnTo>
                    <a:lnTo>
                      <a:pt x="4072" y="2221"/>
                    </a:lnTo>
                    <a:lnTo>
                      <a:pt x="4144" y="2006"/>
                    </a:lnTo>
                    <a:lnTo>
                      <a:pt x="4203" y="1791"/>
                    </a:lnTo>
                    <a:lnTo>
                      <a:pt x="4251" y="1576"/>
                    </a:lnTo>
                    <a:lnTo>
                      <a:pt x="4275" y="1373"/>
                    </a:lnTo>
                    <a:lnTo>
                      <a:pt x="4287" y="1158"/>
                    </a:lnTo>
                    <a:lnTo>
                      <a:pt x="4287" y="955"/>
                    </a:lnTo>
                    <a:lnTo>
                      <a:pt x="4263" y="860"/>
                    </a:lnTo>
                    <a:lnTo>
                      <a:pt x="4239" y="764"/>
                    </a:lnTo>
                    <a:lnTo>
                      <a:pt x="4215" y="669"/>
                    </a:lnTo>
                    <a:lnTo>
                      <a:pt x="4167" y="573"/>
                    </a:lnTo>
                    <a:lnTo>
                      <a:pt x="4132" y="490"/>
                    </a:lnTo>
                    <a:lnTo>
                      <a:pt x="4072" y="406"/>
                    </a:lnTo>
                    <a:lnTo>
                      <a:pt x="4012" y="322"/>
                    </a:lnTo>
                    <a:lnTo>
                      <a:pt x="3953" y="263"/>
                    </a:lnTo>
                    <a:lnTo>
                      <a:pt x="3881" y="191"/>
                    </a:lnTo>
                    <a:lnTo>
                      <a:pt x="3797" y="143"/>
                    </a:lnTo>
                    <a:lnTo>
                      <a:pt x="3714" y="96"/>
                    </a:lnTo>
                    <a:lnTo>
                      <a:pt x="3630" y="60"/>
                    </a:lnTo>
                    <a:lnTo>
                      <a:pt x="3535" y="24"/>
                    </a:lnTo>
                    <a:lnTo>
                      <a:pt x="3427" y="12"/>
                    </a:lnTo>
                    <a:lnTo>
                      <a:pt x="333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9"/>
              <p:cNvSpPr/>
              <p:nvPr/>
            </p:nvSpPr>
            <p:spPr>
              <a:xfrm>
                <a:off x="465596" y="3936877"/>
                <a:ext cx="165884" cy="523499"/>
              </a:xfrm>
              <a:custGeom>
                <a:rect b="b" l="l" r="r" t="t"/>
                <a:pathLst>
                  <a:path extrusionOk="0" h="8669" w="2747">
                    <a:moveTo>
                      <a:pt x="2734" y="1"/>
                    </a:moveTo>
                    <a:lnTo>
                      <a:pt x="2722" y="12"/>
                    </a:lnTo>
                    <a:lnTo>
                      <a:pt x="2448" y="454"/>
                    </a:lnTo>
                    <a:lnTo>
                      <a:pt x="2185" y="896"/>
                    </a:lnTo>
                    <a:lnTo>
                      <a:pt x="1934" y="1350"/>
                    </a:lnTo>
                    <a:lnTo>
                      <a:pt x="1696" y="1803"/>
                    </a:lnTo>
                    <a:lnTo>
                      <a:pt x="1469" y="2269"/>
                    </a:lnTo>
                    <a:lnTo>
                      <a:pt x="1254" y="2735"/>
                    </a:lnTo>
                    <a:lnTo>
                      <a:pt x="1051" y="3200"/>
                    </a:lnTo>
                    <a:lnTo>
                      <a:pt x="860" y="3678"/>
                    </a:lnTo>
                    <a:lnTo>
                      <a:pt x="717" y="4084"/>
                    </a:lnTo>
                    <a:lnTo>
                      <a:pt x="573" y="4490"/>
                    </a:lnTo>
                    <a:lnTo>
                      <a:pt x="454" y="4896"/>
                    </a:lnTo>
                    <a:lnTo>
                      <a:pt x="335" y="5314"/>
                    </a:lnTo>
                    <a:lnTo>
                      <a:pt x="239" y="5732"/>
                    </a:lnTo>
                    <a:lnTo>
                      <a:pt x="155" y="6149"/>
                    </a:lnTo>
                    <a:lnTo>
                      <a:pt x="96" y="6567"/>
                    </a:lnTo>
                    <a:lnTo>
                      <a:pt x="36" y="6997"/>
                    </a:lnTo>
                    <a:lnTo>
                      <a:pt x="12" y="7403"/>
                    </a:lnTo>
                    <a:lnTo>
                      <a:pt x="0" y="7821"/>
                    </a:lnTo>
                    <a:lnTo>
                      <a:pt x="12" y="8239"/>
                    </a:lnTo>
                    <a:lnTo>
                      <a:pt x="36" y="8645"/>
                    </a:lnTo>
                    <a:lnTo>
                      <a:pt x="48" y="8657"/>
                    </a:lnTo>
                    <a:lnTo>
                      <a:pt x="60" y="8669"/>
                    </a:lnTo>
                    <a:lnTo>
                      <a:pt x="72" y="8657"/>
                    </a:lnTo>
                    <a:lnTo>
                      <a:pt x="72" y="8645"/>
                    </a:lnTo>
                    <a:lnTo>
                      <a:pt x="48" y="8263"/>
                    </a:lnTo>
                    <a:lnTo>
                      <a:pt x="36" y="7881"/>
                    </a:lnTo>
                    <a:lnTo>
                      <a:pt x="36" y="7499"/>
                    </a:lnTo>
                    <a:lnTo>
                      <a:pt x="72" y="7105"/>
                    </a:lnTo>
                    <a:lnTo>
                      <a:pt x="108" y="6722"/>
                    </a:lnTo>
                    <a:lnTo>
                      <a:pt x="155" y="6340"/>
                    </a:lnTo>
                    <a:lnTo>
                      <a:pt x="227" y="5970"/>
                    </a:lnTo>
                    <a:lnTo>
                      <a:pt x="311" y="5588"/>
                    </a:lnTo>
                    <a:lnTo>
                      <a:pt x="418" y="5146"/>
                    </a:lnTo>
                    <a:lnTo>
                      <a:pt x="549" y="4693"/>
                    </a:lnTo>
                    <a:lnTo>
                      <a:pt x="693" y="4251"/>
                    </a:lnTo>
                    <a:lnTo>
                      <a:pt x="848" y="3821"/>
                    </a:lnTo>
                    <a:lnTo>
                      <a:pt x="1015" y="3379"/>
                    </a:lnTo>
                    <a:lnTo>
                      <a:pt x="1194" y="2962"/>
                    </a:lnTo>
                    <a:lnTo>
                      <a:pt x="1385" y="2532"/>
                    </a:lnTo>
                    <a:lnTo>
                      <a:pt x="1588" y="2114"/>
                    </a:lnTo>
                    <a:lnTo>
                      <a:pt x="1851" y="1577"/>
                    </a:lnTo>
                    <a:lnTo>
                      <a:pt x="2137" y="1051"/>
                    </a:lnTo>
                    <a:lnTo>
                      <a:pt x="2436" y="538"/>
                    </a:lnTo>
                    <a:lnTo>
                      <a:pt x="2746" y="24"/>
                    </a:lnTo>
                    <a:lnTo>
                      <a:pt x="2746" y="12"/>
                    </a:lnTo>
                    <a:lnTo>
                      <a:pt x="27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9"/>
              <p:cNvSpPr/>
              <p:nvPr/>
            </p:nvSpPr>
            <p:spPr>
              <a:xfrm>
                <a:off x="150500" y="4117130"/>
                <a:ext cx="129108" cy="191851"/>
              </a:xfrm>
              <a:custGeom>
                <a:rect b="b" l="l" r="r" t="t"/>
                <a:pathLst>
                  <a:path extrusionOk="0" h="3177" w="2138">
                    <a:moveTo>
                      <a:pt x="1827" y="0"/>
                    </a:moveTo>
                    <a:lnTo>
                      <a:pt x="1660" y="24"/>
                    </a:lnTo>
                    <a:lnTo>
                      <a:pt x="1493" y="48"/>
                    </a:lnTo>
                    <a:lnTo>
                      <a:pt x="1326" y="96"/>
                    </a:lnTo>
                    <a:lnTo>
                      <a:pt x="1159" y="156"/>
                    </a:lnTo>
                    <a:lnTo>
                      <a:pt x="1004" y="239"/>
                    </a:lnTo>
                    <a:lnTo>
                      <a:pt x="860" y="323"/>
                    </a:lnTo>
                    <a:lnTo>
                      <a:pt x="717" y="418"/>
                    </a:lnTo>
                    <a:lnTo>
                      <a:pt x="598" y="538"/>
                    </a:lnTo>
                    <a:lnTo>
                      <a:pt x="478" y="657"/>
                    </a:lnTo>
                    <a:lnTo>
                      <a:pt x="371" y="788"/>
                    </a:lnTo>
                    <a:lnTo>
                      <a:pt x="275" y="932"/>
                    </a:lnTo>
                    <a:lnTo>
                      <a:pt x="192" y="1087"/>
                    </a:lnTo>
                    <a:lnTo>
                      <a:pt x="120" y="1242"/>
                    </a:lnTo>
                    <a:lnTo>
                      <a:pt x="72" y="1409"/>
                    </a:lnTo>
                    <a:lnTo>
                      <a:pt x="24" y="1576"/>
                    </a:lnTo>
                    <a:lnTo>
                      <a:pt x="13" y="1720"/>
                    </a:lnTo>
                    <a:lnTo>
                      <a:pt x="1" y="1875"/>
                    </a:lnTo>
                    <a:lnTo>
                      <a:pt x="1" y="2018"/>
                    </a:lnTo>
                    <a:lnTo>
                      <a:pt x="24" y="2173"/>
                    </a:lnTo>
                    <a:lnTo>
                      <a:pt x="60" y="2317"/>
                    </a:lnTo>
                    <a:lnTo>
                      <a:pt x="108" y="2460"/>
                    </a:lnTo>
                    <a:lnTo>
                      <a:pt x="168" y="2591"/>
                    </a:lnTo>
                    <a:lnTo>
                      <a:pt x="251" y="2711"/>
                    </a:lnTo>
                    <a:lnTo>
                      <a:pt x="347" y="2830"/>
                    </a:lnTo>
                    <a:lnTo>
                      <a:pt x="454" y="2938"/>
                    </a:lnTo>
                    <a:lnTo>
                      <a:pt x="574" y="3021"/>
                    </a:lnTo>
                    <a:lnTo>
                      <a:pt x="705" y="3093"/>
                    </a:lnTo>
                    <a:lnTo>
                      <a:pt x="848" y="3141"/>
                    </a:lnTo>
                    <a:lnTo>
                      <a:pt x="992" y="3164"/>
                    </a:lnTo>
                    <a:lnTo>
                      <a:pt x="1135" y="3176"/>
                    </a:lnTo>
                    <a:lnTo>
                      <a:pt x="1278" y="3152"/>
                    </a:lnTo>
                    <a:lnTo>
                      <a:pt x="1433" y="3117"/>
                    </a:lnTo>
                    <a:lnTo>
                      <a:pt x="1565" y="3045"/>
                    </a:lnTo>
                    <a:lnTo>
                      <a:pt x="1684" y="2961"/>
                    </a:lnTo>
                    <a:lnTo>
                      <a:pt x="1803" y="2854"/>
                    </a:lnTo>
                    <a:lnTo>
                      <a:pt x="1899" y="2735"/>
                    </a:lnTo>
                    <a:lnTo>
                      <a:pt x="1983" y="2603"/>
                    </a:lnTo>
                    <a:lnTo>
                      <a:pt x="2042" y="2460"/>
                    </a:lnTo>
                    <a:lnTo>
                      <a:pt x="2090" y="2317"/>
                    </a:lnTo>
                    <a:lnTo>
                      <a:pt x="2126" y="2161"/>
                    </a:lnTo>
                    <a:lnTo>
                      <a:pt x="2138" y="2006"/>
                    </a:lnTo>
                    <a:lnTo>
                      <a:pt x="2138" y="1851"/>
                    </a:lnTo>
                    <a:lnTo>
                      <a:pt x="2126" y="1708"/>
                    </a:lnTo>
                    <a:lnTo>
                      <a:pt x="2114" y="1553"/>
                    </a:lnTo>
                    <a:lnTo>
                      <a:pt x="2078" y="1397"/>
                    </a:lnTo>
                    <a:lnTo>
                      <a:pt x="2042" y="1242"/>
                    </a:lnTo>
                    <a:lnTo>
                      <a:pt x="1995" y="1099"/>
                    </a:lnTo>
                    <a:lnTo>
                      <a:pt x="1911" y="824"/>
                    </a:lnTo>
                    <a:lnTo>
                      <a:pt x="1875" y="681"/>
                    </a:lnTo>
                    <a:lnTo>
                      <a:pt x="1851" y="538"/>
                    </a:lnTo>
                    <a:lnTo>
                      <a:pt x="1851" y="394"/>
                    </a:lnTo>
                    <a:lnTo>
                      <a:pt x="1863" y="323"/>
                    </a:lnTo>
                    <a:lnTo>
                      <a:pt x="1875" y="251"/>
                    </a:lnTo>
                    <a:lnTo>
                      <a:pt x="1899" y="191"/>
                    </a:lnTo>
                    <a:lnTo>
                      <a:pt x="1935" y="120"/>
                    </a:lnTo>
                    <a:lnTo>
                      <a:pt x="1971" y="72"/>
                    </a:lnTo>
                    <a:lnTo>
                      <a:pt x="2018" y="12"/>
                    </a:lnTo>
                    <a:lnTo>
                      <a:pt x="1995" y="0"/>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9"/>
              <p:cNvSpPr/>
              <p:nvPr/>
            </p:nvSpPr>
            <p:spPr>
              <a:xfrm>
                <a:off x="150500" y="4117130"/>
                <a:ext cx="129108" cy="191851"/>
              </a:xfrm>
              <a:custGeom>
                <a:rect b="b" l="l" r="r" t="t"/>
                <a:pathLst>
                  <a:path extrusionOk="0" fill="none" h="3177" w="2138">
                    <a:moveTo>
                      <a:pt x="1995" y="0"/>
                    </a:moveTo>
                    <a:lnTo>
                      <a:pt x="1995" y="0"/>
                    </a:lnTo>
                    <a:lnTo>
                      <a:pt x="1827" y="0"/>
                    </a:lnTo>
                    <a:lnTo>
                      <a:pt x="1660" y="24"/>
                    </a:lnTo>
                    <a:lnTo>
                      <a:pt x="1493" y="48"/>
                    </a:lnTo>
                    <a:lnTo>
                      <a:pt x="1326" y="96"/>
                    </a:lnTo>
                    <a:lnTo>
                      <a:pt x="1159" y="156"/>
                    </a:lnTo>
                    <a:lnTo>
                      <a:pt x="1004" y="239"/>
                    </a:lnTo>
                    <a:lnTo>
                      <a:pt x="860" y="323"/>
                    </a:lnTo>
                    <a:lnTo>
                      <a:pt x="717" y="418"/>
                    </a:lnTo>
                    <a:lnTo>
                      <a:pt x="717" y="418"/>
                    </a:lnTo>
                    <a:lnTo>
                      <a:pt x="598" y="538"/>
                    </a:lnTo>
                    <a:lnTo>
                      <a:pt x="478" y="657"/>
                    </a:lnTo>
                    <a:lnTo>
                      <a:pt x="371" y="788"/>
                    </a:lnTo>
                    <a:lnTo>
                      <a:pt x="275" y="932"/>
                    </a:lnTo>
                    <a:lnTo>
                      <a:pt x="192" y="1087"/>
                    </a:lnTo>
                    <a:lnTo>
                      <a:pt x="120" y="1242"/>
                    </a:lnTo>
                    <a:lnTo>
                      <a:pt x="72" y="1409"/>
                    </a:lnTo>
                    <a:lnTo>
                      <a:pt x="24" y="1576"/>
                    </a:lnTo>
                    <a:lnTo>
                      <a:pt x="24" y="1576"/>
                    </a:lnTo>
                    <a:lnTo>
                      <a:pt x="13" y="1720"/>
                    </a:lnTo>
                    <a:lnTo>
                      <a:pt x="1" y="1875"/>
                    </a:lnTo>
                    <a:lnTo>
                      <a:pt x="1" y="2018"/>
                    </a:lnTo>
                    <a:lnTo>
                      <a:pt x="24" y="2173"/>
                    </a:lnTo>
                    <a:lnTo>
                      <a:pt x="60" y="2317"/>
                    </a:lnTo>
                    <a:lnTo>
                      <a:pt x="108" y="2460"/>
                    </a:lnTo>
                    <a:lnTo>
                      <a:pt x="168" y="2591"/>
                    </a:lnTo>
                    <a:lnTo>
                      <a:pt x="251" y="2711"/>
                    </a:lnTo>
                    <a:lnTo>
                      <a:pt x="251" y="2711"/>
                    </a:lnTo>
                    <a:lnTo>
                      <a:pt x="347" y="2830"/>
                    </a:lnTo>
                    <a:lnTo>
                      <a:pt x="454" y="2938"/>
                    </a:lnTo>
                    <a:lnTo>
                      <a:pt x="574" y="3021"/>
                    </a:lnTo>
                    <a:lnTo>
                      <a:pt x="705" y="3093"/>
                    </a:lnTo>
                    <a:lnTo>
                      <a:pt x="848" y="3141"/>
                    </a:lnTo>
                    <a:lnTo>
                      <a:pt x="992" y="3164"/>
                    </a:lnTo>
                    <a:lnTo>
                      <a:pt x="1135" y="3176"/>
                    </a:lnTo>
                    <a:lnTo>
                      <a:pt x="1278" y="3152"/>
                    </a:lnTo>
                    <a:lnTo>
                      <a:pt x="1278" y="3152"/>
                    </a:lnTo>
                    <a:lnTo>
                      <a:pt x="1433" y="3117"/>
                    </a:lnTo>
                    <a:lnTo>
                      <a:pt x="1565" y="3045"/>
                    </a:lnTo>
                    <a:lnTo>
                      <a:pt x="1684" y="2961"/>
                    </a:lnTo>
                    <a:lnTo>
                      <a:pt x="1803" y="2854"/>
                    </a:lnTo>
                    <a:lnTo>
                      <a:pt x="1899" y="2735"/>
                    </a:lnTo>
                    <a:lnTo>
                      <a:pt x="1983" y="2603"/>
                    </a:lnTo>
                    <a:lnTo>
                      <a:pt x="2042" y="2460"/>
                    </a:lnTo>
                    <a:lnTo>
                      <a:pt x="2090" y="2317"/>
                    </a:lnTo>
                    <a:lnTo>
                      <a:pt x="2090" y="2317"/>
                    </a:lnTo>
                    <a:lnTo>
                      <a:pt x="2126" y="2161"/>
                    </a:lnTo>
                    <a:lnTo>
                      <a:pt x="2138" y="2006"/>
                    </a:lnTo>
                    <a:lnTo>
                      <a:pt x="2138" y="1851"/>
                    </a:lnTo>
                    <a:lnTo>
                      <a:pt x="2126" y="1708"/>
                    </a:lnTo>
                    <a:lnTo>
                      <a:pt x="2114" y="1553"/>
                    </a:lnTo>
                    <a:lnTo>
                      <a:pt x="2078" y="1397"/>
                    </a:lnTo>
                    <a:lnTo>
                      <a:pt x="2042" y="1242"/>
                    </a:lnTo>
                    <a:lnTo>
                      <a:pt x="1995" y="1099"/>
                    </a:lnTo>
                    <a:lnTo>
                      <a:pt x="1995" y="1099"/>
                    </a:lnTo>
                    <a:lnTo>
                      <a:pt x="1911" y="824"/>
                    </a:lnTo>
                    <a:lnTo>
                      <a:pt x="1875" y="681"/>
                    </a:lnTo>
                    <a:lnTo>
                      <a:pt x="1851" y="538"/>
                    </a:lnTo>
                    <a:lnTo>
                      <a:pt x="1851" y="538"/>
                    </a:lnTo>
                    <a:lnTo>
                      <a:pt x="1851" y="394"/>
                    </a:lnTo>
                    <a:lnTo>
                      <a:pt x="1863" y="323"/>
                    </a:lnTo>
                    <a:lnTo>
                      <a:pt x="1875" y="251"/>
                    </a:lnTo>
                    <a:lnTo>
                      <a:pt x="1899" y="191"/>
                    </a:lnTo>
                    <a:lnTo>
                      <a:pt x="1935" y="120"/>
                    </a:lnTo>
                    <a:lnTo>
                      <a:pt x="1971" y="72"/>
                    </a:lnTo>
                    <a:lnTo>
                      <a:pt x="2018" y="12"/>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9"/>
              <p:cNvSpPr/>
              <p:nvPr/>
            </p:nvSpPr>
            <p:spPr>
              <a:xfrm>
                <a:off x="156297" y="4084703"/>
                <a:ext cx="269691" cy="191851"/>
              </a:xfrm>
              <a:custGeom>
                <a:rect b="b" l="l" r="r" t="t"/>
                <a:pathLst>
                  <a:path extrusionOk="0" h="3177" w="4466">
                    <a:moveTo>
                      <a:pt x="2281" y="0"/>
                    </a:moveTo>
                    <a:lnTo>
                      <a:pt x="2149" y="24"/>
                    </a:lnTo>
                    <a:lnTo>
                      <a:pt x="2018" y="48"/>
                    </a:lnTo>
                    <a:lnTo>
                      <a:pt x="1899" y="72"/>
                    </a:lnTo>
                    <a:lnTo>
                      <a:pt x="1767" y="108"/>
                    </a:lnTo>
                    <a:lnTo>
                      <a:pt x="1648" y="155"/>
                    </a:lnTo>
                    <a:lnTo>
                      <a:pt x="1528" y="215"/>
                    </a:lnTo>
                    <a:lnTo>
                      <a:pt x="1409" y="263"/>
                    </a:lnTo>
                    <a:lnTo>
                      <a:pt x="1290" y="334"/>
                    </a:lnTo>
                    <a:lnTo>
                      <a:pt x="1075" y="478"/>
                    </a:lnTo>
                    <a:lnTo>
                      <a:pt x="872" y="621"/>
                    </a:lnTo>
                    <a:lnTo>
                      <a:pt x="681" y="788"/>
                    </a:lnTo>
                    <a:lnTo>
                      <a:pt x="502" y="967"/>
                    </a:lnTo>
                    <a:lnTo>
                      <a:pt x="346" y="1158"/>
                    </a:lnTo>
                    <a:lnTo>
                      <a:pt x="275" y="1266"/>
                    </a:lnTo>
                    <a:lnTo>
                      <a:pt x="203" y="1385"/>
                    </a:lnTo>
                    <a:lnTo>
                      <a:pt x="143" y="1493"/>
                    </a:lnTo>
                    <a:lnTo>
                      <a:pt x="96" y="1624"/>
                    </a:lnTo>
                    <a:lnTo>
                      <a:pt x="36" y="1755"/>
                    </a:lnTo>
                    <a:lnTo>
                      <a:pt x="0" y="1899"/>
                    </a:lnTo>
                    <a:lnTo>
                      <a:pt x="36" y="1827"/>
                    </a:lnTo>
                    <a:lnTo>
                      <a:pt x="72" y="1755"/>
                    </a:lnTo>
                    <a:lnTo>
                      <a:pt x="179" y="1636"/>
                    </a:lnTo>
                    <a:lnTo>
                      <a:pt x="299" y="1540"/>
                    </a:lnTo>
                    <a:lnTo>
                      <a:pt x="430" y="1457"/>
                    </a:lnTo>
                    <a:lnTo>
                      <a:pt x="573" y="1385"/>
                    </a:lnTo>
                    <a:lnTo>
                      <a:pt x="728" y="1337"/>
                    </a:lnTo>
                    <a:lnTo>
                      <a:pt x="884" y="1302"/>
                    </a:lnTo>
                    <a:lnTo>
                      <a:pt x="1039" y="1290"/>
                    </a:lnTo>
                    <a:lnTo>
                      <a:pt x="1194" y="1290"/>
                    </a:lnTo>
                    <a:lnTo>
                      <a:pt x="1349" y="1313"/>
                    </a:lnTo>
                    <a:lnTo>
                      <a:pt x="1493" y="1349"/>
                    </a:lnTo>
                    <a:lnTo>
                      <a:pt x="1636" y="1397"/>
                    </a:lnTo>
                    <a:lnTo>
                      <a:pt x="1779" y="1469"/>
                    </a:lnTo>
                    <a:lnTo>
                      <a:pt x="1910" y="1540"/>
                    </a:lnTo>
                    <a:lnTo>
                      <a:pt x="2030" y="1624"/>
                    </a:lnTo>
                    <a:lnTo>
                      <a:pt x="2149" y="1719"/>
                    </a:lnTo>
                    <a:lnTo>
                      <a:pt x="2269" y="1827"/>
                    </a:lnTo>
                    <a:lnTo>
                      <a:pt x="2376" y="1934"/>
                    </a:lnTo>
                    <a:lnTo>
                      <a:pt x="2567" y="2173"/>
                    </a:lnTo>
                    <a:lnTo>
                      <a:pt x="2758" y="2412"/>
                    </a:lnTo>
                    <a:lnTo>
                      <a:pt x="2937" y="2663"/>
                    </a:lnTo>
                    <a:lnTo>
                      <a:pt x="3033" y="2806"/>
                    </a:lnTo>
                    <a:lnTo>
                      <a:pt x="3152" y="2949"/>
                    </a:lnTo>
                    <a:lnTo>
                      <a:pt x="3212" y="3009"/>
                    </a:lnTo>
                    <a:lnTo>
                      <a:pt x="3284" y="3069"/>
                    </a:lnTo>
                    <a:lnTo>
                      <a:pt x="3355" y="3104"/>
                    </a:lnTo>
                    <a:lnTo>
                      <a:pt x="3439" y="3140"/>
                    </a:lnTo>
                    <a:lnTo>
                      <a:pt x="3510" y="3164"/>
                    </a:lnTo>
                    <a:lnTo>
                      <a:pt x="3594" y="3176"/>
                    </a:lnTo>
                    <a:lnTo>
                      <a:pt x="3749" y="3176"/>
                    </a:lnTo>
                    <a:lnTo>
                      <a:pt x="3821" y="3164"/>
                    </a:lnTo>
                    <a:lnTo>
                      <a:pt x="3892" y="3140"/>
                    </a:lnTo>
                    <a:lnTo>
                      <a:pt x="3964" y="3104"/>
                    </a:lnTo>
                    <a:lnTo>
                      <a:pt x="4036" y="3069"/>
                    </a:lnTo>
                    <a:lnTo>
                      <a:pt x="4131" y="2985"/>
                    </a:lnTo>
                    <a:lnTo>
                      <a:pt x="4215" y="2901"/>
                    </a:lnTo>
                    <a:lnTo>
                      <a:pt x="4286" y="2806"/>
                    </a:lnTo>
                    <a:lnTo>
                      <a:pt x="4346" y="2698"/>
                    </a:lnTo>
                    <a:lnTo>
                      <a:pt x="4394" y="2579"/>
                    </a:lnTo>
                    <a:lnTo>
                      <a:pt x="4430" y="2460"/>
                    </a:lnTo>
                    <a:lnTo>
                      <a:pt x="4454" y="2340"/>
                    </a:lnTo>
                    <a:lnTo>
                      <a:pt x="4466" y="2221"/>
                    </a:lnTo>
                    <a:lnTo>
                      <a:pt x="4466" y="2102"/>
                    </a:lnTo>
                    <a:lnTo>
                      <a:pt x="4454" y="1982"/>
                    </a:lnTo>
                    <a:lnTo>
                      <a:pt x="4430" y="1851"/>
                    </a:lnTo>
                    <a:lnTo>
                      <a:pt x="4394" y="1743"/>
                    </a:lnTo>
                    <a:lnTo>
                      <a:pt x="4322" y="1505"/>
                    </a:lnTo>
                    <a:lnTo>
                      <a:pt x="4227" y="1278"/>
                    </a:lnTo>
                    <a:lnTo>
                      <a:pt x="4143" y="1111"/>
                    </a:lnTo>
                    <a:lnTo>
                      <a:pt x="4048" y="955"/>
                    </a:lnTo>
                    <a:lnTo>
                      <a:pt x="3940" y="800"/>
                    </a:lnTo>
                    <a:lnTo>
                      <a:pt x="3833" y="657"/>
                    </a:lnTo>
                    <a:lnTo>
                      <a:pt x="3713" y="525"/>
                    </a:lnTo>
                    <a:lnTo>
                      <a:pt x="3582" y="394"/>
                    </a:lnTo>
                    <a:lnTo>
                      <a:pt x="3439" y="287"/>
                    </a:lnTo>
                    <a:lnTo>
                      <a:pt x="3284" y="191"/>
                    </a:lnTo>
                    <a:lnTo>
                      <a:pt x="3164" y="131"/>
                    </a:lnTo>
                    <a:lnTo>
                      <a:pt x="3045" y="84"/>
                    </a:lnTo>
                    <a:lnTo>
                      <a:pt x="2913" y="48"/>
                    </a:lnTo>
                    <a:lnTo>
                      <a:pt x="2794" y="24"/>
                    </a:lnTo>
                    <a:lnTo>
                      <a:pt x="2663" y="12"/>
                    </a:lnTo>
                    <a:lnTo>
                      <a:pt x="254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9"/>
              <p:cNvSpPr/>
              <p:nvPr/>
            </p:nvSpPr>
            <p:spPr>
              <a:xfrm>
                <a:off x="283894" y="4115681"/>
                <a:ext cx="184605" cy="227178"/>
              </a:xfrm>
              <a:custGeom>
                <a:rect b="b" l="l" r="r" t="t"/>
                <a:pathLst>
                  <a:path extrusionOk="0" h="3762" w="3057">
                    <a:moveTo>
                      <a:pt x="0" y="1"/>
                    </a:moveTo>
                    <a:lnTo>
                      <a:pt x="0" y="12"/>
                    </a:lnTo>
                    <a:lnTo>
                      <a:pt x="0" y="24"/>
                    </a:lnTo>
                    <a:lnTo>
                      <a:pt x="12" y="36"/>
                    </a:lnTo>
                    <a:lnTo>
                      <a:pt x="239" y="144"/>
                    </a:lnTo>
                    <a:lnTo>
                      <a:pt x="466" y="263"/>
                    </a:lnTo>
                    <a:lnTo>
                      <a:pt x="681" y="395"/>
                    </a:lnTo>
                    <a:lnTo>
                      <a:pt x="884" y="550"/>
                    </a:lnTo>
                    <a:lnTo>
                      <a:pt x="1087" y="717"/>
                    </a:lnTo>
                    <a:lnTo>
                      <a:pt x="1266" y="884"/>
                    </a:lnTo>
                    <a:lnTo>
                      <a:pt x="1445" y="1075"/>
                    </a:lnTo>
                    <a:lnTo>
                      <a:pt x="1612" y="1266"/>
                    </a:lnTo>
                    <a:lnTo>
                      <a:pt x="1756" y="1457"/>
                    </a:lnTo>
                    <a:lnTo>
                      <a:pt x="1899" y="1660"/>
                    </a:lnTo>
                    <a:lnTo>
                      <a:pt x="2030" y="1863"/>
                    </a:lnTo>
                    <a:lnTo>
                      <a:pt x="2150" y="2066"/>
                    </a:lnTo>
                    <a:lnTo>
                      <a:pt x="2388" y="2484"/>
                    </a:lnTo>
                    <a:lnTo>
                      <a:pt x="2603" y="2914"/>
                    </a:lnTo>
                    <a:lnTo>
                      <a:pt x="2818" y="3332"/>
                    </a:lnTo>
                    <a:lnTo>
                      <a:pt x="3033" y="3750"/>
                    </a:lnTo>
                    <a:lnTo>
                      <a:pt x="3045" y="3761"/>
                    </a:lnTo>
                    <a:lnTo>
                      <a:pt x="3057" y="3761"/>
                    </a:lnTo>
                    <a:lnTo>
                      <a:pt x="3057" y="3750"/>
                    </a:lnTo>
                    <a:lnTo>
                      <a:pt x="3057" y="3738"/>
                    </a:lnTo>
                    <a:lnTo>
                      <a:pt x="2854" y="3332"/>
                    </a:lnTo>
                    <a:lnTo>
                      <a:pt x="2651" y="2938"/>
                    </a:lnTo>
                    <a:lnTo>
                      <a:pt x="2448" y="2532"/>
                    </a:lnTo>
                    <a:lnTo>
                      <a:pt x="2233" y="2138"/>
                    </a:lnTo>
                    <a:lnTo>
                      <a:pt x="2114" y="1923"/>
                    </a:lnTo>
                    <a:lnTo>
                      <a:pt x="1982" y="1720"/>
                    </a:lnTo>
                    <a:lnTo>
                      <a:pt x="1839" y="1517"/>
                    </a:lnTo>
                    <a:lnTo>
                      <a:pt x="1684" y="1314"/>
                    </a:lnTo>
                    <a:lnTo>
                      <a:pt x="1529" y="1123"/>
                    </a:lnTo>
                    <a:lnTo>
                      <a:pt x="1362" y="932"/>
                    </a:lnTo>
                    <a:lnTo>
                      <a:pt x="1194" y="753"/>
                    </a:lnTo>
                    <a:lnTo>
                      <a:pt x="1003" y="598"/>
                    </a:lnTo>
                    <a:lnTo>
                      <a:pt x="777" y="418"/>
                    </a:lnTo>
                    <a:lnTo>
                      <a:pt x="538" y="251"/>
                    </a:lnTo>
                    <a:lnTo>
                      <a:pt x="275" y="120"/>
                    </a:lnTo>
                    <a:lnTo>
                      <a:pt x="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9"/>
              <p:cNvSpPr/>
              <p:nvPr/>
            </p:nvSpPr>
            <p:spPr>
              <a:xfrm>
                <a:off x="300500" y="4370210"/>
                <a:ext cx="330259" cy="214919"/>
              </a:xfrm>
              <a:custGeom>
                <a:rect b="b" l="l" r="r" t="t"/>
                <a:pathLst>
                  <a:path extrusionOk="0" h="3559" w="5469">
                    <a:moveTo>
                      <a:pt x="0" y="0"/>
                    </a:moveTo>
                    <a:lnTo>
                      <a:pt x="1098" y="3558"/>
                    </a:lnTo>
                    <a:lnTo>
                      <a:pt x="4442" y="3558"/>
                    </a:lnTo>
                    <a:lnTo>
                      <a:pt x="54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9"/>
              <p:cNvSpPr/>
              <p:nvPr/>
            </p:nvSpPr>
            <p:spPr>
              <a:xfrm>
                <a:off x="284618" y="4370210"/>
                <a:ext cx="359849" cy="51209"/>
              </a:xfrm>
              <a:custGeom>
                <a:rect b="b" l="l" r="r" t="t"/>
                <a:pathLst>
                  <a:path extrusionOk="0" h="848" w="5959">
                    <a:moveTo>
                      <a:pt x="0" y="0"/>
                    </a:moveTo>
                    <a:lnTo>
                      <a:pt x="0" y="848"/>
                    </a:lnTo>
                    <a:lnTo>
                      <a:pt x="5958" y="848"/>
                    </a:lnTo>
                    <a:lnTo>
                      <a:pt x="595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9"/>
              <p:cNvSpPr/>
              <p:nvPr/>
            </p:nvSpPr>
            <p:spPr>
              <a:xfrm>
                <a:off x="288241" y="4418519"/>
                <a:ext cx="359064" cy="2174"/>
              </a:xfrm>
              <a:custGeom>
                <a:rect b="b" l="l" r="r" t="t"/>
                <a:pathLst>
                  <a:path extrusionOk="0" h="36" w="5946">
                    <a:moveTo>
                      <a:pt x="12" y="0"/>
                    </a:moveTo>
                    <a:lnTo>
                      <a:pt x="0" y="12"/>
                    </a:lnTo>
                    <a:lnTo>
                      <a:pt x="0" y="24"/>
                    </a:lnTo>
                    <a:lnTo>
                      <a:pt x="0" y="36"/>
                    </a:lnTo>
                    <a:lnTo>
                      <a:pt x="5946" y="36"/>
                    </a:lnTo>
                    <a:lnTo>
                      <a:pt x="5946" y="24"/>
                    </a:lnTo>
                    <a:lnTo>
                      <a:pt x="5946" y="12"/>
                    </a:lnTo>
                    <a:lnTo>
                      <a:pt x="59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 name="Google Shape;1271;p9"/>
            <p:cNvGrpSpPr/>
            <p:nvPr/>
          </p:nvGrpSpPr>
          <p:grpSpPr>
            <a:xfrm>
              <a:off x="296550" y="1132875"/>
              <a:ext cx="3441107" cy="1357263"/>
              <a:chOff x="296550" y="1132875"/>
              <a:chExt cx="3441107" cy="1357263"/>
            </a:xfrm>
          </p:grpSpPr>
          <p:grpSp>
            <p:nvGrpSpPr>
              <p:cNvPr id="1272" name="Google Shape;1272;p9"/>
              <p:cNvGrpSpPr/>
              <p:nvPr/>
            </p:nvGrpSpPr>
            <p:grpSpPr>
              <a:xfrm>
                <a:off x="1896725" y="1604525"/>
                <a:ext cx="1124813" cy="885613"/>
                <a:chOff x="5284625" y="-234825"/>
                <a:chExt cx="1124813" cy="885613"/>
              </a:xfrm>
            </p:grpSpPr>
            <p:sp>
              <p:nvSpPr>
                <p:cNvPr id="1273" name="Google Shape;1273;p9"/>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9"/>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9"/>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9"/>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9"/>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9"/>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9"/>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9"/>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9"/>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9"/>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9"/>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9"/>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9"/>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9"/>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9"/>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9"/>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9"/>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9"/>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9"/>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9"/>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9"/>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9"/>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9"/>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6" name="Google Shape;1296;p9"/>
              <p:cNvGrpSpPr/>
              <p:nvPr/>
            </p:nvGrpSpPr>
            <p:grpSpPr>
              <a:xfrm>
                <a:off x="296550" y="1132875"/>
                <a:ext cx="569636" cy="387603"/>
                <a:chOff x="6884625" y="563500"/>
                <a:chExt cx="569636" cy="387603"/>
              </a:xfrm>
            </p:grpSpPr>
            <p:sp>
              <p:nvSpPr>
                <p:cNvPr id="1297" name="Google Shape;1297;p9"/>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9"/>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9"/>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9"/>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9"/>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9"/>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9"/>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9"/>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9"/>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9"/>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9"/>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8" name="Google Shape;1308;p9"/>
              <p:cNvGrpSpPr/>
              <p:nvPr/>
            </p:nvGrpSpPr>
            <p:grpSpPr>
              <a:xfrm>
                <a:off x="3387125" y="2008838"/>
                <a:ext cx="350532" cy="337682"/>
                <a:chOff x="6625800" y="1711525"/>
                <a:chExt cx="350532" cy="337682"/>
              </a:xfrm>
            </p:grpSpPr>
            <p:sp>
              <p:nvSpPr>
                <p:cNvPr id="1309" name="Google Shape;1309;p9"/>
                <p:cNvSpPr/>
                <p:nvPr/>
              </p:nvSpPr>
              <p:spPr>
                <a:xfrm>
                  <a:off x="6625800" y="1711525"/>
                  <a:ext cx="350532" cy="337682"/>
                </a:xfrm>
                <a:custGeom>
                  <a:rect b="b" l="l" r="r" t="t"/>
                  <a:pathLst>
                    <a:path extrusionOk="0" h="6281" w="6520">
                      <a:moveTo>
                        <a:pt x="3618" y="60"/>
                      </a:moveTo>
                      <a:lnTo>
                        <a:pt x="3845" y="96"/>
                      </a:lnTo>
                      <a:lnTo>
                        <a:pt x="4048" y="131"/>
                      </a:lnTo>
                      <a:lnTo>
                        <a:pt x="4262" y="179"/>
                      </a:lnTo>
                      <a:lnTo>
                        <a:pt x="4465" y="251"/>
                      </a:lnTo>
                      <a:lnTo>
                        <a:pt x="4656" y="334"/>
                      </a:lnTo>
                      <a:lnTo>
                        <a:pt x="4848" y="430"/>
                      </a:lnTo>
                      <a:lnTo>
                        <a:pt x="5039" y="537"/>
                      </a:lnTo>
                      <a:lnTo>
                        <a:pt x="5206" y="657"/>
                      </a:lnTo>
                      <a:lnTo>
                        <a:pt x="5373" y="788"/>
                      </a:lnTo>
                      <a:lnTo>
                        <a:pt x="5540" y="931"/>
                      </a:lnTo>
                      <a:lnTo>
                        <a:pt x="5683" y="1087"/>
                      </a:lnTo>
                      <a:lnTo>
                        <a:pt x="5815" y="1254"/>
                      </a:lnTo>
                      <a:lnTo>
                        <a:pt x="5934" y="1421"/>
                      </a:lnTo>
                      <a:lnTo>
                        <a:pt x="6053" y="1612"/>
                      </a:lnTo>
                      <a:lnTo>
                        <a:pt x="6149" y="1791"/>
                      </a:lnTo>
                      <a:lnTo>
                        <a:pt x="6233" y="1982"/>
                      </a:lnTo>
                      <a:lnTo>
                        <a:pt x="6304" y="2185"/>
                      </a:lnTo>
                      <a:lnTo>
                        <a:pt x="6364" y="2400"/>
                      </a:lnTo>
                      <a:lnTo>
                        <a:pt x="6412" y="2615"/>
                      </a:lnTo>
                      <a:lnTo>
                        <a:pt x="6447" y="2830"/>
                      </a:lnTo>
                      <a:lnTo>
                        <a:pt x="6459" y="3057"/>
                      </a:lnTo>
                      <a:lnTo>
                        <a:pt x="6459" y="3271"/>
                      </a:lnTo>
                      <a:lnTo>
                        <a:pt x="6435" y="3486"/>
                      </a:lnTo>
                      <a:lnTo>
                        <a:pt x="6400" y="3713"/>
                      </a:lnTo>
                      <a:lnTo>
                        <a:pt x="6352" y="3928"/>
                      </a:lnTo>
                      <a:lnTo>
                        <a:pt x="6292" y="4131"/>
                      </a:lnTo>
                      <a:lnTo>
                        <a:pt x="6221" y="4322"/>
                      </a:lnTo>
                      <a:lnTo>
                        <a:pt x="6125" y="4525"/>
                      </a:lnTo>
                      <a:lnTo>
                        <a:pt x="6030" y="4704"/>
                      </a:lnTo>
                      <a:lnTo>
                        <a:pt x="5910" y="4883"/>
                      </a:lnTo>
                      <a:lnTo>
                        <a:pt x="5791" y="5050"/>
                      </a:lnTo>
                      <a:lnTo>
                        <a:pt x="5647" y="5218"/>
                      </a:lnTo>
                      <a:lnTo>
                        <a:pt x="5504" y="5373"/>
                      </a:lnTo>
                      <a:lnTo>
                        <a:pt x="5337" y="5516"/>
                      </a:lnTo>
                      <a:lnTo>
                        <a:pt x="5170" y="5636"/>
                      </a:lnTo>
                      <a:lnTo>
                        <a:pt x="4991" y="5755"/>
                      </a:lnTo>
                      <a:lnTo>
                        <a:pt x="4812" y="5862"/>
                      </a:lnTo>
                      <a:lnTo>
                        <a:pt x="4621" y="5958"/>
                      </a:lnTo>
                      <a:lnTo>
                        <a:pt x="4418" y="6041"/>
                      </a:lnTo>
                      <a:lnTo>
                        <a:pt x="4215" y="6101"/>
                      </a:lnTo>
                      <a:lnTo>
                        <a:pt x="4012" y="6149"/>
                      </a:lnTo>
                      <a:lnTo>
                        <a:pt x="3761" y="6197"/>
                      </a:lnTo>
                      <a:lnTo>
                        <a:pt x="3498" y="6209"/>
                      </a:lnTo>
                      <a:lnTo>
                        <a:pt x="3248" y="6209"/>
                      </a:lnTo>
                      <a:lnTo>
                        <a:pt x="2985" y="6197"/>
                      </a:lnTo>
                      <a:lnTo>
                        <a:pt x="2734" y="6149"/>
                      </a:lnTo>
                      <a:lnTo>
                        <a:pt x="2495" y="6089"/>
                      </a:lnTo>
                      <a:lnTo>
                        <a:pt x="2245" y="6006"/>
                      </a:lnTo>
                      <a:lnTo>
                        <a:pt x="2018" y="5898"/>
                      </a:lnTo>
                      <a:lnTo>
                        <a:pt x="1791" y="5779"/>
                      </a:lnTo>
                      <a:lnTo>
                        <a:pt x="1576" y="5636"/>
                      </a:lnTo>
                      <a:lnTo>
                        <a:pt x="1540" y="5636"/>
                      </a:lnTo>
                      <a:lnTo>
                        <a:pt x="1469" y="5707"/>
                      </a:lnTo>
                      <a:lnTo>
                        <a:pt x="1385" y="5767"/>
                      </a:lnTo>
                      <a:lnTo>
                        <a:pt x="1301" y="5815"/>
                      </a:lnTo>
                      <a:lnTo>
                        <a:pt x="1206" y="5862"/>
                      </a:lnTo>
                      <a:lnTo>
                        <a:pt x="1015" y="5934"/>
                      </a:lnTo>
                      <a:lnTo>
                        <a:pt x="824" y="5970"/>
                      </a:lnTo>
                      <a:lnTo>
                        <a:pt x="633" y="5982"/>
                      </a:lnTo>
                      <a:lnTo>
                        <a:pt x="430" y="5970"/>
                      </a:lnTo>
                      <a:lnTo>
                        <a:pt x="334" y="5958"/>
                      </a:lnTo>
                      <a:lnTo>
                        <a:pt x="239" y="5934"/>
                      </a:lnTo>
                      <a:lnTo>
                        <a:pt x="143" y="5898"/>
                      </a:lnTo>
                      <a:lnTo>
                        <a:pt x="120" y="5890"/>
                      </a:lnTo>
                      <a:lnTo>
                        <a:pt x="120" y="5890"/>
                      </a:lnTo>
                      <a:lnTo>
                        <a:pt x="191" y="5862"/>
                      </a:lnTo>
                      <a:lnTo>
                        <a:pt x="334" y="5779"/>
                      </a:lnTo>
                      <a:lnTo>
                        <a:pt x="466" y="5683"/>
                      </a:lnTo>
                      <a:lnTo>
                        <a:pt x="585" y="5576"/>
                      </a:lnTo>
                      <a:lnTo>
                        <a:pt x="693" y="5456"/>
                      </a:lnTo>
                      <a:lnTo>
                        <a:pt x="788" y="5313"/>
                      </a:lnTo>
                      <a:lnTo>
                        <a:pt x="860" y="5170"/>
                      </a:lnTo>
                      <a:lnTo>
                        <a:pt x="917" y="5022"/>
                      </a:lnTo>
                      <a:lnTo>
                        <a:pt x="931" y="5015"/>
                      </a:lnTo>
                      <a:lnTo>
                        <a:pt x="919" y="4991"/>
                      </a:lnTo>
                      <a:lnTo>
                        <a:pt x="776" y="4776"/>
                      </a:lnTo>
                      <a:lnTo>
                        <a:pt x="645" y="4537"/>
                      </a:lnTo>
                      <a:lnTo>
                        <a:pt x="525" y="4310"/>
                      </a:lnTo>
                      <a:lnTo>
                        <a:pt x="442" y="4059"/>
                      </a:lnTo>
                      <a:lnTo>
                        <a:pt x="370" y="3809"/>
                      </a:lnTo>
                      <a:lnTo>
                        <a:pt x="322" y="3546"/>
                      </a:lnTo>
                      <a:lnTo>
                        <a:pt x="299" y="3283"/>
                      </a:lnTo>
                      <a:lnTo>
                        <a:pt x="299" y="3021"/>
                      </a:lnTo>
                      <a:lnTo>
                        <a:pt x="310" y="2806"/>
                      </a:lnTo>
                      <a:lnTo>
                        <a:pt x="346" y="2591"/>
                      </a:lnTo>
                      <a:lnTo>
                        <a:pt x="394" y="2376"/>
                      </a:lnTo>
                      <a:lnTo>
                        <a:pt x="454" y="2173"/>
                      </a:lnTo>
                      <a:lnTo>
                        <a:pt x="525" y="1970"/>
                      </a:lnTo>
                      <a:lnTo>
                        <a:pt x="621" y="1767"/>
                      </a:lnTo>
                      <a:lnTo>
                        <a:pt x="716" y="1576"/>
                      </a:lnTo>
                      <a:lnTo>
                        <a:pt x="836" y="1397"/>
                      </a:lnTo>
                      <a:lnTo>
                        <a:pt x="955" y="1230"/>
                      </a:lnTo>
                      <a:lnTo>
                        <a:pt x="1098" y="1063"/>
                      </a:lnTo>
                      <a:lnTo>
                        <a:pt x="1242" y="919"/>
                      </a:lnTo>
                      <a:lnTo>
                        <a:pt x="1397" y="776"/>
                      </a:lnTo>
                      <a:lnTo>
                        <a:pt x="1564" y="645"/>
                      </a:lnTo>
                      <a:lnTo>
                        <a:pt x="1743" y="525"/>
                      </a:lnTo>
                      <a:lnTo>
                        <a:pt x="1922" y="418"/>
                      </a:lnTo>
                      <a:lnTo>
                        <a:pt x="2113" y="322"/>
                      </a:lnTo>
                      <a:lnTo>
                        <a:pt x="2316" y="239"/>
                      </a:lnTo>
                      <a:lnTo>
                        <a:pt x="2519" y="179"/>
                      </a:lnTo>
                      <a:lnTo>
                        <a:pt x="2734" y="119"/>
                      </a:lnTo>
                      <a:lnTo>
                        <a:pt x="2961" y="84"/>
                      </a:lnTo>
                      <a:lnTo>
                        <a:pt x="3176" y="60"/>
                      </a:lnTo>
                      <a:close/>
                      <a:moveTo>
                        <a:pt x="3152" y="0"/>
                      </a:moveTo>
                      <a:lnTo>
                        <a:pt x="2925" y="24"/>
                      </a:lnTo>
                      <a:lnTo>
                        <a:pt x="2710" y="72"/>
                      </a:lnTo>
                      <a:lnTo>
                        <a:pt x="2483" y="119"/>
                      </a:lnTo>
                      <a:lnTo>
                        <a:pt x="2281" y="191"/>
                      </a:lnTo>
                      <a:lnTo>
                        <a:pt x="2078" y="275"/>
                      </a:lnTo>
                      <a:lnTo>
                        <a:pt x="1887" y="370"/>
                      </a:lnTo>
                      <a:lnTo>
                        <a:pt x="1707" y="478"/>
                      </a:lnTo>
                      <a:lnTo>
                        <a:pt x="1528" y="597"/>
                      </a:lnTo>
                      <a:lnTo>
                        <a:pt x="1349" y="728"/>
                      </a:lnTo>
                      <a:lnTo>
                        <a:pt x="1194" y="884"/>
                      </a:lnTo>
                      <a:lnTo>
                        <a:pt x="1039" y="1039"/>
                      </a:lnTo>
                      <a:lnTo>
                        <a:pt x="907" y="1206"/>
                      </a:lnTo>
                      <a:lnTo>
                        <a:pt x="776" y="1373"/>
                      </a:lnTo>
                      <a:lnTo>
                        <a:pt x="657" y="1564"/>
                      </a:lnTo>
                      <a:lnTo>
                        <a:pt x="561" y="1755"/>
                      </a:lnTo>
                      <a:lnTo>
                        <a:pt x="466" y="1946"/>
                      </a:lnTo>
                      <a:lnTo>
                        <a:pt x="394" y="2161"/>
                      </a:lnTo>
                      <a:lnTo>
                        <a:pt x="334" y="2364"/>
                      </a:lnTo>
                      <a:lnTo>
                        <a:pt x="287" y="2579"/>
                      </a:lnTo>
                      <a:lnTo>
                        <a:pt x="251" y="2830"/>
                      </a:lnTo>
                      <a:lnTo>
                        <a:pt x="239" y="3092"/>
                      </a:lnTo>
                      <a:lnTo>
                        <a:pt x="251" y="3343"/>
                      </a:lnTo>
                      <a:lnTo>
                        <a:pt x="275" y="3606"/>
                      </a:lnTo>
                      <a:lnTo>
                        <a:pt x="322" y="3857"/>
                      </a:lnTo>
                      <a:lnTo>
                        <a:pt x="394" y="4107"/>
                      </a:lnTo>
                      <a:lnTo>
                        <a:pt x="478" y="4346"/>
                      </a:lnTo>
                      <a:lnTo>
                        <a:pt x="597" y="4585"/>
                      </a:lnTo>
                      <a:lnTo>
                        <a:pt x="716" y="4812"/>
                      </a:lnTo>
                      <a:lnTo>
                        <a:pt x="865" y="5018"/>
                      </a:lnTo>
                      <a:lnTo>
                        <a:pt x="812" y="5146"/>
                      </a:lnTo>
                      <a:lnTo>
                        <a:pt x="740" y="5289"/>
                      </a:lnTo>
                      <a:lnTo>
                        <a:pt x="645" y="5409"/>
                      </a:lnTo>
                      <a:lnTo>
                        <a:pt x="549" y="5528"/>
                      </a:lnTo>
                      <a:lnTo>
                        <a:pt x="430" y="5636"/>
                      </a:lnTo>
                      <a:lnTo>
                        <a:pt x="310" y="5731"/>
                      </a:lnTo>
                      <a:lnTo>
                        <a:pt x="167" y="5803"/>
                      </a:lnTo>
                      <a:lnTo>
                        <a:pt x="24" y="5862"/>
                      </a:lnTo>
                      <a:lnTo>
                        <a:pt x="0" y="5874"/>
                      </a:lnTo>
                      <a:lnTo>
                        <a:pt x="0" y="5886"/>
                      </a:lnTo>
                      <a:lnTo>
                        <a:pt x="0" y="5898"/>
                      </a:lnTo>
                      <a:lnTo>
                        <a:pt x="12" y="5910"/>
                      </a:lnTo>
                      <a:lnTo>
                        <a:pt x="108" y="5958"/>
                      </a:lnTo>
                      <a:lnTo>
                        <a:pt x="215" y="5994"/>
                      </a:lnTo>
                      <a:lnTo>
                        <a:pt x="310" y="6018"/>
                      </a:lnTo>
                      <a:lnTo>
                        <a:pt x="418" y="6030"/>
                      </a:lnTo>
                      <a:lnTo>
                        <a:pt x="525" y="6041"/>
                      </a:lnTo>
                      <a:lnTo>
                        <a:pt x="728" y="6041"/>
                      </a:lnTo>
                      <a:lnTo>
                        <a:pt x="836" y="6030"/>
                      </a:lnTo>
                      <a:lnTo>
                        <a:pt x="931" y="6006"/>
                      </a:lnTo>
                      <a:lnTo>
                        <a:pt x="1039" y="5982"/>
                      </a:lnTo>
                      <a:lnTo>
                        <a:pt x="1134" y="5946"/>
                      </a:lnTo>
                      <a:lnTo>
                        <a:pt x="1230" y="5910"/>
                      </a:lnTo>
                      <a:lnTo>
                        <a:pt x="1325" y="5862"/>
                      </a:lnTo>
                      <a:lnTo>
                        <a:pt x="1421" y="5815"/>
                      </a:lnTo>
                      <a:lnTo>
                        <a:pt x="1504" y="5755"/>
                      </a:lnTo>
                      <a:lnTo>
                        <a:pt x="1572" y="5697"/>
                      </a:lnTo>
                      <a:lnTo>
                        <a:pt x="1572" y="5697"/>
                      </a:lnTo>
                      <a:lnTo>
                        <a:pt x="1779" y="5838"/>
                      </a:lnTo>
                      <a:lnTo>
                        <a:pt x="2018" y="5958"/>
                      </a:lnTo>
                      <a:lnTo>
                        <a:pt x="2257" y="6065"/>
                      </a:lnTo>
                      <a:lnTo>
                        <a:pt x="2519" y="6149"/>
                      </a:lnTo>
                      <a:lnTo>
                        <a:pt x="2770" y="6221"/>
                      </a:lnTo>
                      <a:lnTo>
                        <a:pt x="3045" y="6256"/>
                      </a:lnTo>
                      <a:lnTo>
                        <a:pt x="3307" y="6280"/>
                      </a:lnTo>
                      <a:lnTo>
                        <a:pt x="3582" y="6268"/>
                      </a:lnTo>
                      <a:lnTo>
                        <a:pt x="3797" y="6244"/>
                      </a:lnTo>
                      <a:lnTo>
                        <a:pt x="4012" y="6209"/>
                      </a:lnTo>
                      <a:lnTo>
                        <a:pt x="4227" y="6161"/>
                      </a:lnTo>
                      <a:lnTo>
                        <a:pt x="4442" y="6089"/>
                      </a:lnTo>
                      <a:lnTo>
                        <a:pt x="4645" y="6006"/>
                      </a:lnTo>
                      <a:lnTo>
                        <a:pt x="4848" y="5910"/>
                      </a:lnTo>
                      <a:lnTo>
                        <a:pt x="5039" y="5803"/>
                      </a:lnTo>
                      <a:lnTo>
                        <a:pt x="5218" y="5683"/>
                      </a:lnTo>
                      <a:lnTo>
                        <a:pt x="5385" y="5552"/>
                      </a:lnTo>
                      <a:lnTo>
                        <a:pt x="5552" y="5409"/>
                      </a:lnTo>
                      <a:lnTo>
                        <a:pt x="5695" y="5253"/>
                      </a:lnTo>
                      <a:lnTo>
                        <a:pt x="5839" y="5086"/>
                      </a:lnTo>
                      <a:lnTo>
                        <a:pt x="5970" y="4919"/>
                      </a:lnTo>
                      <a:lnTo>
                        <a:pt x="6077" y="4740"/>
                      </a:lnTo>
                      <a:lnTo>
                        <a:pt x="6185" y="4549"/>
                      </a:lnTo>
                      <a:lnTo>
                        <a:pt x="6268" y="4346"/>
                      </a:lnTo>
                      <a:lnTo>
                        <a:pt x="6352" y="4143"/>
                      </a:lnTo>
                      <a:lnTo>
                        <a:pt x="6412" y="3928"/>
                      </a:lnTo>
                      <a:lnTo>
                        <a:pt x="6471" y="3701"/>
                      </a:lnTo>
                      <a:lnTo>
                        <a:pt x="6495" y="3486"/>
                      </a:lnTo>
                      <a:lnTo>
                        <a:pt x="6519" y="3260"/>
                      </a:lnTo>
                      <a:lnTo>
                        <a:pt x="6519" y="3033"/>
                      </a:lnTo>
                      <a:lnTo>
                        <a:pt x="6495" y="2806"/>
                      </a:lnTo>
                      <a:lnTo>
                        <a:pt x="6471" y="2591"/>
                      </a:lnTo>
                      <a:lnTo>
                        <a:pt x="6424" y="2376"/>
                      </a:lnTo>
                      <a:lnTo>
                        <a:pt x="6364" y="2161"/>
                      </a:lnTo>
                      <a:lnTo>
                        <a:pt x="6292" y="1958"/>
                      </a:lnTo>
                      <a:lnTo>
                        <a:pt x="6197" y="1755"/>
                      </a:lnTo>
                      <a:lnTo>
                        <a:pt x="6101" y="1564"/>
                      </a:lnTo>
                      <a:lnTo>
                        <a:pt x="5982" y="1385"/>
                      </a:lnTo>
                      <a:lnTo>
                        <a:pt x="5850" y="1206"/>
                      </a:lnTo>
                      <a:lnTo>
                        <a:pt x="5719" y="1039"/>
                      </a:lnTo>
                      <a:lnTo>
                        <a:pt x="5564" y="884"/>
                      </a:lnTo>
                      <a:lnTo>
                        <a:pt x="5409" y="740"/>
                      </a:lnTo>
                      <a:lnTo>
                        <a:pt x="5242" y="609"/>
                      </a:lnTo>
                      <a:lnTo>
                        <a:pt x="5062" y="478"/>
                      </a:lnTo>
                      <a:lnTo>
                        <a:pt x="4871" y="370"/>
                      </a:lnTo>
                      <a:lnTo>
                        <a:pt x="4680" y="275"/>
                      </a:lnTo>
                      <a:lnTo>
                        <a:pt x="4477" y="191"/>
                      </a:lnTo>
                      <a:lnTo>
                        <a:pt x="4274" y="131"/>
                      </a:lnTo>
                      <a:lnTo>
                        <a:pt x="4060" y="72"/>
                      </a:lnTo>
                      <a:lnTo>
                        <a:pt x="3833" y="24"/>
                      </a:lnTo>
                      <a:lnTo>
                        <a:pt x="36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9"/>
                <p:cNvSpPr/>
                <p:nvPr/>
              </p:nvSpPr>
              <p:spPr>
                <a:xfrm>
                  <a:off x="6733592" y="1861680"/>
                  <a:ext cx="36666" cy="36666"/>
                </a:xfrm>
                <a:custGeom>
                  <a:rect b="b" l="l" r="r" t="t"/>
                  <a:pathLst>
                    <a:path extrusionOk="0" h="682" w="682">
                      <a:moveTo>
                        <a:pt x="335" y="1"/>
                      </a:moveTo>
                      <a:lnTo>
                        <a:pt x="276" y="13"/>
                      </a:lnTo>
                      <a:lnTo>
                        <a:pt x="204" y="25"/>
                      </a:lnTo>
                      <a:lnTo>
                        <a:pt x="144" y="61"/>
                      </a:lnTo>
                      <a:lnTo>
                        <a:pt x="96" y="96"/>
                      </a:lnTo>
                      <a:lnTo>
                        <a:pt x="61" y="156"/>
                      </a:lnTo>
                      <a:lnTo>
                        <a:pt x="25" y="204"/>
                      </a:lnTo>
                      <a:lnTo>
                        <a:pt x="1" y="276"/>
                      </a:lnTo>
                      <a:lnTo>
                        <a:pt x="1" y="347"/>
                      </a:lnTo>
                      <a:lnTo>
                        <a:pt x="1" y="407"/>
                      </a:lnTo>
                      <a:lnTo>
                        <a:pt x="25" y="478"/>
                      </a:lnTo>
                      <a:lnTo>
                        <a:pt x="61" y="538"/>
                      </a:lnTo>
                      <a:lnTo>
                        <a:pt x="96" y="586"/>
                      </a:lnTo>
                      <a:lnTo>
                        <a:pt x="144" y="622"/>
                      </a:lnTo>
                      <a:lnTo>
                        <a:pt x="204" y="658"/>
                      </a:lnTo>
                      <a:lnTo>
                        <a:pt x="276" y="681"/>
                      </a:lnTo>
                      <a:lnTo>
                        <a:pt x="407" y="681"/>
                      </a:lnTo>
                      <a:lnTo>
                        <a:pt x="478" y="658"/>
                      </a:lnTo>
                      <a:lnTo>
                        <a:pt x="526" y="622"/>
                      </a:lnTo>
                      <a:lnTo>
                        <a:pt x="586" y="586"/>
                      </a:lnTo>
                      <a:lnTo>
                        <a:pt x="622" y="538"/>
                      </a:lnTo>
                      <a:lnTo>
                        <a:pt x="658" y="478"/>
                      </a:lnTo>
                      <a:lnTo>
                        <a:pt x="670" y="407"/>
                      </a:lnTo>
                      <a:lnTo>
                        <a:pt x="681" y="347"/>
                      </a:lnTo>
                      <a:lnTo>
                        <a:pt x="670" y="276"/>
                      </a:lnTo>
                      <a:lnTo>
                        <a:pt x="658" y="204"/>
                      </a:lnTo>
                      <a:lnTo>
                        <a:pt x="622" y="156"/>
                      </a:lnTo>
                      <a:lnTo>
                        <a:pt x="586" y="96"/>
                      </a:lnTo>
                      <a:lnTo>
                        <a:pt x="526" y="61"/>
                      </a:lnTo>
                      <a:lnTo>
                        <a:pt x="478"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9"/>
                <p:cNvSpPr/>
                <p:nvPr/>
              </p:nvSpPr>
              <p:spPr>
                <a:xfrm>
                  <a:off x="6793321" y="1861680"/>
                  <a:ext cx="36612" cy="36666"/>
                </a:xfrm>
                <a:custGeom>
                  <a:rect b="b" l="l" r="r" t="t"/>
                  <a:pathLst>
                    <a:path extrusionOk="0" h="682" w="681">
                      <a:moveTo>
                        <a:pt x="335" y="1"/>
                      </a:moveTo>
                      <a:lnTo>
                        <a:pt x="275" y="13"/>
                      </a:lnTo>
                      <a:lnTo>
                        <a:pt x="203" y="25"/>
                      </a:lnTo>
                      <a:lnTo>
                        <a:pt x="144" y="61"/>
                      </a:lnTo>
                      <a:lnTo>
                        <a:pt x="96" y="96"/>
                      </a:lnTo>
                      <a:lnTo>
                        <a:pt x="60" y="156"/>
                      </a:lnTo>
                      <a:lnTo>
                        <a:pt x="24" y="204"/>
                      </a:lnTo>
                      <a:lnTo>
                        <a:pt x="0" y="276"/>
                      </a:lnTo>
                      <a:lnTo>
                        <a:pt x="0" y="347"/>
                      </a:lnTo>
                      <a:lnTo>
                        <a:pt x="0" y="407"/>
                      </a:lnTo>
                      <a:lnTo>
                        <a:pt x="24" y="478"/>
                      </a:lnTo>
                      <a:lnTo>
                        <a:pt x="60" y="538"/>
                      </a:lnTo>
                      <a:lnTo>
                        <a:pt x="96" y="586"/>
                      </a:lnTo>
                      <a:lnTo>
                        <a:pt x="144" y="622"/>
                      </a:lnTo>
                      <a:lnTo>
                        <a:pt x="203" y="658"/>
                      </a:lnTo>
                      <a:lnTo>
                        <a:pt x="275" y="681"/>
                      </a:lnTo>
                      <a:lnTo>
                        <a:pt x="406" y="681"/>
                      </a:lnTo>
                      <a:lnTo>
                        <a:pt x="478" y="658"/>
                      </a:lnTo>
                      <a:lnTo>
                        <a:pt x="526" y="622"/>
                      </a:lnTo>
                      <a:lnTo>
                        <a:pt x="585" y="586"/>
                      </a:lnTo>
                      <a:lnTo>
                        <a:pt x="621" y="538"/>
                      </a:lnTo>
                      <a:lnTo>
                        <a:pt x="657" y="478"/>
                      </a:lnTo>
                      <a:lnTo>
                        <a:pt x="669" y="407"/>
                      </a:lnTo>
                      <a:lnTo>
                        <a:pt x="681" y="347"/>
                      </a:lnTo>
                      <a:lnTo>
                        <a:pt x="669" y="276"/>
                      </a:lnTo>
                      <a:lnTo>
                        <a:pt x="657" y="204"/>
                      </a:lnTo>
                      <a:lnTo>
                        <a:pt x="621" y="156"/>
                      </a:lnTo>
                      <a:lnTo>
                        <a:pt x="585" y="96"/>
                      </a:lnTo>
                      <a:lnTo>
                        <a:pt x="526" y="61"/>
                      </a:lnTo>
                      <a:lnTo>
                        <a:pt x="478" y="25"/>
                      </a:lnTo>
                      <a:lnTo>
                        <a:pt x="406"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9"/>
                <p:cNvSpPr/>
                <p:nvPr/>
              </p:nvSpPr>
              <p:spPr>
                <a:xfrm>
                  <a:off x="6852996" y="1861680"/>
                  <a:ext cx="36666" cy="36666"/>
                </a:xfrm>
                <a:custGeom>
                  <a:rect b="b" l="l" r="r" t="t"/>
                  <a:pathLst>
                    <a:path extrusionOk="0" h="682" w="682">
                      <a:moveTo>
                        <a:pt x="335" y="1"/>
                      </a:moveTo>
                      <a:lnTo>
                        <a:pt x="275" y="13"/>
                      </a:lnTo>
                      <a:lnTo>
                        <a:pt x="204" y="25"/>
                      </a:lnTo>
                      <a:lnTo>
                        <a:pt x="144" y="61"/>
                      </a:lnTo>
                      <a:lnTo>
                        <a:pt x="96" y="96"/>
                      </a:lnTo>
                      <a:lnTo>
                        <a:pt x="60" y="156"/>
                      </a:lnTo>
                      <a:lnTo>
                        <a:pt x="25" y="204"/>
                      </a:lnTo>
                      <a:lnTo>
                        <a:pt x="1" y="276"/>
                      </a:lnTo>
                      <a:lnTo>
                        <a:pt x="1" y="347"/>
                      </a:lnTo>
                      <a:lnTo>
                        <a:pt x="1" y="407"/>
                      </a:lnTo>
                      <a:lnTo>
                        <a:pt x="25" y="478"/>
                      </a:lnTo>
                      <a:lnTo>
                        <a:pt x="60" y="538"/>
                      </a:lnTo>
                      <a:lnTo>
                        <a:pt x="96" y="586"/>
                      </a:lnTo>
                      <a:lnTo>
                        <a:pt x="144" y="622"/>
                      </a:lnTo>
                      <a:lnTo>
                        <a:pt x="204" y="658"/>
                      </a:lnTo>
                      <a:lnTo>
                        <a:pt x="275" y="681"/>
                      </a:lnTo>
                      <a:lnTo>
                        <a:pt x="407" y="681"/>
                      </a:lnTo>
                      <a:lnTo>
                        <a:pt x="466" y="658"/>
                      </a:lnTo>
                      <a:lnTo>
                        <a:pt x="526" y="622"/>
                      </a:lnTo>
                      <a:lnTo>
                        <a:pt x="586" y="586"/>
                      </a:lnTo>
                      <a:lnTo>
                        <a:pt x="622" y="538"/>
                      </a:lnTo>
                      <a:lnTo>
                        <a:pt x="657" y="478"/>
                      </a:lnTo>
                      <a:lnTo>
                        <a:pt x="669" y="407"/>
                      </a:lnTo>
                      <a:lnTo>
                        <a:pt x="681" y="347"/>
                      </a:lnTo>
                      <a:lnTo>
                        <a:pt x="669" y="276"/>
                      </a:lnTo>
                      <a:lnTo>
                        <a:pt x="657" y="204"/>
                      </a:lnTo>
                      <a:lnTo>
                        <a:pt x="622" y="156"/>
                      </a:lnTo>
                      <a:lnTo>
                        <a:pt x="586" y="96"/>
                      </a:lnTo>
                      <a:lnTo>
                        <a:pt x="526" y="61"/>
                      </a:lnTo>
                      <a:lnTo>
                        <a:pt x="466"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3" name="Google Shape;1313;p9"/>
              <p:cNvSpPr/>
              <p:nvPr/>
            </p:nvSpPr>
            <p:spPr>
              <a:xfrm>
                <a:off x="866175" y="1604526"/>
                <a:ext cx="303294" cy="291618"/>
              </a:xfrm>
              <a:custGeom>
                <a:rect b="b" l="l" r="r" t="t"/>
                <a:pathLst>
                  <a:path extrusionOk="0" h="6269" w="6520">
                    <a:moveTo>
                      <a:pt x="3355" y="60"/>
                    </a:moveTo>
                    <a:lnTo>
                      <a:pt x="3570" y="84"/>
                    </a:lnTo>
                    <a:lnTo>
                      <a:pt x="3785" y="119"/>
                    </a:lnTo>
                    <a:lnTo>
                      <a:pt x="4000" y="179"/>
                    </a:lnTo>
                    <a:lnTo>
                      <a:pt x="4203" y="251"/>
                    </a:lnTo>
                    <a:lnTo>
                      <a:pt x="4394" y="322"/>
                    </a:lnTo>
                    <a:lnTo>
                      <a:pt x="4585" y="418"/>
                    </a:lnTo>
                    <a:lnTo>
                      <a:pt x="4776" y="525"/>
                    </a:lnTo>
                    <a:lnTo>
                      <a:pt x="4943" y="645"/>
                    </a:lnTo>
                    <a:lnTo>
                      <a:pt x="5111" y="776"/>
                    </a:lnTo>
                    <a:lnTo>
                      <a:pt x="5278" y="919"/>
                    </a:lnTo>
                    <a:lnTo>
                      <a:pt x="5421" y="1075"/>
                    </a:lnTo>
                    <a:lnTo>
                      <a:pt x="5564" y="1230"/>
                    </a:lnTo>
                    <a:lnTo>
                      <a:pt x="5684" y="1409"/>
                    </a:lnTo>
                    <a:lnTo>
                      <a:pt x="5803" y="1588"/>
                    </a:lnTo>
                    <a:lnTo>
                      <a:pt x="5899" y="1779"/>
                    </a:lnTo>
                    <a:lnTo>
                      <a:pt x="5994" y="1970"/>
                    </a:lnTo>
                    <a:lnTo>
                      <a:pt x="6066" y="2173"/>
                    </a:lnTo>
                    <a:lnTo>
                      <a:pt x="6125" y="2376"/>
                    </a:lnTo>
                    <a:lnTo>
                      <a:pt x="6173" y="2579"/>
                    </a:lnTo>
                    <a:lnTo>
                      <a:pt x="6197" y="2842"/>
                    </a:lnTo>
                    <a:lnTo>
                      <a:pt x="6221" y="3092"/>
                    </a:lnTo>
                    <a:lnTo>
                      <a:pt x="6209" y="3343"/>
                    </a:lnTo>
                    <a:lnTo>
                      <a:pt x="6185" y="3606"/>
                    </a:lnTo>
                    <a:lnTo>
                      <a:pt x="6125" y="3857"/>
                    </a:lnTo>
                    <a:lnTo>
                      <a:pt x="6066" y="4095"/>
                    </a:lnTo>
                    <a:lnTo>
                      <a:pt x="5970" y="4334"/>
                    </a:lnTo>
                    <a:lnTo>
                      <a:pt x="5863" y="4573"/>
                    </a:lnTo>
                    <a:lnTo>
                      <a:pt x="5731" y="4788"/>
                    </a:lnTo>
                    <a:lnTo>
                      <a:pt x="5588" y="4991"/>
                    </a:lnTo>
                    <a:lnTo>
                      <a:pt x="5588" y="5015"/>
                    </a:lnTo>
                    <a:lnTo>
                      <a:pt x="5648" y="5170"/>
                    </a:lnTo>
                    <a:lnTo>
                      <a:pt x="5719" y="5313"/>
                    </a:lnTo>
                    <a:lnTo>
                      <a:pt x="5815" y="5445"/>
                    </a:lnTo>
                    <a:lnTo>
                      <a:pt x="5922" y="5576"/>
                    </a:lnTo>
                    <a:lnTo>
                      <a:pt x="6042" y="5683"/>
                    </a:lnTo>
                    <a:lnTo>
                      <a:pt x="6173" y="5779"/>
                    </a:lnTo>
                    <a:lnTo>
                      <a:pt x="6328" y="5862"/>
                    </a:lnTo>
                    <a:lnTo>
                      <a:pt x="6399" y="5890"/>
                    </a:lnTo>
                    <a:lnTo>
                      <a:pt x="6399" y="5890"/>
                    </a:lnTo>
                    <a:lnTo>
                      <a:pt x="6376" y="5898"/>
                    </a:lnTo>
                    <a:lnTo>
                      <a:pt x="6281" y="5934"/>
                    </a:lnTo>
                    <a:lnTo>
                      <a:pt x="6185" y="5958"/>
                    </a:lnTo>
                    <a:lnTo>
                      <a:pt x="6078" y="5970"/>
                    </a:lnTo>
                    <a:lnTo>
                      <a:pt x="5887" y="5982"/>
                    </a:lnTo>
                    <a:lnTo>
                      <a:pt x="5684" y="5970"/>
                    </a:lnTo>
                    <a:lnTo>
                      <a:pt x="5493" y="5922"/>
                    </a:lnTo>
                    <a:lnTo>
                      <a:pt x="5302" y="5862"/>
                    </a:lnTo>
                    <a:lnTo>
                      <a:pt x="5218" y="5815"/>
                    </a:lnTo>
                    <a:lnTo>
                      <a:pt x="5134" y="5767"/>
                    </a:lnTo>
                    <a:lnTo>
                      <a:pt x="5051" y="5707"/>
                    </a:lnTo>
                    <a:lnTo>
                      <a:pt x="4967" y="5636"/>
                    </a:lnTo>
                    <a:lnTo>
                      <a:pt x="4931" y="5636"/>
                    </a:lnTo>
                    <a:lnTo>
                      <a:pt x="4705" y="5779"/>
                    </a:lnTo>
                    <a:lnTo>
                      <a:pt x="4478" y="5910"/>
                    </a:lnTo>
                    <a:lnTo>
                      <a:pt x="4239" y="6006"/>
                    </a:lnTo>
                    <a:lnTo>
                      <a:pt x="3988" y="6089"/>
                    </a:lnTo>
                    <a:lnTo>
                      <a:pt x="3726" y="6161"/>
                    </a:lnTo>
                    <a:lnTo>
                      <a:pt x="3463" y="6197"/>
                    </a:lnTo>
                    <a:lnTo>
                      <a:pt x="3200" y="6221"/>
                    </a:lnTo>
                    <a:lnTo>
                      <a:pt x="2938" y="6209"/>
                    </a:lnTo>
                    <a:lnTo>
                      <a:pt x="2723" y="6185"/>
                    </a:lnTo>
                    <a:lnTo>
                      <a:pt x="2508" y="6149"/>
                    </a:lnTo>
                    <a:lnTo>
                      <a:pt x="2293" y="6101"/>
                    </a:lnTo>
                    <a:lnTo>
                      <a:pt x="2090" y="6030"/>
                    </a:lnTo>
                    <a:lnTo>
                      <a:pt x="1899" y="5958"/>
                    </a:lnTo>
                    <a:lnTo>
                      <a:pt x="1696" y="5862"/>
                    </a:lnTo>
                    <a:lnTo>
                      <a:pt x="1517" y="5755"/>
                    </a:lnTo>
                    <a:lnTo>
                      <a:pt x="1338" y="5636"/>
                    </a:lnTo>
                    <a:lnTo>
                      <a:pt x="1171" y="5504"/>
                    </a:lnTo>
                    <a:lnTo>
                      <a:pt x="1003" y="5361"/>
                    </a:lnTo>
                    <a:lnTo>
                      <a:pt x="860" y="5218"/>
                    </a:lnTo>
                    <a:lnTo>
                      <a:pt x="729" y="5051"/>
                    </a:lnTo>
                    <a:lnTo>
                      <a:pt x="597" y="4883"/>
                    </a:lnTo>
                    <a:lnTo>
                      <a:pt x="490" y="4704"/>
                    </a:lnTo>
                    <a:lnTo>
                      <a:pt x="382" y="4525"/>
                    </a:lnTo>
                    <a:lnTo>
                      <a:pt x="299" y="4322"/>
                    </a:lnTo>
                    <a:lnTo>
                      <a:pt x="215" y="4119"/>
                    </a:lnTo>
                    <a:lnTo>
                      <a:pt x="156" y="3904"/>
                    </a:lnTo>
                    <a:lnTo>
                      <a:pt x="108" y="3689"/>
                    </a:lnTo>
                    <a:lnTo>
                      <a:pt x="72" y="3475"/>
                    </a:lnTo>
                    <a:lnTo>
                      <a:pt x="60" y="3248"/>
                    </a:lnTo>
                    <a:lnTo>
                      <a:pt x="60" y="3033"/>
                    </a:lnTo>
                    <a:lnTo>
                      <a:pt x="72" y="2806"/>
                    </a:lnTo>
                    <a:lnTo>
                      <a:pt x="108" y="2591"/>
                    </a:lnTo>
                    <a:lnTo>
                      <a:pt x="144" y="2388"/>
                    </a:lnTo>
                    <a:lnTo>
                      <a:pt x="203" y="2173"/>
                    </a:lnTo>
                    <a:lnTo>
                      <a:pt x="287" y="1982"/>
                    </a:lnTo>
                    <a:lnTo>
                      <a:pt x="371" y="1779"/>
                    </a:lnTo>
                    <a:lnTo>
                      <a:pt x="466" y="1600"/>
                    </a:lnTo>
                    <a:lnTo>
                      <a:pt x="585" y="1409"/>
                    </a:lnTo>
                    <a:lnTo>
                      <a:pt x="705" y="1242"/>
                    </a:lnTo>
                    <a:lnTo>
                      <a:pt x="848" y="1075"/>
                    </a:lnTo>
                    <a:lnTo>
                      <a:pt x="991" y="919"/>
                    </a:lnTo>
                    <a:lnTo>
                      <a:pt x="1147" y="776"/>
                    </a:lnTo>
                    <a:lnTo>
                      <a:pt x="1314" y="645"/>
                    </a:lnTo>
                    <a:lnTo>
                      <a:pt x="1493" y="525"/>
                    </a:lnTo>
                    <a:lnTo>
                      <a:pt x="1672" y="418"/>
                    </a:lnTo>
                    <a:lnTo>
                      <a:pt x="1863" y="334"/>
                    </a:lnTo>
                    <a:lnTo>
                      <a:pt x="2066" y="251"/>
                    </a:lnTo>
                    <a:lnTo>
                      <a:pt x="2269" y="179"/>
                    </a:lnTo>
                    <a:lnTo>
                      <a:pt x="2472" y="131"/>
                    </a:lnTo>
                    <a:lnTo>
                      <a:pt x="2699" y="84"/>
                    </a:lnTo>
                    <a:lnTo>
                      <a:pt x="2914" y="60"/>
                    </a:lnTo>
                    <a:close/>
                    <a:moveTo>
                      <a:pt x="2890" y="0"/>
                    </a:moveTo>
                    <a:lnTo>
                      <a:pt x="2663" y="36"/>
                    </a:lnTo>
                    <a:lnTo>
                      <a:pt x="2448" y="72"/>
                    </a:lnTo>
                    <a:lnTo>
                      <a:pt x="2245" y="119"/>
                    </a:lnTo>
                    <a:lnTo>
                      <a:pt x="2030" y="191"/>
                    </a:lnTo>
                    <a:lnTo>
                      <a:pt x="1827" y="275"/>
                    </a:lnTo>
                    <a:lnTo>
                      <a:pt x="1636" y="370"/>
                    </a:lnTo>
                    <a:lnTo>
                      <a:pt x="1445" y="490"/>
                    </a:lnTo>
                    <a:lnTo>
                      <a:pt x="1266" y="609"/>
                    </a:lnTo>
                    <a:lnTo>
                      <a:pt x="1099" y="740"/>
                    </a:lnTo>
                    <a:lnTo>
                      <a:pt x="944" y="896"/>
                    </a:lnTo>
                    <a:lnTo>
                      <a:pt x="788" y="1051"/>
                    </a:lnTo>
                    <a:lnTo>
                      <a:pt x="657" y="1218"/>
                    </a:lnTo>
                    <a:lnTo>
                      <a:pt x="526" y="1385"/>
                    </a:lnTo>
                    <a:lnTo>
                      <a:pt x="418" y="1576"/>
                    </a:lnTo>
                    <a:lnTo>
                      <a:pt x="311" y="1767"/>
                    </a:lnTo>
                    <a:lnTo>
                      <a:pt x="227" y="1958"/>
                    </a:lnTo>
                    <a:lnTo>
                      <a:pt x="144" y="2161"/>
                    </a:lnTo>
                    <a:lnTo>
                      <a:pt x="84" y="2376"/>
                    </a:lnTo>
                    <a:lnTo>
                      <a:pt x="36" y="2603"/>
                    </a:lnTo>
                    <a:lnTo>
                      <a:pt x="12" y="2830"/>
                    </a:lnTo>
                    <a:lnTo>
                      <a:pt x="0" y="3057"/>
                    </a:lnTo>
                    <a:lnTo>
                      <a:pt x="0" y="3283"/>
                    </a:lnTo>
                    <a:lnTo>
                      <a:pt x="12" y="3498"/>
                    </a:lnTo>
                    <a:lnTo>
                      <a:pt x="48" y="3725"/>
                    </a:lnTo>
                    <a:lnTo>
                      <a:pt x="96" y="3952"/>
                    </a:lnTo>
                    <a:lnTo>
                      <a:pt x="168" y="4155"/>
                    </a:lnTo>
                    <a:lnTo>
                      <a:pt x="239" y="4358"/>
                    </a:lnTo>
                    <a:lnTo>
                      <a:pt x="335" y="4549"/>
                    </a:lnTo>
                    <a:lnTo>
                      <a:pt x="442" y="4740"/>
                    </a:lnTo>
                    <a:lnTo>
                      <a:pt x="550" y="4919"/>
                    </a:lnTo>
                    <a:lnTo>
                      <a:pt x="681" y="5098"/>
                    </a:lnTo>
                    <a:lnTo>
                      <a:pt x="824" y="5265"/>
                    </a:lnTo>
                    <a:lnTo>
                      <a:pt x="979" y="5421"/>
                    </a:lnTo>
                    <a:lnTo>
                      <a:pt x="1135" y="5564"/>
                    </a:lnTo>
                    <a:lnTo>
                      <a:pt x="1314" y="5695"/>
                    </a:lnTo>
                    <a:lnTo>
                      <a:pt x="1493" y="5815"/>
                    </a:lnTo>
                    <a:lnTo>
                      <a:pt x="1684" y="5922"/>
                    </a:lnTo>
                    <a:lnTo>
                      <a:pt x="1875" y="6018"/>
                    </a:lnTo>
                    <a:lnTo>
                      <a:pt x="2078" y="6089"/>
                    </a:lnTo>
                    <a:lnTo>
                      <a:pt x="2281" y="6161"/>
                    </a:lnTo>
                    <a:lnTo>
                      <a:pt x="2496" y="6209"/>
                    </a:lnTo>
                    <a:lnTo>
                      <a:pt x="2758" y="6256"/>
                    </a:lnTo>
                    <a:lnTo>
                      <a:pt x="3009" y="6268"/>
                    </a:lnTo>
                    <a:lnTo>
                      <a:pt x="3272" y="6268"/>
                    </a:lnTo>
                    <a:lnTo>
                      <a:pt x="3523" y="6256"/>
                    </a:lnTo>
                    <a:lnTo>
                      <a:pt x="3785" y="6209"/>
                    </a:lnTo>
                    <a:lnTo>
                      <a:pt x="4024" y="6149"/>
                    </a:lnTo>
                    <a:lnTo>
                      <a:pt x="4275" y="6065"/>
                    </a:lnTo>
                    <a:lnTo>
                      <a:pt x="4514" y="5958"/>
                    </a:lnTo>
                    <a:lnTo>
                      <a:pt x="4740" y="5827"/>
                    </a:lnTo>
                    <a:lnTo>
                      <a:pt x="4947" y="5696"/>
                    </a:lnTo>
                    <a:lnTo>
                      <a:pt x="4947" y="5696"/>
                    </a:lnTo>
                    <a:lnTo>
                      <a:pt x="5015" y="5755"/>
                    </a:lnTo>
                    <a:lnTo>
                      <a:pt x="5099" y="5815"/>
                    </a:lnTo>
                    <a:lnTo>
                      <a:pt x="5182" y="5862"/>
                    </a:lnTo>
                    <a:lnTo>
                      <a:pt x="5278" y="5910"/>
                    </a:lnTo>
                    <a:lnTo>
                      <a:pt x="5373" y="5946"/>
                    </a:lnTo>
                    <a:lnTo>
                      <a:pt x="5481" y="5982"/>
                    </a:lnTo>
                    <a:lnTo>
                      <a:pt x="5576" y="6006"/>
                    </a:lnTo>
                    <a:lnTo>
                      <a:pt x="5684" y="6030"/>
                    </a:lnTo>
                    <a:lnTo>
                      <a:pt x="5779" y="6042"/>
                    </a:lnTo>
                    <a:lnTo>
                      <a:pt x="5994" y="6042"/>
                    </a:lnTo>
                    <a:lnTo>
                      <a:pt x="6090" y="6030"/>
                    </a:lnTo>
                    <a:lnTo>
                      <a:pt x="6197" y="6018"/>
                    </a:lnTo>
                    <a:lnTo>
                      <a:pt x="6305" y="5994"/>
                    </a:lnTo>
                    <a:lnTo>
                      <a:pt x="6400" y="5958"/>
                    </a:lnTo>
                    <a:lnTo>
                      <a:pt x="6477" y="5920"/>
                    </a:lnTo>
                    <a:lnTo>
                      <a:pt x="6477" y="5920"/>
                    </a:lnTo>
                    <a:lnTo>
                      <a:pt x="6484" y="5922"/>
                    </a:lnTo>
                    <a:lnTo>
                      <a:pt x="6484" y="5922"/>
                    </a:lnTo>
                    <a:lnTo>
                      <a:pt x="6483" y="5917"/>
                    </a:lnTo>
                    <a:lnTo>
                      <a:pt x="6483" y="5917"/>
                    </a:lnTo>
                    <a:lnTo>
                      <a:pt x="6496" y="5910"/>
                    </a:lnTo>
                    <a:lnTo>
                      <a:pt x="6507" y="5898"/>
                    </a:lnTo>
                    <a:lnTo>
                      <a:pt x="6519" y="5886"/>
                    </a:lnTo>
                    <a:lnTo>
                      <a:pt x="6507" y="5874"/>
                    </a:lnTo>
                    <a:lnTo>
                      <a:pt x="6496" y="5862"/>
                    </a:lnTo>
                    <a:lnTo>
                      <a:pt x="6340" y="5803"/>
                    </a:lnTo>
                    <a:lnTo>
                      <a:pt x="6209" y="5731"/>
                    </a:lnTo>
                    <a:lnTo>
                      <a:pt x="6078" y="5636"/>
                    </a:lnTo>
                    <a:lnTo>
                      <a:pt x="5970" y="5528"/>
                    </a:lnTo>
                    <a:lnTo>
                      <a:pt x="5863" y="5409"/>
                    </a:lnTo>
                    <a:lnTo>
                      <a:pt x="5779" y="5289"/>
                    </a:lnTo>
                    <a:lnTo>
                      <a:pt x="5708" y="5146"/>
                    </a:lnTo>
                    <a:lnTo>
                      <a:pt x="5651" y="5010"/>
                    </a:lnTo>
                    <a:lnTo>
                      <a:pt x="5791" y="4800"/>
                    </a:lnTo>
                    <a:lnTo>
                      <a:pt x="5922" y="4561"/>
                    </a:lnTo>
                    <a:lnTo>
                      <a:pt x="6042" y="4322"/>
                    </a:lnTo>
                    <a:lnTo>
                      <a:pt x="6125" y="4071"/>
                    </a:lnTo>
                    <a:lnTo>
                      <a:pt x="6197" y="3821"/>
                    </a:lnTo>
                    <a:lnTo>
                      <a:pt x="6245" y="3558"/>
                    </a:lnTo>
                    <a:lnTo>
                      <a:pt x="6269" y="3283"/>
                    </a:lnTo>
                    <a:lnTo>
                      <a:pt x="6269" y="3021"/>
                    </a:lnTo>
                    <a:lnTo>
                      <a:pt x="6257" y="2794"/>
                    </a:lnTo>
                    <a:lnTo>
                      <a:pt x="6221" y="2579"/>
                    </a:lnTo>
                    <a:lnTo>
                      <a:pt x="6185" y="2364"/>
                    </a:lnTo>
                    <a:lnTo>
                      <a:pt x="6113" y="2149"/>
                    </a:lnTo>
                    <a:lnTo>
                      <a:pt x="6042" y="1946"/>
                    </a:lnTo>
                    <a:lnTo>
                      <a:pt x="5946" y="1743"/>
                    </a:lnTo>
                    <a:lnTo>
                      <a:pt x="5851" y="1540"/>
                    </a:lnTo>
                    <a:lnTo>
                      <a:pt x="5731" y="1361"/>
                    </a:lnTo>
                    <a:lnTo>
                      <a:pt x="5600" y="1182"/>
                    </a:lnTo>
                    <a:lnTo>
                      <a:pt x="5457" y="1027"/>
                    </a:lnTo>
                    <a:lnTo>
                      <a:pt x="5314" y="872"/>
                    </a:lnTo>
                    <a:lnTo>
                      <a:pt x="5146" y="728"/>
                    </a:lnTo>
                    <a:lnTo>
                      <a:pt x="4979" y="597"/>
                    </a:lnTo>
                    <a:lnTo>
                      <a:pt x="4800" y="478"/>
                    </a:lnTo>
                    <a:lnTo>
                      <a:pt x="4609" y="358"/>
                    </a:lnTo>
                    <a:lnTo>
                      <a:pt x="4418" y="275"/>
                    </a:lnTo>
                    <a:lnTo>
                      <a:pt x="4215" y="179"/>
                    </a:lnTo>
                    <a:lnTo>
                      <a:pt x="4000" y="119"/>
                    </a:lnTo>
                    <a:lnTo>
                      <a:pt x="3785" y="60"/>
                    </a:lnTo>
                    <a:lnTo>
                      <a:pt x="3558" y="24"/>
                    </a:lnTo>
                    <a:lnTo>
                      <a:pt x="333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314" name="Google Shape;1314;p9"/>
          <p:cNvSpPr txBox="1"/>
          <p:nvPr/>
        </p:nvSpPr>
        <p:spPr>
          <a:xfrm>
            <a:off x="2239275" y="-102900"/>
            <a:ext cx="6598200" cy="5541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3000"/>
              <a:buFont typeface="Arial"/>
              <a:buNone/>
            </a:pPr>
            <a:r>
              <a:rPr b="1" i="0" lang="en" sz="3000" u="sng" cap="none" strike="noStrike">
                <a:solidFill>
                  <a:schemeClr val="dk1"/>
                </a:solidFill>
                <a:latin typeface="Albert Sans"/>
                <a:ea typeface="Albert Sans"/>
                <a:cs typeface="Albert Sans"/>
                <a:sym typeface="Albert Sans"/>
              </a:rPr>
              <a:t>High-Fidelity Prototype</a:t>
            </a:r>
            <a:endParaRPr b="1" i="0" sz="3000" u="sng" cap="none" strike="noStrike">
              <a:solidFill>
                <a:schemeClr val="dk1"/>
              </a:solidFill>
              <a:latin typeface="Albert Sans"/>
              <a:ea typeface="Albert Sans"/>
              <a:cs typeface="Albert Sans"/>
              <a:sym typeface="Albert Sans"/>
            </a:endParaRPr>
          </a:p>
        </p:txBody>
      </p:sp>
      <p:pic>
        <p:nvPicPr>
          <p:cNvPr id="1315" name="Google Shape;1315;p9" title="0C98B666-97F7-46E0-B522-1F16954A5B78.JPEG"/>
          <p:cNvPicPr preferRelativeResize="0"/>
          <p:nvPr/>
        </p:nvPicPr>
        <p:blipFill rotWithShape="1">
          <a:blip r:embed="rId3">
            <a:alphaModFix/>
          </a:blip>
          <a:srcRect b="0" l="4936" r="5642" t="0"/>
          <a:stretch/>
        </p:blipFill>
        <p:spPr>
          <a:xfrm>
            <a:off x="92675" y="555950"/>
            <a:ext cx="4188426" cy="2384900"/>
          </a:xfrm>
          <a:prstGeom prst="rect">
            <a:avLst/>
          </a:prstGeom>
          <a:noFill/>
          <a:ln>
            <a:noFill/>
          </a:ln>
        </p:spPr>
      </p:pic>
      <p:pic>
        <p:nvPicPr>
          <p:cNvPr id="1316" name="Google Shape;1316;p9" title="0991C8FA-68DC-48E8-B5F7-859C60AA265F.jpg"/>
          <p:cNvPicPr preferRelativeResize="0"/>
          <p:nvPr/>
        </p:nvPicPr>
        <p:blipFill rotWithShape="1">
          <a:blip r:embed="rId4">
            <a:alphaModFix/>
          </a:blip>
          <a:srcRect b="0" l="-3300" r="3298" t="0"/>
          <a:stretch/>
        </p:blipFill>
        <p:spPr>
          <a:xfrm>
            <a:off x="4281100" y="555950"/>
            <a:ext cx="4750848" cy="2384900"/>
          </a:xfrm>
          <a:prstGeom prst="rect">
            <a:avLst/>
          </a:prstGeom>
          <a:noFill/>
          <a:ln>
            <a:noFill/>
          </a:ln>
        </p:spPr>
      </p:pic>
      <p:pic>
        <p:nvPicPr>
          <p:cNvPr id="1317" name="Google Shape;1317;p9" title="3B56409E-BF1D-4EDC-AF37-351DF044A9DB.JPEG"/>
          <p:cNvPicPr preferRelativeResize="0"/>
          <p:nvPr/>
        </p:nvPicPr>
        <p:blipFill rotWithShape="1">
          <a:blip r:embed="rId5">
            <a:alphaModFix/>
          </a:blip>
          <a:srcRect b="0" l="0" r="0" t="0"/>
          <a:stretch/>
        </p:blipFill>
        <p:spPr>
          <a:xfrm>
            <a:off x="2050650" y="2997975"/>
            <a:ext cx="4583224" cy="2085999"/>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1" name="Shape 1321"/>
        <p:cNvGrpSpPr/>
        <p:nvPr/>
      </p:nvGrpSpPr>
      <p:grpSpPr>
        <a:xfrm>
          <a:off x="0" y="0"/>
          <a:ext cx="0" cy="0"/>
          <a:chOff x="0" y="0"/>
          <a:chExt cx="0" cy="0"/>
        </a:xfrm>
      </p:grpSpPr>
      <p:sp>
        <p:nvSpPr>
          <p:cNvPr id="1322" name="Google Shape;1322;p10"/>
          <p:cNvSpPr txBox="1"/>
          <p:nvPr/>
        </p:nvSpPr>
        <p:spPr>
          <a:xfrm>
            <a:off x="1646225" y="-37"/>
            <a:ext cx="6781800" cy="6465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200"/>
              </a:spcAft>
              <a:buClr>
                <a:srgbClr val="000000"/>
              </a:buClr>
              <a:buSzPts val="3000"/>
              <a:buFont typeface="Arial"/>
              <a:buNone/>
            </a:pPr>
            <a:r>
              <a:rPr b="1" i="0" lang="en" sz="3000" u="sng" cap="none" strike="noStrike">
                <a:solidFill>
                  <a:schemeClr val="dk1"/>
                </a:solidFill>
                <a:latin typeface="Albert Sans"/>
                <a:ea typeface="Albert Sans"/>
                <a:cs typeface="Albert Sans"/>
                <a:sym typeface="Albert Sans"/>
              </a:rPr>
              <a:t>Design Changes After Feedback</a:t>
            </a:r>
            <a:endParaRPr b="0" i="0" sz="3000" u="sng" cap="none" strike="noStrike">
              <a:solidFill>
                <a:schemeClr val="dk1"/>
              </a:solidFill>
              <a:latin typeface="Albert Sans"/>
              <a:ea typeface="Albert Sans"/>
              <a:cs typeface="Albert Sans"/>
              <a:sym typeface="Albert Sans"/>
            </a:endParaRPr>
          </a:p>
        </p:txBody>
      </p:sp>
      <p:pic>
        <p:nvPicPr>
          <p:cNvPr id="1323" name="Google Shape;1323;p10" title="0991C8FA-68DC-48E8-B5F7-859C60AA265F.jpg"/>
          <p:cNvPicPr preferRelativeResize="0"/>
          <p:nvPr/>
        </p:nvPicPr>
        <p:blipFill rotWithShape="1">
          <a:blip r:embed="rId3">
            <a:alphaModFix/>
          </a:blip>
          <a:srcRect b="0" l="5064" r="6085" t="0"/>
          <a:stretch/>
        </p:blipFill>
        <p:spPr>
          <a:xfrm>
            <a:off x="56025" y="1113450"/>
            <a:ext cx="4331249" cy="3772324"/>
          </a:xfrm>
          <a:prstGeom prst="rect">
            <a:avLst/>
          </a:prstGeom>
          <a:noFill/>
          <a:ln>
            <a:noFill/>
          </a:ln>
        </p:spPr>
      </p:pic>
      <p:pic>
        <p:nvPicPr>
          <p:cNvPr id="1324" name="Google Shape;1324;p10" title="FEB71050-2DFE-446C-8FC3-D4DD95586A8E.jpg"/>
          <p:cNvPicPr preferRelativeResize="0"/>
          <p:nvPr/>
        </p:nvPicPr>
        <p:blipFill rotWithShape="1">
          <a:blip r:embed="rId4">
            <a:alphaModFix/>
          </a:blip>
          <a:srcRect b="0" l="5265" r="881" t="0"/>
          <a:stretch/>
        </p:blipFill>
        <p:spPr>
          <a:xfrm>
            <a:off x="4512350" y="1113450"/>
            <a:ext cx="4570076" cy="3772324"/>
          </a:xfrm>
          <a:prstGeom prst="rect">
            <a:avLst/>
          </a:prstGeom>
          <a:noFill/>
          <a:ln>
            <a:noFill/>
          </a:ln>
        </p:spPr>
      </p:pic>
      <p:sp>
        <p:nvSpPr>
          <p:cNvPr id="1325" name="Google Shape;1325;p10"/>
          <p:cNvSpPr txBox="1"/>
          <p:nvPr/>
        </p:nvSpPr>
        <p:spPr>
          <a:xfrm>
            <a:off x="1523925" y="695488"/>
            <a:ext cx="8023500" cy="492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2000"/>
              <a:buFont typeface="Arial"/>
              <a:buNone/>
            </a:pPr>
            <a:r>
              <a:rPr b="1" i="0" lang="en" sz="2000" u="none" cap="none" strike="noStrike">
                <a:solidFill>
                  <a:schemeClr val="lt1"/>
                </a:solidFill>
                <a:latin typeface="Merriweather"/>
                <a:ea typeface="Merriweather"/>
                <a:cs typeface="Merriweather"/>
                <a:sym typeface="Merriweather"/>
              </a:rPr>
              <a:t>Before									      After</a:t>
            </a:r>
            <a:endParaRPr b="1" i="0" sz="2000" u="none" cap="none" strike="noStrike">
              <a:solidFill>
                <a:schemeClr val="lt1"/>
              </a:solidFill>
              <a:latin typeface="Merriweather"/>
              <a:ea typeface="Merriweather"/>
              <a:cs typeface="Merriweather"/>
              <a:sym typeface="Merriweathe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 name="Shape 1329"/>
        <p:cNvGrpSpPr/>
        <p:nvPr/>
      </p:nvGrpSpPr>
      <p:grpSpPr>
        <a:xfrm>
          <a:off x="0" y="0"/>
          <a:ext cx="0" cy="0"/>
          <a:chOff x="0" y="0"/>
          <a:chExt cx="0" cy="0"/>
        </a:xfrm>
      </p:grpSpPr>
      <p:sp>
        <p:nvSpPr>
          <p:cNvPr id="1330" name="Google Shape;1330;p11"/>
          <p:cNvSpPr txBox="1"/>
          <p:nvPr>
            <p:ph idx="8" type="title"/>
          </p:nvPr>
        </p:nvSpPr>
        <p:spPr>
          <a:xfrm>
            <a:off x="2167538" y="-6478"/>
            <a:ext cx="7704000" cy="548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u="sng">
                <a:latin typeface="Albert Sans"/>
                <a:ea typeface="Albert Sans"/>
                <a:cs typeface="Albert Sans"/>
                <a:sym typeface="Albert Sans"/>
              </a:rPr>
              <a:t>Changes Before Evaluation</a:t>
            </a:r>
            <a:endParaRPr u="sng">
              <a:latin typeface="Albert Sans"/>
              <a:ea typeface="Albert Sans"/>
              <a:cs typeface="Albert Sans"/>
              <a:sym typeface="Albert Sans"/>
            </a:endParaRPr>
          </a:p>
          <a:p>
            <a:pPr indent="0" lvl="0" marL="0" rtl="0" algn="ctr">
              <a:lnSpc>
                <a:spcPct val="100000"/>
              </a:lnSpc>
              <a:spcBef>
                <a:spcPts val="0"/>
              </a:spcBef>
              <a:spcAft>
                <a:spcPts val="0"/>
              </a:spcAft>
              <a:buSzPts val="2800"/>
              <a:buNone/>
            </a:pPr>
            <a:r>
              <a:t/>
            </a:r>
            <a:endParaRPr/>
          </a:p>
        </p:txBody>
      </p:sp>
      <p:sp>
        <p:nvSpPr>
          <p:cNvPr id="1331" name="Google Shape;1331;p11"/>
          <p:cNvSpPr txBox="1"/>
          <p:nvPr/>
        </p:nvSpPr>
        <p:spPr>
          <a:xfrm>
            <a:off x="71450" y="856856"/>
            <a:ext cx="3250500" cy="3546300"/>
          </a:xfrm>
          <a:prstGeom prst="rect">
            <a:avLst/>
          </a:prstGeom>
          <a:noFill/>
          <a:ln>
            <a:noFill/>
          </a:ln>
        </p:spPr>
        <p:txBody>
          <a:bodyPr anchorCtr="0" anchor="t" bIns="91425" lIns="91425" spcFirstLastPara="1" rIns="91425" wrap="square" tIns="91425">
            <a:spAutoFit/>
          </a:bodyPr>
          <a:lstStyle/>
          <a:p>
            <a:pPr indent="-330200" lvl="0" marL="457200" marR="0" rtl="0" algn="l">
              <a:lnSpc>
                <a:spcPct val="115000"/>
              </a:lnSpc>
              <a:spcBef>
                <a:spcPts val="0"/>
              </a:spcBef>
              <a:spcAft>
                <a:spcPts val="0"/>
              </a:spcAft>
              <a:buClr>
                <a:srgbClr val="000000"/>
              </a:buClr>
              <a:buSzPts val="1600"/>
              <a:buFont typeface="Albert Sans"/>
              <a:buChar char="●"/>
            </a:pPr>
            <a:r>
              <a:rPr b="0" i="0" lang="en" sz="1600" u="none" cap="none" strike="noStrike">
                <a:solidFill>
                  <a:srgbClr val="000000"/>
                </a:solidFill>
                <a:latin typeface="Albert Sans"/>
                <a:ea typeface="Albert Sans"/>
                <a:cs typeface="Albert Sans"/>
                <a:sym typeface="Albert Sans"/>
              </a:rPr>
              <a:t>Increased spacing in </a:t>
            </a:r>
            <a:r>
              <a:rPr b="1" i="0" lang="en" sz="1600" u="none" cap="none" strike="noStrike">
                <a:solidFill>
                  <a:srgbClr val="000000"/>
                </a:solidFill>
                <a:latin typeface="Albert Sans"/>
                <a:ea typeface="Albert Sans"/>
                <a:cs typeface="Albert Sans"/>
                <a:sym typeface="Albert Sans"/>
              </a:rPr>
              <a:t>Midday Control</a:t>
            </a:r>
            <a:r>
              <a:rPr b="0" i="0" lang="en" sz="1600" u="none" cap="none" strike="noStrike">
                <a:solidFill>
                  <a:srgbClr val="000000"/>
                </a:solidFill>
                <a:latin typeface="Albert Sans"/>
                <a:ea typeface="Albert Sans"/>
                <a:cs typeface="Albert Sans"/>
                <a:sym typeface="Albert Sans"/>
              </a:rPr>
              <a:t> for easier scanning</a:t>
            </a:r>
            <a:endParaRPr b="0" i="0" sz="1600" u="none" cap="none" strike="noStrike">
              <a:solidFill>
                <a:srgbClr val="000000"/>
              </a:solidFill>
              <a:latin typeface="Albert Sans"/>
              <a:ea typeface="Albert Sans"/>
              <a:cs typeface="Albert Sans"/>
              <a:sym typeface="Albert Sans"/>
            </a:endParaRPr>
          </a:p>
          <a:p>
            <a:pPr indent="0" lvl="0" marL="457200" marR="0" rtl="0" algn="l">
              <a:lnSpc>
                <a:spcPct val="115000"/>
              </a:lnSpc>
              <a:spcBef>
                <a:spcPts val="0"/>
              </a:spcBef>
              <a:spcAft>
                <a:spcPts val="0"/>
              </a:spcAft>
              <a:buClr>
                <a:srgbClr val="000000"/>
              </a:buClr>
              <a:buSzPts val="1600"/>
              <a:buFont typeface="Arial"/>
              <a:buNone/>
            </a:pPr>
            <a:r>
              <a:t/>
            </a:r>
            <a:endParaRPr b="0" i="0" sz="1600" u="none" cap="none" strike="noStrike">
              <a:solidFill>
                <a:srgbClr val="000000"/>
              </a:solidFill>
              <a:latin typeface="Albert Sans"/>
              <a:ea typeface="Albert Sans"/>
              <a:cs typeface="Albert Sans"/>
              <a:sym typeface="Albert Sans"/>
            </a:endParaRPr>
          </a:p>
          <a:p>
            <a:pPr indent="-330200" lvl="0" marL="457200" marR="0" rtl="0" algn="l">
              <a:lnSpc>
                <a:spcPct val="115000"/>
              </a:lnSpc>
              <a:spcBef>
                <a:spcPts val="0"/>
              </a:spcBef>
              <a:spcAft>
                <a:spcPts val="0"/>
              </a:spcAft>
              <a:buClr>
                <a:srgbClr val="000000"/>
              </a:buClr>
              <a:buSzPts val="1600"/>
              <a:buFont typeface="Albert Sans"/>
              <a:buChar char="●"/>
            </a:pPr>
            <a:r>
              <a:rPr b="0" i="0" lang="en" sz="1600" u="none" cap="none" strike="noStrike">
                <a:solidFill>
                  <a:srgbClr val="000000"/>
                </a:solidFill>
                <a:latin typeface="Albert Sans"/>
                <a:ea typeface="Albert Sans"/>
                <a:cs typeface="Albert Sans"/>
                <a:sym typeface="Albert Sans"/>
              </a:rPr>
              <a:t>Added vertical breathing </a:t>
            </a:r>
            <a:endParaRPr b="0" i="0" sz="1600" u="none" cap="none" strike="noStrike">
              <a:solidFill>
                <a:srgbClr val="000000"/>
              </a:solidFill>
              <a:latin typeface="Albert Sans"/>
              <a:ea typeface="Albert Sans"/>
              <a:cs typeface="Albert Sans"/>
              <a:sym typeface="Albert Sans"/>
            </a:endParaRPr>
          </a:p>
          <a:p>
            <a:pPr indent="0" lvl="0" marL="457200" marR="0" rtl="0" algn="l">
              <a:lnSpc>
                <a:spcPct val="115000"/>
              </a:lnSpc>
              <a:spcBef>
                <a:spcPts val="0"/>
              </a:spcBef>
              <a:spcAft>
                <a:spcPts val="0"/>
              </a:spcAft>
              <a:buClr>
                <a:srgbClr val="000000"/>
              </a:buClr>
              <a:buSzPts val="1600"/>
              <a:buFont typeface="Arial"/>
              <a:buNone/>
            </a:pPr>
            <a:r>
              <a:rPr b="0" i="0" lang="en" sz="1600" u="none" cap="none" strike="noStrike">
                <a:solidFill>
                  <a:srgbClr val="000000"/>
                </a:solidFill>
                <a:latin typeface="Albert Sans"/>
                <a:ea typeface="Albert Sans"/>
                <a:cs typeface="Albert Sans"/>
                <a:sym typeface="Albert Sans"/>
              </a:rPr>
              <a:t>room to </a:t>
            </a:r>
            <a:r>
              <a:rPr b="1" i="0" lang="en" sz="1600" u="none" cap="none" strike="noStrike">
                <a:solidFill>
                  <a:srgbClr val="000000"/>
                </a:solidFill>
                <a:latin typeface="Albert Sans"/>
                <a:ea typeface="Albert Sans"/>
                <a:cs typeface="Albert Sans"/>
                <a:sym typeface="Albert Sans"/>
              </a:rPr>
              <a:t>Work Context card</a:t>
            </a:r>
            <a:endParaRPr b="1" i="0" sz="1600" u="none" cap="none" strike="noStrike">
              <a:solidFill>
                <a:srgbClr val="000000"/>
              </a:solidFill>
              <a:latin typeface="Albert Sans"/>
              <a:ea typeface="Albert Sans"/>
              <a:cs typeface="Albert Sans"/>
              <a:sym typeface="Albert Sans"/>
            </a:endParaRPr>
          </a:p>
          <a:p>
            <a:pPr indent="0" lvl="0" marL="457200" marR="0" rtl="0" algn="l">
              <a:lnSpc>
                <a:spcPct val="115000"/>
              </a:lnSpc>
              <a:spcBef>
                <a:spcPts val="0"/>
              </a:spcBef>
              <a:spcAft>
                <a:spcPts val="0"/>
              </a:spcAft>
              <a:buClr>
                <a:srgbClr val="000000"/>
              </a:buClr>
              <a:buSzPts val="1600"/>
              <a:buFont typeface="Arial"/>
              <a:buNone/>
            </a:pPr>
            <a:r>
              <a:t/>
            </a:r>
            <a:endParaRPr b="1" i="0" sz="1600" u="none" cap="none" strike="noStrike">
              <a:solidFill>
                <a:srgbClr val="000000"/>
              </a:solidFill>
              <a:latin typeface="Albert Sans"/>
              <a:ea typeface="Albert Sans"/>
              <a:cs typeface="Albert Sans"/>
              <a:sym typeface="Albert Sans"/>
            </a:endParaRPr>
          </a:p>
          <a:p>
            <a:pPr indent="-330200" lvl="0" marL="457200" marR="0" rtl="0" algn="l">
              <a:lnSpc>
                <a:spcPct val="115000"/>
              </a:lnSpc>
              <a:spcBef>
                <a:spcPts val="0"/>
              </a:spcBef>
              <a:spcAft>
                <a:spcPts val="0"/>
              </a:spcAft>
              <a:buClr>
                <a:srgbClr val="000000"/>
              </a:buClr>
              <a:buSzPts val="1600"/>
              <a:buFont typeface="Albert Sans"/>
              <a:buChar char="●"/>
            </a:pPr>
            <a:r>
              <a:rPr b="0" i="0" lang="en" sz="1600" u="none" cap="none" strike="noStrike">
                <a:solidFill>
                  <a:srgbClr val="000000"/>
                </a:solidFill>
                <a:latin typeface="Albert Sans"/>
                <a:ea typeface="Albert Sans"/>
                <a:cs typeface="Albert Sans"/>
                <a:sym typeface="Albert Sans"/>
              </a:rPr>
              <a:t>Implemented </a:t>
            </a:r>
            <a:r>
              <a:rPr b="1" i="0" lang="en" sz="1600" u="none" cap="none" strike="noStrike">
                <a:solidFill>
                  <a:srgbClr val="000000"/>
                </a:solidFill>
                <a:latin typeface="Albert Sans"/>
                <a:ea typeface="Albert Sans"/>
                <a:cs typeface="Albert Sans"/>
                <a:sym typeface="Albert Sans"/>
              </a:rPr>
              <a:t>compact pop-up notifications</a:t>
            </a:r>
            <a:endParaRPr b="1" i="0" sz="1600" u="none" cap="none" strike="noStrike">
              <a:solidFill>
                <a:srgbClr val="000000"/>
              </a:solidFill>
              <a:latin typeface="Albert Sans"/>
              <a:ea typeface="Albert Sans"/>
              <a:cs typeface="Albert Sans"/>
              <a:sym typeface="Albert Sans"/>
            </a:endParaRPr>
          </a:p>
          <a:p>
            <a:pPr indent="0" lvl="0" marL="457200" marR="0" rtl="0" algn="l">
              <a:lnSpc>
                <a:spcPct val="115000"/>
              </a:lnSpc>
              <a:spcBef>
                <a:spcPts val="0"/>
              </a:spcBef>
              <a:spcAft>
                <a:spcPts val="0"/>
              </a:spcAft>
              <a:buClr>
                <a:srgbClr val="000000"/>
              </a:buClr>
              <a:buSzPts val="1600"/>
              <a:buFont typeface="Arial"/>
              <a:buNone/>
            </a:pPr>
            <a:r>
              <a:t/>
            </a:r>
            <a:endParaRPr b="1" i="0" sz="1600" u="none" cap="none" strike="noStrike">
              <a:solidFill>
                <a:srgbClr val="000000"/>
              </a:solidFill>
              <a:latin typeface="Albert Sans"/>
              <a:ea typeface="Albert Sans"/>
              <a:cs typeface="Albert Sans"/>
              <a:sym typeface="Albert Sans"/>
            </a:endParaRPr>
          </a:p>
          <a:p>
            <a:pPr indent="-330200" lvl="0" marL="457200" marR="0" rtl="0" algn="l">
              <a:lnSpc>
                <a:spcPct val="115000"/>
              </a:lnSpc>
              <a:spcBef>
                <a:spcPts val="0"/>
              </a:spcBef>
              <a:spcAft>
                <a:spcPts val="0"/>
              </a:spcAft>
              <a:buClr>
                <a:srgbClr val="000000"/>
              </a:buClr>
              <a:buSzPts val="1600"/>
              <a:buFont typeface="Albert Sans"/>
              <a:buChar char="●"/>
            </a:pPr>
            <a:r>
              <a:rPr b="0" i="0" lang="en" sz="1600" u="none" cap="none" strike="noStrike">
                <a:solidFill>
                  <a:srgbClr val="000000"/>
                </a:solidFill>
                <a:latin typeface="Albert Sans"/>
                <a:ea typeface="Albert Sans"/>
                <a:cs typeface="Albert Sans"/>
                <a:sym typeface="Albert Sans"/>
              </a:rPr>
              <a:t>Added brief </a:t>
            </a:r>
            <a:r>
              <a:rPr b="1" i="0" lang="en" sz="1600" u="none" cap="none" strike="noStrike">
                <a:solidFill>
                  <a:srgbClr val="000000"/>
                </a:solidFill>
                <a:latin typeface="Albert Sans"/>
                <a:ea typeface="Albert Sans"/>
                <a:cs typeface="Albert Sans"/>
                <a:sym typeface="Albert Sans"/>
              </a:rPr>
              <a:t>clarifying text</a:t>
            </a:r>
            <a:r>
              <a:rPr b="0" i="0" lang="en" sz="1600" u="none" cap="none" strike="noStrike">
                <a:solidFill>
                  <a:srgbClr val="000000"/>
                </a:solidFill>
                <a:latin typeface="Albert Sans"/>
                <a:ea typeface="Albert Sans"/>
                <a:cs typeface="Albert Sans"/>
                <a:sym typeface="Albert Sans"/>
              </a:rPr>
              <a:t> for notifications </a:t>
            </a:r>
            <a:endParaRPr b="0" i="0" sz="1600" u="none" cap="none" strike="noStrike">
              <a:solidFill>
                <a:schemeClr val="lt1"/>
              </a:solidFill>
              <a:latin typeface="Albert Sans"/>
              <a:ea typeface="Albert Sans"/>
              <a:cs typeface="Albert Sans"/>
              <a:sym typeface="Albert Sans"/>
            </a:endParaRPr>
          </a:p>
        </p:txBody>
      </p:sp>
      <p:pic>
        <p:nvPicPr>
          <p:cNvPr id="1332" name="Google Shape;1332;p11" title="D3381BEC-C51B-40BC-80EA-4DB25EE85D0B.jpg"/>
          <p:cNvPicPr preferRelativeResize="0"/>
          <p:nvPr/>
        </p:nvPicPr>
        <p:blipFill rotWithShape="1">
          <a:blip r:embed="rId3">
            <a:alphaModFix/>
          </a:blip>
          <a:srcRect b="0" l="6032" r="0" t="0"/>
          <a:stretch/>
        </p:blipFill>
        <p:spPr>
          <a:xfrm>
            <a:off x="3321950" y="844950"/>
            <a:ext cx="5731277" cy="3850776"/>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 name="Shape 1336"/>
        <p:cNvGrpSpPr/>
        <p:nvPr/>
      </p:nvGrpSpPr>
      <p:grpSpPr>
        <a:xfrm>
          <a:off x="0" y="0"/>
          <a:ext cx="0" cy="0"/>
          <a:chOff x="0" y="0"/>
          <a:chExt cx="0" cy="0"/>
        </a:xfrm>
      </p:grpSpPr>
      <p:sp>
        <p:nvSpPr>
          <p:cNvPr id="1337" name="Google Shape;1337;p12"/>
          <p:cNvSpPr txBox="1"/>
          <p:nvPr>
            <p:ph idx="15" type="title"/>
          </p:nvPr>
        </p:nvSpPr>
        <p:spPr>
          <a:xfrm>
            <a:off x="2158800" y="-15859"/>
            <a:ext cx="7704000" cy="548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u="sng">
                <a:latin typeface="Albert Sans"/>
                <a:ea typeface="Albert Sans"/>
                <a:cs typeface="Albert Sans"/>
                <a:sym typeface="Albert Sans"/>
              </a:rPr>
              <a:t>Changes After Evaluation</a:t>
            </a:r>
            <a:endParaRPr u="sng">
              <a:latin typeface="Albert Sans"/>
              <a:ea typeface="Albert Sans"/>
              <a:cs typeface="Albert Sans"/>
              <a:sym typeface="Albert Sans"/>
            </a:endParaRPr>
          </a:p>
          <a:p>
            <a:pPr indent="0" lvl="0" marL="0" rtl="0" algn="ctr">
              <a:lnSpc>
                <a:spcPct val="100000"/>
              </a:lnSpc>
              <a:spcBef>
                <a:spcPts val="0"/>
              </a:spcBef>
              <a:spcAft>
                <a:spcPts val="0"/>
              </a:spcAft>
              <a:buSzPts val="2800"/>
              <a:buNone/>
            </a:pPr>
            <a:r>
              <a:t/>
            </a:r>
            <a:endParaRPr/>
          </a:p>
        </p:txBody>
      </p:sp>
      <p:sp>
        <p:nvSpPr>
          <p:cNvPr id="1338" name="Google Shape;1338;p12"/>
          <p:cNvSpPr txBox="1"/>
          <p:nvPr/>
        </p:nvSpPr>
        <p:spPr>
          <a:xfrm>
            <a:off x="84328" y="532845"/>
            <a:ext cx="3224700" cy="52257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1350"/>
              <a:buFont typeface="Arial"/>
              <a:buNone/>
            </a:pPr>
            <a:r>
              <a:rPr b="1" i="0" lang="en" sz="1350" u="none" cap="none" strike="noStrike">
                <a:solidFill>
                  <a:srgbClr val="000000"/>
                </a:solidFill>
                <a:latin typeface="Albert Sans"/>
                <a:ea typeface="Albert Sans"/>
                <a:cs typeface="Albert Sans"/>
                <a:sym typeface="Albert Sans"/>
              </a:rPr>
              <a:t>Midday Control (Continue / Pause )</a:t>
            </a:r>
            <a:endParaRPr b="1" i="0" sz="1350" u="none" cap="none" strike="noStrike">
              <a:solidFill>
                <a:srgbClr val="000000"/>
              </a:solidFill>
              <a:latin typeface="Albert Sans"/>
              <a:ea typeface="Albert Sans"/>
              <a:cs typeface="Albert Sans"/>
              <a:sym typeface="Albert Sans"/>
            </a:endParaRPr>
          </a:p>
          <a:p>
            <a:pPr indent="-314325" lvl="0" marL="457200" marR="0" rtl="0" algn="l">
              <a:lnSpc>
                <a:spcPct val="115000"/>
              </a:lnSpc>
              <a:spcBef>
                <a:spcPts val="1200"/>
              </a:spcBef>
              <a:spcAft>
                <a:spcPts val="0"/>
              </a:spcAft>
              <a:buClr>
                <a:srgbClr val="000000"/>
              </a:buClr>
              <a:buSzPts val="1350"/>
              <a:buFont typeface="Albert Sans"/>
              <a:buChar char="●"/>
            </a:pPr>
            <a:r>
              <a:rPr b="0" i="0" lang="en" sz="1350" u="none" cap="none" strike="noStrike">
                <a:solidFill>
                  <a:srgbClr val="000000"/>
                </a:solidFill>
                <a:latin typeface="Albert Sans"/>
                <a:ea typeface="Albert Sans"/>
                <a:cs typeface="Albert Sans"/>
                <a:sym typeface="Albert Sans"/>
              </a:rPr>
              <a:t>Increased spacing between options</a:t>
            </a:r>
            <a:endParaRPr b="0" i="0" sz="1350" u="none" cap="none" strike="noStrike">
              <a:solidFill>
                <a:srgbClr val="000000"/>
              </a:solidFill>
              <a:latin typeface="Albert Sans"/>
              <a:ea typeface="Albert Sans"/>
              <a:cs typeface="Albert Sans"/>
              <a:sym typeface="Albert Sans"/>
            </a:endParaRPr>
          </a:p>
          <a:p>
            <a:pPr indent="-314325" lvl="0" marL="457200" marR="0" rtl="0" algn="l">
              <a:lnSpc>
                <a:spcPct val="115000"/>
              </a:lnSpc>
              <a:spcBef>
                <a:spcPts val="0"/>
              </a:spcBef>
              <a:spcAft>
                <a:spcPts val="0"/>
              </a:spcAft>
              <a:buClr>
                <a:srgbClr val="000000"/>
              </a:buClr>
              <a:buSzPts val="1350"/>
              <a:buFont typeface="Albert Sans"/>
              <a:buChar char="●"/>
            </a:pPr>
            <a:r>
              <a:rPr b="0" i="0" lang="en" sz="1350" u="none" cap="none" strike="noStrike">
                <a:solidFill>
                  <a:srgbClr val="000000"/>
                </a:solidFill>
                <a:latin typeface="Albert Sans"/>
                <a:ea typeface="Albert Sans"/>
                <a:cs typeface="Albert Sans"/>
                <a:sym typeface="Albert Sans"/>
              </a:rPr>
              <a:t>Easier to scan and calmer layout</a:t>
            </a:r>
            <a:endParaRPr b="0" i="0" sz="1350" u="none" cap="none" strike="noStrike">
              <a:solidFill>
                <a:srgbClr val="000000"/>
              </a:solidFill>
              <a:latin typeface="Albert Sans"/>
              <a:ea typeface="Albert Sans"/>
              <a:cs typeface="Albert Sans"/>
              <a:sym typeface="Albert Sans"/>
            </a:endParaRPr>
          </a:p>
          <a:p>
            <a:pPr indent="0" lvl="0" marL="0" marR="0" rtl="0" algn="l">
              <a:lnSpc>
                <a:spcPct val="115000"/>
              </a:lnSpc>
              <a:spcBef>
                <a:spcPts val="1200"/>
              </a:spcBef>
              <a:spcAft>
                <a:spcPts val="0"/>
              </a:spcAft>
              <a:buClr>
                <a:srgbClr val="000000"/>
              </a:buClr>
              <a:buSzPts val="1350"/>
              <a:buFont typeface="Arial"/>
              <a:buNone/>
            </a:pPr>
            <a:r>
              <a:rPr b="1" i="0" lang="en" sz="1350" u="none" cap="none" strike="noStrike">
                <a:solidFill>
                  <a:srgbClr val="000000"/>
                </a:solidFill>
                <a:latin typeface="Albert Sans"/>
                <a:ea typeface="Albert Sans"/>
                <a:cs typeface="Albert Sans"/>
                <a:sym typeface="Albert Sans"/>
              </a:rPr>
              <a:t>Work Context Card</a:t>
            </a:r>
            <a:endParaRPr b="1" i="0" sz="1350" u="none" cap="none" strike="noStrike">
              <a:solidFill>
                <a:srgbClr val="000000"/>
              </a:solidFill>
              <a:latin typeface="Albert Sans"/>
              <a:ea typeface="Albert Sans"/>
              <a:cs typeface="Albert Sans"/>
              <a:sym typeface="Albert Sans"/>
            </a:endParaRPr>
          </a:p>
          <a:p>
            <a:pPr indent="-314325" lvl="0" marL="457200" marR="0" rtl="0" algn="l">
              <a:lnSpc>
                <a:spcPct val="115000"/>
              </a:lnSpc>
              <a:spcBef>
                <a:spcPts val="1200"/>
              </a:spcBef>
              <a:spcAft>
                <a:spcPts val="0"/>
              </a:spcAft>
              <a:buClr>
                <a:srgbClr val="000000"/>
              </a:buClr>
              <a:buSzPts val="1350"/>
              <a:buFont typeface="Albert Sans"/>
              <a:buChar char="●"/>
            </a:pPr>
            <a:r>
              <a:rPr b="0" i="0" lang="en" sz="1350" u="none" cap="none" strike="noStrike">
                <a:solidFill>
                  <a:srgbClr val="000000"/>
                </a:solidFill>
                <a:latin typeface="Albert Sans"/>
                <a:ea typeface="Albert Sans"/>
                <a:cs typeface="Albert Sans"/>
                <a:sym typeface="Albert Sans"/>
              </a:rPr>
              <a:t>Added vertical space for breathing room</a:t>
            </a:r>
            <a:endParaRPr b="0" i="0" sz="1350" u="none" cap="none" strike="noStrike">
              <a:solidFill>
                <a:srgbClr val="000000"/>
              </a:solidFill>
              <a:latin typeface="Albert Sans"/>
              <a:ea typeface="Albert Sans"/>
              <a:cs typeface="Albert Sans"/>
              <a:sym typeface="Albert Sans"/>
            </a:endParaRPr>
          </a:p>
          <a:p>
            <a:pPr indent="-314325" lvl="0" marL="457200" marR="0" rtl="0" algn="l">
              <a:lnSpc>
                <a:spcPct val="115000"/>
              </a:lnSpc>
              <a:spcBef>
                <a:spcPts val="0"/>
              </a:spcBef>
              <a:spcAft>
                <a:spcPts val="0"/>
              </a:spcAft>
              <a:buClr>
                <a:srgbClr val="000000"/>
              </a:buClr>
              <a:buSzPts val="1350"/>
              <a:buFont typeface="Albert Sans"/>
              <a:buChar char="●"/>
            </a:pPr>
            <a:r>
              <a:rPr b="0" i="0" lang="en" sz="1350" u="none" cap="none" strike="noStrike">
                <a:solidFill>
                  <a:srgbClr val="000000"/>
                </a:solidFill>
                <a:latin typeface="Albert Sans"/>
                <a:ea typeface="Albert Sans"/>
                <a:cs typeface="Albert Sans"/>
                <a:sym typeface="Albert Sans"/>
              </a:rPr>
              <a:t>Less visual compression, clearer presentation</a:t>
            </a:r>
            <a:endParaRPr b="0" i="0" sz="1350" u="none" cap="none" strike="noStrike">
              <a:solidFill>
                <a:srgbClr val="000000"/>
              </a:solidFill>
              <a:latin typeface="Albert Sans"/>
              <a:ea typeface="Albert Sans"/>
              <a:cs typeface="Albert Sans"/>
              <a:sym typeface="Albert Sans"/>
            </a:endParaRPr>
          </a:p>
          <a:p>
            <a:pPr indent="0" lvl="0" marL="0" marR="0" rtl="0" algn="l">
              <a:lnSpc>
                <a:spcPct val="115000"/>
              </a:lnSpc>
              <a:spcBef>
                <a:spcPts val="1200"/>
              </a:spcBef>
              <a:spcAft>
                <a:spcPts val="0"/>
              </a:spcAft>
              <a:buClr>
                <a:srgbClr val="000000"/>
              </a:buClr>
              <a:buSzPts val="1350"/>
              <a:buFont typeface="Arial"/>
              <a:buNone/>
            </a:pPr>
            <a:r>
              <a:rPr b="1" i="0" lang="en" sz="1350" u="none" cap="none" strike="noStrike">
                <a:solidFill>
                  <a:srgbClr val="000000"/>
                </a:solidFill>
                <a:latin typeface="Albert Sans"/>
                <a:ea typeface="Albert Sans"/>
                <a:cs typeface="Albert Sans"/>
                <a:sym typeface="Albert Sans"/>
              </a:rPr>
              <a:t>Notifications</a:t>
            </a:r>
            <a:endParaRPr b="1" i="0" sz="1350" u="none" cap="none" strike="noStrike">
              <a:solidFill>
                <a:srgbClr val="000000"/>
              </a:solidFill>
              <a:latin typeface="Albert Sans"/>
              <a:ea typeface="Albert Sans"/>
              <a:cs typeface="Albert Sans"/>
              <a:sym typeface="Albert Sans"/>
            </a:endParaRPr>
          </a:p>
          <a:p>
            <a:pPr indent="-314325" lvl="0" marL="457200" marR="0" rtl="0" algn="l">
              <a:lnSpc>
                <a:spcPct val="115000"/>
              </a:lnSpc>
              <a:spcBef>
                <a:spcPts val="1200"/>
              </a:spcBef>
              <a:spcAft>
                <a:spcPts val="0"/>
              </a:spcAft>
              <a:buClr>
                <a:srgbClr val="000000"/>
              </a:buClr>
              <a:buSzPts val="1350"/>
              <a:buFont typeface="Albert Sans"/>
              <a:buChar char="●"/>
            </a:pPr>
            <a:r>
              <a:rPr b="0" i="0" lang="en" sz="1350" u="none" cap="none" strike="noStrike">
                <a:solidFill>
                  <a:srgbClr val="000000"/>
                </a:solidFill>
                <a:latin typeface="Albert Sans"/>
                <a:ea typeface="Albert Sans"/>
                <a:cs typeface="Albert Sans"/>
                <a:sym typeface="Albert Sans"/>
              </a:rPr>
              <a:t>Clarified timing: periodic, non-continuous, pausable</a:t>
            </a:r>
            <a:endParaRPr b="0" i="0" sz="1350" u="none" cap="none" strike="noStrike">
              <a:solidFill>
                <a:srgbClr val="000000"/>
              </a:solidFill>
              <a:latin typeface="Albert Sans"/>
              <a:ea typeface="Albert Sans"/>
              <a:cs typeface="Albert Sans"/>
              <a:sym typeface="Albert Sans"/>
            </a:endParaRPr>
          </a:p>
          <a:p>
            <a:pPr indent="0" lvl="0" marL="0" marR="0" rtl="0" algn="l">
              <a:lnSpc>
                <a:spcPct val="115000"/>
              </a:lnSpc>
              <a:spcBef>
                <a:spcPts val="1200"/>
              </a:spcBef>
              <a:spcAft>
                <a:spcPts val="0"/>
              </a:spcAft>
              <a:buClr>
                <a:srgbClr val="000000"/>
              </a:buClr>
              <a:buSzPts val="1350"/>
              <a:buFont typeface="Arial"/>
              <a:buNone/>
            </a:pPr>
            <a:r>
              <a:rPr b="0" i="0" lang="en" sz="1350" u="none" cap="none" strike="noStrike">
                <a:solidFill>
                  <a:srgbClr val="000000"/>
                </a:solidFill>
                <a:latin typeface="Albert Sans"/>
                <a:ea typeface="Albert Sans"/>
                <a:cs typeface="Albert Sans"/>
                <a:sym typeface="Albert Sans"/>
              </a:rPr>
              <a:t>https://www.figma.com/make/OKx6ayWrwWqlChfWWZLSA4/Narrative-Weaver-Prototype-Design?p=f&amp;fullscreen=1</a:t>
            </a:r>
            <a:endParaRPr b="0" i="0" sz="1350" u="none" cap="none" strike="noStrike">
              <a:solidFill>
                <a:srgbClr val="000000"/>
              </a:solidFill>
              <a:latin typeface="Albert Sans"/>
              <a:ea typeface="Albert Sans"/>
              <a:cs typeface="Albert Sans"/>
              <a:sym typeface="Albert Sans"/>
            </a:endParaRPr>
          </a:p>
          <a:p>
            <a:pPr indent="0" lvl="0" marL="0" marR="0" rtl="0" algn="l">
              <a:lnSpc>
                <a:spcPct val="115000"/>
              </a:lnSpc>
              <a:spcBef>
                <a:spcPts val="1200"/>
              </a:spcBef>
              <a:spcAft>
                <a:spcPts val="0"/>
              </a:spcAft>
              <a:buClr>
                <a:srgbClr val="000000"/>
              </a:buClr>
              <a:buSzPts val="1350"/>
              <a:buFont typeface="Arial"/>
              <a:buNone/>
            </a:pPr>
            <a:r>
              <a:t/>
            </a:r>
            <a:endParaRPr b="0" i="0" sz="1350" u="none" cap="none" strike="noStrike">
              <a:solidFill>
                <a:srgbClr val="000000"/>
              </a:solidFill>
              <a:latin typeface="Albert Sans"/>
              <a:ea typeface="Albert Sans"/>
              <a:cs typeface="Albert Sans"/>
              <a:sym typeface="Albert Sans"/>
            </a:endParaRPr>
          </a:p>
          <a:p>
            <a:pPr indent="0" lvl="0" marL="0" marR="0" rtl="0" algn="l">
              <a:lnSpc>
                <a:spcPct val="100000"/>
              </a:lnSpc>
              <a:spcBef>
                <a:spcPts val="120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p:txBody>
      </p:sp>
      <p:pic>
        <p:nvPicPr>
          <p:cNvPr id="1339" name="Google Shape;1339;p12" title="58EBF6F5-167F-4F46-B016-42948212DF8A 2.jpg"/>
          <p:cNvPicPr preferRelativeResize="0"/>
          <p:nvPr/>
        </p:nvPicPr>
        <p:blipFill rotWithShape="1">
          <a:blip r:embed="rId3">
            <a:alphaModFix/>
          </a:blip>
          <a:srcRect b="0" l="0" r="0" t="0"/>
          <a:stretch/>
        </p:blipFill>
        <p:spPr>
          <a:xfrm>
            <a:off x="3224541" y="744001"/>
            <a:ext cx="5831025" cy="4118549"/>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3" name="Shape 1343"/>
        <p:cNvGrpSpPr/>
        <p:nvPr/>
      </p:nvGrpSpPr>
      <p:grpSpPr>
        <a:xfrm>
          <a:off x="0" y="0"/>
          <a:ext cx="0" cy="0"/>
          <a:chOff x="0" y="0"/>
          <a:chExt cx="0" cy="0"/>
        </a:xfrm>
      </p:grpSpPr>
      <p:sp>
        <p:nvSpPr>
          <p:cNvPr id="1344" name="Google Shape;1344;p13"/>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Evaluation Method</a:t>
            </a:r>
            <a:endParaRPr/>
          </a:p>
        </p:txBody>
      </p:sp>
      <p:sp>
        <p:nvSpPr>
          <p:cNvPr id="1345" name="Google Shape;1345;p13"/>
          <p:cNvSpPr txBox="1"/>
          <p:nvPr/>
        </p:nvSpPr>
        <p:spPr>
          <a:xfrm>
            <a:off x="3356550" y="1168905"/>
            <a:ext cx="2430900" cy="55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lt1"/>
                </a:solidFill>
                <a:latin typeface="Outfit"/>
                <a:ea typeface="Outfit"/>
                <a:cs typeface="Outfit"/>
                <a:sym typeface="Outfit"/>
              </a:rPr>
              <a:t>Evaluation Goal</a:t>
            </a:r>
            <a:endParaRPr b="1" i="0" sz="2400" u="none" cap="none" strike="noStrike">
              <a:solidFill>
                <a:schemeClr val="lt1"/>
              </a:solidFill>
              <a:latin typeface="Outfit"/>
              <a:ea typeface="Outfit"/>
              <a:cs typeface="Outfit"/>
              <a:sym typeface="Outfit"/>
            </a:endParaRPr>
          </a:p>
        </p:txBody>
      </p:sp>
      <p:sp>
        <p:nvSpPr>
          <p:cNvPr id="1346" name="Google Shape;1346;p13"/>
          <p:cNvSpPr txBox="1"/>
          <p:nvPr/>
        </p:nvSpPr>
        <p:spPr>
          <a:xfrm>
            <a:off x="1421257" y="1665106"/>
            <a:ext cx="6301500" cy="6081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Outfit"/>
                <a:ea typeface="Outfit"/>
                <a:cs typeface="Outfit"/>
                <a:sym typeface="Outfit"/>
              </a:rPr>
              <a:t>Evaluate whether Narrative Weaver supports user wellbeing</a:t>
            </a:r>
            <a:endParaRPr b="0" i="0" sz="1400" u="none" cap="none" strike="noStrike">
              <a:solidFill>
                <a:schemeClr val="lt1"/>
              </a:solidFill>
              <a:latin typeface="Outfit"/>
              <a:ea typeface="Outfit"/>
              <a:cs typeface="Outfit"/>
              <a:sym typeface="Outfit"/>
            </a:endParaRPr>
          </a:p>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Outfit"/>
                <a:ea typeface="Outfit"/>
                <a:cs typeface="Outfit"/>
                <a:sym typeface="Outfit"/>
              </a:rPr>
              <a:t>without being intrusive or stressful.</a:t>
            </a:r>
            <a:endParaRPr b="0" i="0" sz="1400" u="none" cap="none" strike="noStrike">
              <a:solidFill>
                <a:schemeClr val="lt1"/>
              </a:solidFill>
              <a:latin typeface="Outfit"/>
              <a:ea typeface="Outfit"/>
              <a:cs typeface="Outfit"/>
              <a:sym typeface="Outfit"/>
            </a:endParaRPr>
          </a:p>
        </p:txBody>
      </p:sp>
      <p:sp>
        <p:nvSpPr>
          <p:cNvPr id="1347" name="Google Shape;1347;p13"/>
          <p:cNvSpPr txBox="1"/>
          <p:nvPr/>
        </p:nvSpPr>
        <p:spPr>
          <a:xfrm>
            <a:off x="780359" y="2571744"/>
            <a:ext cx="8871600" cy="1252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800"/>
              <a:buFont typeface="Arial"/>
              <a:buNone/>
            </a:pPr>
            <a:r>
              <a:rPr b="1" i="0" lang="en" sz="1800" u="none" cap="none" strike="noStrike">
                <a:solidFill>
                  <a:schemeClr val="lt1"/>
                </a:solidFill>
                <a:latin typeface="Outfit"/>
                <a:ea typeface="Outfit"/>
                <a:cs typeface="Outfit"/>
                <a:sym typeface="Outfit"/>
              </a:rPr>
              <a:t>Evaluation Type</a:t>
            </a:r>
            <a:endParaRPr b="1" i="0" sz="18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a:p>
            <a:pPr indent="-317500" lvl="0" marL="457200" marR="0" rtl="0" algn="l">
              <a:lnSpc>
                <a:spcPct val="100000"/>
              </a:lnSpc>
              <a:spcBef>
                <a:spcPts val="0"/>
              </a:spcBef>
              <a:spcAft>
                <a:spcPts val="0"/>
              </a:spcAft>
              <a:buClr>
                <a:schemeClr val="lt1"/>
              </a:buClr>
              <a:buSzPts val="1400"/>
              <a:buFont typeface="Outfit"/>
              <a:buChar char="●"/>
            </a:pPr>
            <a:r>
              <a:rPr b="0" i="0" lang="en" sz="1400" u="none" cap="none" strike="noStrike">
                <a:solidFill>
                  <a:schemeClr val="lt1"/>
                </a:solidFill>
                <a:latin typeface="Outfit"/>
                <a:ea typeface="Outfit"/>
                <a:cs typeface="Outfit"/>
                <a:sym typeface="Outfit"/>
              </a:rPr>
              <a:t>Formative User Experience Evaluation</a:t>
            </a:r>
            <a:endParaRPr b="0" i="0" sz="14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a:p>
            <a:pPr indent="-317500" lvl="0" marL="457200" marR="0" rtl="0" algn="l">
              <a:lnSpc>
                <a:spcPct val="100000"/>
              </a:lnSpc>
              <a:spcBef>
                <a:spcPts val="0"/>
              </a:spcBef>
              <a:spcAft>
                <a:spcPts val="0"/>
              </a:spcAft>
              <a:buClr>
                <a:schemeClr val="lt1"/>
              </a:buClr>
              <a:buSzPts val="1400"/>
              <a:buFont typeface="Outfit"/>
              <a:buChar char="●"/>
            </a:pPr>
            <a:r>
              <a:rPr b="0" i="0" lang="en" sz="1400" u="none" cap="none" strike="noStrike">
                <a:solidFill>
                  <a:schemeClr val="lt1"/>
                </a:solidFill>
                <a:latin typeface="Outfit"/>
                <a:ea typeface="Outfit"/>
                <a:cs typeface="Outfit"/>
                <a:sym typeface="Outfit"/>
              </a:rPr>
              <a:t>Qualitative, user-centered approach</a:t>
            </a:r>
            <a:endParaRPr b="0" i="0" sz="1400" u="none" cap="none" strike="noStrike">
              <a:solidFill>
                <a:schemeClr val="lt1"/>
              </a:solidFill>
              <a:latin typeface="Outfit"/>
              <a:ea typeface="Outfit"/>
              <a:cs typeface="Outfit"/>
              <a:sym typeface="Outfit"/>
            </a:endParaRPr>
          </a:p>
        </p:txBody>
      </p:sp>
      <p:sp>
        <p:nvSpPr>
          <p:cNvPr id="1348" name="Google Shape;1348;p13"/>
          <p:cNvSpPr txBox="1"/>
          <p:nvPr/>
        </p:nvSpPr>
        <p:spPr>
          <a:xfrm>
            <a:off x="5081382" y="2571746"/>
            <a:ext cx="9144000" cy="1704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800"/>
              <a:buFont typeface="Arial"/>
              <a:buNone/>
            </a:pPr>
            <a:r>
              <a:rPr b="1" i="0" lang="en" sz="1800" u="none" cap="none" strike="noStrike">
                <a:solidFill>
                  <a:schemeClr val="lt1"/>
                </a:solidFill>
                <a:latin typeface="Outfit"/>
                <a:ea typeface="Outfit"/>
                <a:cs typeface="Outfit"/>
                <a:sym typeface="Outfit"/>
              </a:rPr>
              <a:t>Evaluation Context</a:t>
            </a:r>
            <a:endParaRPr b="1" i="0" sz="18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a:p>
            <a:pPr indent="-317500" lvl="0" marL="457200" marR="0" rtl="0" algn="l">
              <a:lnSpc>
                <a:spcPct val="100000"/>
              </a:lnSpc>
              <a:spcBef>
                <a:spcPts val="0"/>
              </a:spcBef>
              <a:spcAft>
                <a:spcPts val="0"/>
              </a:spcAft>
              <a:buClr>
                <a:schemeClr val="lt1"/>
              </a:buClr>
              <a:buSzPts val="1400"/>
              <a:buFont typeface="Outfit"/>
              <a:buChar char="●"/>
            </a:pPr>
            <a:r>
              <a:rPr b="0" i="0" lang="en" sz="1400" u="none" cap="none" strike="noStrike">
                <a:solidFill>
                  <a:schemeClr val="lt1"/>
                </a:solidFill>
                <a:latin typeface="Outfit"/>
                <a:ea typeface="Outfit"/>
                <a:cs typeface="Outfit"/>
                <a:sym typeface="Outfit"/>
              </a:rPr>
              <a:t>Interactive prototype</a:t>
            </a:r>
            <a:endParaRPr b="0" i="0" sz="14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Outfit"/>
              <a:ea typeface="Outfit"/>
              <a:cs typeface="Outfit"/>
              <a:sym typeface="Outfit"/>
            </a:endParaRPr>
          </a:p>
          <a:p>
            <a:pPr indent="-317500" lvl="0" marL="457200" marR="0" rtl="0" algn="l">
              <a:lnSpc>
                <a:spcPct val="100000"/>
              </a:lnSpc>
              <a:spcBef>
                <a:spcPts val="0"/>
              </a:spcBef>
              <a:spcAft>
                <a:spcPts val="0"/>
              </a:spcAft>
              <a:buClr>
                <a:schemeClr val="lt1"/>
              </a:buClr>
              <a:buSzPts val="1400"/>
              <a:buFont typeface="Outfit"/>
              <a:buChar char="●"/>
            </a:pPr>
            <a:r>
              <a:rPr b="0" i="0" lang="en" sz="1400" u="none" cap="none" strike="noStrike">
                <a:solidFill>
                  <a:schemeClr val="lt1"/>
                </a:solidFill>
                <a:latin typeface="Outfit"/>
                <a:ea typeface="Outfit"/>
                <a:cs typeface="Outfit"/>
                <a:sym typeface="Outfit"/>
              </a:rPr>
              <a:t>Individual use in workplace scenarios</a:t>
            </a:r>
            <a:endParaRPr b="0" i="0" sz="14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Outfit"/>
              <a:ea typeface="Outfit"/>
              <a:cs typeface="Outfit"/>
              <a:sym typeface="Outfit"/>
            </a:endParaRPr>
          </a:p>
          <a:p>
            <a:pPr indent="-317500" lvl="0" marL="457200" marR="0" rtl="0" algn="l">
              <a:lnSpc>
                <a:spcPct val="100000"/>
              </a:lnSpc>
              <a:spcBef>
                <a:spcPts val="0"/>
              </a:spcBef>
              <a:spcAft>
                <a:spcPts val="0"/>
              </a:spcAft>
              <a:buClr>
                <a:schemeClr val="lt1"/>
              </a:buClr>
              <a:buSzPts val="1400"/>
              <a:buFont typeface="Outfit"/>
              <a:buChar char="●"/>
            </a:pPr>
            <a:r>
              <a:rPr b="0" i="0" lang="en" sz="1400" u="none" cap="none" strike="noStrike">
                <a:solidFill>
                  <a:schemeClr val="lt1"/>
                </a:solidFill>
                <a:latin typeface="Outfit"/>
                <a:ea typeface="Outfit"/>
                <a:cs typeface="Outfit"/>
                <a:sym typeface="Outfit"/>
              </a:rPr>
              <a:t>Focus on experience over time</a:t>
            </a:r>
            <a:endParaRPr b="0" i="0" sz="1400" u="none" cap="none" strike="noStrike">
              <a:solidFill>
                <a:schemeClr val="lt1"/>
              </a:solidFill>
              <a:latin typeface="Outfit"/>
              <a:ea typeface="Outfit"/>
              <a:cs typeface="Outfit"/>
              <a:sym typeface="Outfi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 name="Shape 1352"/>
        <p:cNvGrpSpPr/>
        <p:nvPr/>
      </p:nvGrpSpPr>
      <p:grpSpPr>
        <a:xfrm>
          <a:off x="0" y="0"/>
          <a:ext cx="0" cy="0"/>
          <a:chOff x="0" y="0"/>
          <a:chExt cx="0" cy="0"/>
        </a:xfrm>
      </p:grpSpPr>
      <p:sp>
        <p:nvSpPr>
          <p:cNvPr id="1353" name="Google Shape;1353;p14"/>
          <p:cNvSpPr txBox="1"/>
          <p:nvPr>
            <p:ph type="title"/>
          </p:nvPr>
        </p:nvSpPr>
        <p:spPr>
          <a:xfrm>
            <a:off x="2341050" y="428094"/>
            <a:ext cx="4461900" cy="604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800"/>
              <a:buNone/>
            </a:pPr>
            <a:r>
              <a:rPr lang="en" sz="3600"/>
              <a:t>How We Evaluated</a:t>
            </a:r>
            <a:endParaRPr sz="3600"/>
          </a:p>
        </p:txBody>
      </p:sp>
      <p:sp>
        <p:nvSpPr>
          <p:cNvPr id="1354" name="Google Shape;1354;p14"/>
          <p:cNvSpPr txBox="1"/>
          <p:nvPr/>
        </p:nvSpPr>
        <p:spPr>
          <a:xfrm>
            <a:off x="436359" y="1579950"/>
            <a:ext cx="4380900" cy="2416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800"/>
              <a:buFont typeface="Arial"/>
              <a:buNone/>
            </a:pPr>
            <a:r>
              <a:rPr b="1" i="0" lang="en" sz="1800" u="none" cap="none" strike="noStrike">
                <a:solidFill>
                  <a:schemeClr val="lt1"/>
                </a:solidFill>
                <a:latin typeface="Outfit"/>
                <a:ea typeface="Outfit"/>
                <a:cs typeface="Outfit"/>
                <a:sym typeface="Outfit"/>
              </a:rPr>
              <a:t>Methods Used</a:t>
            </a:r>
            <a:endParaRPr b="1" i="0" sz="18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Scenario-based prototype testing</a:t>
            </a:r>
            <a:endParaRPr b="0" i="0" sz="18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Short diary-based experience feedback</a:t>
            </a:r>
            <a:endParaRPr b="0" i="0" sz="18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Post-use reflection interviews</a:t>
            </a:r>
            <a:endParaRPr b="0" i="0" sz="1800" u="none" cap="none" strike="noStrike">
              <a:solidFill>
                <a:schemeClr val="lt1"/>
              </a:solidFill>
              <a:latin typeface="Outfit"/>
              <a:ea typeface="Outfit"/>
              <a:cs typeface="Outfit"/>
              <a:sym typeface="Outfit"/>
            </a:endParaRPr>
          </a:p>
        </p:txBody>
      </p:sp>
      <p:sp>
        <p:nvSpPr>
          <p:cNvPr id="1355" name="Google Shape;1355;p14"/>
          <p:cNvSpPr txBox="1"/>
          <p:nvPr/>
        </p:nvSpPr>
        <p:spPr>
          <a:xfrm>
            <a:off x="4817261" y="1579950"/>
            <a:ext cx="4380900" cy="269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800"/>
              <a:buFont typeface="Arial"/>
              <a:buNone/>
            </a:pPr>
            <a:r>
              <a:rPr b="1" i="0" lang="en" sz="1800" u="none" cap="none" strike="noStrike">
                <a:solidFill>
                  <a:schemeClr val="lt1"/>
                </a:solidFill>
                <a:latin typeface="Outfit"/>
                <a:ea typeface="Outfit"/>
                <a:cs typeface="Outfit"/>
                <a:sym typeface="Outfit"/>
              </a:rPr>
              <a:t>What We Evaluate</a:t>
            </a:r>
            <a:endParaRPr b="1" i="0" sz="18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Emotional comfort</a:t>
            </a:r>
            <a:endParaRPr b="0" i="0" sz="18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Perceived supportiveness</a:t>
            </a:r>
            <a:endParaRPr b="0" i="0" sz="18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User control and trust</a:t>
            </a:r>
            <a:endParaRPr b="0" i="0" sz="1800" u="none" cap="none" strike="noStrike">
              <a:solidFill>
                <a:schemeClr val="lt1"/>
              </a:solidFill>
              <a:latin typeface="Outfit"/>
              <a:ea typeface="Outfit"/>
              <a:cs typeface="Outfit"/>
              <a:sym typeface="Outfit"/>
            </a:endParaRPr>
          </a:p>
          <a:p>
            <a:pPr indent="0" lvl="0" marL="45720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Outfit"/>
              <a:ea typeface="Outfit"/>
              <a:cs typeface="Outfit"/>
              <a:sym typeface="Outfit"/>
            </a:endParaRPr>
          </a:p>
          <a:p>
            <a:pPr indent="-342900" lvl="0" marL="457200" marR="0" rtl="0" algn="l">
              <a:lnSpc>
                <a:spcPct val="100000"/>
              </a:lnSpc>
              <a:spcBef>
                <a:spcPts val="0"/>
              </a:spcBef>
              <a:spcAft>
                <a:spcPts val="0"/>
              </a:spcAft>
              <a:buClr>
                <a:schemeClr val="lt1"/>
              </a:buClr>
              <a:buSzPts val="1800"/>
              <a:buFont typeface="Outfit"/>
              <a:buChar char="●"/>
            </a:pPr>
            <a:r>
              <a:rPr b="0" i="0" lang="en" sz="1800" u="none" cap="none" strike="noStrike">
                <a:solidFill>
                  <a:schemeClr val="lt1"/>
                </a:solidFill>
                <a:latin typeface="Outfit"/>
                <a:ea typeface="Outfit"/>
                <a:cs typeface="Outfit"/>
                <a:sym typeface="Outfit"/>
              </a:rPr>
              <a:t>Meaningfulness of AI narratives</a:t>
            </a:r>
            <a:endParaRPr b="0" i="0" sz="1800" u="none" cap="none" strike="noStrike">
              <a:solidFill>
                <a:schemeClr val="lt1"/>
              </a:solidFill>
              <a:latin typeface="Outfit"/>
              <a:ea typeface="Outfit"/>
              <a:cs typeface="Outfit"/>
              <a:sym typeface="Outfi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9" name="Shape 1359"/>
        <p:cNvGrpSpPr/>
        <p:nvPr/>
      </p:nvGrpSpPr>
      <p:grpSpPr>
        <a:xfrm>
          <a:off x="0" y="0"/>
          <a:ext cx="0" cy="0"/>
          <a:chOff x="0" y="0"/>
          <a:chExt cx="0" cy="0"/>
        </a:xfrm>
      </p:grpSpPr>
      <p:sp>
        <p:nvSpPr>
          <p:cNvPr id="1360" name="Google Shape;1360;p15"/>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sz="2200">
                <a:solidFill>
                  <a:schemeClr val="lt1"/>
                </a:solidFill>
                <a:highlight>
                  <a:schemeClr val="dk2"/>
                </a:highlight>
                <a:latin typeface="Arial"/>
                <a:ea typeface="Arial"/>
                <a:cs typeface="Arial"/>
                <a:sym typeface="Arial"/>
              </a:rPr>
              <a:t>Handling Conflicting Feedback</a:t>
            </a:r>
            <a:endParaRPr sz="4500">
              <a:solidFill>
                <a:schemeClr val="lt1"/>
              </a:solidFill>
              <a:highlight>
                <a:schemeClr val="dk2"/>
              </a:highlight>
            </a:endParaRPr>
          </a:p>
        </p:txBody>
      </p:sp>
      <p:graphicFrame>
        <p:nvGraphicFramePr>
          <p:cNvPr id="1361" name="Google Shape;1361;p15"/>
          <p:cNvGraphicFramePr/>
          <p:nvPr/>
        </p:nvGraphicFramePr>
        <p:xfrm>
          <a:off x="719975" y="995788"/>
          <a:ext cx="3000000" cy="3000000"/>
        </p:xfrm>
        <a:graphic>
          <a:graphicData uri="http://schemas.openxmlformats.org/drawingml/2006/table">
            <a:tbl>
              <a:tblPr>
                <a:noFill/>
                <a:tableStyleId>{214E0C3D-F56F-42B4-9A08-8F08CDF8F611}</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157950">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Albert Sans ExtraBold"/>
                          <a:ea typeface="Albert Sans ExtraBold"/>
                          <a:cs typeface="Albert Sans ExtraBold"/>
                          <a:sym typeface="Albert Sans ExtraBold"/>
                        </a:rPr>
                        <a:t>INITIATIVE</a:t>
                      </a:r>
                      <a:endParaRPr sz="1400" u="none" cap="none" strike="noStrike">
                        <a:solidFill>
                          <a:schemeClr val="lt1"/>
                        </a:solidFill>
                        <a:latin typeface="Albert Sans ExtraBold"/>
                        <a:ea typeface="Albert Sans ExtraBold"/>
                        <a:cs typeface="Albert Sans ExtraBold"/>
                        <a:sym typeface="Albert Sans ExtraBold"/>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Albert Sans ExtraBold"/>
                          <a:ea typeface="Albert Sans ExtraBold"/>
                          <a:cs typeface="Albert Sans ExtraBold"/>
                          <a:sym typeface="Albert Sans ExtraBold"/>
                        </a:rPr>
                        <a:t>OBJECTIVE</a:t>
                      </a:r>
                      <a:endParaRPr sz="14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JAN</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FEB</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MAR</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APR</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MAY</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JUN</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JUL</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AUG</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SEP</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OCT</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NOV</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DEC</a:t>
                      </a:r>
                      <a:endParaRPr sz="1100" u="none" cap="none" strike="noStrike">
                        <a:solidFill>
                          <a:schemeClr val="lt1"/>
                        </a:solidFill>
                        <a:latin typeface="Albert Sans ExtraBold"/>
                        <a:ea typeface="Albert Sans ExtraBold"/>
                        <a:cs typeface="Albert Sans ExtraBold"/>
                        <a:sym typeface="Albert Sans ExtraBold"/>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rgbClr val="030712"/>
                          </a:solidFill>
                          <a:highlight>
                            <a:schemeClr val="dk2"/>
                          </a:highlight>
                          <a:latin typeface="Outfit SemiBold"/>
                          <a:ea typeface="Outfit SemiBold"/>
                          <a:cs typeface="Outfit SemiBold"/>
                          <a:sym typeface="Outfit SemiBold"/>
                        </a:rPr>
                        <a:t>Research Phase</a:t>
                      </a:r>
                      <a:endParaRPr sz="13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Understand user attitudes toward AI</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highlight>
                            <a:schemeClr val="dk2"/>
                          </a:highlight>
                          <a:latin typeface="Outfit SemiBold"/>
                          <a:ea typeface="Outfit SemiBold"/>
                          <a:cs typeface="Outfit SemiBold"/>
                          <a:sym typeface="Outfit SemiBold"/>
                        </a:rPr>
                        <a:t>Make AI Optional</a:t>
                      </a:r>
                      <a:endParaRPr sz="13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Provide non-AI alternatives for all features</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highlight>
                            <a:schemeClr val="dk2"/>
                          </a:highlight>
                          <a:latin typeface="Outfit SemiBold"/>
                          <a:ea typeface="Outfit SemiBold"/>
                          <a:cs typeface="Outfit SemiBold"/>
                          <a:sym typeface="Outfit SemiBold"/>
                        </a:rPr>
                        <a:t>User Preferences</a:t>
                      </a:r>
                      <a:endParaRPr sz="13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Implement AI interaction level controls</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1247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rgbClr val="030712"/>
                          </a:solidFill>
                          <a:highlight>
                            <a:schemeClr val="dk2"/>
                          </a:highlight>
                          <a:latin typeface="Outfit SemiBold"/>
                          <a:ea typeface="Outfit SemiBold"/>
                          <a:cs typeface="Outfit SemiBold"/>
                          <a:sym typeface="Outfit SemiBold"/>
                        </a:rPr>
                        <a:t>Transparency</a:t>
                      </a:r>
                      <a:endParaRPr sz="13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Clear indicators when AI is being used</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highlight>
                            <a:schemeClr val="dk2"/>
                          </a:highlight>
                          <a:latin typeface="Outfit SemiBold"/>
                          <a:ea typeface="Outfit SemiBold"/>
                          <a:cs typeface="Outfit SemiBold"/>
                          <a:sym typeface="Outfit SemiBold"/>
                        </a:rPr>
                        <a:t>Adaptive AI</a:t>
                      </a:r>
                      <a:endParaRPr sz="12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Personalized AI experiences based on trust level</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highlight>
                            <a:schemeClr val="dk2"/>
                          </a:highlight>
                          <a:latin typeface="Outfit SemiBold"/>
                          <a:ea typeface="Outfit SemiBold"/>
                          <a:cs typeface="Outfit SemiBold"/>
                          <a:sym typeface="Outfit SemiBold"/>
                        </a:rPr>
                        <a:t>Education</a:t>
                      </a:r>
                      <a:endParaRPr sz="1300" u="none" cap="none" strike="noStrike">
                        <a:solidFill>
                          <a:schemeClr val="lt1"/>
                        </a:solidFill>
                        <a:highlight>
                          <a:schemeClr val="dk2"/>
                        </a:highlight>
                        <a:latin typeface="Outfit SemiBold"/>
                        <a:ea typeface="Outfit SemiBold"/>
                        <a:cs typeface="Outfit SemiBold"/>
                        <a:sym typeface="Outfit SemiBold"/>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100"/>
                        <a:buFont typeface="Arial"/>
                        <a:buNone/>
                      </a:pPr>
                      <a:r>
                        <a:rPr lang="en" sz="1100" u="none" cap="none" strike="noStrike">
                          <a:solidFill>
                            <a:srgbClr val="030712"/>
                          </a:solidFill>
                          <a:highlight>
                            <a:schemeClr val="dk2"/>
                          </a:highlight>
                        </a:rPr>
                        <a:t>Help users understand AI benefits and limitations</a:t>
                      </a:r>
                      <a:endParaRPr sz="1200" u="none" cap="none" strike="noStrike">
                        <a:solidFill>
                          <a:schemeClr val="lt1"/>
                        </a:solidFill>
                        <a:highlight>
                          <a:schemeClr val="dk2"/>
                        </a:highlight>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t/>
                      </a:r>
                      <a:endParaRPr sz="1200" u="none" cap="none" strike="noStrike">
                        <a:solidFill>
                          <a:schemeClr val="lt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r>
            </a:tbl>
          </a:graphicData>
        </a:graphic>
      </p:graphicFrame>
      <p:pic>
        <p:nvPicPr>
          <p:cNvPr id="1362" name="Google Shape;1362;p15"/>
          <p:cNvPicPr preferRelativeResize="0"/>
          <p:nvPr/>
        </p:nvPicPr>
        <p:blipFill rotWithShape="1">
          <a:blip r:embed="rId3">
            <a:alphaModFix/>
          </a:blip>
          <a:srcRect b="0" l="0" r="0" t="0"/>
          <a:stretch/>
        </p:blipFill>
        <p:spPr>
          <a:xfrm>
            <a:off x="0" y="-19350"/>
            <a:ext cx="8424026" cy="51435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6" name="Shape 1366"/>
        <p:cNvGrpSpPr/>
        <p:nvPr/>
      </p:nvGrpSpPr>
      <p:grpSpPr>
        <a:xfrm>
          <a:off x="0" y="0"/>
          <a:ext cx="0" cy="0"/>
          <a:chOff x="0" y="0"/>
          <a:chExt cx="0" cy="0"/>
        </a:xfrm>
      </p:grpSpPr>
      <p:pic>
        <p:nvPicPr>
          <p:cNvPr id="1367" name="Google Shape;1367;p16"/>
          <p:cNvPicPr preferRelativeResize="0"/>
          <p:nvPr/>
        </p:nvPicPr>
        <p:blipFill rotWithShape="1">
          <a:blip r:embed="rId3">
            <a:alphaModFix/>
          </a:blip>
          <a:srcRect b="0" l="0" r="0" t="0"/>
          <a:stretch/>
        </p:blipFill>
        <p:spPr>
          <a:xfrm>
            <a:off x="0" y="530400"/>
            <a:ext cx="9091475" cy="4311575"/>
          </a:xfrm>
          <a:prstGeom prst="rect">
            <a:avLst/>
          </a:prstGeom>
          <a:noFill/>
          <a:ln>
            <a:noFill/>
          </a:ln>
        </p:spPr>
      </p:pic>
      <p:pic>
        <p:nvPicPr>
          <p:cNvPr id="1368" name="Google Shape;1368;p16"/>
          <p:cNvPicPr preferRelativeResize="0"/>
          <p:nvPr/>
        </p:nvPicPr>
        <p:blipFill rotWithShape="1">
          <a:blip r:embed="rId4">
            <a:alphaModFix/>
          </a:blip>
          <a:srcRect b="0" l="0" r="0" t="0"/>
          <a:stretch/>
        </p:blipFill>
        <p:spPr>
          <a:xfrm>
            <a:off x="0" y="0"/>
            <a:ext cx="9091474" cy="530400"/>
          </a:xfrm>
          <a:prstGeom prst="rect">
            <a:avLst/>
          </a:prstGeom>
          <a:noFill/>
          <a:ln>
            <a:noFill/>
          </a:ln>
        </p:spPr>
      </p:pic>
      <p:pic>
        <p:nvPicPr>
          <p:cNvPr id="1369" name="Google Shape;1369;p16"/>
          <p:cNvPicPr preferRelativeResize="0"/>
          <p:nvPr/>
        </p:nvPicPr>
        <p:blipFill rotWithShape="1">
          <a:blip r:embed="rId5">
            <a:alphaModFix/>
          </a:blip>
          <a:srcRect b="0" l="0" r="0" t="0"/>
          <a:stretch/>
        </p:blipFill>
        <p:spPr>
          <a:xfrm>
            <a:off x="251875" y="4613100"/>
            <a:ext cx="8582975" cy="5304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3" name="Shape 1373"/>
        <p:cNvGrpSpPr/>
        <p:nvPr/>
      </p:nvGrpSpPr>
      <p:grpSpPr>
        <a:xfrm>
          <a:off x="0" y="0"/>
          <a:ext cx="0" cy="0"/>
          <a:chOff x="0" y="0"/>
          <a:chExt cx="0" cy="0"/>
        </a:xfrm>
      </p:grpSpPr>
      <p:sp>
        <p:nvSpPr>
          <p:cNvPr id="1374" name="Google Shape;1374;p17"/>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Team Responsibilities</a:t>
            </a:r>
            <a:endParaRPr/>
          </a:p>
          <a:p>
            <a:pPr indent="0" lvl="0" marL="0" rtl="0" algn="ctr">
              <a:lnSpc>
                <a:spcPct val="100000"/>
              </a:lnSpc>
              <a:spcBef>
                <a:spcPts val="0"/>
              </a:spcBef>
              <a:spcAft>
                <a:spcPts val="0"/>
              </a:spcAft>
              <a:buSzPts val="2800"/>
              <a:buNone/>
            </a:pPr>
            <a:r>
              <a:t/>
            </a:r>
            <a:endParaRPr/>
          </a:p>
          <a:p>
            <a:pPr indent="0" lvl="0" marL="0" rtl="0" algn="ctr">
              <a:lnSpc>
                <a:spcPct val="100000"/>
              </a:lnSpc>
              <a:spcBef>
                <a:spcPts val="0"/>
              </a:spcBef>
              <a:spcAft>
                <a:spcPts val="0"/>
              </a:spcAft>
              <a:buSzPts val="2800"/>
              <a:buNone/>
            </a:pPr>
            <a:r>
              <a:t/>
            </a:r>
            <a:endParaRPr/>
          </a:p>
          <a:p>
            <a:pPr indent="0" lvl="0" marL="0" rtl="0" algn="ctr">
              <a:lnSpc>
                <a:spcPct val="100000"/>
              </a:lnSpc>
              <a:spcBef>
                <a:spcPts val="0"/>
              </a:spcBef>
              <a:spcAft>
                <a:spcPts val="0"/>
              </a:spcAft>
              <a:buSzPts val="2800"/>
              <a:buNone/>
            </a:pPr>
            <a:r>
              <a:t/>
            </a:r>
            <a:endParaRPr/>
          </a:p>
        </p:txBody>
      </p:sp>
      <p:graphicFrame>
        <p:nvGraphicFramePr>
          <p:cNvPr id="1375" name="Google Shape;1375;p17"/>
          <p:cNvGraphicFramePr/>
          <p:nvPr/>
        </p:nvGraphicFramePr>
        <p:xfrm>
          <a:off x="487500" y="1124825"/>
          <a:ext cx="3000000" cy="3000000"/>
        </p:xfrm>
        <a:graphic>
          <a:graphicData uri="http://schemas.openxmlformats.org/drawingml/2006/table">
            <a:tbl>
              <a:tblPr>
                <a:noFill/>
                <a:tableStyleId>{F00F4E0C-ED66-435D-9EEA-1E8C12176BB3}</a:tableStyleId>
              </a:tblPr>
              <a:tblGrid>
                <a:gridCol w="3852000"/>
                <a:gridCol w="4237775"/>
              </a:tblGrid>
              <a:tr h="482625">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Adiba Habiba</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Coordination &amp; Reporting  </a:t>
                      </a:r>
                      <a:endParaRPr b="1" sz="1600" u="none" cap="none" strike="noStrike">
                        <a:solidFill>
                          <a:srgbClr val="904835"/>
                        </a:solidFill>
                      </a:endParaRPr>
                    </a:p>
                  </a:txBody>
                  <a:tcPr marT="91425" marB="91425" marR="91425" marL="91425"/>
                </a:tc>
              </a:tr>
              <a:tr h="422425">
                <a:tc>
                  <a:txBody>
                    <a:bodyPr/>
                    <a:lstStyle/>
                    <a:p>
                      <a:pPr indent="0" lvl="0" marL="0" marR="0" rtl="0" algn="ctr">
                        <a:lnSpc>
                          <a:spcPct val="100000"/>
                        </a:lnSpc>
                        <a:spcBef>
                          <a:spcPts val="0"/>
                        </a:spcBef>
                        <a:spcAft>
                          <a:spcPts val="0"/>
                        </a:spcAft>
                        <a:buClr>
                          <a:srgbClr val="000000"/>
                        </a:buClr>
                        <a:buSzPts val="1200"/>
                        <a:buFont typeface="Arial"/>
                        <a:buNone/>
                      </a:pPr>
                      <a:r>
                        <a:t/>
                      </a:r>
                      <a:endParaRPr b="1" sz="1200" u="none" cap="none" strike="noStrike">
                        <a:solidFill>
                          <a:schemeClr val="lt1"/>
                        </a:solidFill>
                      </a:endParaRPr>
                    </a:p>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Md. Noman Hossain  </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Md High-Fidelity Prototype  </a:t>
                      </a:r>
                      <a:endParaRPr b="1" sz="1600" u="none" cap="none" strike="noStrike">
                        <a:solidFill>
                          <a:srgbClr val="904835"/>
                        </a:solidFill>
                      </a:endParaRPr>
                    </a:p>
                  </a:txBody>
                  <a:tcPr marT="91425" marB="91425" marR="91425" marL="91425"/>
                </a:tc>
              </a:tr>
              <a:tr h="422425">
                <a:tc>
                  <a:txBody>
                    <a:bodyPr/>
                    <a:lstStyle/>
                    <a:p>
                      <a:pPr indent="0" lvl="0" marL="0" marR="0" rtl="0" algn="ctr">
                        <a:lnSpc>
                          <a:spcPct val="100000"/>
                        </a:lnSpc>
                        <a:spcBef>
                          <a:spcPts val="0"/>
                        </a:spcBef>
                        <a:spcAft>
                          <a:spcPts val="0"/>
                        </a:spcAft>
                        <a:buClr>
                          <a:srgbClr val="000000"/>
                        </a:buClr>
                        <a:buSzPts val="1200"/>
                        <a:buFont typeface="Arial"/>
                        <a:buNone/>
                      </a:pPr>
                      <a:r>
                        <a:t/>
                      </a:r>
                      <a:endParaRPr b="1" sz="1200" u="none" cap="none" strike="noStrike">
                        <a:solidFill>
                          <a:schemeClr val="lt1"/>
                        </a:solidFill>
                      </a:endParaRPr>
                    </a:p>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Rownak Jahan</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Paper Prototyping &amp; Feedback  </a:t>
                      </a:r>
                      <a:endParaRPr b="1" sz="1600" u="none" cap="none" strike="noStrike">
                        <a:solidFill>
                          <a:srgbClr val="904835"/>
                        </a:solidFill>
                      </a:endParaRPr>
                    </a:p>
                  </a:txBody>
                  <a:tcPr marT="91425" marB="91425" marR="91425" marL="91425"/>
                </a:tc>
              </a:tr>
              <a:tr h="422425">
                <a:tc>
                  <a:txBody>
                    <a:bodyPr/>
                    <a:lstStyle/>
                    <a:p>
                      <a:pPr indent="0" lvl="0" marL="0" marR="0" rtl="0" algn="ctr">
                        <a:lnSpc>
                          <a:spcPct val="100000"/>
                        </a:lnSpc>
                        <a:spcBef>
                          <a:spcPts val="0"/>
                        </a:spcBef>
                        <a:spcAft>
                          <a:spcPts val="0"/>
                        </a:spcAft>
                        <a:buClr>
                          <a:srgbClr val="000000"/>
                        </a:buClr>
                        <a:buSzPts val="1200"/>
                        <a:buFont typeface="Arial"/>
                        <a:buNone/>
                      </a:pPr>
                      <a:r>
                        <a:t/>
                      </a:r>
                      <a:endParaRPr b="1" sz="1200" u="none" cap="none" strike="noStrike">
                        <a:solidFill>
                          <a:schemeClr val="lt1"/>
                        </a:solidFill>
                      </a:endParaRPr>
                    </a:p>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Fariha Benta Alamgir</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Task Definition &amp; Findings  </a:t>
                      </a:r>
                      <a:endParaRPr b="1" sz="1600" u="none" cap="none" strike="noStrike">
                        <a:solidFill>
                          <a:srgbClr val="904835"/>
                        </a:solidFill>
                      </a:endParaRPr>
                    </a:p>
                  </a:txBody>
                  <a:tcPr marT="91425" marB="91425" marR="91425" marL="91425"/>
                </a:tc>
              </a:tr>
              <a:tr h="651225">
                <a:tc>
                  <a:txBody>
                    <a:bodyPr/>
                    <a:lstStyle/>
                    <a:p>
                      <a:pPr indent="0" lvl="0" marL="0" marR="0" rtl="0" algn="ctr">
                        <a:lnSpc>
                          <a:spcPct val="100000"/>
                        </a:lnSpc>
                        <a:spcBef>
                          <a:spcPts val="0"/>
                        </a:spcBef>
                        <a:spcAft>
                          <a:spcPts val="0"/>
                        </a:spcAft>
                        <a:buClr>
                          <a:srgbClr val="000000"/>
                        </a:buClr>
                        <a:buSzPts val="1200"/>
                        <a:buFont typeface="Arial"/>
                        <a:buNone/>
                      </a:pPr>
                      <a:r>
                        <a:t/>
                      </a:r>
                      <a:endParaRPr b="1" sz="1200" u="none" cap="none" strike="noStrike">
                        <a:solidFill>
                          <a:schemeClr val="lt1"/>
                        </a:solidFill>
                      </a:endParaRPr>
                    </a:p>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Md. Mashrafe Hridoy</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Insight Interpretation </a:t>
                      </a:r>
                      <a:endParaRPr b="1" sz="1200" u="none" cap="none" strike="noStrike">
                        <a:solidFill>
                          <a:srgbClr val="904835"/>
                        </a:solidFill>
                      </a:endParaRPr>
                    </a:p>
                    <a:p>
                      <a:pPr indent="0" lvl="0" marL="0" marR="0" rtl="0" algn="ctr">
                        <a:lnSpc>
                          <a:spcPct val="100000"/>
                        </a:lnSpc>
                        <a:spcBef>
                          <a:spcPts val="1600"/>
                        </a:spcBef>
                        <a:spcAft>
                          <a:spcPts val="0"/>
                        </a:spcAft>
                        <a:buClr>
                          <a:srgbClr val="000000"/>
                        </a:buClr>
                        <a:buSzPts val="1600"/>
                        <a:buFont typeface="Arial"/>
                        <a:buNone/>
                      </a:pPr>
                      <a:r>
                        <a:t/>
                      </a:r>
                      <a:endParaRPr b="1" sz="1600" u="none" cap="none" strike="noStrike">
                        <a:solidFill>
                          <a:srgbClr val="904835"/>
                        </a:solidFill>
                      </a:endParaRPr>
                    </a:p>
                  </a:txBody>
                  <a:tcPr marT="91425" marB="91425" marR="91425" marL="91425"/>
                </a:tc>
              </a:tr>
              <a:tr h="651225">
                <a:tc>
                  <a:txBody>
                    <a:bodyPr/>
                    <a:lstStyle/>
                    <a:p>
                      <a:pPr indent="0" lvl="0" marL="0" marR="0" rtl="0" algn="ctr">
                        <a:lnSpc>
                          <a:spcPct val="100000"/>
                        </a:lnSpc>
                        <a:spcBef>
                          <a:spcPts val="0"/>
                        </a:spcBef>
                        <a:spcAft>
                          <a:spcPts val="0"/>
                        </a:spcAft>
                        <a:buClr>
                          <a:srgbClr val="000000"/>
                        </a:buClr>
                        <a:buSzPts val="1200"/>
                        <a:buFont typeface="Arial"/>
                        <a:buNone/>
                      </a:pPr>
                      <a:r>
                        <a:t/>
                      </a:r>
                      <a:endParaRPr b="1" sz="1200" u="none" cap="none" strike="noStrike">
                        <a:solidFill>
                          <a:schemeClr val="lt1"/>
                        </a:solidFill>
                      </a:endParaRPr>
                    </a:p>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chemeClr val="lt1"/>
                          </a:solidFill>
                        </a:rPr>
                        <a:t>Safrin Sanzida Islam </a:t>
                      </a:r>
                      <a:endParaRPr sz="1600" u="none" cap="none" strike="noStrike"/>
                    </a:p>
                  </a:txBody>
                  <a:tcPr marT="91425" marB="91425" marR="91425" marL="91425"/>
                </a:tc>
                <a:tc>
                  <a:txBody>
                    <a:bodyPr/>
                    <a:lstStyle/>
                    <a:p>
                      <a:pPr indent="0" lvl="0" marL="0" marR="0" rtl="0" algn="ctr">
                        <a:lnSpc>
                          <a:spcPct val="100000"/>
                        </a:lnSpc>
                        <a:spcBef>
                          <a:spcPts val="0"/>
                        </a:spcBef>
                        <a:spcAft>
                          <a:spcPts val="0"/>
                        </a:spcAft>
                        <a:buClr>
                          <a:srgbClr val="000000"/>
                        </a:buClr>
                        <a:buSzPts val="1200"/>
                        <a:buFont typeface="Arial"/>
                        <a:buNone/>
                      </a:pPr>
                      <a:r>
                        <a:rPr b="1" lang="en" sz="1200" u="none" cap="none" strike="noStrike">
                          <a:solidFill>
                            <a:srgbClr val="904835"/>
                          </a:solidFill>
                        </a:rPr>
                        <a:t>Evaluation Method</a:t>
                      </a:r>
                      <a:endParaRPr b="1" sz="1200" u="none" cap="none" strike="noStrike">
                        <a:solidFill>
                          <a:srgbClr val="904835"/>
                        </a:solidFill>
                      </a:endParaRPr>
                    </a:p>
                    <a:p>
                      <a:pPr indent="0" lvl="0" marL="0" marR="0" rtl="0" algn="ctr">
                        <a:lnSpc>
                          <a:spcPct val="100000"/>
                        </a:lnSpc>
                        <a:spcBef>
                          <a:spcPts val="1600"/>
                        </a:spcBef>
                        <a:spcAft>
                          <a:spcPts val="0"/>
                        </a:spcAft>
                        <a:buClr>
                          <a:srgbClr val="000000"/>
                        </a:buClr>
                        <a:buSzPts val="1600"/>
                        <a:buFont typeface="Arial"/>
                        <a:buNone/>
                      </a:pPr>
                      <a:r>
                        <a:t/>
                      </a:r>
                      <a:endParaRPr b="1" sz="1600" u="none" cap="none" strike="noStrike">
                        <a:solidFill>
                          <a:srgbClr val="904835"/>
                        </a:solidFill>
                      </a:endParaRPr>
                    </a:p>
                  </a:txBody>
                  <a:tcPr marT="91425" marB="91425" marR="91425" marL="91425"/>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9" name="Shape 1379"/>
        <p:cNvGrpSpPr/>
        <p:nvPr/>
      </p:nvGrpSpPr>
      <p:grpSpPr>
        <a:xfrm>
          <a:off x="0" y="0"/>
          <a:ext cx="0" cy="0"/>
          <a:chOff x="0" y="0"/>
          <a:chExt cx="0" cy="0"/>
        </a:xfrm>
      </p:grpSpPr>
      <p:sp>
        <p:nvSpPr>
          <p:cNvPr id="1380" name="Google Shape;1380;p18"/>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b="0" lang="en"/>
              <a:t>Conclusion</a:t>
            </a:r>
            <a:endParaRPr/>
          </a:p>
        </p:txBody>
      </p:sp>
      <p:grpSp>
        <p:nvGrpSpPr>
          <p:cNvPr id="1381" name="Google Shape;1381;p18"/>
          <p:cNvGrpSpPr/>
          <p:nvPr/>
        </p:nvGrpSpPr>
        <p:grpSpPr>
          <a:xfrm>
            <a:off x="7683680" y="3209015"/>
            <a:ext cx="1406211" cy="1616773"/>
            <a:chOff x="9301025" y="-382050"/>
            <a:chExt cx="1603068" cy="1843106"/>
          </a:xfrm>
        </p:grpSpPr>
        <p:sp>
          <p:nvSpPr>
            <p:cNvPr id="1382" name="Google Shape;1382;p18"/>
            <p:cNvSpPr/>
            <p:nvPr/>
          </p:nvSpPr>
          <p:spPr>
            <a:xfrm>
              <a:off x="9433193" y="1259725"/>
              <a:ext cx="1470900" cy="1851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383" name="Google Shape;1383;p18"/>
            <p:cNvSpPr/>
            <p:nvPr/>
          </p:nvSpPr>
          <p:spPr>
            <a:xfrm>
              <a:off x="10571819" y="991382"/>
              <a:ext cx="238809" cy="469674"/>
            </a:xfrm>
            <a:custGeom>
              <a:rect b="b" l="l" r="r" t="t"/>
              <a:pathLst>
                <a:path extrusionOk="0" h="14721" w="7485">
                  <a:moveTo>
                    <a:pt x="7485" y="0"/>
                  </a:moveTo>
                  <a:lnTo>
                    <a:pt x="63" y="1794"/>
                  </a:lnTo>
                  <a:lnTo>
                    <a:pt x="1" y="11257"/>
                  </a:lnTo>
                  <a:lnTo>
                    <a:pt x="2970" y="10082"/>
                  </a:lnTo>
                  <a:lnTo>
                    <a:pt x="3093" y="10886"/>
                  </a:lnTo>
                  <a:lnTo>
                    <a:pt x="3279" y="11566"/>
                  </a:lnTo>
                  <a:lnTo>
                    <a:pt x="3526" y="12185"/>
                  </a:lnTo>
                  <a:lnTo>
                    <a:pt x="3774" y="12679"/>
                  </a:lnTo>
                  <a:lnTo>
                    <a:pt x="4145" y="13112"/>
                  </a:lnTo>
                  <a:lnTo>
                    <a:pt x="4454" y="13483"/>
                  </a:lnTo>
                  <a:lnTo>
                    <a:pt x="4825" y="13793"/>
                  </a:lnTo>
                  <a:lnTo>
                    <a:pt x="5134" y="14040"/>
                  </a:lnTo>
                  <a:lnTo>
                    <a:pt x="5876" y="14411"/>
                  </a:lnTo>
                  <a:lnTo>
                    <a:pt x="6433" y="14659"/>
                  </a:lnTo>
                  <a:lnTo>
                    <a:pt x="6866" y="14721"/>
                  </a:lnTo>
                  <a:lnTo>
                    <a:pt x="6990" y="14721"/>
                  </a:lnTo>
                  <a:lnTo>
                    <a:pt x="748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18"/>
            <p:cNvSpPr/>
            <p:nvPr/>
          </p:nvSpPr>
          <p:spPr>
            <a:xfrm>
              <a:off x="9741054" y="679577"/>
              <a:ext cx="901859" cy="682799"/>
            </a:xfrm>
            <a:custGeom>
              <a:rect b="b" l="l" r="r" t="t"/>
              <a:pathLst>
                <a:path extrusionOk="0" h="21401" w="28267">
                  <a:moveTo>
                    <a:pt x="17010" y="1"/>
                  </a:moveTo>
                  <a:lnTo>
                    <a:pt x="15896" y="805"/>
                  </a:lnTo>
                  <a:lnTo>
                    <a:pt x="14226" y="1918"/>
                  </a:lnTo>
                  <a:lnTo>
                    <a:pt x="9773" y="4825"/>
                  </a:lnTo>
                  <a:lnTo>
                    <a:pt x="7423" y="6433"/>
                  </a:lnTo>
                  <a:lnTo>
                    <a:pt x="5134" y="8103"/>
                  </a:lnTo>
                  <a:lnTo>
                    <a:pt x="3155" y="9649"/>
                  </a:lnTo>
                  <a:lnTo>
                    <a:pt x="2351" y="10392"/>
                  </a:lnTo>
                  <a:lnTo>
                    <a:pt x="1671" y="11072"/>
                  </a:lnTo>
                  <a:lnTo>
                    <a:pt x="1176" y="11629"/>
                  </a:lnTo>
                  <a:lnTo>
                    <a:pt x="805" y="12309"/>
                  </a:lnTo>
                  <a:lnTo>
                    <a:pt x="495" y="13051"/>
                  </a:lnTo>
                  <a:lnTo>
                    <a:pt x="248" y="13855"/>
                  </a:lnTo>
                  <a:lnTo>
                    <a:pt x="63" y="14721"/>
                  </a:lnTo>
                  <a:lnTo>
                    <a:pt x="1" y="15587"/>
                  </a:lnTo>
                  <a:lnTo>
                    <a:pt x="63" y="16453"/>
                  </a:lnTo>
                  <a:lnTo>
                    <a:pt x="186" y="17319"/>
                  </a:lnTo>
                  <a:lnTo>
                    <a:pt x="434" y="18123"/>
                  </a:lnTo>
                  <a:lnTo>
                    <a:pt x="805" y="18927"/>
                  </a:lnTo>
                  <a:lnTo>
                    <a:pt x="1238" y="19607"/>
                  </a:lnTo>
                  <a:lnTo>
                    <a:pt x="1547" y="19917"/>
                  </a:lnTo>
                  <a:lnTo>
                    <a:pt x="1856" y="20226"/>
                  </a:lnTo>
                  <a:lnTo>
                    <a:pt x="2227" y="20473"/>
                  </a:lnTo>
                  <a:lnTo>
                    <a:pt x="2598" y="20721"/>
                  </a:lnTo>
                  <a:lnTo>
                    <a:pt x="3031" y="20968"/>
                  </a:lnTo>
                  <a:lnTo>
                    <a:pt x="3464" y="21092"/>
                  </a:lnTo>
                  <a:lnTo>
                    <a:pt x="3959" y="21277"/>
                  </a:lnTo>
                  <a:lnTo>
                    <a:pt x="4454" y="21339"/>
                  </a:lnTo>
                  <a:lnTo>
                    <a:pt x="5011" y="21401"/>
                  </a:lnTo>
                  <a:lnTo>
                    <a:pt x="5629" y="21401"/>
                  </a:lnTo>
                  <a:lnTo>
                    <a:pt x="18803" y="21215"/>
                  </a:lnTo>
                  <a:lnTo>
                    <a:pt x="28266" y="21030"/>
                  </a:lnTo>
                  <a:lnTo>
                    <a:pt x="27524" y="11072"/>
                  </a:lnTo>
                  <a:lnTo>
                    <a:pt x="15587" y="12000"/>
                  </a:lnTo>
                  <a:lnTo>
                    <a:pt x="26225" y="5258"/>
                  </a:lnTo>
                  <a:lnTo>
                    <a:pt x="19236" y="372"/>
                  </a:lnTo>
                  <a:lnTo>
                    <a:pt x="18185" y="124"/>
                  </a:lnTo>
                  <a:lnTo>
                    <a:pt x="1744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18"/>
            <p:cNvSpPr/>
            <p:nvPr/>
          </p:nvSpPr>
          <p:spPr>
            <a:xfrm>
              <a:off x="9595026" y="192170"/>
              <a:ext cx="382860" cy="361165"/>
            </a:xfrm>
            <a:custGeom>
              <a:rect b="b" l="l" r="r" t="t"/>
              <a:pathLst>
                <a:path extrusionOk="0" h="11320" w="12000">
                  <a:moveTo>
                    <a:pt x="3959" y="1"/>
                  </a:moveTo>
                  <a:lnTo>
                    <a:pt x="1" y="6000"/>
                  </a:lnTo>
                  <a:lnTo>
                    <a:pt x="9155" y="11319"/>
                  </a:lnTo>
                  <a:lnTo>
                    <a:pt x="12000" y="9093"/>
                  </a:lnTo>
                  <a:lnTo>
                    <a:pt x="10330" y="3340"/>
                  </a:lnTo>
                  <a:lnTo>
                    <a:pt x="39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18"/>
            <p:cNvSpPr/>
            <p:nvPr/>
          </p:nvSpPr>
          <p:spPr>
            <a:xfrm>
              <a:off x="9894962" y="-84092"/>
              <a:ext cx="197396" cy="236831"/>
            </a:xfrm>
            <a:custGeom>
              <a:rect b="b" l="l" r="r" t="t"/>
              <a:pathLst>
                <a:path extrusionOk="0" h="7423" w="6187">
                  <a:moveTo>
                    <a:pt x="4083" y="0"/>
                  </a:moveTo>
                  <a:lnTo>
                    <a:pt x="1" y="3526"/>
                  </a:lnTo>
                  <a:lnTo>
                    <a:pt x="1424" y="7423"/>
                  </a:lnTo>
                  <a:lnTo>
                    <a:pt x="6186" y="5691"/>
                  </a:lnTo>
                  <a:lnTo>
                    <a:pt x="408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18"/>
            <p:cNvSpPr/>
            <p:nvPr/>
          </p:nvSpPr>
          <p:spPr>
            <a:xfrm>
              <a:off x="9723283" y="-307074"/>
              <a:ext cx="305905" cy="380882"/>
            </a:xfrm>
            <a:custGeom>
              <a:rect b="b" l="l" r="r" t="t"/>
              <a:pathLst>
                <a:path extrusionOk="0" h="11938" w="9588">
                  <a:moveTo>
                    <a:pt x="5320" y="0"/>
                  </a:moveTo>
                  <a:lnTo>
                    <a:pt x="4454" y="62"/>
                  </a:lnTo>
                  <a:lnTo>
                    <a:pt x="3465" y="248"/>
                  </a:lnTo>
                  <a:lnTo>
                    <a:pt x="3279" y="310"/>
                  </a:lnTo>
                  <a:lnTo>
                    <a:pt x="2413" y="619"/>
                  </a:lnTo>
                  <a:lnTo>
                    <a:pt x="1671" y="1052"/>
                  </a:lnTo>
                  <a:lnTo>
                    <a:pt x="1052" y="1485"/>
                  </a:lnTo>
                  <a:lnTo>
                    <a:pt x="620" y="2041"/>
                  </a:lnTo>
                  <a:lnTo>
                    <a:pt x="434" y="2351"/>
                  </a:lnTo>
                  <a:lnTo>
                    <a:pt x="248" y="2660"/>
                  </a:lnTo>
                  <a:lnTo>
                    <a:pt x="125" y="2969"/>
                  </a:lnTo>
                  <a:lnTo>
                    <a:pt x="63" y="3340"/>
                  </a:lnTo>
                  <a:lnTo>
                    <a:pt x="1" y="3711"/>
                  </a:lnTo>
                  <a:lnTo>
                    <a:pt x="1" y="4082"/>
                  </a:lnTo>
                  <a:lnTo>
                    <a:pt x="63" y="4454"/>
                  </a:lnTo>
                  <a:lnTo>
                    <a:pt x="125" y="4887"/>
                  </a:lnTo>
                  <a:lnTo>
                    <a:pt x="496" y="6309"/>
                  </a:lnTo>
                  <a:lnTo>
                    <a:pt x="867" y="7484"/>
                  </a:lnTo>
                  <a:lnTo>
                    <a:pt x="1485" y="9278"/>
                  </a:lnTo>
                  <a:lnTo>
                    <a:pt x="1733" y="9835"/>
                  </a:lnTo>
                  <a:lnTo>
                    <a:pt x="1980" y="10329"/>
                  </a:lnTo>
                  <a:lnTo>
                    <a:pt x="2289" y="10700"/>
                  </a:lnTo>
                  <a:lnTo>
                    <a:pt x="2599" y="11010"/>
                  </a:lnTo>
                  <a:lnTo>
                    <a:pt x="2970" y="11319"/>
                  </a:lnTo>
                  <a:lnTo>
                    <a:pt x="3341" y="11505"/>
                  </a:lnTo>
                  <a:lnTo>
                    <a:pt x="3650" y="11690"/>
                  </a:lnTo>
                  <a:lnTo>
                    <a:pt x="4021" y="11752"/>
                  </a:lnTo>
                  <a:lnTo>
                    <a:pt x="4640" y="11876"/>
                  </a:lnTo>
                  <a:lnTo>
                    <a:pt x="5196" y="11938"/>
                  </a:lnTo>
                  <a:lnTo>
                    <a:pt x="5691" y="11876"/>
                  </a:lnTo>
                  <a:lnTo>
                    <a:pt x="6619" y="11505"/>
                  </a:lnTo>
                  <a:lnTo>
                    <a:pt x="7423" y="11072"/>
                  </a:lnTo>
                  <a:lnTo>
                    <a:pt x="8103" y="10577"/>
                  </a:lnTo>
                  <a:lnTo>
                    <a:pt x="8598" y="10020"/>
                  </a:lnTo>
                  <a:lnTo>
                    <a:pt x="8969" y="9463"/>
                  </a:lnTo>
                  <a:lnTo>
                    <a:pt x="9279" y="8907"/>
                  </a:lnTo>
                  <a:lnTo>
                    <a:pt x="9464" y="8350"/>
                  </a:lnTo>
                  <a:lnTo>
                    <a:pt x="9588" y="7794"/>
                  </a:lnTo>
                  <a:lnTo>
                    <a:pt x="9588" y="7237"/>
                  </a:lnTo>
                  <a:lnTo>
                    <a:pt x="9588" y="6742"/>
                  </a:lnTo>
                  <a:lnTo>
                    <a:pt x="9464" y="5938"/>
                  </a:lnTo>
                  <a:lnTo>
                    <a:pt x="9340" y="5319"/>
                  </a:lnTo>
                  <a:lnTo>
                    <a:pt x="9279" y="5134"/>
                  </a:lnTo>
                  <a:lnTo>
                    <a:pt x="8722" y="2722"/>
                  </a:lnTo>
                  <a:lnTo>
                    <a:pt x="8598" y="2289"/>
                  </a:lnTo>
                  <a:lnTo>
                    <a:pt x="8413" y="1918"/>
                  </a:lnTo>
                  <a:lnTo>
                    <a:pt x="8227" y="1547"/>
                  </a:lnTo>
                  <a:lnTo>
                    <a:pt x="8042" y="1237"/>
                  </a:lnTo>
                  <a:lnTo>
                    <a:pt x="7794" y="928"/>
                  </a:lnTo>
                  <a:lnTo>
                    <a:pt x="7485" y="681"/>
                  </a:lnTo>
                  <a:lnTo>
                    <a:pt x="7176" y="495"/>
                  </a:lnTo>
                  <a:lnTo>
                    <a:pt x="6866" y="310"/>
                  </a:lnTo>
                  <a:lnTo>
                    <a:pt x="6495" y="186"/>
                  </a:lnTo>
                  <a:lnTo>
                    <a:pt x="6124" y="62"/>
                  </a:lnTo>
                  <a:lnTo>
                    <a:pt x="575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18"/>
            <p:cNvSpPr/>
            <p:nvPr/>
          </p:nvSpPr>
          <p:spPr>
            <a:xfrm>
              <a:off x="9723283" y="-307074"/>
              <a:ext cx="305905" cy="380882"/>
            </a:xfrm>
            <a:custGeom>
              <a:rect b="b" l="l" r="r" t="t"/>
              <a:pathLst>
                <a:path extrusionOk="0" fill="none" h="11938" w="9588">
                  <a:moveTo>
                    <a:pt x="5691" y="11876"/>
                  </a:moveTo>
                  <a:lnTo>
                    <a:pt x="5691" y="11876"/>
                  </a:lnTo>
                  <a:lnTo>
                    <a:pt x="5196" y="11938"/>
                  </a:lnTo>
                  <a:lnTo>
                    <a:pt x="4640" y="11876"/>
                  </a:lnTo>
                  <a:lnTo>
                    <a:pt x="4021" y="11752"/>
                  </a:lnTo>
                  <a:lnTo>
                    <a:pt x="3650" y="11690"/>
                  </a:lnTo>
                  <a:lnTo>
                    <a:pt x="3341" y="11505"/>
                  </a:lnTo>
                  <a:lnTo>
                    <a:pt x="2970" y="11319"/>
                  </a:lnTo>
                  <a:lnTo>
                    <a:pt x="2599" y="11010"/>
                  </a:lnTo>
                  <a:lnTo>
                    <a:pt x="2289" y="10700"/>
                  </a:lnTo>
                  <a:lnTo>
                    <a:pt x="1980" y="10329"/>
                  </a:lnTo>
                  <a:lnTo>
                    <a:pt x="1733" y="9835"/>
                  </a:lnTo>
                  <a:lnTo>
                    <a:pt x="1485" y="9278"/>
                  </a:lnTo>
                  <a:lnTo>
                    <a:pt x="1485" y="9278"/>
                  </a:lnTo>
                  <a:lnTo>
                    <a:pt x="867" y="7484"/>
                  </a:lnTo>
                  <a:lnTo>
                    <a:pt x="496" y="6309"/>
                  </a:lnTo>
                  <a:lnTo>
                    <a:pt x="125" y="4887"/>
                  </a:lnTo>
                  <a:lnTo>
                    <a:pt x="125" y="4887"/>
                  </a:lnTo>
                  <a:lnTo>
                    <a:pt x="63" y="4454"/>
                  </a:lnTo>
                  <a:lnTo>
                    <a:pt x="1" y="4082"/>
                  </a:lnTo>
                  <a:lnTo>
                    <a:pt x="1" y="3711"/>
                  </a:lnTo>
                  <a:lnTo>
                    <a:pt x="63" y="3340"/>
                  </a:lnTo>
                  <a:lnTo>
                    <a:pt x="125" y="2969"/>
                  </a:lnTo>
                  <a:lnTo>
                    <a:pt x="248" y="2660"/>
                  </a:lnTo>
                  <a:lnTo>
                    <a:pt x="434" y="2351"/>
                  </a:lnTo>
                  <a:lnTo>
                    <a:pt x="620" y="2041"/>
                  </a:lnTo>
                  <a:lnTo>
                    <a:pt x="1052" y="1485"/>
                  </a:lnTo>
                  <a:lnTo>
                    <a:pt x="1671" y="1052"/>
                  </a:lnTo>
                  <a:lnTo>
                    <a:pt x="2413" y="619"/>
                  </a:lnTo>
                  <a:lnTo>
                    <a:pt x="3279" y="310"/>
                  </a:lnTo>
                  <a:lnTo>
                    <a:pt x="3465" y="248"/>
                  </a:lnTo>
                  <a:lnTo>
                    <a:pt x="3465" y="248"/>
                  </a:lnTo>
                  <a:lnTo>
                    <a:pt x="4454" y="62"/>
                  </a:lnTo>
                  <a:lnTo>
                    <a:pt x="5320" y="0"/>
                  </a:lnTo>
                  <a:lnTo>
                    <a:pt x="5753" y="0"/>
                  </a:lnTo>
                  <a:lnTo>
                    <a:pt x="6124" y="62"/>
                  </a:lnTo>
                  <a:lnTo>
                    <a:pt x="6495" y="186"/>
                  </a:lnTo>
                  <a:lnTo>
                    <a:pt x="6866" y="310"/>
                  </a:lnTo>
                  <a:lnTo>
                    <a:pt x="7176" y="495"/>
                  </a:lnTo>
                  <a:lnTo>
                    <a:pt x="7485" y="681"/>
                  </a:lnTo>
                  <a:lnTo>
                    <a:pt x="7794" y="928"/>
                  </a:lnTo>
                  <a:lnTo>
                    <a:pt x="8042" y="1237"/>
                  </a:lnTo>
                  <a:lnTo>
                    <a:pt x="8227" y="1547"/>
                  </a:lnTo>
                  <a:lnTo>
                    <a:pt x="8413" y="1918"/>
                  </a:lnTo>
                  <a:lnTo>
                    <a:pt x="8598" y="2289"/>
                  </a:lnTo>
                  <a:lnTo>
                    <a:pt x="8722" y="2722"/>
                  </a:lnTo>
                  <a:lnTo>
                    <a:pt x="9279" y="5134"/>
                  </a:lnTo>
                  <a:lnTo>
                    <a:pt x="9279" y="5134"/>
                  </a:lnTo>
                  <a:lnTo>
                    <a:pt x="9340" y="5319"/>
                  </a:lnTo>
                  <a:lnTo>
                    <a:pt x="9464" y="5938"/>
                  </a:lnTo>
                  <a:lnTo>
                    <a:pt x="9588" y="6742"/>
                  </a:lnTo>
                  <a:lnTo>
                    <a:pt x="9588" y="7237"/>
                  </a:lnTo>
                  <a:lnTo>
                    <a:pt x="9588" y="7794"/>
                  </a:lnTo>
                  <a:lnTo>
                    <a:pt x="9464" y="8350"/>
                  </a:lnTo>
                  <a:lnTo>
                    <a:pt x="9279" y="8907"/>
                  </a:lnTo>
                  <a:lnTo>
                    <a:pt x="8969" y="9463"/>
                  </a:lnTo>
                  <a:lnTo>
                    <a:pt x="8598" y="10020"/>
                  </a:lnTo>
                  <a:lnTo>
                    <a:pt x="8103" y="10577"/>
                  </a:lnTo>
                  <a:lnTo>
                    <a:pt x="7423" y="11072"/>
                  </a:lnTo>
                  <a:lnTo>
                    <a:pt x="6619" y="11505"/>
                  </a:lnTo>
                  <a:lnTo>
                    <a:pt x="5691" y="11876"/>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18"/>
            <p:cNvSpPr/>
            <p:nvPr/>
          </p:nvSpPr>
          <p:spPr>
            <a:xfrm>
              <a:off x="9776564" y="-95929"/>
              <a:ext cx="21759" cy="21727"/>
            </a:xfrm>
            <a:custGeom>
              <a:rect b="b" l="l" r="r" t="t"/>
              <a:pathLst>
                <a:path extrusionOk="0" h="681" w="682">
                  <a:moveTo>
                    <a:pt x="248" y="0"/>
                  </a:moveTo>
                  <a:lnTo>
                    <a:pt x="125" y="62"/>
                  </a:lnTo>
                  <a:lnTo>
                    <a:pt x="1" y="186"/>
                  </a:lnTo>
                  <a:lnTo>
                    <a:pt x="1" y="310"/>
                  </a:lnTo>
                  <a:lnTo>
                    <a:pt x="1" y="433"/>
                  </a:lnTo>
                  <a:lnTo>
                    <a:pt x="63" y="557"/>
                  </a:lnTo>
                  <a:lnTo>
                    <a:pt x="187" y="681"/>
                  </a:lnTo>
                  <a:lnTo>
                    <a:pt x="434" y="681"/>
                  </a:lnTo>
                  <a:lnTo>
                    <a:pt x="558" y="619"/>
                  </a:lnTo>
                  <a:lnTo>
                    <a:pt x="681" y="495"/>
                  </a:lnTo>
                  <a:lnTo>
                    <a:pt x="681" y="371"/>
                  </a:lnTo>
                  <a:lnTo>
                    <a:pt x="681" y="248"/>
                  </a:lnTo>
                  <a:lnTo>
                    <a:pt x="619" y="124"/>
                  </a:lnTo>
                  <a:lnTo>
                    <a:pt x="496" y="62"/>
                  </a:lnTo>
                  <a:lnTo>
                    <a:pt x="372"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18"/>
            <p:cNvSpPr/>
            <p:nvPr/>
          </p:nvSpPr>
          <p:spPr>
            <a:xfrm>
              <a:off x="9879201" y="-125537"/>
              <a:ext cx="23705" cy="21727"/>
            </a:xfrm>
            <a:custGeom>
              <a:rect b="b" l="l" r="r" t="t"/>
              <a:pathLst>
                <a:path extrusionOk="0" h="681" w="743">
                  <a:moveTo>
                    <a:pt x="309" y="1"/>
                  </a:moveTo>
                  <a:lnTo>
                    <a:pt x="124" y="62"/>
                  </a:lnTo>
                  <a:lnTo>
                    <a:pt x="62" y="186"/>
                  </a:lnTo>
                  <a:lnTo>
                    <a:pt x="0" y="310"/>
                  </a:lnTo>
                  <a:lnTo>
                    <a:pt x="0" y="434"/>
                  </a:lnTo>
                  <a:lnTo>
                    <a:pt x="124" y="557"/>
                  </a:lnTo>
                  <a:lnTo>
                    <a:pt x="186" y="681"/>
                  </a:lnTo>
                  <a:lnTo>
                    <a:pt x="495" y="681"/>
                  </a:lnTo>
                  <a:lnTo>
                    <a:pt x="619" y="619"/>
                  </a:lnTo>
                  <a:lnTo>
                    <a:pt x="681" y="495"/>
                  </a:lnTo>
                  <a:lnTo>
                    <a:pt x="742" y="372"/>
                  </a:lnTo>
                  <a:lnTo>
                    <a:pt x="742" y="248"/>
                  </a:lnTo>
                  <a:lnTo>
                    <a:pt x="681" y="124"/>
                  </a:lnTo>
                  <a:lnTo>
                    <a:pt x="557" y="62"/>
                  </a:lnTo>
                  <a:lnTo>
                    <a:pt x="433"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18"/>
            <p:cNvSpPr/>
            <p:nvPr/>
          </p:nvSpPr>
          <p:spPr>
            <a:xfrm>
              <a:off x="9879201" y="-161046"/>
              <a:ext cx="35542" cy="11869"/>
            </a:xfrm>
            <a:custGeom>
              <a:rect b="b" l="l" r="r" t="t"/>
              <a:pathLst>
                <a:path extrusionOk="0" fill="none" h="372" w="1114">
                  <a:moveTo>
                    <a:pt x="1113" y="0"/>
                  </a:moveTo>
                  <a:lnTo>
                    <a:pt x="1113" y="0"/>
                  </a:lnTo>
                  <a:lnTo>
                    <a:pt x="804" y="0"/>
                  </a:lnTo>
                  <a:lnTo>
                    <a:pt x="495" y="62"/>
                  </a:lnTo>
                  <a:lnTo>
                    <a:pt x="186" y="186"/>
                  </a:lnTo>
                  <a:lnTo>
                    <a:pt x="0" y="37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18"/>
            <p:cNvSpPr/>
            <p:nvPr/>
          </p:nvSpPr>
          <p:spPr>
            <a:xfrm>
              <a:off x="9762781" y="-123558"/>
              <a:ext cx="35542" cy="11869"/>
            </a:xfrm>
            <a:custGeom>
              <a:rect b="b" l="l" r="r" t="t"/>
              <a:pathLst>
                <a:path extrusionOk="0" fill="none" h="372" w="1114">
                  <a:moveTo>
                    <a:pt x="1113" y="0"/>
                  </a:moveTo>
                  <a:lnTo>
                    <a:pt x="1113" y="0"/>
                  </a:lnTo>
                  <a:lnTo>
                    <a:pt x="804" y="0"/>
                  </a:lnTo>
                  <a:lnTo>
                    <a:pt x="557" y="0"/>
                  </a:lnTo>
                  <a:lnTo>
                    <a:pt x="247" y="186"/>
                  </a:lnTo>
                  <a:lnTo>
                    <a:pt x="0" y="372"/>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18"/>
            <p:cNvSpPr/>
            <p:nvPr/>
          </p:nvSpPr>
          <p:spPr>
            <a:xfrm>
              <a:off x="9758825" y="-165003"/>
              <a:ext cx="27662" cy="9891"/>
            </a:xfrm>
            <a:custGeom>
              <a:rect b="b" l="l" r="r" t="t"/>
              <a:pathLst>
                <a:path extrusionOk="0" fill="none" h="310" w="867">
                  <a:moveTo>
                    <a:pt x="866" y="1"/>
                  </a:moveTo>
                  <a:lnTo>
                    <a:pt x="866" y="1"/>
                  </a:lnTo>
                  <a:lnTo>
                    <a:pt x="433" y="124"/>
                  </a:lnTo>
                  <a:lnTo>
                    <a:pt x="0" y="310"/>
                  </a:lnTo>
                </a:path>
              </a:pathLst>
            </a:custGeom>
            <a:solidFill>
              <a:srgbClr val="000000"/>
            </a:solidFill>
            <a:ln cap="rnd" cmpd="sng" w="18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18"/>
            <p:cNvSpPr/>
            <p:nvPr/>
          </p:nvSpPr>
          <p:spPr>
            <a:xfrm>
              <a:off x="9873267" y="-194610"/>
              <a:ext cx="27662" cy="11869"/>
            </a:xfrm>
            <a:custGeom>
              <a:rect b="b" l="l" r="r" t="t"/>
              <a:pathLst>
                <a:path extrusionOk="0" fill="none" h="372" w="867">
                  <a:moveTo>
                    <a:pt x="867" y="1"/>
                  </a:moveTo>
                  <a:lnTo>
                    <a:pt x="867" y="1"/>
                  </a:lnTo>
                  <a:lnTo>
                    <a:pt x="434" y="125"/>
                  </a:lnTo>
                  <a:lnTo>
                    <a:pt x="1" y="372"/>
                  </a:lnTo>
                </a:path>
              </a:pathLst>
            </a:custGeom>
            <a:solidFill>
              <a:srgbClr val="000000"/>
            </a:solidFill>
            <a:ln cap="rnd" cmpd="sng" w="18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18"/>
            <p:cNvSpPr/>
            <p:nvPr/>
          </p:nvSpPr>
          <p:spPr>
            <a:xfrm>
              <a:off x="9995621" y="-163025"/>
              <a:ext cx="71052" cy="84867"/>
            </a:xfrm>
            <a:custGeom>
              <a:rect b="b" l="l" r="r" t="t"/>
              <a:pathLst>
                <a:path extrusionOk="0" h="2660" w="2227">
                  <a:moveTo>
                    <a:pt x="866" y="0"/>
                  </a:moveTo>
                  <a:lnTo>
                    <a:pt x="557" y="124"/>
                  </a:lnTo>
                  <a:lnTo>
                    <a:pt x="248" y="310"/>
                  </a:lnTo>
                  <a:lnTo>
                    <a:pt x="0" y="557"/>
                  </a:lnTo>
                  <a:lnTo>
                    <a:pt x="557" y="2660"/>
                  </a:lnTo>
                  <a:lnTo>
                    <a:pt x="928" y="2660"/>
                  </a:lnTo>
                  <a:lnTo>
                    <a:pt x="1237" y="2598"/>
                  </a:lnTo>
                  <a:lnTo>
                    <a:pt x="1608" y="2413"/>
                  </a:lnTo>
                  <a:lnTo>
                    <a:pt x="1856" y="2227"/>
                  </a:lnTo>
                  <a:lnTo>
                    <a:pt x="2041" y="1918"/>
                  </a:lnTo>
                  <a:lnTo>
                    <a:pt x="2165" y="1609"/>
                  </a:lnTo>
                  <a:lnTo>
                    <a:pt x="2227" y="1237"/>
                  </a:lnTo>
                  <a:lnTo>
                    <a:pt x="2165" y="866"/>
                  </a:lnTo>
                  <a:lnTo>
                    <a:pt x="2041" y="557"/>
                  </a:lnTo>
                  <a:lnTo>
                    <a:pt x="1794" y="310"/>
                  </a:lnTo>
                  <a:lnTo>
                    <a:pt x="1485" y="62"/>
                  </a:lnTo>
                  <a:lnTo>
                    <a:pt x="1176"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18"/>
            <p:cNvSpPr/>
            <p:nvPr/>
          </p:nvSpPr>
          <p:spPr>
            <a:xfrm>
              <a:off x="9995621" y="-163025"/>
              <a:ext cx="71052" cy="84867"/>
            </a:xfrm>
            <a:custGeom>
              <a:rect b="b" l="l" r="r" t="t"/>
              <a:pathLst>
                <a:path extrusionOk="0" fill="none" h="2660" w="2227">
                  <a:moveTo>
                    <a:pt x="0" y="557"/>
                  </a:moveTo>
                  <a:lnTo>
                    <a:pt x="0" y="557"/>
                  </a:lnTo>
                  <a:lnTo>
                    <a:pt x="248" y="310"/>
                  </a:lnTo>
                  <a:lnTo>
                    <a:pt x="557" y="124"/>
                  </a:lnTo>
                  <a:lnTo>
                    <a:pt x="866" y="0"/>
                  </a:lnTo>
                  <a:lnTo>
                    <a:pt x="1176" y="0"/>
                  </a:lnTo>
                  <a:lnTo>
                    <a:pt x="1176" y="0"/>
                  </a:lnTo>
                  <a:lnTo>
                    <a:pt x="1485" y="62"/>
                  </a:lnTo>
                  <a:lnTo>
                    <a:pt x="1794" y="310"/>
                  </a:lnTo>
                  <a:lnTo>
                    <a:pt x="2041" y="557"/>
                  </a:lnTo>
                  <a:lnTo>
                    <a:pt x="2165" y="866"/>
                  </a:lnTo>
                  <a:lnTo>
                    <a:pt x="2165" y="866"/>
                  </a:lnTo>
                  <a:lnTo>
                    <a:pt x="2227" y="1237"/>
                  </a:lnTo>
                  <a:lnTo>
                    <a:pt x="2165" y="1609"/>
                  </a:lnTo>
                  <a:lnTo>
                    <a:pt x="2041" y="1918"/>
                  </a:lnTo>
                  <a:lnTo>
                    <a:pt x="1856" y="2227"/>
                  </a:lnTo>
                  <a:lnTo>
                    <a:pt x="1856" y="2227"/>
                  </a:lnTo>
                  <a:lnTo>
                    <a:pt x="1608" y="2413"/>
                  </a:lnTo>
                  <a:lnTo>
                    <a:pt x="1237" y="2598"/>
                  </a:lnTo>
                  <a:lnTo>
                    <a:pt x="928" y="2660"/>
                  </a:lnTo>
                  <a:lnTo>
                    <a:pt x="557" y="266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18"/>
            <p:cNvSpPr/>
            <p:nvPr/>
          </p:nvSpPr>
          <p:spPr>
            <a:xfrm>
              <a:off x="10019294" y="-139351"/>
              <a:ext cx="23705" cy="23705"/>
            </a:xfrm>
            <a:custGeom>
              <a:rect b="b" l="l" r="r" t="t"/>
              <a:pathLst>
                <a:path extrusionOk="0" fill="none" h="743" w="743">
                  <a:moveTo>
                    <a:pt x="1" y="743"/>
                  </a:moveTo>
                  <a:lnTo>
                    <a:pt x="1" y="743"/>
                  </a:lnTo>
                  <a:lnTo>
                    <a:pt x="1" y="495"/>
                  </a:lnTo>
                  <a:lnTo>
                    <a:pt x="186" y="248"/>
                  </a:lnTo>
                  <a:lnTo>
                    <a:pt x="248" y="124"/>
                  </a:lnTo>
                  <a:lnTo>
                    <a:pt x="434" y="1"/>
                  </a:lnTo>
                  <a:lnTo>
                    <a:pt x="557" y="1"/>
                  </a:lnTo>
                  <a:lnTo>
                    <a:pt x="743" y="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18"/>
            <p:cNvSpPr/>
            <p:nvPr/>
          </p:nvSpPr>
          <p:spPr>
            <a:xfrm>
              <a:off x="9910755" y="16535"/>
              <a:ext cx="67128" cy="53313"/>
            </a:xfrm>
            <a:custGeom>
              <a:rect b="b" l="l" r="r" t="t"/>
              <a:pathLst>
                <a:path extrusionOk="0" fill="none" h="1671" w="2104">
                  <a:moveTo>
                    <a:pt x="1" y="1671"/>
                  </a:moveTo>
                  <a:lnTo>
                    <a:pt x="1" y="1671"/>
                  </a:lnTo>
                  <a:lnTo>
                    <a:pt x="310" y="1547"/>
                  </a:lnTo>
                  <a:lnTo>
                    <a:pt x="619" y="1423"/>
                  </a:lnTo>
                  <a:lnTo>
                    <a:pt x="1238" y="1052"/>
                  </a:lnTo>
                  <a:lnTo>
                    <a:pt x="1733" y="557"/>
                  </a:lnTo>
                  <a:lnTo>
                    <a:pt x="1918" y="310"/>
                  </a:lnTo>
                  <a:lnTo>
                    <a:pt x="2104" y="1"/>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18"/>
            <p:cNvSpPr/>
            <p:nvPr/>
          </p:nvSpPr>
          <p:spPr>
            <a:xfrm>
              <a:off x="9829844" y="-111722"/>
              <a:ext cx="23737" cy="71084"/>
            </a:xfrm>
            <a:custGeom>
              <a:rect b="b" l="l" r="r" t="t"/>
              <a:pathLst>
                <a:path extrusionOk="0" h="2228" w="744">
                  <a:moveTo>
                    <a:pt x="248" y="1"/>
                  </a:moveTo>
                  <a:lnTo>
                    <a:pt x="186" y="62"/>
                  </a:lnTo>
                  <a:lnTo>
                    <a:pt x="186" y="124"/>
                  </a:lnTo>
                  <a:lnTo>
                    <a:pt x="310" y="928"/>
                  </a:lnTo>
                  <a:lnTo>
                    <a:pt x="372" y="1114"/>
                  </a:lnTo>
                  <a:lnTo>
                    <a:pt x="372" y="1176"/>
                  </a:lnTo>
                  <a:lnTo>
                    <a:pt x="372" y="1299"/>
                  </a:lnTo>
                  <a:lnTo>
                    <a:pt x="248" y="1361"/>
                  </a:lnTo>
                  <a:lnTo>
                    <a:pt x="125" y="1423"/>
                  </a:lnTo>
                  <a:lnTo>
                    <a:pt x="63" y="1485"/>
                  </a:lnTo>
                  <a:lnTo>
                    <a:pt x="1" y="1547"/>
                  </a:lnTo>
                  <a:lnTo>
                    <a:pt x="1" y="1671"/>
                  </a:lnTo>
                  <a:lnTo>
                    <a:pt x="63" y="1794"/>
                  </a:lnTo>
                  <a:lnTo>
                    <a:pt x="310" y="1980"/>
                  </a:lnTo>
                  <a:lnTo>
                    <a:pt x="619" y="2227"/>
                  </a:lnTo>
                  <a:lnTo>
                    <a:pt x="681" y="2227"/>
                  </a:lnTo>
                  <a:lnTo>
                    <a:pt x="743" y="2165"/>
                  </a:lnTo>
                  <a:lnTo>
                    <a:pt x="743" y="2103"/>
                  </a:lnTo>
                  <a:lnTo>
                    <a:pt x="743" y="2042"/>
                  </a:lnTo>
                  <a:lnTo>
                    <a:pt x="434" y="1856"/>
                  </a:lnTo>
                  <a:lnTo>
                    <a:pt x="310" y="1794"/>
                  </a:lnTo>
                  <a:lnTo>
                    <a:pt x="186" y="1671"/>
                  </a:lnTo>
                  <a:lnTo>
                    <a:pt x="186" y="1609"/>
                  </a:lnTo>
                  <a:lnTo>
                    <a:pt x="310" y="1547"/>
                  </a:lnTo>
                  <a:lnTo>
                    <a:pt x="434" y="1485"/>
                  </a:lnTo>
                  <a:lnTo>
                    <a:pt x="496" y="1423"/>
                  </a:lnTo>
                  <a:lnTo>
                    <a:pt x="558" y="1299"/>
                  </a:lnTo>
                  <a:lnTo>
                    <a:pt x="558" y="1176"/>
                  </a:lnTo>
                  <a:lnTo>
                    <a:pt x="496" y="805"/>
                  </a:lnTo>
                  <a:lnTo>
                    <a:pt x="372" y="62"/>
                  </a:lnTo>
                  <a:lnTo>
                    <a:pt x="31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18"/>
            <p:cNvSpPr/>
            <p:nvPr/>
          </p:nvSpPr>
          <p:spPr>
            <a:xfrm>
              <a:off x="9618700" y="-382050"/>
              <a:ext cx="430239" cy="280222"/>
            </a:xfrm>
            <a:custGeom>
              <a:rect b="b" l="l" r="r" t="t"/>
              <a:pathLst>
                <a:path extrusionOk="0" h="8783" w="13485">
                  <a:moveTo>
                    <a:pt x="5939" y="0"/>
                  </a:moveTo>
                  <a:lnTo>
                    <a:pt x="5320" y="62"/>
                  </a:lnTo>
                  <a:lnTo>
                    <a:pt x="4702" y="247"/>
                  </a:lnTo>
                  <a:lnTo>
                    <a:pt x="4145" y="619"/>
                  </a:lnTo>
                  <a:lnTo>
                    <a:pt x="3898" y="804"/>
                  </a:lnTo>
                  <a:lnTo>
                    <a:pt x="3712" y="990"/>
                  </a:lnTo>
                  <a:lnTo>
                    <a:pt x="3465" y="1299"/>
                  </a:lnTo>
                  <a:lnTo>
                    <a:pt x="3341" y="1546"/>
                  </a:lnTo>
                  <a:lnTo>
                    <a:pt x="3217" y="1856"/>
                  </a:lnTo>
                  <a:lnTo>
                    <a:pt x="3032" y="2165"/>
                  </a:lnTo>
                  <a:lnTo>
                    <a:pt x="2846" y="2350"/>
                  </a:lnTo>
                  <a:lnTo>
                    <a:pt x="2537" y="2474"/>
                  </a:lnTo>
                  <a:lnTo>
                    <a:pt x="1980" y="2660"/>
                  </a:lnTo>
                  <a:lnTo>
                    <a:pt x="1362" y="2907"/>
                  </a:lnTo>
                  <a:lnTo>
                    <a:pt x="867" y="3278"/>
                  </a:lnTo>
                  <a:lnTo>
                    <a:pt x="619" y="3464"/>
                  </a:lnTo>
                  <a:lnTo>
                    <a:pt x="434" y="3711"/>
                  </a:lnTo>
                  <a:lnTo>
                    <a:pt x="248" y="3958"/>
                  </a:lnTo>
                  <a:lnTo>
                    <a:pt x="125" y="4268"/>
                  </a:lnTo>
                  <a:lnTo>
                    <a:pt x="63" y="4577"/>
                  </a:lnTo>
                  <a:lnTo>
                    <a:pt x="1" y="4886"/>
                  </a:lnTo>
                  <a:lnTo>
                    <a:pt x="63" y="5257"/>
                  </a:lnTo>
                  <a:lnTo>
                    <a:pt x="125" y="5567"/>
                  </a:lnTo>
                  <a:lnTo>
                    <a:pt x="310" y="5814"/>
                  </a:lnTo>
                  <a:lnTo>
                    <a:pt x="496" y="6061"/>
                  </a:lnTo>
                  <a:lnTo>
                    <a:pt x="681" y="6309"/>
                  </a:lnTo>
                  <a:lnTo>
                    <a:pt x="991" y="6432"/>
                  </a:lnTo>
                  <a:lnTo>
                    <a:pt x="1485" y="6556"/>
                  </a:lnTo>
                  <a:lnTo>
                    <a:pt x="1733" y="6680"/>
                  </a:lnTo>
                  <a:lnTo>
                    <a:pt x="1918" y="6865"/>
                  </a:lnTo>
                  <a:lnTo>
                    <a:pt x="1980" y="7051"/>
                  </a:lnTo>
                  <a:lnTo>
                    <a:pt x="1980" y="7237"/>
                  </a:lnTo>
                  <a:lnTo>
                    <a:pt x="1980" y="7546"/>
                  </a:lnTo>
                  <a:lnTo>
                    <a:pt x="2042" y="7917"/>
                  </a:lnTo>
                  <a:lnTo>
                    <a:pt x="2166" y="8164"/>
                  </a:lnTo>
                  <a:lnTo>
                    <a:pt x="2351" y="8412"/>
                  </a:lnTo>
                  <a:lnTo>
                    <a:pt x="2599" y="8659"/>
                  </a:lnTo>
                  <a:lnTo>
                    <a:pt x="2846" y="8783"/>
                  </a:lnTo>
                  <a:lnTo>
                    <a:pt x="3465" y="8783"/>
                  </a:lnTo>
                  <a:lnTo>
                    <a:pt x="3774" y="8659"/>
                  </a:lnTo>
                  <a:lnTo>
                    <a:pt x="3588" y="8164"/>
                  </a:lnTo>
                  <a:lnTo>
                    <a:pt x="3526" y="7793"/>
                  </a:lnTo>
                  <a:lnTo>
                    <a:pt x="3403" y="7113"/>
                  </a:lnTo>
                  <a:lnTo>
                    <a:pt x="3341" y="6742"/>
                  </a:lnTo>
                  <a:lnTo>
                    <a:pt x="3341" y="6432"/>
                  </a:lnTo>
                  <a:lnTo>
                    <a:pt x="3465" y="6185"/>
                  </a:lnTo>
                  <a:lnTo>
                    <a:pt x="4207" y="6185"/>
                  </a:lnTo>
                  <a:lnTo>
                    <a:pt x="4640" y="6123"/>
                  </a:lnTo>
                  <a:lnTo>
                    <a:pt x="5073" y="6000"/>
                  </a:lnTo>
                  <a:lnTo>
                    <a:pt x="5444" y="5814"/>
                  </a:lnTo>
                  <a:lnTo>
                    <a:pt x="5753" y="5567"/>
                  </a:lnTo>
                  <a:lnTo>
                    <a:pt x="6000" y="5319"/>
                  </a:lnTo>
                  <a:lnTo>
                    <a:pt x="6433" y="4824"/>
                  </a:lnTo>
                  <a:lnTo>
                    <a:pt x="6619" y="4577"/>
                  </a:lnTo>
                  <a:lnTo>
                    <a:pt x="6866" y="4391"/>
                  </a:lnTo>
                  <a:lnTo>
                    <a:pt x="7485" y="4082"/>
                  </a:lnTo>
                  <a:lnTo>
                    <a:pt x="7856" y="4020"/>
                  </a:lnTo>
                  <a:lnTo>
                    <a:pt x="8227" y="3958"/>
                  </a:lnTo>
                  <a:lnTo>
                    <a:pt x="8598" y="4020"/>
                  </a:lnTo>
                  <a:lnTo>
                    <a:pt x="8907" y="4082"/>
                  </a:lnTo>
                  <a:lnTo>
                    <a:pt x="9217" y="4268"/>
                  </a:lnTo>
                  <a:lnTo>
                    <a:pt x="9464" y="4515"/>
                  </a:lnTo>
                  <a:lnTo>
                    <a:pt x="9711" y="4824"/>
                  </a:lnTo>
                  <a:lnTo>
                    <a:pt x="9897" y="5134"/>
                  </a:lnTo>
                  <a:lnTo>
                    <a:pt x="10268" y="5938"/>
                  </a:lnTo>
                  <a:lnTo>
                    <a:pt x="10516" y="6804"/>
                  </a:lnTo>
                  <a:lnTo>
                    <a:pt x="10763" y="7608"/>
                  </a:lnTo>
                  <a:lnTo>
                    <a:pt x="11010" y="8164"/>
                  </a:lnTo>
                  <a:lnTo>
                    <a:pt x="11072" y="8288"/>
                  </a:lnTo>
                  <a:lnTo>
                    <a:pt x="11196" y="8474"/>
                  </a:lnTo>
                  <a:lnTo>
                    <a:pt x="11320" y="8535"/>
                  </a:lnTo>
                  <a:lnTo>
                    <a:pt x="11443" y="8597"/>
                  </a:lnTo>
                  <a:lnTo>
                    <a:pt x="11567" y="8597"/>
                  </a:lnTo>
                  <a:lnTo>
                    <a:pt x="11753" y="8535"/>
                  </a:lnTo>
                  <a:lnTo>
                    <a:pt x="11876" y="8535"/>
                  </a:lnTo>
                  <a:lnTo>
                    <a:pt x="11938" y="8350"/>
                  </a:lnTo>
                  <a:lnTo>
                    <a:pt x="12000" y="8102"/>
                  </a:lnTo>
                  <a:lnTo>
                    <a:pt x="12000" y="7669"/>
                  </a:lnTo>
                  <a:lnTo>
                    <a:pt x="12062" y="7484"/>
                  </a:lnTo>
                  <a:lnTo>
                    <a:pt x="12124" y="7298"/>
                  </a:lnTo>
                  <a:lnTo>
                    <a:pt x="12309" y="7175"/>
                  </a:lnTo>
                  <a:lnTo>
                    <a:pt x="12495" y="7051"/>
                  </a:lnTo>
                  <a:lnTo>
                    <a:pt x="12804" y="6927"/>
                  </a:lnTo>
                  <a:lnTo>
                    <a:pt x="13175" y="6865"/>
                  </a:lnTo>
                  <a:lnTo>
                    <a:pt x="13299" y="5876"/>
                  </a:lnTo>
                  <a:lnTo>
                    <a:pt x="13299" y="5628"/>
                  </a:lnTo>
                  <a:lnTo>
                    <a:pt x="13422" y="5257"/>
                  </a:lnTo>
                  <a:lnTo>
                    <a:pt x="13484" y="4639"/>
                  </a:lnTo>
                  <a:lnTo>
                    <a:pt x="13484" y="4020"/>
                  </a:lnTo>
                  <a:lnTo>
                    <a:pt x="13422" y="3402"/>
                  </a:lnTo>
                  <a:lnTo>
                    <a:pt x="13237" y="2783"/>
                  </a:lnTo>
                  <a:lnTo>
                    <a:pt x="12990" y="2288"/>
                  </a:lnTo>
                  <a:lnTo>
                    <a:pt x="12618" y="1856"/>
                  </a:lnTo>
                  <a:lnTo>
                    <a:pt x="12185" y="1484"/>
                  </a:lnTo>
                  <a:lnTo>
                    <a:pt x="11691" y="1237"/>
                  </a:lnTo>
                  <a:lnTo>
                    <a:pt x="11134" y="1237"/>
                  </a:lnTo>
                  <a:lnTo>
                    <a:pt x="10577" y="1361"/>
                  </a:lnTo>
                  <a:lnTo>
                    <a:pt x="9835" y="1608"/>
                  </a:lnTo>
                  <a:lnTo>
                    <a:pt x="9155" y="1051"/>
                  </a:lnTo>
                  <a:lnTo>
                    <a:pt x="8474" y="619"/>
                  </a:lnTo>
                  <a:lnTo>
                    <a:pt x="8165" y="433"/>
                  </a:lnTo>
                  <a:lnTo>
                    <a:pt x="7856" y="309"/>
                  </a:lnTo>
                  <a:lnTo>
                    <a:pt x="7237" y="124"/>
                  </a:lnTo>
                  <a:lnTo>
                    <a:pt x="6619"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18"/>
            <p:cNvSpPr/>
            <p:nvPr/>
          </p:nvSpPr>
          <p:spPr>
            <a:xfrm>
              <a:off x="9873267" y="-60419"/>
              <a:ext cx="31618" cy="43455"/>
            </a:xfrm>
            <a:custGeom>
              <a:rect b="b" l="l" r="r" t="t"/>
              <a:pathLst>
                <a:path extrusionOk="0" h="1362" w="991">
                  <a:moveTo>
                    <a:pt x="867" y="1"/>
                  </a:moveTo>
                  <a:lnTo>
                    <a:pt x="805" y="63"/>
                  </a:lnTo>
                  <a:lnTo>
                    <a:pt x="805" y="124"/>
                  </a:lnTo>
                  <a:lnTo>
                    <a:pt x="805" y="310"/>
                  </a:lnTo>
                  <a:lnTo>
                    <a:pt x="805" y="495"/>
                  </a:lnTo>
                  <a:lnTo>
                    <a:pt x="619" y="805"/>
                  </a:lnTo>
                  <a:lnTo>
                    <a:pt x="372" y="1052"/>
                  </a:lnTo>
                  <a:lnTo>
                    <a:pt x="62" y="1176"/>
                  </a:lnTo>
                  <a:lnTo>
                    <a:pt x="1" y="1238"/>
                  </a:lnTo>
                  <a:lnTo>
                    <a:pt x="1" y="1300"/>
                  </a:lnTo>
                  <a:lnTo>
                    <a:pt x="62" y="1361"/>
                  </a:lnTo>
                  <a:lnTo>
                    <a:pt x="124" y="1361"/>
                  </a:lnTo>
                  <a:lnTo>
                    <a:pt x="310" y="1300"/>
                  </a:lnTo>
                  <a:lnTo>
                    <a:pt x="495" y="1176"/>
                  </a:lnTo>
                  <a:lnTo>
                    <a:pt x="681" y="1052"/>
                  </a:lnTo>
                  <a:lnTo>
                    <a:pt x="805" y="928"/>
                  </a:lnTo>
                  <a:lnTo>
                    <a:pt x="928" y="743"/>
                  </a:lnTo>
                  <a:lnTo>
                    <a:pt x="990" y="495"/>
                  </a:lnTo>
                  <a:lnTo>
                    <a:pt x="990" y="310"/>
                  </a:lnTo>
                  <a:lnTo>
                    <a:pt x="990" y="63"/>
                  </a:lnTo>
                  <a:lnTo>
                    <a:pt x="928"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18"/>
            <p:cNvSpPr/>
            <p:nvPr/>
          </p:nvSpPr>
          <p:spPr>
            <a:xfrm>
              <a:off x="9433206" y="67838"/>
              <a:ext cx="268417" cy="252624"/>
            </a:xfrm>
            <a:custGeom>
              <a:rect b="b" l="l" r="r" t="t"/>
              <a:pathLst>
                <a:path extrusionOk="0" h="7918" w="8413">
                  <a:moveTo>
                    <a:pt x="3217" y="1"/>
                  </a:moveTo>
                  <a:lnTo>
                    <a:pt x="2908" y="63"/>
                  </a:lnTo>
                  <a:lnTo>
                    <a:pt x="2228" y="248"/>
                  </a:lnTo>
                  <a:lnTo>
                    <a:pt x="1609" y="496"/>
                  </a:lnTo>
                  <a:lnTo>
                    <a:pt x="929" y="867"/>
                  </a:lnTo>
                  <a:lnTo>
                    <a:pt x="558" y="1114"/>
                  </a:lnTo>
                  <a:lnTo>
                    <a:pt x="310" y="1362"/>
                  </a:lnTo>
                  <a:lnTo>
                    <a:pt x="125" y="1609"/>
                  </a:lnTo>
                  <a:lnTo>
                    <a:pt x="1" y="1918"/>
                  </a:lnTo>
                  <a:lnTo>
                    <a:pt x="1" y="2166"/>
                  </a:lnTo>
                  <a:lnTo>
                    <a:pt x="63" y="2475"/>
                  </a:lnTo>
                  <a:lnTo>
                    <a:pt x="2351" y="2228"/>
                  </a:lnTo>
                  <a:lnTo>
                    <a:pt x="3217" y="2661"/>
                  </a:lnTo>
                  <a:lnTo>
                    <a:pt x="3959" y="4392"/>
                  </a:lnTo>
                  <a:lnTo>
                    <a:pt x="6372" y="7918"/>
                  </a:lnTo>
                  <a:lnTo>
                    <a:pt x="8413" y="4825"/>
                  </a:lnTo>
                  <a:lnTo>
                    <a:pt x="7918" y="3959"/>
                  </a:lnTo>
                  <a:lnTo>
                    <a:pt x="7423" y="3217"/>
                  </a:lnTo>
                  <a:lnTo>
                    <a:pt x="6866" y="2599"/>
                  </a:lnTo>
                  <a:lnTo>
                    <a:pt x="6310" y="1980"/>
                  </a:lnTo>
                  <a:lnTo>
                    <a:pt x="5258" y="1114"/>
                  </a:lnTo>
                  <a:lnTo>
                    <a:pt x="4949" y="681"/>
                  </a:lnTo>
                  <a:lnTo>
                    <a:pt x="4702" y="496"/>
                  </a:lnTo>
                  <a:lnTo>
                    <a:pt x="4454" y="372"/>
                  </a:lnTo>
                  <a:lnTo>
                    <a:pt x="4207" y="248"/>
                  </a:lnTo>
                  <a:lnTo>
                    <a:pt x="3898" y="125"/>
                  </a:lnTo>
                  <a:lnTo>
                    <a:pt x="3526"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18"/>
            <p:cNvSpPr/>
            <p:nvPr/>
          </p:nvSpPr>
          <p:spPr>
            <a:xfrm>
              <a:off x="9433206" y="67838"/>
              <a:ext cx="268417" cy="252624"/>
            </a:xfrm>
            <a:custGeom>
              <a:rect b="b" l="l" r="r" t="t"/>
              <a:pathLst>
                <a:path extrusionOk="0" fill="none" h="7918" w="8413">
                  <a:moveTo>
                    <a:pt x="63" y="2475"/>
                  </a:moveTo>
                  <a:lnTo>
                    <a:pt x="63" y="2475"/>
                  </a:lnTo>
                  <a:lnTo>
                    <a:pt x="1" y="2166"/>
                  </a:lnTo>
                  <a:lnTo>
                    <a:pt x="1" y="1918"/>
                  </a:lnTo>
                  <a:lnTo>
                    <a:pt x="125" y="1609"/>
                  </a:lnTo>
                  <a:lnTo>
                    <a:pt x="310" y="1362"/>
                  </a:lnTo>
                  <a:lnTo>
                    <a:pt x="310" y="1362"/>
                  </a:lnTo>
                  <a:lnTo>
                    <a:pt x="558" y="1114"/>
                  </a:lnTo>
                  <a:lnTo>
                    <a:pt x="929" y="867"/>
                  </a:lnTo>
                  <a:lnTo>
                    <a:pt x="1609" y="496"/>
                  </a:lnTo>
                  <a:lnTo>
                    <a:pt x="1609" y="496"/>
                  </a:lnTo>
                  <a:lnTo>
                    <a:pt x="2228" y="248"/>
                  </a:lnTo>
                  <a:lnTo>
                    <a:pt x="2908" y="63"/>
                  </a:lnTo>
                  <a:lnTo>
                    <a:pt x="2908" y="63"/>
                  </a:lnTo>
                  <a:lnTo>
                    <a:pt x="3217" y="1"/>
                  </a:lnTo>
                  <a:lnTo>
                    <a:pt x="3526" y="1"/>
                  </a:lnTo>
                  <a:lnTo>
                    <a:pt x="3898" y="125"/>
                  </a:lnTo>
                  <a:lnTo>
                    <a:pt x="4207" y="248"/>
                  </a:lnTo>
                  <a:lnTo>
                    <a:pt x="4207" y="248"/>
                  </a:lnTo>
                  <a:lnTo>
                    <a:pt x="4454" y="372"/>
                  </a:lnTo>
                  <a:lnTo>
                    <a:pt x="4702" y="496"/>
                  </a:lnTo>
                  <a:lnTo>
                    <a:pt x="4949" y="681"/>
                  </a:lnTo>
                  <a:lnTo>
                    <a:pt x="5258" y="1114"/>
                  </a:lnTo>
                  <a:lnTo>
                    <a:pt x="6310" y="1980"/>
                  </a:lnTo>
                  <a:lnTo>
                    <a:pt x="6310" y="1980"/>
                  </a:lnTo>
                  <a:lnTo>
                    <a:pt x="6866" y="2599"/>
                  </a:lnTo>
                  <a:lnTo>
                    <a:pt x="7423" y="3217"/>
                  </a:lnTo>
                  <a:lnTo>
                    <a:pt x="7918" y="3959"/>
                  </a:lnTo>
                  <a:lnTo>
                    <a:pt x="8413" y="4825"/>
                  </a:lnTo>
                  <a:lnTo>
                    <a:pt x="6372" y="7918"/>
                  </a:lnTo>
                  <a:lnTo>
                    <a:pt x="3959" y="4392"/>
                  </a:lnTo>
                  <a:lnTo>
                    <a:pt x="3217" y="2661"/>
                  </a:lnTo>
                  <a:lnTo>
                    <a:pt x="2351" y="2228"/>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18"/>
            <p:cNvSpPr/>
            <p:nvPr/>
          </p:nvSpPr>
          <p:spPr>
            <a:xfrm>
              <a:off x="9301025" y="-60419"/>
              <a:ext cx="426251" cy="412468"/>
            </a:xfrm>
            <a:custGeom>
              <a:rect b="b" l="l" r="r" t="t"/>
              <a:pathLst>
                <a:path extrusionOk="0" h="12928" w="13360">
                  <a:moveTo>
                    <a:pt x="10453" y="1"/>
                  </a:moveTo>
                  <a:lnTo>
                    <a:pt x="742" y="9773"/>
                  </a:lnTo>
                  <a:lnTo>
                    <a:pt x="0" y="12927"/>
                  </a:lnTo>
                  <a:lnTo>
                    <a:pt x="3340" y="12494"/>
                  </a:lnTo>
                  <a:lnTo>
                    <a:pt x="13360" y="2722"/>
                  </a:lnTo>
                  <a:lnTo>
                    <a:pt x="10453"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18"/>
            <p:cNvSpPr/>
            <p:nvPr/>
          </p:nvSpPr>
          <p:spPr>
            <a:xfrm>
              <a:off x="9352328" y="-30812"/>
              <a:ext cx="343394" cy="339437"/>
            </a:xfrm>
            <a:custGeom>
              <a:rect b="b" l="l" r="r" t="t"/>
              <a:pathLst>
                <a:path extrusionOk="0" h="10639" w="10763">
                  <a:moveTo>
                    <a:pt x="9896" y="0"/>
                  </a:moveTo>
                  <a:lnTo>
                    <a:pt x="0" y="9773"/>
                  </a:lnTo>
                  <a:lnTo>
                    <a:pt x="804" y="10639"/>
                  </a:lnTo>
                  <a:lnTo>
                    <a:pt x="10762" y="804"/>
                  </a:lnTo>
                  <a:lnTo>
                    <a:pt x="989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18"/>
            <p:cNvSpPr/>
            <p:nvPr/>
          </p:nvSpPr>
          <p:spPr>
            <a:xfrm>
              <a:off x="9352328" y="-30812"/>
              <a:ext cx="343394" cy="339437"/>
            </a:xfrm>
            <a:custGeom>
              <a:rect b="b" l="l" r="r" t="t"/>
              <a:pathLst>
                <a:path extrusionOk="0" fill="none" h="10639" w="10763">
                  <a:moveTo>
                    <a:pt x="10762" y="804"/>
                  </a:moveTo>
                  <a:lnTo>
                    <a:pt x="804" y="10639"/>
                  </a:lnTo>
                  <a:lnTo>
                    <a:pt x="0" y="9773"/>
                  </a:lnTo>
                  <a:lnTo>
                    <a:pt x="9896" y="0"/>
                  </a:lnTo>
                  <a:lnTo>
                    <a:pt x="10762" y="804"/>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18"/>
            <p:cNvSpPr/>
            <p:nvPr/>
          </p:nvSpPr>
          <p:spPr>
            <a:xfrm>
              <a:off x="9308905" y="251385"/>
              <a:ext cx="98682" cy="96704"/>
            </a:xfrm>
            <a:custGeom>
              <a:rect b="b" l="l" r="r" t="t"/>
              <a:pathLst>
                <a:path extrusionOk="0" h="3031" w="3093">
                  <a:moveTo>
                    <a:pt x="495" y="0"/>
                  </a:moveTo>
                  <a:lnTo>
                    <a:pt x="0" y="2041"/>
                  </a:lnTo>
                  <a:lnTo>
                    <a:pt x="928" y="3031"/>
                  </a:lnTo>
                  <a:lnTo>
                    <a:pt x="3093" y="2721"/>
                  </a:lnTo>
                  <a:lnTo>
                    <a:pt x="495"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18"/>
            <p:cNvSpPr/>
            <p:nvPr/>
          </p:nvSpPr>
          <p:spPr>
            <a:xfrm>
              <a:off x="9301025" y="316502"/>
              <a:ext cx="37520" cy="35542"/>
            </a:xfrm>
            <a:custGeom>
              <a:rect b="b" l="l" r="r" t="t"/>
              <a:pathLst>
                <a:path extrusionOk="0" h="1114" w="1176">
                  <a:moveTo>
                    <a:pt x="247" y="0"/>
                  </a:moveTo>
                  <a:lnTo>
                    <a:pt x="0" y="1113"/>
                  </a:lnTo>
                  <a:lnTo>
                    <a:pt x="0" y="1113"/>
                  </a:lnTo>
                  <a:lnTo>
                    <a:pt x="1175" y="990"/>
                  </a:lnTo>
                  <a:lnTo>
                    <a:pt x="24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18"/>
            <p:cNvSpPr/>
            <p:nvPr/>
          </p:nvSpPr>
          <p:spPr>
            <a:xfrm>
              <a:off x="9632514" y="-68300"/>
              <a:ext cx="100692" cy="96704"/>
            </a:xfrm>
            <a:custGeom>
              <a:rect b="b" l="l" r="r" t="t"/>
              <a:pathLst>
                <a:path extrusionOk="0" h="3031" w="3156">
                  <a:moveTo>
                    <a:pt x="867" y="0"/>
                  </a:moveTo>
                  <a:lnTo>
                    <a:pt x="558" y="62"/>
                  </a:lnTo>
                  <a:lnTo>
                    <a:pt x="310" y="186"/>
                  </a:lnTo>
                  <a:lnTo>
                    <a:pt x="1" y="310"/>
                  </a:lnTo>
                  <a:lnTo>
                    <a:pt x="2908" y="3031"/>
                  </a:lnTo>
                  <a:lnTo>
                    <a:pt x="3093" y="2722"/>
                  </a:lnTo>
                  <a:lnTo>
                    <a:pt x="3155" y="2474"/>
                  </a:lnTo>
                  <a:lnTo>
                    <a:pt x="3155" y="2165"/>
                  </a:lnTo>
                  <a:lnTo>
                    <a:pt x="3093" y="1794"/>
                  </a:lnTo>
                  <a:lnTo>
                    <a:pt x="3032" y="1485"/>
                  </a:lnTo>
                  <a:lnTo>
                    <a:pt x="2908" y="1237"/>
                  </a:lnTo>
                  <a:lnTo>
                    <a:pt x="2722" y="928"/>
                  </a:lnTo>
                  <a:lnTo>
                    <a:pt x="2475" y="742"/>
                  </a:lnTo>
                  <a:lnTo>
                    <a:pt x="2166" y="433"/>
                  </a:lnTo>
                  <a:lnTo>
                    <a:pt x="1856" y="248"/>
                  </a:lnTo>
                  <a:lnTo>
                    <a:pt x="1547" y="124"/>
                  </a:lnTo>
                  <a:lnTo>
                    <a:pt x="1238" y="62"/>
                  </a:lnTo>
                  <a:lnTo>
                    <a:pt x="867"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18"/>
            <p:cNvSpPr/>
            <p:nvPr/>
          </p:nvSpPr>
          <p:spPr>
            <a:xfrm>
              <a:off x="9488465" y="109282"/>
              <a:ext cx="146061" cy="207255"/>
            </a:xfrm>
            <a:custGeom>
              <a:rect b="b" l="l" r="r" t="t"/>
              <a:pathLst>
                <a:path extrusionOk="0" h="6496" w="4578">
                  <a:moveTo>
                    <a:pt x="557" y="1"/>
                  </a:moveTo>
                  <a:lnTo>
                    <a:pt x="310" y="63"/>
                  </a:lnTo>
                  <a:lnTo>
                    <a:pt x="124" y="248"/>
                  </a:lnTo>
                  <a:lnTo>
                    <a:pt x="1" y="496"/>
                  </a:lnTo>
                  <a:lnTo>
                    <a:pt x="1" y="805"/>
                  </a:lnTo>
                  <a:lnTo>
                    <a:pt x="63" y="1052"/>
                  </a:lnTo>
                  <a:lnTo>
                    <a:pt x="124" y="1300"/>
                  </a:lnTo>
                  <a:lnTo>
                    <a:pt x="496" y="1794"/>
                  </a:lnTo>
                  <a:lnTo>
                    <a:pt x="867" y="2227"/>
                  </a:lnTo>
                  <a:lnTo>
                    <a:pt x="1052" y="2413"/>
                  </a:lnTo>
                  <a:lnTo>
                    <a:pt x="1176" y="2660"/>
                  </a:lnTo>
                  <a:lnTo>
                    <a:pt x="1300" y="2970"/>
                  </a:lnTo>
                  <a:lnTo>
                    <a:pt x="1362" y="3341"/>
                  </a:lnTo>
                  <a:lnTo>
                    <a:pt x="1485" y="4083"/>
                  </a:lnTo>
                  <a:lnTo>
                    <a:pt x="1671" y="4516"/>
                  </a:lnTo>
                  <a:lnTo>
                    <a:pt x="1980" y="4949"/>
                  </a:lnTo>
                  <a:lnTo>
                    <a:pt x="2351" y="5320"/>
                  </a:lnTo>
                  <a:lnTo>
                    <a:pt x="2722" y="5629"/>
                  </a:lnTo>
                  <a:lnTo>
                    <a:pt x="3155" y="5877"/>
                  </a:lnTo>
                  <a:lnTo>
                    <a:pt x="3650" y="6124"/>
                  </a:lnTo>
                  <a:lnTo>
                    <a:pt x="4578" y="6495"/>
                  </a:lnTo>
                  <a:lnTo>
                    <a:pt x="4578" y="6495"/>
                  </a:lnTo>
                  <a:lnTo>
                    <a:pt x="3897" y="2722"/>
                  </a:lnTo>
                  <a:lnTo>
                    <a:pt x="3341" y="1918"/>
                  </a:lnTo>
                  <a:lnTo>
                    <a:pt x="2660" y="1238"/>
                  </a:lnTo>
                  <a:lnTo>
                    <a:pt x="1918" y="619"/>
                  </a:lnTo>
                  <a:lnTo>
                    <a:pt x="1114" y="125"/>
                  </a:lnTo>
                  <a:lnTo>
                    <a:pt x="867" y="1"/>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18"/>
            <p:cNvSpPr/>
            <p:nvPr/>
          </p:nvSpPr>
          <p:spPr>
            <a:xfrm>
              <a:off x="9488465" y="109282"/>
              <a:ext cx="146061" cy="207255"/>
            </a:xfrm>
            <a:custGeom>
              <a:rect b="b" l="l" r="r" t="t"/>
              <a:pathLst>
                <a:path extrusionOk="0" fill="none" h="6496" w="4578">
                  <a:moveTo>
                    <a:pt x="3897" y="2722"/>
                  </a:moveTo>
                  <a:lnTo>
                    <a:pt x="3897" y="2722"/>
                  </a:lnTo>
                  <a:lnTo>
                    <a:pt x="3341" y="1918"/>
                  </a:lnTo>
                  <a:lnTo>
                    <a:pt x="2660" y="1238"/>
                  </a:lnTo>
                  <a:lnTo>
                    <a:pt x="1918" y="619"/>
                  </a:lnTo>
                  <a:lnTo>
                    <a:pt x="1114" y="125"/>
                  </a:lnTo>
                  <a:lnTo>
                    <a:pt x="1114" y="125"/>
                  </a:lnTo>
                  <a:lnTo>
                    <a:pt x="867" y="1"/>
                  </a:lnTo>
                  <a:lnTo>
                    <a:pt x="557" y="1"/>
                  </a:lnTo>
                  <a:lnTo>
                    <a:pt x="557" y="1"/>
                  </a:lnTo>
                  <a:lnTo>
                    <a:pt x="310" y="63"/>
                  </a:lnTo>
                  <a:lnTo>
                    <a:pt x="124" y="248"/>
                  </a:lnTo>
                  <a:lnTo>
                    <a:pt x="1" y="496"/>
                  </a:lnTo>
                  <a:lnTo>
                    <a:pt x="1" y="805"/>
                  </a:lnTo>
                  <a:lnTo>
                    <a:pt x="1" y="805"/>
                  </a:lnTo>
                  <a:lnTo>
                    <a:pt x="63" y="1052"/>
                  </a:lnTo>
                  <a:lnTo>
                    <a:pt x="124" y="1300"/>
                  </a:lnTo>
                  <a:lnTo>
                    <a:pt x="496" y="1794"/>
                  </a:lnTo>
                  <a:lnTo>
                    <a:pt x="496" y="1794"/>
                  </a:lnTo>
                  <a:lnTo>
                    <a:pt x="867" y="2227"/>
                  </a:lnTo>
                  <a:lnTo>
                    <a:pt x="1052" y="2413"/>
                  </a:lnTo>
                  <a:lnTo>
                    <a:pt x="1176" y="2660"/>
                  </a:lnTo>
                  <a:lnTo>
                    <a:pt x="1176" y="2660"/>
                  </a:lnTo>
                  <a:lnTo>
                    <a:pt x="1300" y="2970"/>
                  </a:lnTo>
                  <a:lnTo>
                    <a:pt x="1362" y="3341"/>
                  </a:lnTo>
                  <a:lnTo>
                    <a:pt x="1485" y="4083"/>
                  </a:lnTo>
                  <a:lnTo>
                    <a:pt x="1485" y="4083"/>
                  </a:lnTo>
                  <a:lnTo>
                    <a:pt x="1671" y="4516"/>
                  </a:lnTo>
                  <a:lnTo>
                    <a:pt x="1980" y="4949"/>
                  </a:lnTo>
                  <a:lnTo>
                    <a:pt x="2351" y="5320"/>
                  </a:lnTo>
                  <a:lnTo>
                    <a:pt x="2722" y="5629"/>
                  </a:lnTo>
                  <a:lnTo>
                    <a:pt x="2722" y="5629"/>
                  </a:lnTo>
                  <a:lnTo>
                    <a:pt x="3155" y="5877"/>
                  </a:lnTo>
                  <a:lnTo>
                    <a:pt x="3650" y="6124"/>
                  </a:lnTo>
                  <a:lnTo>
                    <a:pt x="4578" y="6495"/>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18"/>
            <p:cNvSpPr/>
            <p:nvPr/>
          </p:nvSpPr>
          <p:spPr>
            <a:xfrm>
              <a:off x="9741054" y="679577"/>
              <a:ext cx="901859" cy="682799"/>
            </a:xfrm>
            <a:custGeom>
              <a:rect b="b" l="l" r="r" t="t"/>
              <a:pathLst>
                <a:path extrusionOk="0" h="21401" w="28267">
                  <a:moveTo>
                    <a:pt x="17010" y="1"/>
                  </a:moveTo>
                  <a:lnTo>
                    <a:pt x="15896" y="805"/>
                  </a:lnTo>
                  <a:lnTo>
                    <a:pt x="14226" y="1918"/>
                  </a:lnTo>
                  <a:lnTo>
                    <a:pt x="9773" y="4825"/>
                  </a:lnTo>
                  <a:lnTo>
                    <a:pt x="7423" y="6433"/>
                  </a:lnTo>
                  <a:lnTo>
                    <a:pt x="5134" y="8103"/>
                  </a:lnTo>
                  <a:lnTo>
                    <a:pt x="3155" y="9649"/>
                  </a:lnTo>
                  <a:lnTo>
                    <a:pt x="2351" y="10392"/>
                  </a:lnTo>
                  <a:lnTo>
                    <a:pt x="1671" y="11072"/>
                  </a:lnTo>
                  <a:lnTo>
                    <a:pt x="1176" y="11629"/>
                  </a:lnTo>
                  <a:lnTo>
                    <a:pt x="805" y="12309"/>
                  </a:lnTo>
                  <a:lnTo>
                    <a:pt x="495" y="13051"/>
                  </a:lnTo>
                  <a:lnTo>
                    <a:pt x="248" y="13855"/>
                  </a:lnTo>
                  <a:lnTo>
                    <a:pt x="63" y="14721"/>
                  </a:lnTo>
                  <a:lnTo>
                    <a:pt x="1" y="15587"/>
                  </a:lnTo>
                  <a:lnTo>
                    <a:pt x="63" y="16453"/>
                  </a:lnTo>
                  <a:lnTo>
                    <a:pt x="186" y="17319"/>
                  </a:lnTo>
                  <a:lnTo>
                    <a:pt x="434" y="18123"/>
                  </a:lnTo>
                  <a:lnTo>
                    <a:pt x="805" y="18927"/>
                  </a:lnTo>
                  <a:lnTo>
                    <a:pt x="1238" y="19607"/>
                  </a:lnTo>
                  <a:lnTo>
                    <a:pt x="1547" y="19917"/>
                  </a:lnTo>
                  <a:lnTo>
                    <a:pt x="1856" y="20226"/>
                  </a:lnTo>
                  <a:lnTo>
                    <a:pt x="2227" y="20473"/>
                  </a:lnTo>
                  <a:lnTo>
                    <a:pt x="2598" y="20721"/>
                  </a:lnTo>
                  <a:lnTo>
                    <a:pt x="3031" y="20968"/>
                  </a:lnTo>
                  <a:lnTo>
                    <a:pt x="3464" y="21092"/>
                  </a:lnTo>
                  <a:lnTo>
                    <a:pt x="3959" y="21277"/>
                  </a:lnTo>
                  <a:lnTo>
                    <a:pt x="4454" y="21339"/>
                  </a:lnTo>
                  <a:lnTo>
                    <a:pt x="5011" y="21401"/>
                  </a:lnTo>
                  <a:lnTo>
                    <a:pt x="5629" y="21401"/>
                  </a:lnTo>
                  <a:lnTo>
                    <a:pt x="18803" y="21215"/>
                  </a:lnTo>
                  <a:lnTo>
                    <a:pt x="28266" y="21030"/>
                  </a:lnTo>
                  <a:lnTo>
                    <a:pt x="27524" y="11072"/>
                  </a:lnTo>
                  <a:lnTo>
                    <a:pt x="15587" y="12000"/>
                  </a:lnTo>
                  <a:lnTo>
                    <a:pt x="26225" y="5258"/>
                  </a:lnTo>
                  <a:lnTo>
                    <a:pt x="19236" y="372"/>
                  </a:lnTo>
                  <a:lnTo>
                    <a:pt x="18185" y="124"/>
                  </a:lnTo>
                  <a:lnTo>
                    <a:pt x="17442" y="1"/>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18"/>
            <p:cNvSpPr/>
            <p:nvPr/>
          </p:nvSpPr>
          <p:spPr>
            <a:xfrm>
              <a:off x="9604885" y="1129497"/>
              <a:ext cx="471684" cy="242765"/>
            </a:xfrm>
            <a:custGeom>
              <a:rect b="b" l="l" r="r" t="t"/>
              <a:pathLst>
                <a:path extrusionOk="0" h="7609" w="14784">
                  <a:moveTo>
                    <a:pt x="12557" y="1"/>
                  </a:moveTo>
                  <a:lnTo>
                    <a:pt x="3155" y="434"/>
                  </a:lnTo>
                  <a:lnTo>
                    <a:pt x="4454" y="3341"/>
                  </a:lnTo>
                  <a:lnTo>
                    <a:pt x="3712" y="3526"/>
                  </a:lnTo>
                  <a:lnTo>
                    <a:pt x="3032" y="3712"/>
                  </a:lnTo>
                  <a:lnTo>
                    <a:pt x="2413" y="3959"/>
                  </a:lnTo>
                  <a:lnTo>
                    <a:pt x="1918" y="4268"/>
                  </a:lnTo>
                  <a:lnTo>
                    <a:pt x="1485" y="4639"/>
                  </a:lnTo>
                  <a:lnTo>
                    <a:pt x="1114" y="5011"/>
                  </a:lnTo>
                  <a:lnTo>
                    <a:pt x="867" y="5382"/>
                  </a:lnTo>
                  <a:lnTo>
                    <a:pt x="619" y="5753"/>
                  </a:lnTo>
                  <a:lnTo>
                    <a:pt x="248" y="6433"/>
                  </a:lnTo>
                  <a:lnTo>
                    <a:pt x="125" y="7052"/>
                  </a:lnTo>
                  <a:lnTo>
                    <a:pt x="1" y="7423"/>
                  </a:lnTo>
                  <a:lnTo>
                    <a:pt x="1" y="7608"/>
                  </a:lnTo>
                  <a:lnTo>
                    <a:pt x="14783" y="7361"/>
                  </a:lnTo>
                  <a:lnTo>
                    <a:pt x="1255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18"/>
            <p:cNvSpPr/>
            <p:nvPr/>
          </p:nvSpPr>
          <p:spPr>
            <a:xfrm>
              <a:off x="9399674" y="432922"/>
              <a:ext cx="1221515" cy="745939"/>
            </a:xfrm>
            <a:custGeom>
              <a:rect b="b" l="l" r="r" t="t"/>
              <a:pathLst>
                <a:path extrusionOk="0" h="23380" w="38286">
                  <a:moveTo>
                    <a:pt x="6000" y="0"/>
                  </a:moveTo>
                  <a:lnTo>
                    <a:pt x="5072" y="124"/>
                  </a:lnTo>
                  <a:lnTo>
                    <a:pt x="4206" y="371"/>
                  </a:lnTo>
                  <a:lnTo>
                    <a:pt x="3402" y="743"/>
                  </a:lnTo>
                  <a:lnTo>
                    <a:pt x="2660" y="1175"/>
                  </a:lnTo>
                  <a:lnTo>
                    <a:pt x="1980" y="1794"/>
                  </a:lnTo>
                  <a:lnTo>
                    <a:pt x="1423" y="2412"/>
                  </a:lnTo>
                  <a:lnTo>
                    <a:pt x="866" y="3093"/>
                  </a:lnTo>
                  <a:lnTo>
                    <a:pt x="495" y="3897"/>
                  </a:lnTo>
                  <a:lnTo>
                    <a:pt x="186" y="4701"/>
                  </a:lnTo>
                  <a:lnTo>
                    <a:pt x="1" y="5567"/>
                  </a:lnTo>
                  <a:lnTo>
                    <a:pt x="1" y="6433"/>
                  </a:lnTo>
                  <a:lnTo>
                    <a:pt x="62" y="7299"/>
                  </a:lnTo>
                  <a:lnTo>
                    <a:pt x="186" y="7732"/>
                  </a:lnTo>
                  <a:lnTo>
                    <a:pt x="310" y="8165"/>
                  </a:lnTo>
                  <a:lnTo>
                    <a:pt x="619" y="8783"/>
                  </a:lnTo>
                  <a:lnTo>
                    <a:pt x="990" y="9587"/>
                  </a:lnTo>
                  <a:lnTo>
                    <a:pt x="2103" y="11752"/>
                  </a:lnTo>
                  <a:lnTo>
                    <a:pt x="3464" y="14226"/>
                  </a:lnTo>
                  <a:lnTo>
                    <a:pt x="4949" y="16824"/>
                  </a:lnTo>
                  <a:lnTo>
                    <a:pt x="7546" y="21401"/>
                  </a:lnTo>
                  <a:lnTo>
                    <a:pt x="8721" y="23380"/>
                  </a:lnTo>
                  <a:lnTo>
                    <a:pt x="21401" y="23256"/>
                  </a:lnTo>
                  <a:lnTo>
                    <a:pt x="16762" y="14226"/>
                  </a:lnTo>
                  <a:lnTo>
                    <a:pt x="21339" y="15958"/>
                  </a:lnTo>
                  <a:lnTo>
                    <a:pt x="27957" y="18679"/>
                  </a:lnTo>
                  <a:lnTo>
                    <a:pt x="28452" y="18865"/>
                  </a:lnTo>
                  <a:lnTo>
                    <a:pt x="29008" y="19050"/>
                  </a:lnTo>
                  <a:lnTo>
                    <a:pt x="30060" y="19236"/>
                  </a:lnTo>
                  <a:lnTo>
                    <a:pt x="31173" y="19298"/>
                  </a:lnTo>
                  <a:lnTo>
                    <a:pt x="32225" y="19236"/>
                  </a:lnTo>
                  <a:lnTo>
                    <a:pt x="33276" y="18988"/>
                  </a:lnTo>
                  <a:lnTo>
                    <a:pt x="33771" y="18803"/>
                  </a:lnTo>
                  <a:lnTo>
                    <a:pt x="34266" y="18617"/>
                  </a:lnTo>
                  <a:lnTo>
                    <a:pt x="34760" y="18370"/>
                  </a:lnTo>
                  <a:lnTo>
                    <a:pt x="35255" y="18123"/>
                  </a:lnTo>
                  <a:lnTo>
                    <a:pt x="35688" y="17813"/>
                  </a:lnTo>
                  <a:lnTo>
                    <a:pt x="36121" y="17442"/>
                  </a:lnTo>
                  <a:lnTo>
                    <a:pt x="36740" y="16824"/>
                  </a:lnTo>
                  <a:lnTo>
                    <a:pt x="36987" y="16576"/>
                  </a:lnTo>
                  <a:lnTo>
                    <a:pt x="37173" y="16267"/>
                  </a:lnTo>
                  <a:lnTo>
                    <a:pt x="37482" y="15710"/>
                  </a:lnTo>
                  <a:lnTo>
                    <a:pt x="37729" y="15154"/>
                  </a:lnTo>
                  <a:lnTo>
                    <a:pt x="37915" y="14659"/>
                  </a:lnTo>
                  <a:lnTo>
                    <a:pt x="38039" y="14102"/>
                  </a:lnTo>
                  <a:lnTo>
                    <a:pt x="38162" y="13546"/>
                  </a:lnTo>
                  <a:lnTo>
                    <a:pt x="38224" y="13051"/>
                  </a:lnTo>
                  <a:lnTo>
                    <a:pt x="38286" y="11999"/>
                  </a:lnTo>
                  <a:lnTo>
                    <a:pt x="38162" y="11010"/>
                  </a:lnTo>
                  <a:lnTo>
                    <a:pt x="37977" y="10082"/>
                  </a:lnTo>
                  <a:lnTo>
                    <a:pt x="37667" y="9154"/>
                  </a:lnTo>
                  <a:lnTo>
                    <a:pt x="37358" y="8350"/>
                  </a:lnTo>
                  <a:lnTo>
                    <a:pt x="36925" y="7608"/>
                  </a:lnTo>
                  <a:lnTo>
                    <a:pt x="36554" y="6866"/>
                  </a:lnTo>
                  <a:lnTo>
                    <a:pt x="35750" y="5752"/>
                  </a:lnTo>
                  <a:lnTo>
                    <a:pt x="35132" y="5072"/>
                  </a:lnTo>
                  <a:lnTo>
                    <a:pt x="34884" y="4825"/>
                  </a:lnTo>
                  <a:lnTo>
                    <a:pt x="25297" y="7237"/>
                  </a:lnTo>
                  <a:lnTo>
                    <a:pt x="18741" y="4639"/>
                  </a:lnTo>
                  <a:lnTo>
                    <a:pt x="13298" y="2412"/>
                  </a:lnTo>
                  <a:lnTo>
                    <a:pt x="10824" y="1423"/>
                  </a:lnTo>
                  <a:lnTo>
                    <a:pt x="8845" y="557"/>
                  </a:lnTo>
                  <a:lnTo>
                    <a:pt x="8412" y="371"/>
                  </a:lnTo>
                  <a:lnTo>
                    <a:pt x="7917" y="248"/>
                  </a:lnTo>
                  <a:lnTo>
                    <a:pt x="7423" y="124"/>
                  </a:lnTo>
                  <a:lnTo>
                    <a:pt x="6928" y="62"/>
                  </a:lnTo>
                  <a:lnTo>
                    <a:pt x="6433"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18"/>
            <p:cNvSpPr/>
            <p:nvPr/>
          </p:nvSpPr>
          <p:spPr>
            <a:xfrm>
              <a:off x="9677915" y="687490"/>
              <a:ext cx="406534" cy="495325"/>
            </a:xfrm>
            <a:custGeom>
              <a:rect b="b" l="l" r="r" t="t"/>
              <a:pathLst>
                <a:path extrusionOk="0" h="15525" w="12742">
                  <a:moveTo>
                    <a:pt x="433" y="0"/>
                  </a:moveTo>
                  <a:lnTo>
                    <a:pt x="372" y="62"/>
                  </a:lnTo>
                  <a:lnTo>
                    <a:pt x="372" y="124"/>
                  </a:lnTo>
                  <a:lnTo>
                    <a:pt x="372" y="186"/>
                  </a:lnTo>
                  <a:lnTo>
                    <a:pt x="7175" y="5690"/>
                  </a:lnTo>
                  <a:lnTo>
                    <a:pt x="7546" y="6000"/>
                  </a:lnTo>
                  <a:lnTo>
                    <a:pt x="7979" y="6309"/>
                  </a:lnTo>
                  <a:lnTo>
                    <a:pt x="7979" y="6371"/>
                  </a:lnTo>
                  <a:lnTo>
                    <a:pt x="8041" y="6494"/>
                  </a:lnTo>
                  <a:lnTo>
                    <a:pt x="8412" y="7175"/>
                  </a:lnTo>
                  <a:lnTo>
                    <a:pt x="10762" y="11752"/>
                  </a:lnTo>
                  <a:lnTo>
                    <a:pt x="12524" y="15157"/>
                  </a:lnTo>
                  <a:lnTo>
                    <a:pt x="12524" y="15157"/>
                  </a:lnTo>
                  <a:lnTo>
                    <a:pt x="9525" y="15215"/>
                  </a:lnTo>
                  <a:lnTo>
                    <a:pt x="6371" y="15277"/>
                  </a:lnTo>
                  <a:lnTo>
                    <a:pt x="3217" y="15339"/>
                  </a:lnTo>
                  <a:lnTo>
                    <a:pt x="62" y="15339"/>
                  </a:lnTo>
                  <a:lnTo>
                    <a:pt x="0" y="15401"/>
                  </a:lnTo>
                  <a:lnTo>
                    <a:pt x="0" y="15463"/>
                  </a:lnTo>
                  <a:lnTo>
                    <a:pt x="0" y="15525"/>
                  </a:lnTo>
                  <a:lnTo>
                    <a:pt x="3217" y="15525"/>
                  </a:lnTo>
                  <a:lnTo>
                    <a:pt x="6371" y="15463"/>
                  </a:lnTo>
                  <a:lnTo>
                    <a:pt x="9525" y="15401"/>
                  </a:lnTo>
                  <a:lnTo>
                    <a:pt x="12680" y="15339"/>
                  </a:lnTo>
                  <a:lnTo>
                    <a:pt x="12742" y="15339"/>
                  </a:lnTo>
                  <a:lnTo>
                    <a:pt x="12742" y="15215"/>
                  </a:lnTo>
                  <a:lnTo>
                    <a:pt x="8721" y="7422"/>
                  </a:lnTo>
                  <a:lnTo>
                    <a:pt x="8474" y="6804"/>
                  </a:lnTo>
                  <a:lnTo>
                    <a:pt x="8103" y="6247"/>
                  </a:lnTo>
                  <a:lnTo>
                    <a:pt x="7917" y="6000"/>
                  </a:lnTo>
                  <a:lnTo>
                    <a:pt x="7608" y="5814"/>
                  </a:lnTo>
                  <a:lnTo>
                    <a:pt x="3711" y="2598"/>
                  </a:lnTo>
                  <a:lnTo>
                    <a:pt x="495" y="62"/>
                  </a:lnTo>
                  <a:lnTo>
                    <a:pt x="433" y="0"/>
                  </a:lnTo>
                  <a:close/>
                </a:path>
              </a:pathLst>
            </a:custGeom>
            <a:solidFill>
              <a:srgbClr val="232323"/>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18"/>
            <p:cNvSpPr/>
            <p:nvPr/>
          </p:nvSpPr>
          <p:spPr>
            <a:xfrm>
              <a:off x="9928525" y="880864"/>
              <a:ext cx="562421" cy="165778"/>
            </a:xfrm>
            <a:custGeom>
              <a:rect b="b" l="l" r="r" t="t"/>
              <a:pathLst>
                <a:path extrusionOk="0" h="5196" w="17628">
                  <a:moveTo>
                    <a:pt x="62" y="0"/>
                  </a:moveTo>
                  <a:lnTo>
                    <a:pt x="0" y="62"/>
                  </a:lnTo>
                  <a:lnTo>
                    <a:pt x="0" y="124"/>
                  </a:lnTo>
                  <a:lnTo>
                    <a:pt x="62" y="186"/>
                  </a:lnTo>
                  <a:lnTo>
                    <a:pt x="1732" y="1052"/>
                  </a:lnTo>
                  <a:lnTo>
                    <a:pt x="3526" y="1794"/>
                  </a:lnTo>
                  <a:lnTo>
                    <a:pt x="5320" y="2474"/>
                  </a:lnTo>
                  <a:lnTo>
                    <a:pt x="7113" y="3155"/>
                  </a:lnTo>
                  <a:lnTo>
                    <a:pt x="10762" y="4392"/>
                  </a:lnTo>
                  <a:lnTo>
                    <a:pt x="11628" y="4701"/>
                  </a:lnTo>
                  <a:lnTo>
                    <a:pt x="12494" y="4948"/>
                  </a:lnTo>
                  <a:lnTo>
                    <a:pt x="13422" y="5134"/>
                  </a:lnTo>
                  <a:lnTo>
                    <a:pt x="14350" y="5196"/>
                  </a:lnTo>
                  <a:lnTo>
                    <a:pt x="15154" y="5196"/>
                  </a:lnTo>
                  <a:lnTo>
                    <a:pt x="15958" y="5134"/>
                  </a:lnTo>
                  <a:lnTo>
                    <a:pt x="16762" y="4948"/>
                  </a:lnTo>
                  <a:lnTo>
                    <a:pt x="17566" y="4763"/>
                  </a:lnTo>
                  <a:lnTo>
                    <a:pt x="17628" y="4701"/>
                  </a:lnTo>
                  <a:lnTo>
                    <a:pt x="17628" y="4639"/>
                  </a:lnTo>
                  <a:lnTo>
                    <a:pt x="17566" y="4577"/>
                  </a:lnTo>
                  <a:lnTo>
                    <a:pt x="17504" y="4577"/>
                  </a:lnTo>
                  <a:lnTo>
                    <a:pt x="16762" y="4763"/>
                  </a:lnTo>
                  <a:lnTo>
                    <a:pt x="16082" y="4887"/>
                  </a:lnTo>
                  <a:lnTo>
                    <a:pt x="15339" y="5010"/>
                  </a:lnTo>
                  <a:lnTo>
                    <a:pt x="14597" y="5010"/>
                  </a:lnTo>
                  <a:lnTo>
                    <a:pt x="13731" y="4948"/>
                  </a:lnTo>
                  <a:lnTo>
                    <a:pt x="12803" y="4825"/>
                  </a:lnTo>
                  <a:lnTo>
                    <a:pt x="11938" y="4577"/>
                  </a:lnTo>
                  <a:lnTo>
                    <a:pt x="11072" y="4330"/>
                  </a:lnTo>
                  <a:lnTo>
                    <a:pt x="7546" y="3155"/>
                  </a:lnTo>
                  <a:lnTo>
                    <a:pt x="5814" y="2474"/>
                  </a:lnTo>
                  <a:lnTo>
                    <a:pt x="4083" y="1794"/>
                  </a:lnTo>
                  <a:lnTo>
                    <a:pt x="2042" y="990"/>
                  </a:lnTo>
                  <a:lnTo>
                    <a:pt x="1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18"/>
            <p:cNvSpPr/>
            <p:nvPr/>
          </p:nvSpPr>
          <p:spPr>
            <a:xfrm>
              <a:off x="9910755" y="44164"/>
              <a:ext cx="619659" cy="625593"/>
            </a:xfrm>
            <a:custGeom>
              <a:rect b="b" l="l" r="r" t="t"/>
              <a:pathLst>
                <a:path extrusionOk="0" h="19608" w="19422">
                  <a:moveTo>
                    <a:pt x="5073" y="1"/>
                  </a:moveTo>
                  <a:lnTo>
                    <a:pt x="372" y="3093"/>
                  </a:lnTo>
                  <a:lnTo>
                    <a:pt x="248" y="3403"/>
                  </a:lnTo>
                  <a:lnTo>
                    <a:pt x="124" y="3774"/>
                  </a:lnTo>
                  <a:lnTo>
                    <a:pt x="1" y="4392"/>
                  </a:lnTo>
                  <a:lnTo>
                    <a:pt x="1" y="5134"/>
                  </a:lnTo>
                  <a:lnTo>
                    <a:pt x="1" y="6124"/>
                  </a:lnTo>
                  <a:lnTo>
                    <a:pt x="186" y="7299"/>
                  </a:lnTo>
                  <a:lnTo>
                    <a:pt x="434" y="8722"/>
                  </a:lnTo>
                  <a:lnTo>
                    <a:pt x="867" y="10206"/>
                  </a:lnTo>
                  <a:lnTo>
                    <a:pt x="1423" y="11938"/>
                  </a:lnTo>
                  <a:lnTo>
                    <a:pt x="2599" y="15525"/>
                  </a:lnTo>
                  <a:lnTo>
                    <a:pt x="4021" y="19607"/>
                  </a:lnTo>
                  <a:lnTo>
                    <a:pt x="18618" y="17319"/>
                  </a:lnTo>
                  <a:lnTo>
                    <a:pt x="18741" y="17257"/>
                  </a:lnTo>
                  <a:lnTo>
                    <a:pt x="18865" y="17195"/>
                  </a:lnTo>
                  <a:lnTo>
                    <a:pt x="19051" y="17010"/>
                  </a:lnTo>
                  <a:lnTo>
                    <a:pt x="19236" y="16824"/>
                  </a:lnTo>
                  <a:lnTo>
                    <a:pt x="19360" y="16453"/>
                  </a:lnTo>
                  <a:lnTo>
                    <a:pt x="19422" y="16082"/>
                  </a:lnTo>
                  <a:lnTo>
                    <a:pt x="19422" y="15525"/>
                  </a:lnTo>
                  <a:lnTo>
                    <a:pt x="19298" y="15092"/>
                  </a:lnTo>
                  <a:lnTo>
                    <a:pt x="18989" y="14474"/>
                  </a:lnTo>
                  <a:lnTo>
                    <a:pt x="18494" y="13732"/>
                  </a:lnTo>
                  <a:lnTo>
                    <a:pt x="17937" y="12804"/>
                  </a:lnTo>
                  <a:lnTo>
                    <a:pt x="16391" y="10639"/>
                  </a:lnTo>
                  <a:lnTo>
                    <a:pt x="14597" y="8289"/>
                  </a:lnTo>
                  <a:lnTo>
                    <a:pt x="12742" y="5938"/>
                  </a:lnTo>
                  <a:lnTo>
                    <a:pt x="11010" y="3897"/>
                  </a:lnTo>
                  <a:lnTo>
                    <a:pt x="9649" y="2289"/>
                  </a:lnTo>
                  <a:lnTo>
                    <a:pt x="9155" y="1794"/>
                  </a:lnTo>
                  <a:lnTo>
                    <a:pt x="8784" y="1485"/>
                  </a:lnTo>
                  <a:lnTo>
                    <a:pt x="8227" y="1176"/>
                  </a:lnTo>
                  <a:lnTo>
                    <a:pt x="7608" y="867"/>
                  </a:lnTo>
                  <a:lnTo>
                    <a:pt x="6371" y="372"/>
                  </a:lnTo>
                  <a:lnTo>
                    <a:pt x="5444" y="63"/>
                  </a:lnTo>
                  <a:lnTo>
                    <a:pt x="507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18"/>
            <p:cNvSpPr/>
            <p:nvPr/>
          </p:nvSpPr>
          <p:spPr>
            <a:xfrm>
              <a:off x="9837757" y="162562"/>
              <a:ext cx="570334" cy="663082"/>
            </a:xfrm>
            <a:custGeom>
              <a:rect b="b" l="l" r="r" t="t"/>
              <a:pathLst>
                <a:path extrusionOk="0" h="20783" w="17876">
                  <a:moveTo>
                    <a:pt x="10700" y="1"/>
                  </a:moveTo>
                  <a:lnTo>
                    <a:pt x="4577" y="4021"/>
                  </a:lnTo>
                  <a:lnTo>
                    <a:pt x="8288" y="12185"/>
                  </a:lnTo>
                  <a:lnTo>
                    <a:pt x="2227" y="9835"/>
                  </a:lnTo>
                  <a:lnTo>
                    <a:pt x="0" y="15896"/>
                  </a:lnTo>
                  <a:lnTo>
                    <a:pt x="1175" y="16577"/>
                  </a:lnTo>
                  <a:lnTo>
                    <a:pt x="2474" y="17257"/>
                  </a:lnTo>
                  <a:lnTo>
                    <a:pt x="4021" y="18061"/>
                  </a:lnTo>
                  <a:lnTo>
                    <a:pt x="5814" y="18927"/>
                  </a:lnTo>
                  <a:lnTo>
                    <a:pt x="7670" y="19669"/>
                  </a:lnTo>
                  <a:lnTo>
                    <a:pt x="8598" y="20040"/>
                  </a:lnTo>
                  <a:lnTo>
                    <a:pt x="9463" y="20288"/>
                  </a:lnTo>
                  <a:lnTo>
                    <a:pt x="10268" y="20535"/>
                  </a:lnTo>
                  <a:lnTo>
                    <a:pt x="11072" y="20659"/>
                  </a:lnTo>
                  <a:lnTo>
                    <a:pt x="11814" y="20721"/>
                  </a:lnTo>
                  <a:lnTo>
                    <a:pt x="12494" y="20783"/>
                  </a:lnTo>
                  <a:lnTo>
                    <a:pt x="13236" y="20721"/>
                  </a:lnTo>
                  <a:lnTo>
                    <a:pt x="13917" y="20597"/>
                  </a:lnTo>
                  <a:lnTo>
                    <a:pt x="14597" y="20473"/>
                  </a:lnTo>
                  <a:lnTo>
                    <a:pt x="15216" y="20226"/>
                  </a:lnTo>
                  <a:lnTo>
                    <a:pt x="15772" y="19917"/>
                  </a:lnTo>
                  <a:lnTo>
                    <a:pt x="16329" y="19546"/>
                  </a:lnTo>
                  <a:lnTo>
                    <a:pt x="16762" y="19113"/>
                  </a:lnTo>
                  <a:lnTo>
                    <a:pt x="17195" y="18618"/>
                  </a:lnTo>
                  <a:lnTo>
                    <a:pt x="17504" y="17999"/>
                  </a:lnTo>
                  <a:lnTo>
                    <a:pt x="17690" y="17319"/>
                  </a:lnTo>
                  <a:lnTo>
                    <a:pt x="17813" y="16515"/>
                  </a:lnTo>
                  <a:lnTo>
                    <a:pt x="17875" y="15649"/>
                  </a:lnTo>
                  <a:lnTo>
                    <a:pt x="17813" y="14659"/>
                  </a:lnTo>
                  <a:lnTo>
                    <a:pt x="17628" y="13546"/>
                  </a:lnTo>
                  <a:lnTo>
                    <a:pt x="17318" y="12433"/>
                  </a:lnTo>
                  <a:lnTo>
                    <a:pt x="16947" y="11319"/>
                  </a:lnTo>
                  <a:lnTo>
                    <a:pt x="16576" y="10206"/>
                  </a:lnTo>
                  <a:lnTo>
                    <a:pt x="16081" y="9093"/>
                  </a:lnTo>
                  <a:lnTo>
                    <a:pt x="15648" y="8041"/>
                  </a:lnTo>
                  <a:lnTo>
                    <a:pt x="15092" y="6990"/>
                  </a:lnTo>
                  <a:lnTo>
                    <a:pt x="14102" y="5011"/>
                  </a:lnTo>
                  <a:lnTo>
                    <a:pt x="13051" y="3279"/>
                  </a:lnTo>
                  <a:lnTo>
                    <a:pt x="12061" y="1856"/>
                  </a:lnTo>
                  <a:lnTo>
                    <a:pt x="11257" y="681"/>
                  </a:lnTo>
                  <a:lnTo>
                    <a:pt x="1070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18"/>
            <p:cNvSpPr/>
            <p:nvPr/>
          </p:nvSpPr>
          <p:spPr>
            <a:xfrm>
              <a:off x="9837757" y="162562"/>
              <a:ext cx="570334" cy="663082"/>
            </a:xfrm>
            <a:custGeom>
              <a:rect b="b" l="l" r="r" t="t"/>
              <a:pathLst>
                <a:path extrusionOk="0" fill="none" h="20783" w="17876">
                  <a:moveTo>
                    <a:pt x="10700" y="1"/>
                  </a:moveTo>
                  <a:lnTo>
                    <a:pt x="10700" y="1"/>
                  </a:lnTo>
                  <a:lnTo>
                    <a:pt x="11257" y="681"/>
                  </a:lnTo>
                  <a:lnTo>
                    <a:pt x="12061" y="1856"/>
                  </a:lnTo>
                  <a:lnTo>
                    <a:pt x="13051" y="3279"/>
                  </a:lnTo>
                  <a:lnTo>
                    <a:pt x="14102" y="5011"/>
                  </a:lnTo>
                  <a:lnTo>
                    <a:pt x="15092" y="6990"/>
                  </a:lnTo>
                  <a:lnTo>
                    <a:pt x="15648" y="8041"/>
                  </a:lnTo>
                  <a:lnTo>
                    <a:pt x="16081" y="9093"/>
                  </a:lnTo>
                  <a:lnTo>
                    <a:pt x="16576" y="10206"/>
                  </a:lnTo>
                  <a:lnTo>
                    <a:pt x="16947" y="11319"/>
                  </a:lnTo>
                  <a:lnTo>
                    <a:pt x="17318" y="12433"/>
                  </a:lnTo>
                  <a:lnTo>
                    <a:pt x="17628" y="13546"/>
                  </a:lnTo>
                  <a:lnTo>
                    <a:pt x="17628" y="13546"/>
                  </a:lnTo>
                  <a:lnTo>
                    <a:pt x="17813" y="14659"/>
                  </a:lnTo>
                  <a:lnTo>
                    <a:pt x="17875" y="15649"/>
                  </a:lnTo>
                  <a:lnTo>
                    <a:pt x="17813" y="16515"/>
                  </a:lnTo>
                  <a:lnTo>
                    <a:pt x="17690" y="17319"/>
                  </a:lnTo>
                  <a:lnTo>
                    <a:pt x="17504" y="17999"/>
                  </a:lnTo>
                  <a:lnTo>
                    <a:pt x="17195" y="18618"/>
                  </a:lnTo>
                  <a:lnTo>
                    <a:pt x="16762" y="19113"/>
                  </a:lnTo>
                  <a:lnTo>
                    <a:pt x="16329" y="19546"/>
                  </a:lnTo>
                  <a:lnTo>
                    <a:pt x="15772" y="19917"/>
                  </a:lnTo>
                  <a:lnTo>
                    <a:pt x="15216" y="20226"/>
                  </a:lnTo>
                  <a:lnTo>
                    <a:pt x="14597" y="20473"/>
                  </a:lnTo>
                  <a:lnTo>
                    <a:pt x="13917" y="20597"/>
                  </a:lnTo>
                  <a:lnTo>
                    <a:pt x="13236" y="20721"/>
                  </a:lnTo>
                  <a:lnTo>
                    <a:pt x="12494" y="20783"/>
                  </a:lnTo>
                  <a:lnTo>
                    <a:pt x="11814" y="20721"/>
                  </a:lnTo>
                  <a:lnTo>
                    <a:pt x="11072" y="20659"/>
                  </a:lnTo>
                  <a:lnTo>
                    <a:pt x="11072" y="20659"/>
                  </a:lnTo>
                  <a:lnTo>
                    <a:pt x="10268" y="20535"/>
                  </a:lnTo>
                  <a:lnTo>
                    <a:pt x="9463" y="20288"/>
                  </a:lnTo>
                  <a:lnTo>
                    <a:pt x="8598" y="20040"/>
                  </a:lnTo>
                  <a:lnTo>
                    <a:pt x="7670" y="19669"/>
                  </a:lnTo>
                  <a:lnTo>
                    <a:pt x="5814" y="18927"/>
                  </a:lnTo>
                  <a:lnTo>
                    <a:pt x="4021" y="18061"/>
                  </a:lnTo>
                  <a:lnTo>
                    <a:pt x="2474" y="17257"/>
                  </a:lnTo>
                  <a:lnTo>
                    <a:pt x="1175" y="16577"/>
                  </a:lnTo>
                  <a:lnTo>
                    <a:pt x="0" y="15896"/>
                  </a:lnTo>
                  <a:lnTo>
                    <a:pt x="2227" y="9835"/>
                  </a:lnTo>
                  <a:lnTo>
                    <a:pt x="8288" y="12185"/>
                  </a:lnTo>
                  <a:lnTo>
                    <a:pt x="4577" y="402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18"/>
            <p:cNvSpPr/>
            <p:nvPr/>
          </p:nvSpPr>
          <p:spPr>
            <a:xfrm>
              <a:off x="9833801" y="158638"/>
              <a:ext cx="578214" cy="668984"/>
            </a:xfrm>
            <a:custGeom>
              <a:rect b="b" l="l" r="r" t="t"/>
              <a:pathLst>
                <a:path extrusionOk="0" h="20968" w="18123">
                  <a:moveTo>
                    <a:pt x="10763" y="0"/>
                  </a:moveTo>
                  <a:lnTo>
                    <a:pt x="10763" y="62"/>
                  </a:lnTo>
                  <a:lnTo>
                    <a:pt x="10763" y="186"/>
                  </a:lnTo>
                  <a:lnTo>
                    <a:pt x="11629" y="1299"/>
                  </a:lnTo>
                  <a:lnTo>
                    <a:pt x="12494" y="2536"/>
                  </a:lnTo>
                  <a:lnTo>
                    <a:pt x="13731" y="4577"/>
                  </a:lnTo>
                  <a:lnTo>
                    <a:pt x="14907" y="6618"/>
                  </a:lnTo>
                  <a:lnTo>
                    <a:pt x="15525" y="7855"/>
                  </a:lnTo>
                  <a:lnTo>
                    <a:pt x="16082" y="9154"/>
                  </a:lnTo>
                  <a:lnTo>
                    <a:pt x="16638" y="10453"/>
                  </a:lnTo>
                  <a:lnTo>
                    <a:pt x="17071" y="11752"/>
                  </a:lnTo>
                  <a:lnTo>
                    <a:pt x="17442" y="12927"/>
                  </a:lnTo>
                  <a:lnTo>
                    <a:pt x="17752" y="14226"/>
                  </a:lnTo>
                  <a:lnTo>
                    <a:pt x="17814" y="14844"/>
                  </a:lnTo>
                  <a:lnTo>
                    <a:pt x="17875" y="15463"/>
                  </a:lnTo>
                  <a:lnTo>
                    <a:pt x="17937" y="16081"/>
                  </a:lnTo>
                  <a:lnTo>
                    <a:pt x="17875" y="16762"/>
                  </a:lnTo>
                  <a:lnTo>
                    <a:pt x="17814" y="17195"/>
                  </a:lnTo>
                  <a:lnTo>
                    <a:pt x="17690" y="17628"/>
                  </a:lnTo>
                  <a:lnTo>
                    <a:pt x="17504" y="18060"/>
                  </a:lnTo>
                  <a:lnTo>
                    <a:pt x="17319" y="18432"/>
                  </a:lnTo>
                  <a:lnTo>
                    <a:pt x="17133" y="18803"/>
                  </a:lnTo>
                  <a:lnTo>
                    <a:pt x="16824" y="19174"/>
                  </a:lnTo>
                  <a:lnTo>
                    <a:pt x="16515" y="19483"/>
                  </a:lnTo>
                  <a:lnTo>
                    <a:pt x="16205" y="19792"/>
                  </a:lnTo>
                  <a:lnTo>
                    <a:pt x="15834" y="20040"/>
                  </a:lnTo>
                  <a:lnTo>
                    <a:pt x="15463" y="20225"/>
                  </a:lnTo>
                  <a:lnTo>
                    <a:pt x="14659" y="20534"/>
                  </a:lnTo>
                  <a:lnTo>
                    <a:pt x="13855" y="20658"/>
                  </a:lnTo>
                  <a:lnTo>
                    <a:pt x="13051" y="20782"/>
                  </a:lnTo>
                  <a:lnTo>
                    <a:pt x="12061" y="20782"/>
                  </a:lnTo>
                  <a:lnTo>
                    <a:pt x="11072" y="20658"/>
                  </a:lnTo>
                  <a:lnTo>
                    <a:pt x="10144" y="20473"/>
                  </a:lnTo>
                  <a:lnTo>
                    <a:pt x="9216" y="20225"/>
                  </a:lnTo>
                  <a:lnTo>
                    <a:pt x="8289" y="19916"/>
                  </a:lnTo>
                  <a:lnTo>
                    <a:pt x="7361" y="19545"/>
                  </a:lnTo>
                  <a:lnTo>
                    <a:pt x="5567" y="18741"/>
                  </a:lnTo>
                  <a:lnTo>
                    <a:pt x="3835" y="17937"/>
                  </a:lnTo>
                  <a:lnTo>
                    <a:pt x="2104" y="17071"/>
                  </a:lnTo>
                  <a:lnTo>
                    <a:pt x="928" y="16391"/>
                  </a:lnTo>
                  <a:lnTo>
                    <a:pt x="248" y="16019"/>
                  </a:lnTo>
                  <a:lnTo>
                    <a:pt x="196" y="15993"/>
                  </a:lnTo>
                  <a:lnTo>
                    <a:pt x="196" y="15993"/>
                  </a:lnTo>
                  <a:lnTo>
                    <a:pt x="2165" y="10700"/>
                  </a:lnTo>
                  <a:lnTo>
                    <a:pt x="2435" y="10053"/>
                  </a:lnTo>
                  <a:lnTo>
                    <a:pt x="2435" y="10053"/>
                  </a:lnTo>
                  <a:lnTo>
                    <a:pt x="7608" y="12061"/>
                  </a:lnTo>
                  <a:lnTo>
                    <a:pt x="8276" y="12339"/>
                  </a:lnTo>
                  <a:lnTo>
                    <a:pt x="8276" y="12339"/>
                  </a:lnTo>
                  <a:lnTo>
                    <a:pt x="8289" y="12370"/>
                  </a:lnTo>
                  <a:lnTo>
                    <a:pt x="8302" y="12350"/>
                  </a:lnTo>
                  <a:lnTo>
                    <a:pt x="8350" y="12370"/>
                  </a:lnTo>
                  <a:lnTo>
                    <a:pt x="8474" y="12370"/>
                  </a:lnTo>
                  <a:lnTo>
                    <a:pt x="8474" y="12247"/>
                  </a:lnTo>
                  <a:lnTo>
                    <a:pt x="5258" y="5072"/>
                  </a:lnTo>
                  <a:lnTo>
                    <a:pt x="4763" y="4082"/>
                  </a:lnTo>
                  <a:lnTo>
                    <a:pt x="4763" y="4020"/>
                  </a:lnTo>
                  <a:lnTo>
                    <a:pt x="4701" y="4020"/>
                  </a:lnTo>
                  <a:lnTo>
                    <a:pt x="4639" y="4082"/>
                  </a:lnTo>
                  <a:lnTo>
                    <a:pt x="4639" y="4144"/>
                  </a:lnTo>
                  <a:lnTo>
                    <a:pt x="7856" y="11319"/>
                  </a:lnTo>
                  <a:lnTo>
                    <a:pt x="8174" y="12092"/>
                  </a:lnTo>
                  <a:lnTo>
                    <a:pt x="3155" y="10144"/>
                  </a:lnTo>
                  <a:lnTo>
                    <a:pt x="2413" y="9834"/>
                  </a:lnTo>
                  <a:lnTo>
                    <a:pt x="2289" y="9834"/>
                  </a:lnTo>
                  <a:lnTo>
                    <a:pt x="2289" y="9896"/>
                  </a:lnTo>
                  <a:lnTo>
                    <a:pt x="310" y="15215"/>
                  </a:lnTo>
                  <a:lnTo>
                    <a:pt x="1" y="16019"/>
                  </a:lnTo>
                  <a:lnTo>
                    <a:pt x="1" y="16081"/>
                  </a:lnTo>
                  <a:lnTo>
                    <a:pt x="62" y="16081"/>
                  </a:lnTo>
                  <a:lnTo>
                    <a:pt x="2413" y="17442"/>
                  </a:lnTo>
                  <a:lnTo>
                    <a:pt x="4825" y="18617"/>
                  </a:lnTo>
                  <a:lnTo>
                    <a:pt x="6680" y="19483"/>
                  </a:lnTo>
                  <a:lnTo>
                    <a:pt x="7608" y="19854"/>
                  </a:lnTo>
                  <a:lnTo>
                    <a:pt x="8536" y="20225"/>
                  </a:lnTo>
                  <a:lnTo>
                    <a:pt x="9464" y="20534"/>
                  </a:lnTo>
                  <a:lnTo>
                    <a:pt x="10453" y="20782"/>
                  </a:lnTo>
                  <a:lnTo>
                    <a:pt x="11443" y="20906"/>
                  </a:lnTo>
                  <a:lnTo>
                    <a:pt x="12433" y="20967"/>
                  </a:lnTo>
                  <a:lnTo>
                    <a:pt x="13298" y="20967"/>
                  </a:lnTo>
                  <a:lnTo>
                    <a:pt x="14103" y="20844"/>
                  </a:lnTo>
                  <a:lnTo>
                    <a:pt x="14907" y="20596"/>
                  </a:lnTo>
                  <a:lnTo>
                    <a:pt x="15711" y="20287"/>
                  </a:lnTo>
                  <a:lnTo>
                    <a:pt x="16391" y="19854"/>
                  </a:lnTo>
                  <a:lnTo>
                    <a:pt x="16700" y="19607"/>
                  </a:lnTo>
                  <a:lnTo>
                    <a:pt x="16948" y="19297"/>
                  </a:lnTo>
                  <a:lnTo>
                    <a:pt x="17195" y="18988"/>
                  </a:lnTo>
                  <a:lnTo>
                    <a:pt x="17442" y="18617"/>
                  </a:lnTo>
                  <a:lnTo>
                    <a:pt x="17628" y="18246"/>
                  </a:lnTo>
                  <a:lnTo>
                    <a:pt x="17814" y="17813"/>
                  </a:lnTo>
                  <a:lnTo>
                    <a:pt x="17937" y="17256"/>
                  </a:lnTo>
                  <a:lnTo>
                    <a:pt x="18061" y="16700"/>
                  </a:lnTo>
                  <a:lnTo>
                    <a:pt x="18123" y="16143"/>
                  </a:lnTo>
                  <a:lnTo>
                    <a:pt x="18061" y="15586"/>
                  </a:lnTo>
                  <a:lnTo>
                    <a:pt x="17937" y="14411"/>
                  </a:lnTo>
                  <a:lnTo>
                    <a:pt x="17752" y="13298"/>
                  </a:lnTo>
                  <a:lnTo>
                    <a:pt x="17319" y="11937"/>
                  </a:lnTo>
                  <a:lnTo>
                    <a:pt x="16886" y="10577"/>
                  </a:lnTo>
                  <a:lnTo>
                    <a:pt x="16329" y="9278"/>
                  </a:lnTo>
                  <a:lnTo>
                    <a:pt x="15772" y="7979"/>
                  </a:lnTo>
                  <a:lnTo>
                    <a:pt x="14783" y="6000"/>
                  </a:lnTo>
                  <a:lnTo>
                    <a:pt x="13670" y="4082"/>
                  </a:lnTo>
                  <a:lnTo>
                    <a:pt x="12494" y="2227"/>
                  </a:lnTo>
                  <a:lnTo>
                    <a:pt x="11196" y="433"/>
                  </a:lnTo>
                  <a:lnTo>
                    <a:pt x="1088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18"/>
            <p:cNvSpPr/>
            <p:nvPr/>
          </p:nvSpPr>
          <p:spPr>
            <a:xfrm>
              <a:off x="10125856" y="63913"/>
              <a:ext cx="309861" cy="319720"/>
            </a:xfrm>
            <a:custGeom>
              <a:rect b="b" l="l" r="r" t="t"/>
              <a:pathLst>
                <a:path extrusionOk="0" h="10021" w="9712">
                  <a:moveTo>
                    <a:pt x="0" y="0"/>
                  </a:moveTo>
                  <a:lnTo>
                    <a:pt x="0" y="62"/>
                  </a:lnTo>
                  <a:lnTo>
                    <a:pt x="0" y="124"/>
                  </a:lnTo>
                  <a:lnTo>
                    <a:pt x="62" y="124"/>
                  </a:lnTo>
                  <a:lnTo>
                    <a:pt x="557" y="310"/>
                  </a:lnTo>
                  <a:lnTo>
                    <a:pt x="1052" y="495"/>
                  </a:lnTo>
                  <a:lnTo>
                    <a:pt x="1485" y="804"/>
                  </a:lnTo>
                  <a:lnTo>
                    <a:pt x="1918" y="1114"/>
                  </a:lnTo>
                  <a:lnTo>
                    <a:pt x="2475" y="1547"/>
                  </a:lnTo>
                  <a:lnTo>
                    <a:pt x="3031" y="2041"/>
                  </a:lnTo>
                  <a:lnTo>
                    <a:pt x="4021" y="3031"/>
                  </a:lnTo>
                  <a:lnTo>
                    <a:pt x="5072" y="4206"/>
                  </a:lnTo>
                  <a:lnTo>
                    <a:pt x="6062" y="5381"/>
                  </a:lnTo>
                  <a:lnTo>
                    <a:pt x="7979" y="7855"/>
                  </a:lnTo>
                  <a:lnTo>
                    <a:pt x="9587" y="9958"/>
                  </a:lnTo>
                  <a:lnTo>
                    <a:pt x="9649" y="10020"/>
                  </a:lnTo>
                  <a:lnTo>
                    <a:pt x="9711" y="10020"/>
                  </a:lnTo>
                  <a:lnTo>
                    <a:pt x="9711" y="9958"/>
                  </a:lnTo>
                  <a:lnTo>
                    <a:pt x="9711" y="9896"/>
                  </a:lnTo>
                  <a:lnTo>
                    <a:pt x="8103" y="7732"/>
                  </a:lnTo>
                  <a:lnTo>
                    <a:pt x="6495" y="5567"/>
                  </a:lnTo>
                  <a:lnTo>
                    <a:pt x="5505" y="4392"/>
                  </a:lnTo>
                  <a:lnTo>
                    <a:pt x="4454" y="3216"/>
                  </a:lnTo>
                  <a:lnTo>
                    <a:pt x="3402" y="2103"/>
                  </a:lnTo>
                  <a:lnTo>
                    <a:pt x="2784" y="1608"/>
                  </a:lnTo>
                  <a:lnTo>
                    <a:pt x="2227" y="1114"/>
                  </a:lnTo>
                  <a:lnTo>
                    <a:pt x="1732" y="742"/>
                  </a:lnTo>
                  <a:lnTo>
                    <a:pt x="1238" y="433"/>
                  </a:lnTo>
                  <a:lnTo>
                    <a:pt x="681" y="124"/>
                  </a:lnTo>
                  <a:lnTo>
                    <a:pt x="6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18"/>
            <p:cNvSpPr/>
            <p:nvPr/>
          </p:nvSpPr>
          <p:spPr>
            <a:xfrm>
              <a:off x="9908777" y="138889"/>
              <a:ext cx="78965" cy="367067"/>
            </a:xfrm>
            <a:custGeom>
              <a:rect b="b" l="l" r="r" t="t"/>
              <a:pathLst>
                <a:path extrusionOk="0" h="11505" w="2475">
                  <a:moveTo>
                    <a:pt x="434" y="1"/>
                  </a:moveTo>
                  <a:lnTo>
                    <a:pt x="372" y="62"/>
                  </a:lnTo>
                  <a:lnTo>
                    <a:pt x="310" y="62"/>
                  </a:lnTo>
                  <a:lnTo>
                    <a:pt x="186" y="805"/>
                  </a:lnTo>
                  <a:lnTo>
                    <a:pt x="63" y="1547"/>
                  </a:lnTo>
                  <a:lnTo>
                    <a:pt x="1" y="2289"/>
                  </a:lnTo>
                  <a:lnTo>
                    <a:pt x="1" y="2969"/>
                  </a:lnTo>
                  <a:lnTo>
                    <a:pt x="63" y="3712"/>
                  </a:lnTo>
                  <a:lnTo>
                    <a:pt x="186" y="4454"/>
                  </a:lnTo>
                  <a:lnTo>
                    <a:pt x="434" y="5876"/>
                  </a:lnTo>
                  <a:lnTo>
                    <a:pt x="805" y="7299"/>
                  </a:lnTo>
                  <a:lnTo>
                    <a:pt x="1238" y="8660"/>
                  </a:lnTo>
                  <a:lnTo>
                    <a:pt x="2289" y="11443"/>
                  </a:lnTo>
                  <a:lnTo>
                    <a:pt x="2351" y="11505"/>
                  </a:lnTo>
                  <a:lnTo>
                    <a:pt x="2413" y="11505"/>
                  </a:lnTo>
                  <a:lnTo>
                    <a:pt x="2475" y="11443"/>
                  </a:lnTo>
                  <a:lnTo>
                    <a:pt x="2475" y="11381"/>
                  </a:lnTo>
                  <a:lnTo>
                    <a:pt x="1424" y="8660"/>
                  </a:lnTo>
                  <a:lnTo>
                    <a:pt x="991" y="7299"/>
                  </a:lnTo>
                  <a:lnTo>
                    <a:pt x="619" y="5876"/>
                  </a:lnTo>
                  <a:lnTo>
                    <a:pt x="372" y="4454"/>
                  </a:lnTo>
                  <a:lnTo>
                    <a:pt x="248" y="3712"/>
                  </a:lnTo>
                  <a:lnTo>
                    <a:pt x="186" y="3031"/>
                  </a:lnTo>
                  <a:lnTo>
                    <a:pt x="186" y="2289"/>
                  </a:lnTo>
                  <a:lnTo>
                    <a:pt x="248" y="1609"/>
                  </a:lnTo>
                  <a:lnTo>
                    <a:pt x="372" y="866"/>
                  </a:lnTo>
                  <a:lnTo>
                    <a:pt x="496" y="124"/>
                  </a:lnTo>
                  <a:lnTo>
                    <a:pt x="496" y="62"/>
                  </a:lnTo>
                  <a:lnTo>
                    <a:pt x="4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18"/>
            <p:cNvSpPr/>
            <p:nvPr/>
          </p:nvSpPr>
          <p:spPr>
            <a:xfrm>
              <a:off x="10094270" y="545386"/>
              <a:ext cx="132246" cy="76987"/>
            </a:xfrm>
            <a:custGeom>
              <a:rect b="b" l="l" r="r" t="t"/>
              <a:pathLst>
                <a:path extrusionOk="0" h="2413" w="4145">
                  <a:moveTo>
                    <a:pt x="63" y="1"/>
                  </a:moveTo>
                  <a:lnTo>
                    <a:pt x="1" y="63"/>
                  </a:lnTo>
                  <a:lnTo>
                    <a:pt x="1" y="125"/>
                  </a:lnTo>
                  <a:lnTo>
                    <a:pt x="63" y="186"/>
                  </a:lnTo>
                  <a:lnTo>
                    <a:pt x="4021" y="2413"/>
                  </a:lnTo>
                  <a:lnTo>
                    <a:pt x="4145" y="2413"/>
                  </a:lnTo>
                  <a:lnTo>
                    <a:pt x="4145" y="2351"/>
                  </a:lnTo>
                  <a:lnTo>
                    <a:pt x="4145" y="2289"/>
                  </a:lnTo>
                  <a:lnTo>
                    <a:pt x="125" y="63"/>
                  </a:lnTo>
                  <a:lnTo>
                    <a:pt x="6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18"/>
            <p:cNvSpPr/>
            <p:nvPr/>
          </p:nvSpPr>
          <p:spPr>
            <a:xfrm>
              <a:off x="9973926" y="119172"/>
              <a:ext cx="138149" cy="149985"/>
            </a:xfrm>
            <a:custGeom>
              <a:rect b="b" l="l" r="r" t="t"/>
              <a:pathLst>
                <a:path extrusionOk="0" h="4701" w="4330">
                  <a:moveTo>
                    <a:pt x="3402" y="0"/>
                  </a:moveTo>
                  <a:lnTo>
                    <a:pt x="2907" y="124"/>
                  </a:lnTo>
                  <a:lnTo>
                    <a:pt x="2474" y="247"/>
                  </a:lnTo>
                  <a:lnTo>
                    <a:pt x="2103" y="371"/>
                  </a:lnTo>
                  <a:lnTo>
                    <a:pt x="1670" y="619"/>
                  </a:lnTo>
                  <a:lnTo>
                    <a:pt x="1299" y="866"/>
                  </a:lnTo>
                  <a:lnTo>
                    <a:pt x="990" y="1175"/>
                  </a:lnTo>
                  <a:lnTo>
                    <a:pt x="680" y="1546"/>
                  </a:lnTo>
                  <a:lnTo>
                    <a:pt x="433" y="1979"/>
                  </a:lnTo>
                  <a:lnTo>
                    <a:pt x="247" y="2350"/>
                  </a:lnTo>
                  <a:lnTo>
                    <a:pt x="124" y="2845"/>
                  </a:lnTo>
                  <a:lnTo>
                    <a:pt x="0" y="3278"/>
                  </a:lnTo>
                  <a:lnTo>
                    <a:pt x="0" y="3711"/>
                  </a:lnTo>
                  <a:lnTo>
                    <a:pt x="0" y="4206"/>
                  </a:lnTo>
                  <a:lnTo>
                    <a:pt x="62" y="4639"/>
                  </a:lnTo>
                  <a:lnTo>
                    <a:pt x="124" y="4701"/>
                  </a:lnTo>
                  <a:lnTo>
                    <a:pt x="247" y="4701"/>
                  </a:lnTo>
                  <a:lnTo>
                    <a:pt x="247" y="4639"/>
                  </a:lnTo>
                  <a:lnTo>
                    <a:pt x="186" y="4206"/>
                  </a:lnTo>
                  <a:lnTo>
                    <a:pt x="186" y="3711"/>
                  </a:lnTo>
                  <a:lnTo>
                    <a:pt x="186" y="3278"/>
                  </a:lnTo>
                  <a:lnTo>
                    <a:pt x="309" y="2845"/>
                  </a:lnTo>
                  <a:lnTo>
                    <a:pt x="433" y="2474"/>
                  </a:lnTo>
                  <a:lnTo>
                    <a:pt x="619" y="2041"/>
                  </a:lnTo>
                  <a:lnTo>
                    <a:pt x="804" y="1670"/>
                  </a:lnTo>
                  <a:lnTo>
                    <a:pt x="1113" y="1361"/>
                  </a:lnTo>
                  <a:lnTo>
                    <a:pt x="1423" y="1052"/>
                  </a:lnTo>
                  <a:lnTo>
                    <a:pt x="1794" y="804"/>
                  </a:lnTo>
                  <a:lnTo>
                    <a:pt x="2165" y="557"/>
                  </a:lnTo>
                  <a:lnTo>
                    <a:pt x="2536" y="371"/>
                  </a:lnTo>
                  <a:lnTo>
                    <a:pt x="2969" y="309"/>
                  </a:lnTo>
                  <a:lnTo>
                    <a:pt x="3402" y="186"/>
                  </a:lnTo>
                  <a:lnTo>
                    <a:pt x="3835" y="186"/>
                  </a:lnTo>
                  <a:lnTo>
                    <a:pt x="4268" y="247"/>
                  </a:lnTo>
                  <a:lnTo>
                    <a:pt x="4330" y="186"/>
                  </a:lnTo>
                  <a:lnTo>
                    <a:pt x="4330" y="124"/>
                  </a:lnTo>
                  <a:lnTo>
                    <a:pt x="4330" y="62"/>
                  </a:lnTo>
                  <a:lnTo>
                    <a:pt x="4268" y="62"/>
                  </a:lnTo>
                  <a:lnTo>
                    <a:pt x="38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18"/>
            <p:cNvSpPr/>
            <p:nvPr/>
          </p:nvSpPr>
          <p:spPr>
            <a:xfrm>
              <a:off x="9670034" y="419108"/>
              <a:ext cx="234853" cy="232875"/>
            </a:xfrm>
            <a:custGeom>
              <a:rect b="b" l="l" r="r" t="t"/>
              <a:pathLst>
                <a:path extrusionOk="0" h="7299" w="7361">
                  <a:moveTo>
                    <a:pt x="2907" y="0"/>
                  </a:moveTo>
                  <a:lnTo>
                    <a:pt x="2660" y="124"/>
                  </a:lnTo>
                  <a:lnTo>
                    <a:pt x="2474" y="248"/>
                  </a:lnTo>
                  <a:lnTo>
                    <a:pt x="2350" y="310"/>
                  </a:lnTo>
                  <a:lnTo>
                    <a:pt x="2289" y="433"/>
                  </a:lnTo>
                  <a:lnTo>
                    <a:pt x="1979" y="371"/>
                  </a:lnTo>
                  <a:lnTo>
                    <a:pt x="1299" y="186"/>
                  </a:lnTo>
                  <a:lnTo>
                    <a:pt x="928" y="124"/>
                  </a:lnTo>
                  <a:lnTo>
                    <a:pt x="557" y="124"/>
                  </a:lnTo>
                  <a:lnTo>
                    <a:pt x="309" y="248"/>
                  </a:lnTo>
                  <a:lnTo>
                    <a:pt x="186" y="310"/>
                  </a:lnTo>
                  <a:lnTo>
                    <a:pt x="124" y="433"/>
                  </a:lnTo>
                  <a:lnTo>
                    <a:pt x="0" y="804"/>
                  </a:lnTo>
                  <a:lnTo>
                    <a:pt x="62" y="1052"/>
                  </a:lnTo>
                  <a:lnTo>
                    <a:pt x="186" y="1299"/>
                  </a:lnTo>
                  <a:lnTo>
                    <a:pt x="309" y="1547"/>
                  </a:lnTo>
                  <a:lnTo>
                    <a:pt x="680" y="1794"/>
                  </a:lnTo>
                  <a:lnTo>
                    <a:pt x="866" y="1918"/>
                  </a:lnTo>
                  <a:lnTo>
                    <a:pt x="804" y="1980"/>
                  </a:lnTo>
                  <a:lnTo>
                    <a:pt x="680" y="2165"/>
                  </a:lnTo>
                  <a:lnTo>
                    <a:pt x="619" y="2413"/>
                  </a:lnTo>
                  <a:lnTo>
                    <a:pt x="680" y="2536"/>
                  </a:lnTo>
                  <a:lnTo>
                    <a:pt x="742" y="2722"/>
                  </a:lnTo>
                  <a:lnTo>
                    <a:pt x="680" y="2784"/>
                  </a:lnTo>
                  <a:lnTo>
                    <a:pt x="557" y="2969"/>
                  </a:lnTo>
                  <a:lnTo>
                    <a:pt x="557" y="3217"/>
                  </a:lnTo>
                  <a:lnTo>
                    <a:pt x="557" y="3402"/>
                  </a:lnTo>
                  <a:lnTo>
                    <a:pt x="619" y="3588"/>
                  </a:lnTo>
                  <a:lnTo>
                    <a:pt x="619" y="3711"/>
                  </a:lnTo>
                  <a:lnTo>
                    <a:pt x="557" y="3959"/>
                  </a:lnTo>
                  <a:lnTo>
                    <a:pt x="557" y="4144"/>
                  </a:lnTo>
                  <a:lnTo>
                    <a:pt x="557" y="4330"/>
                  </a:lnTo>
                  <a:lnTo>
                    <a:pt x="680" y="4515"/>
                  </a:lnTo>
                  <a:lnTo>
                    <a:pt x="804" y="4701"/>
                  </a:lnTo>
                  <a:lnTo>
                    <a:pt x="1175" y="5010"/>
                  </a:lnTo>
                  <a:lnTo>
                    <a:pt x="1856" y="5381"/>
                  </a:lnTo>
                  <a:lnTo>
                    <a:pt x="3587" y="6185"/>
                  </a:lnTo>
                  <a:lnTo>
                    <a:pt x="5876" y="7299"/>
                  </a:lnTo>
                  <a:lnTo>
                    <a:pt x="7360" y="3278"/>
                  </a:lnTo>
                  <a:lnTo>
                    <a:pt x="6556" y="2969"/>
                  </a:lnTo>
                  <a:lnTo>
                    <a:pt x="6494" y="2598"/>
                  </a:lnTo>
                  <a:lnTo>
                    <a:pt x="6309" y="2227"/>
                  </a:lnTo>
                  <a:lnTo>
                    <a:pt x="6123" y="1794"/>
                  </a:lnTo>
                  <a:lnTo>
                    <a:pt x="5814" y="1299"/>
                  </a:lnTo>
                  <a:lnTo>
                    <a:pt x="5443" y="866"/>
                  </a:lnTo>
                  <a:lnTo>
                    <a:pt x="4948" y="433"/>
                  </a:lnTo>
                  <a:lnTo>
                    <a:pt x="4639" y="310"/>
                  </a:lnTo>
                  <a:lnTo>
                    <a:pt x="4330" y="186"/>
                  </a:lnTo>
                  <a:lnTo>
                    <a:pt x="3773" y="0"/>
                  </a:lnTo>
                  <a:close/>
                </a:path>
              </a:pathLst>
            </a:custGeom>
            <a:solidFill>
              <a:srgbClr val="9048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18"/>
            <p:cNvSpPr/>
            <p:nvPr/>
          </p:nvSpPr>
          <p:spPr>
            <a:xfrm>
              <a:off x="9673958" y="421086"/>
              <a:ext cx="122388" cy="69074"/>
            </a:xfrm>
            <a:custGeom>
              <a:rect b="b" l="l" r="r" t="t"/>
              <a:pathLst>
                <a:path extrusionOk="0" fill="none" h="2165" w="3836">
                  <a:moveTo>
                    <a:pt x="1423" y="2165"/>
                  </a:moveTo>
                  <a:lnTo>
                    <a:pt x="1423" y="2165"/>
                  </a:lnTo>
                  <a:lnTo>
                    <a:pt x="681" y="1794"/>
                  </a:lnTo>
                  <a:lnTo>
                    <a:pt x="681" y="1794"/>
                  </a:lnTo>
                  <a:lnTo>
                    <a:pt x="496" y="1670"/>
                  </a:lnTo>
                  <a:lnTo>
                    <a:pt x="186" y="1361"/>
                  </a:lnTo>
                  <a:lnTo>
                    <a:pt x="63" y="1175"/>
                  </a:lnTo>
                  <a:lnTo>
                    <a:pt x="1" y="928"/>
                  </a:lnTo>
                  <a:lnTo>
                    <a:pt x="1" y="681"/>
                  </a:lnTo>
                  <a:lnTo>
                    <a:pt x="124" y="371"/>
                  </a:lnTo>
                  <a:lnTo>
                    <a:pt x="124" y="371"/>
                  </a:lnTo>
                  <a:lnTo>
                    <a:pt x="248" y="248"/>
                  </a:lnTo>
                  <a:lnTo>
                    <a:pt x="310" y="186"/>
                  </a:lnTo>
                  <a:lnTo>
                    <a:pt x="619" y="62"/>
                  </a:lnTo>
                  <a:lnTo>
                    <a:pt x="928" y="0"/>
                  </a:lnTo>
                  <a:lnTo>
                    <a:pt x="1238" y="62"/>
                  </a:lnTo>
                  <a:lnTo>
                    <a:pt x="1794" y="248"/>
                  </a:lnTo>
                  <a:lnTo>
                    <a:pt x="2042" y="309"/>
                  </a:lnTo>
                  <a:lnTo>
                    <a:pt x="2042" y="309"/>
                  </a:lnTo>
                  <a:lnTo>
                    <a:pt x="3835" y="1237"/>
                  </a:lnTo>
                </a:path>
              </a:pathLst>
            </a:custGeom>
            <a:solidFill>
              <a:schemeClr val="lt1"/>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18"/>
            <p:cNvSpPr/>
            <p:nvPr/>
          </p:nvSpPr>
          <p:spPr>
            <a:xfrm>
              <a:off x="9514116" y="109282"/>
              <a:ext cx="96736" cy="78965"/>
            </a:xfrm>
            <a:custGeom>
              <a:rect b="b" l="l" r="r" t="t"/>
              <a:pathLst>
                <a:path extrusionOk="0" h="2475" w="3032">
                  <a:moveTo>
                    <a:pt x="1" y="1"/>
                  </a:moveTo>
                  <a:lnTo>
                    <a:pt x="1" y="63"/>
                  </a:lnTo>
                  <a:lnTo>
                    <a:pt x="1" y="125"/>
                  </a:lnTo>
                  <a:lnTo>
                    <a:pt x="867" y="557"/>
                  </a:lnTo>
                  <a:lnTo>
                    <a:pt x="1609" y="1114"/>
                  </a:lnTo>
                  <a:lnTo>
                    <a:pt x="2227" y="1733"/>
                  </a:lnTo>
                  <a:lnTo>
                    <a:pt x="2846" y="2413"/>
                  </a:lnTo>
                  <a:lnTo>
                    <a:pt x="2908" y="2475"/>
                  </a:lnTo>
                  <a:lnTo>
                    <a:pt x="2970" y="2475"/>
                  </a:lnTo>
                  <a:lnTo>
                    <a:pt x="3032" y="2413"/>
                  </a:lnTo>
                  <a:lnTo>
                    <a:pt x="2970" y="2351"/>
                  </a:lnTo>
                  <a:lnTo>
                    <a:pt x="2413" y="1609"/>
                  </a:lnTo>
                  <a:lnTo>
                    <a:pt x="1733" y="990"/>
                  </a:lnTo>
                  <a:lnTo>
                    <a:pt x="929" y="434"/>
                  </a:lnTo>
                  <a:lnTo>
                    <a:pt x="12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18"/>
            <p:cNvSpPr/>
            <p:nvPr/>
          </p:nvSpPr>
          <p:spPr>
            <a:xfrm>
              <a:off x="10129812" y="1056499"/>
              <a:ext cx="130268" cy="96704"/>
            </a:xfrm>
            <a:custGeom>
              <a:rect b="b" l="l" r="r" t="t"/>
              <a:pathLst>
                <a:path extrusionOk="0" h="3031" w="4083">
                  <a:moveTo>
                    <a:pt x="3959" y="0"/>
                  </a:moveTo>
                  <a:lnTo>
                    <a:pt x="3340" y="186"/>
                  </a:lnTo>
                  <a:lnTo>
                    <a:pt x="2783" y="433"/>
                  </a:lnTo>
                  <a:lnTo>
                    <a:pt x="2227" y="680"/>
                  </a:lnTo>
                  <a:lnTo>
                    <a:pt x="1670" y="1052"/>
                  </a:lnTo>
                  <a:lnTo>
                    <a:pt x="1175" y="1423"/>
                  </a:lnTo>
                  <a:lnTo>
                    <a:pt x="742" y="1856"/>
                  </a:lnTo>
                  <a:lnTo>
                    <a:pt x="309" y="2350"/>
                  </a:lnTo>
                  <a:lnTo>
                    <a:pt x="0" y="2845"/>
                  </a:lnTo>
                  <a:lnTo>
                    <a:pt x="0" y="2969"/>
                  </a:lnTo>
                  <a:lnTo>
                    <a:pt x="62" y="3031"/>
                  </a:lnTo>
                  <a:lnTo>
                    <a:pt x="124" y="2969"/>
                  </a:lnTo>
                  <a:lnTo>
                    <a:pt x="495" y="2474"/>
                  </a:lnTo>
                  <a:lnTo>
                    <a:pt x="866" y="1979"/>
                  </a:lnTo>
                  <a:lnTo>
                    <a:pt x="1299" y="1546"/>
                  </a:lnTo>
                  <a:lnTo>
                    <a:pt x="1794" y="1175"/>
                  </a:lnTo>
                  <a:lnTo>
                    <a:pt x="2289" y="866"/>
                  </a:lnTo>
                  <a:lnTo>
                    <a:pt x="2845" y="557"/>
                  </a:lnTo>
                  <a:lnTo>
                    <a:pt x="3402" y="371"/>
                  </a:lnTo>
                  <a:lnTo>
                    <a:pt x="4020" y="186"/>
                  </a:lnTo>
                  <a:lnTo>
                    <a:pt x="4082" y="186"/>
                  </a:lnTo>
                  <a:lnTo>
                    <a:pt x="4082" y="124"/>
                  </a:lnTo>
                  <a:lnTo>
                    <a:pt x="4020" y="62"/>
                  </a:lnTo>
                  <a:lnTo>
                    <a:pt x="395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9" name="Google Shape;1429;p18"/>
          <p:cNvSpPr/>
          <p:nvPr/>
        </p:nvSpPr>
        <p:spPr>
          <a:xfrm>
            <a:off x="1437825" y="1330350"/>
            <a:ext cx="6464400" cy="2302800"/>
          </a:xfrm>
          <a:prstGeom prst="roundRect">
            <a:avLst>
              <a:gd fmla="val 16667"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430" name="Google Shape;1430;p18"/>
          <p:cNvSpPr txBox="1"/>
          <p:nvPr/>
        </p:nvSpPr>
        <p:spPr>
          <a:xfrm>
            <a:off x="1301150" y="1704425"/>
            <a:ext cx="6733200" cy="21087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2800"/>
              <a:buFont typeface="Arial"/>
              <a:buNone/>
            </a:pPr>
            <a:r>
              <a:rPr b="0" i="0" lang="en" sz="2800" u="none" cap="none" strike="noStrike">
                <a:solidFill>
                  <a:srgbClr val="904835"/>
                </a:solidFill>
                <a:latin typeface="Arial"/>
                <a:ea typeface="Arial"/>
                <a:cs typeface="Arial"/>
                <a:sym typeface="Arial"/>
              </a:rPr>
              <a:t>This project demonstrates a complete HCI process from formative research to design and evaluation.</a:t>
            </a:r>
            <a:endParaRPr b="0" i="0" sz="2800" u="none" cap="none" strike="noStrike">
              <a:solidFill>
                <a:srgbClr val="904835"/>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2900"/>
              <a:buFont typeface="Arial"/>
              <a:buNone/>
            </a:pPr>
            <a:r>
              <a:t/>
            </a:r>
            <a:endParaRPr b="0" i="0" sz="2900" u="none" cap="none" strike="noStrike">
              <a:solidFill>
                <a:schemeClr val="lt1"/>
              </a:solidFill>
              <a:latin typeface="Outfit"/>
              <a:ea typeface="Outfit"/>
              <a:cs typeface="Outfit"/>
              <a:sym typeface="Outfit"/>
            </a:endParaRPr>
          </a:p>
          <a:p>
            <a:pPr indent="0" lvl="0" marL="0" marR="0" rtl="0" algn="l">
              <a:lnSpc>
                <a:spcPct val="100000"/>
              </a:lnSpc>
              <a:spcBef>
                <a:spcPts val="0"/>
              </a:spcBef>
              <a:spcAft>
                <a:spcPts val="0"/>
              </a:spcAft>
              <a:buClr>
                <a:srgbClr val="000000"/>
              </a:buClr>
              <a:buSzPts val="1200"/>
              <a:buFont typeface="Arial"/>
              <a:buNone/>
            </a:pPr>
            <a:r>
              <a:t/>
            </a:r>
            <a:endParaRPr b="0" i="0" sz="1200" u="none" cap="none" strike="noStrike">
              <a:solidFill>
                <a:schemeClr val="lt1"/>
              </a:solidFill>
              <a:latin typeface="Outfit"/>
              <a:ea typeface="Outfit"/>
              <a:cs typeface="Outfit"/>
              <a:sym typeface="Outfit"/>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4" name="Shape 1434"/>
        <p:cNvGrpSpPr/>
        <p:nvPr/>
      </p:nvGrpSpPr>
      <p:grpSpPr>
        <a:xfrm>
          <a:off x="0" y="0"/>
          <a:ext cx="0" cy="0"/>
          <a:chOff x="0" y="0"/>
          <a:chExt cx="0" cy="0"/>
        </a:xfrm>
      </p:grpSpPr>
      <p:grpSp>
        <p:nvGrpSpPr>
          <p:cNvPr id="1435" name="Google Shape;1435;p19"/>
          <p:cNvGrpSpPr/>
          <p:nvPr/>
        </p:nvGrpSpPr>
        <p:grpSpPr>
          <a:xfrm>
            <a:off x="5246250" y="1107950"/>
            <a:ext cx="2961361" cy="885613"/>
            <a:chOff x="5246250" y="1107950"/>
            <a:chExt cx="2961361" cy="885613"/>
          </a:xfrm>
        </p:grpSpPr>
        <p:grpSp>
          <p:nvGrpSpPr>
            <p:cNvPr id="1436" name="Google Shape;1436;p19"/>
            <p:cNvGrpSpPr/>
            <p:nvPr/>
          </p:nvGrpSpPr>
          <p:grpSpPr>
            <a:xfrm>
              <a:off x="5246250" y="1107950"/>
              <a:ext cx="1124813" cy="885613"/>
              <a:chOff x="5284625" y="-234825"/>
              <a:chExt cx="1124813" cy="885613"/>
            </a:xfrm>
          </p:grpSpPr>
          <p:sp>
            <p:nvSpPr>
              <p:cNvPr id="1437" name="Google Shape;1437;p19"/>
              <p:cNvSpPr/>
              <p:nvPr/>
            </p:nvSpPr>
            <p:spPr>
              <a:xfrm>
                <a:off x="5852234" y="19635"/>
                <a:ext cx="434136" cy="2222"/>
              </a:xfrm>
              <a:custGeom>
                <a:rect b="b" l="l" r="r" t="t"/>
                <a:pathLst>
                  <a:path extrusionOk="0" h="61" w="11917">
                    <a:moveTo>
                      <a:pt x="36" y="1"/>
                    </a:moveTo>
                    <a:lnTo>
                      <a:pt x="12" y="13"/>
                    </a:lnTo>
                    <a:lnTo>
                      <a:pt x="0" y="36"/>
                    </a:lnTo>
                    <a:lnTo>
                      <a:pt x="12" y="48"/>
                    </a:lnTo>
                    <a:lnTo>
                      <a:pt x="36" y="60"/>
                    </a:lnTo>
                    <a:lnTo>
                      <a:pt x="11892" y="60"/>
                    </a:lnTo>
                    <a:lnTo>
                      <a:pt x="11916" y="48"/>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19"/>
              <p:cNvSpPr/>
              <p:nvPr/>
            </p:nvSpPr>
            <p:spPr>
              <a:xfrm>
                <a:off x="5852234" y="56611"/>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19"/>
              <p:cNvSpPr/>
              <p:nvPr/>
            </p:nvSpPr>
            <p:spPr>
              <a:xfrm>
                <a:off x="5852234" y="93149"/>
                <a:ext cx="434136" cy="2222"/>
              </a:xfrm>
              <a:custGeom>
                <a:rect b="b" l="l" r="r" t="t"/>
                <a:pathLst>
                  <a:path extrusionOk="0" h="61" w="11917">
                    <a:moveTo>
                      <a:pt x="36" y="0"/>
                    </a:moveTo>
                    <a:lnTo>
                      <a:pt x="12" y="12"/>
                    </a:lnTo>
                    <a:lnTo>
                      <a:pt x="0" y="36"/>
                    </a:lnTo>
                    <a:lnTo>
                      <a:pt x="12" y="60"/>
                    </a:lnTo>
                    <a:lnTo>
                      <a:pt x="11916" y="60"/>
                    </a:lnTo>
                    <a:lnTo>
                      <a:pt x="11916" y="36"/>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19"/>
              <p:cNvSpPr/>
              <p:nvPr/>
            </p:nvSpPr>
            <p:spPr>
              <a:xfrm>
                <a:off x="5852234" y="130125"/>
                <a:ext cx="68743" cy="2186"/>
              </a:xfrm>
              <a:custGeom>
                <a:rect b="b" l="l" r="r" t="t"/>
                <a:pathLst>
                  <a:path extrusionOk="0" h="60" w="1887">
                    <a:moveTo>
                      <a:pt x="36" y="0"/>
                    </a:moveTo>
                    <a:lnTo>
                      <a:pt x="12" y="12"/>
                    </a:lnTo>
                    <a:lnTo>
                      <a:pt x="0" y="36"/>
                    </a:lnTo>
                    <a:lnTo>
                      <a:pt x="12" y="48"/>
                    </a:lnTo>
                    <a:lnTo>
                      <a:pt x="36" y="60"/>
                    </a:lnTo>
                    <a:lnTo>
                      <a:pt x="1851" y="60"/>
                    </a:lnTo>
                    <a:lnTo>
                      <a:pt x="1875" y="48"/>
                    </a:lnTo>
                    <a:lnTo>
                      <a:pt x="1887" y="36"/>
                    </a:lnTo>
                    <a:lnTo>
                      <a:pt x="1875" y="12"/>
                    </a:lnTo>
                    <a:lnTo>
                      <a:pt x="1851"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19"/>
              <p:cNvSpPr/>
              <p:nvPr/>
            </p:nvSpPr>
            <p:spPr>
              <a:xfrm>
                <a:off x="5852234" y="263639"/>
                <a:ext cx="434136" cy="2222"/>
              </a:xfrm>
              <a:custGeom>
                <a:rect b="b" l="l" r="r" t="t"/>
                <a:pathLst>
                  <a:path extrusionOk="0" h="61" w="11917">
                    <a:moveTo>
                      <a:pt x="36" y="1"/>
                    </a:moveTo>
                    <a:lnTo>
                      <a:pt x="12" y="13"/>
                    </a:lnTo>
                    <a:lnTo>
                      <a:pt x="0" y="25"/>
                    </a:lnTo>
                    <a:lnTo>
                      <a:pt x="12" y="48"/>
                    </a:lnTo>
                    <a:lnTo>
                      <a:pt x="36" y="60"/>
                    </a:lnTo>
                    <a:lnTo>
                      <a:pt x="11892" y="60"/>
                    </a:lnTo>
                    <a:lnTo>
                      <a:pt x="11916" y="48"/>
                    </a:lnTo>
                    <a:lnTo>
                      <a:pt x="11916" y="25"/>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19"/>
              <p:cNvSpPr/>
              <p:nvPr/>
            </p:nvSpPr>
            <p:spPr>
              <a:xfrm>
                <a:off x="5852234" y="300178"/>
                <a:ext cx="434136" cy="2222"/>
              </a:xfrm>
              <a:custGeom>
                <a:rect b="b" l="l" r="r" t="t"/>
                <a:pathLst>
                  <a:path extrusionOk="0" h="61" w="11917">
                    <a:moveTo>
                      <a:pt x="36" y="1"/>
                    </a:moveTo>
                    <a:lnTo>
                      <a:pt x="12" y="13"/>
                    </a:lnTo>
                    <a:lnTo>
                      <a:pt x="0" y="36"/>
                    </a:lnTo>
                    <a:lnTo>
                      <a:pt x="12" y="60"/>
                    </a:lnTo>
                    <a:lnTo>
                      <a:pt x="11916" y="60"/>
                    </a:lnTo>
                    <a:lnTo>
                      <a:pt x="11916" y="36"/>
                    </a:lnTo>
                    <a:lnTo>
                      <a:pt x="11916" y="13"/>
                    </a:lnTo>
                    <a:lnTo>
                      <a:pt x="1189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19"/>
              <p:cNvSpPr/>
              <p:nvPr/>
            </p:nvSpPr>
            <p:spPr>
              <a:xfrm>
                <a:off x="5852234" y="337154"/>
                <a:ext cx="434136" cy="2222"/>
              </a:xfrm>
              <a:custGeom>
                <a:rect b="b" l="l" r="r" t="t"/>
                <a:pathLst>
                  <a:path extrusionOk="0" h="61" w="11917">
                    <a:moveTo>
                      <a:pt x="36" y="0"/>
                    </a:moveTo>
                    <a:lnTo>
                      <a:pt x="12" y="12"/>
                    </a:lnTo>
                    <a:lnTo>
                      <a:pt x="0" y="24"/>
                    </a:lnTo>
                    <a:lnTo>
                      <a:pt x="12" y="48"/>
                    </a:lnTo>
                    <a:lnTo>
                      <a:pt x="36" y="60"/>
                    </a:lnTo>
                    <a:lnTo>
                      <a:pt x="11892" y="60"/>
                    </a:lnTo>
                    <a:lnTo>
                      <a:pt x="11916" y="48"/>
                    </a:lnTo>
                    <a:lnTo>
                      <a:pt x="11916" y="24"/>
                    </a:lnTo>
                    <a:lnTo>
                      <a:pt x="11916" y="12"/>
                    </a:lnTo>
                    <a:lnTo>
                      <a:pt x="1189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19"/>
              <p:cNvSpPr/>
              <p:nvPr/>
            </p:nvSpPr>
            <p:spPr>
              <a:xfrm>
                <a:off x="5852234" y="374130"/>
                <a:ext cx="68743" cy="2186"/>
              </a:xfrm>
              <a:custGeom>
                <a:rect b="b" l="l" r="r" t="t"/>
                <a:pathLst>
                  <a:path extrusionOk="0" h="60" w="1887">
                    <a:moveTo>
                      <a:pt x="12" y="0"/>
                    </a:moveTo>
                    <a:lnTo>
                      <a:pt x="0" y="24"/>
                    </a:lnTo>
                    <a:lnTo>
                      <a:pt x="12" y="48"/>
                    </a:lnTo>
                    <a:lnTo>
                      <a:pt x="36" y="60"/>
                    </a:lnTo>
                    <a:lnTo>
                      <a:pt x="1851" y="60"/>
                    </a:lnTo>
                    <a:lnTo>
                      <a:pt x="1875" y="48"/>
                    </a:lnTo>
                    <a:lnTo>
                      <a:pt x="1887" y="24"/>
                    </a:lnTo>
                    <a:lnTo>
                      <a:pt x="18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19"/>
              <p:cNvSpPr/>
              <p:nvPr/>
            </p:nvSpPr>
            <p:spPr>
              <a:xfrm>
                <a:off x="5445097" y="329759"/>
                <a:ext cx="270602" cy="207505"/>
              </a:xfrm>
              <a:custGeom>
                <a:rect b="b" l="l" r="r" t="t"/>
                <a:pathLst>
                  <a:path extrusionOk="0" fill="none" h="5696" w="7428">
                    <a:moveTo>
                      <a:pt x="7224" y="5696"/>
                    </a:moveTo>
                    <a:lnTo>
                      <a:pt x="204" y="5696"/>
                    </a:lnTo>
                    <a:lnTo>
                      <a:pt x="204" y="5696"/>
                    </a:lnTo>
                    <a:lnTo>
                      <a:pt x="156" y="5696"/>
                    </a:lnTo>
                    <a:lnTo>
                      <a:pt x="120" y="5684"/>
                    </a:lnTo>
                    <a:lnTo>
                      <a:pt x="84" y="5660"/>
                    </a:lnTo>
                    <a:lnTo>
                      <a:pt x="61" y="5636"/>
                    </a:lnTo>
                    <a:lnTo>
                      <a:pt x="37" y="5600"/>
                    </a:lnTo>
                    <a:lnTo>
                      <a:pt x="13" y="5564"/>
                    </a:lnTo>
                    <a:lnTo>
                      <a:pt x="1" y="5528"/>
                    </a:lnTo>
                    <a:lnTo>
                      <a:pt x="1" y="5493"/>
                    </a:lnTo>
                    <a:lnTo>
                      <a:pt x="1" y="203"/>
                    </a:lnTo>
                    <a:lnTo>
                      <a:pt x="1" y="203"/>
                    </a:lnTo>
                    <a:lnTo>
                      <a:pt x="1" y="168"/>
                    </a:lnTo>
                    <a:lnTo>
                      <a:pt x="13" y="132"/>
                    </a:lnTo>
                    <a:lnTo>
                      <a:pt x="37" y="96"/>
                    </a:lnTo>
                    <a:lnTo>
                      <a:pt x="61" y="60"/>
                    </a:lnTo>
                    <a:lnTo>
                      <a:pt x="84" y="36"/>
                    </a:lnTo>
                    <a:lnTo>
                      <a:pt x="120" y="24"/>
                    </a:lnTo>
                    <a:lnTo>
                      <a:pt x="156" y="12"/>
                    </a:lnTo>
                    <a:lnTo>
                      <a:pt x="204" y="0"/>
                    </a:lnTo>
                    <a:lnTo>
                      <a:pt x="7224" y="0"/>
                    </a:lnTo>
                    <a:lnTo>
                      <a:pt x="7224" y="0"/>
                    </a:lnTo>
                    <a:lnTo>
                      <a:pt x="7260" y="12"/>
                    </a:lnTo>
                    <a:lnTo>
                      <a:pt x="7296" y="24"/>
                    </a:lnTo>
                    <a:lnTo>
                      <a:pt x="7332" y="36"/>
                    </a:lnTo>
                    <a:lnTo>
                      <a:pt x="7368" y="60"/>
                    </a:lnTo>
                    <a:lnTo>
                      <a:pt x="7391" y="96"/>
                    </a:lnTo>
                    <a:lnTo>
                      <a:pt x="7403" y="132"/>
                    </a:lnTo>
                    <a:lnTo>
                      <a:pt x="7415" y="168"/>
                    </a:lnTo>
                    <a:lnTo>
                      <a:pt x="7427" y="203"/>
                    </a:lnTo>
                    <a:lnTo>
                      <a:pt x="7427" y="5493"/>
                    </a:lnTo>
                    <a:lnTo>
                      <a:pt x="7427" y="5493"/>
                    </a:lnTo>
                    <a:lnTo>
                      <a:pt x="7415" y="5528"/>
                    </a:lnTo>
                    <a:lnTo>
                      <a:pt x="7403" y="5564"/>
                    </a:lnTo>
                    <a:lnTo>
                      <a:pt x="7391" y="5600"/>
                    </a:lnTo>
                    <a:lnTo>
                      <a:pt x="7368" y="5636"/>
                    </a:lnTo>
                    <a:lnTo>
                      <a:pt x="7332" y="5660"/>
                    </a:lnTo>
                    <a:lnTo>
                      <a:pt x="7296" y="5684"/>
                    </a:lnTo>
                    <a:lnTo>
                      <a:pt x="7260" y="5696"/>
                    </a:lnTo>
                    <a:lnTo>
                      <a:pt x="7224" y="5696"/>
                    </a:lnTo>
                    <a:lnTo>
                      <a:pt x="7224" y="5696"/>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19"/>
              <p:cNvSpPr/>
              <p:nvPr/>
            </p:nvSpPr>
            <p:spPr>
              <a:xfrm>
                <a:off x="5443822" y="414129"/>
                <a:ext cx="272751" cy="73552"/>
              </a:xfrm>
              <a:custGeom>
                <a:rect b="b" l="l" r="r" t="t"/>
                <a:pathLst>
                  <a:path extrusionOk="0" h="2019" w="7487">
                    <a:moveTo>
                      <a:pt x="7450" y="1"/>
                    </a:moveTo>
                    <a:lnTo>
                      <a:pt x="7259" y="48"/>
                    </a:lnTo>
                    <a:lnTo>
                      <a:pt x="7080" y="132"/>
                    </a:lnTo>
                    <a:lnTo>
                      <a:pt x="6913" y="216"/>
                    </a:lnTo>
                    <a:lnTo>
                      <a:pt x="6746" y="335"/>
                    </a:lnTo>
                    <a:lnTo>
                      <a:pt x="6615" y="442"/>
                    </a:lnTo>
                    <a:lnTo>
                      <a:pt x="6495" y="550"/>
                    </a:lnTo>
                    <a:lnTo>
                      <a:pt x="6388" y="681"/>
                    </a:lnTo>
                    <a:lnTo>
                      <a:pt x="6280" y="801"/>
                    </a:lnTo>
                    <a:lnTo>
                      <a:pt x="6065" y="1063"/>
                    </a:lnTo>
                    <a:lnTo>
                      <a:pt x="5958" y="1183"/>
                    </a:lnTo>
                    <a:lnTo>
                      <a:pt x="5839" y="1302"/>
                    </a:lnTo>
                    <a:lnTo>
                      <a:pt x="5671" y="1445"/>
                    </a:lnTo>
                    <a:lnTo>
                      <a:pt x="5504" y="1565"/>
                    </a:lnTo>
                    <a:lnTo>
                      <a:pt x="5313" y="1672"/>
                    </a:lnTo>
                    <a:lnTo>
                      <a:pt x="5122" y="1768"/>
                    </a:lnTo>
                    <a:lnTo>
                      <a:pt x="4907" y="1851"/>
                    </a:lnTo>
                    <a:lnTo>
                      <a:pt x="4680" y="1923"/>
                    </a:lnTo>
                    <a:lnTo>
                      <a:pt x="4561" y="1947"/>
                    </a:lnTo>
                    <a:lnTo>
                      <a:pt x="4442" y="1959"/>
                    </a:lnTo>
                    <a:lnTo>
                      <a:pt x="4203" y="1959"/>
                    </a:lnTo>
                    <a:lnTo>
                      <a:pt x="4083" y="1947"/>
                    </a:lnTo>
                    <a:lnTo>
                      <a:pt x="3976" y="1923"/>
                    </a:lnTo>
                    <a:lnTo>
                      <a:pt x="3868" y="1899"/>
                    </a:lnTo>
                    <a:lnTo>
                      <a:pt x="3761" y="1851"/>
                    </a:lnTo>
                    <a:lnTo>
                      <a:pt x="3654" y="1804"/>
                    </a:lnTo>
                    <a:lnTo>
                      <a:pt x="3558" y="1744"/>
                    </a:lnTo>
                    <a:lnTo>
                      <a:pt x="3463" y="1684"/>
                    </a:lnTo>
                    <a:lnTo>
                      <a:pt x="3367" y="1601"/>
                    </a:lnTo>
                    <a:lnTo>
                      <a:pt x="3188" y="1445"/>
                    </a:lnTo>
                    <a:lnTo>
                      <a:pt x="3021" y="1278"/>
                    </a:lnTo>
                    <a:lnTo>
                      <a:pt x="2854" y="1099"/>
                    </a:lnTo>
                    <a:lnTo>
                      <a:pt x="2675" y="944"/>
                    </a:lnTo>
                    <a:lnTo>
                      <a:pt x="2507" y="789"/>
                    </a:lnTo>
                    <a:lnTo>
                      <a:pt x="2316" y="657"/>
                    </a:lnTo>
                    <a:lnTo>
                      <a:pt x="2125" y="550"/>
                    </a:lnTo>
                    <a:lnTo>
                      <a:pt x="1934" y="442"/>
                    </a:lnTo>
                    <a:lnTo>
                      <a:pt x="1707" y="347"/>
                    </a:lnTo>
                    <a:lnTo>
                      <a:pt x="1469" y="275"/>
                    </a:lnTo>
                    <a:lnTo>
                      <a:pt x="1230" y="216"/>
                    </a:lnTo>
                    <a:lnTo>
                      <a:pt x="991" y="192"/>
                    </a:lnTo>
                    <a:lnTo>
                      <a:pt x="752" y="180"/>
                    </a:lnTo>
                    <a:lnTo>
                      <a:pt x="502" y="180"/>
                    </a:lnTo>
                    <a:lnTo>
                      <a:pt x="263" y="216"/>
                    </a:lnTo>
                    <a:lnTo>
                      <a:pt x="24" y="275"/>
                    </a:lnTo>
                    <a:lnTo>
                      <a:pt x="0" y="287"/>
                    </a:lnTo>
                    <a:lnTo>
                      <a:pt x="0" y="311"/>
                    </a:lnTo>
                    <a:lnTo>
                      <a:pt x="12" y="323"/>
                    </a:lnTo>
                    <a:lnTo>
                      <a:pt x="36" y="335"/>
                    </a:lnTo>
                    <a:lnTo>
                      <a:pt x="263" y="275"/>
                    </a:lnTo>
                    <a:lnTo>
                      <a:pt x="478" y="251"/>
                    </a:lnTo>
                    <a:lnTo>
                      <a:pt x="704" y="240"/>
                    </a:lnTo>
                    <a:lnTo>
                      <a:pt x="919" y="240"/>
                    </a:lnTo>
                    <a:lnTo>
                      <a:pt x="1146" y="263"/>
                    </a:lnTo>
                    <a:lnTo>
                      <a:pt x="1361" y="311"/>
                    </a:lnTo>
                    <a:lnTo>
                      <a:pt x="1576" y="371"/>
                    </a:lnTo>
                    <a:lnTo>
                      <a:pt x="1779" y="442"/>
                    </a:lnTo>
                    <a:lnTo>
                      <a:pt x="1994" y="538"/>
                    </a:lnTo>
                    <a:lnTo>
                      <a:pt x="2209" y="657"/>
                    </a:lnTo>
                    <a:lnTo>
                      <a:pt x="2400" y="789"/>
                    </a:lnTo>
                    <a:lnTo>
                      <a:pt x="2591" y="944"/>
                    </a:lnTo>
                    <a:lnTo>
                      <a:pt x="2758" y="1099"/>
                    </a:lnTo>
                    <a:lnTo>
                      <a:pt x="2925" y="1266"/>
                    </a:lnTo>
                    <a:lnTo>
                      <a:pt x="3092" y="1433"/>
                    </a:lnTo>
                    <a:lnTo>
                      <a:pt x="3260" y="1601"/>
                    </a:lnTo>
                    <a:lnTo>
                      <a:pt x="3439" y="1744"/>
                    </a:lnTo>
                    <a:lnTo>
                      <a:pt x="3534" y="1804"/>
                    </a:lnTo>
                    <a:lnTo>
                      <a:pt x="3630" y="1851"/>
                    </a:lnTo>
                    <a:lnTo>
                      <a:pt x="3725" y="1911"/>
                    </a:lnTo>
                    <a:lnTo>
                      <a:pt x="3833" y="1947"/>
                    </a:lnTo>
                    <a:lnTo>
                      <a:pt x="3940" y="1983"/>
                    </a:lnTo>
                    <a:lnTo>
                      <a:pt x="4048" y="2007"/>
                    </a:lnTo>
                    <a:lnTo>
                      <a:pt x="4155" y="2019"/>
                    </a:lnTo>
                    <a:lnTo>
                      <a:pt x="4262" y="2019"/>
                    </a:lnTo>
                    <a:lnTo>
                      <a:pt x="4489" y="2007"/>
                    </a:lnTo>
                    <a:lnTo>
                      <a:pt x="4692" y="1971"/>
                    </a:lnTo>
                    <a:lnTo>
                      <a:pt x="4907" y="1911"/>
                    </a:lnTo>
                    <a:lnTo>
                      <a:pt x="5122" y="1827"/>
                    </a:lnTo>
                    <a:lnTo>
                      <a:pt x="5337" y="1732"/>
                    </a:lnTo>
                    <a:lnTo>
                      <a:pt x="5528" y="1613"/>
                    </a:lnTo>
                    <a:lnTo>
                      <a:pt x="5719" y="1481"/>
                    </a:lnTo>
                    <a:lnTo>
                      <a:pt x="5850" y="1374"/>
                    </a:lnTo>
                    <a:lnTo>
                      <a:pt x="5970" y="1266"/>
                    </a:lnTo>
                    <a:lnTo>
                      <a:pt x="6077" y="1147"/>
                    </a:lnTo>
                    <a:lnTo>
                      <a:pt x="6185" y="1016"/>
                    </a:lnTo>
                    <a:lnTo>
                      <a:pt x="6424" y="729"/>
                    </a:lnTo>
                    <a:lnTo>
                      <a:pt x="6543" y="598"/>
                    </a:lnTo>
                    <a:lnTo>
                      <a:pt x="6674" y="466"/>
                    </a:lnTo>
                    <a:lnTo>
                      <a:pt x="6770" y="395"/>
                    </a:lnTo>
                    <a:lnTo>
                      <a:pt x="6853" y="323"/>
                    </a:lnTo>
                    <a:lnTo>
                      <a:pt x="7044" y="216"/>
                    </a:lnTo>
                    <a:lnTo>
                      <a:pt x="7247" y="120"/>
                    </a:lnTo>
                    <a:lnTo>
                      <a:pt x="7474" y="48"/>
                    </a:lnTo>
                    <a:lnTo>
                      <a:pt x="7486" y="37"/>
                    </a:lnTo>
                    <a:lnTo>
                      <a:pt x="7486" y="13"/>
                    </a:lnTo>
                    <a:lnTo>
                      <a:pt x="747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19"/>
              <p:cNvSpPr/>
              <p:nvPr/>
            </p:nvSpPr>
            <p:spPr>
              <a:xfrm>
                <a:off x="5525133" y="364112"/>
                <a:ext cx="48743" cy="48306"/>
              </a:xfrm>
              <a:custGeom>
                <a:rect b="b" l="l" r="r" t="t"/>
                <a:pathLst>
                  <a:path extrusionOk="0" fill="none" h="1326" w="1338">
                    <a:moveTo>
                      <a:pt x="1326" y="753"/>
                    </a:moveTo>
                    <a:lnTo>
                      <a:pt x="1326" y="753"/>
                    </a:lnTo>
                    <a:lnTo>
                      <a:pt x="1302" y="884"/>
                    </a:lnTo>
                    <a:lnTo>
                      <a:pt x="1242" y="1004"/>
                    </a:lnTo>
                    <a:lnTo>
                      <a:pt x="1171" y="1099"/>
                    </a:lnTo>
                    <a:lnTo>
                      <a:pt x="1075" y="1195"/>
                    </a:lnTo>
                    <a:lnTo>
                      <a:pt x="968" y="1254"/>
                    </a:lnTo>
                    <a:lnTo>
                      <a:pt x="848" y="1302"/>
                    </a:lnTo>
                    <a:lnTo>
                      <a:pt x="717" y="1326"/>
                    </a:lnTo>
                    <a:lnTo>
                      <a:pt x="586" y="1326"/>
                    </a:lnTo>
                    <a:lnTo>
                      <a:pt x="586" y="1326"/>
                    </a:lnTo>
                    <a:lnTo>
                      <a:pt x="454" y="1302"/>
                    </a:lnTo>
                    <a:lnTo>
                      <a:pt x="335" y="1242"/>
                    </a:lnTo>
                    <a:lnTo>
                      <a:pt x="228" y="1171"/>
                    </a:lnTo>
                    <a:lnTo>
                      <a:pt x="144" y="1075"/>
                    </a:lnTo>
                    <a:lnTo>
                      <a:pt x="72" y="968"/>
                    </a:lnTo>
                    <a:lnTo>
                      <a:pt x="25" y="848"/>
                    </a:lnTo>
                    <a:lnTo>
                      <a:pt x="1" y="717"/>
                    </a:lnTo>
                    <a:lnTo>
                      <a:pt x="1" y="586"/>
                    </a:lnTo>
                    <a:lnTo>
                      <a:pt x="1" y="586"/>
                    </a:lnTo>
                    <a:lnTo>
                      <a:pt x="37" y="454"/>
                    </a:lnTo>
                    <a:lnTo>
                      <a:pt x="84" y="335"/>
                    </a:lnTo>
                    <a:lnTo>
                      <a:pt x="168" y="228"/>
                    </a:lnTo>
                    <a:lnTo>
                      <a:pt x="263" y="144"/>
                    </a:lnTo>
                    <a:lnTo>
                      <a:pt x="371" y="72"/>
                    </a:lnTo>
                    <a:lnTo>
                      <a:pt x="490" y="25"/>
                    </a:lnTo>
                    <a:lnTo>
                      <a:pt x="610" y="1"/>
                    </a:lnTo>
                    <a:lnTo>
                      <a:pt x="753" y="1"/>
                    </a:lnTo>
                    <a:lnTo>
                      <a:pt x="753" y="1"/>
                    </a:lnTo>
                    <a:lnTo>
                      <a:pt x="884" y="37"/>
                    </a:lnTo>
                    <a:lnTo>
                      <a:pt x="1004" y="84"/>
                    </a:lnTo>
                    <a:lnTo>
                      <a:pt x="1111" y="168"/>
                    </a:lnTo>
                    <a:lnTo>
                      <a:pt x="1195" y="251"/>
                    </a:lnTo>
                    <a:lnTo>
                      <a:pt x="1266" y="359"/>
                    </a:lnTo>
                    <a:lnTo>
                      <a:pt x="1314" y="478"/>
                    </a:lnTo>
                    <a:lnTo>
                      <a:pt x="1338" y="610"/>
                    </a:lnTo>
                    <a:lnTo>
                      <a:pt x="1326" y="753"/>
                    </a:lnTo>
                    <a:lnTo>
                      <a:pt x="1326" y="753"/>
                    </a:ln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19"/>
              <p:cNvSpPr/>
              <p:nvPr/>
            </p:nvSpPr>
            <p:spPr>
              <a:xfrm>
                <a:off x="5284625" y="-234825"/>
                <a:ext cx="1124813" cy="885613"/>
              </a:xfrm>
              <a:custGeom>
                <a:rect b="b" l="l" r="r" t="t"/>
                <a:pathLst>
                  <a:path extrusionOk="0" h="24310" w="30876">
                    <a:moveTo>
                      <a:pt x="30339" y="61"/>
                    </a:moveTo>
                    <a:lnTo>
                      <a:pt x="30482" y="73"/>
                    </a:lnTo>
                    <a:lnTo>
                      <a:pt x="30601" y="108"/>
                    </a:lnTo>
                    <a:lnTo>
                      <a:pt x="30661" y="132"/>
                    </a:lnTo>
                    <a:lnTo>
                      <a:pt x="30709" y="168"/>
                    </a:lnTo>
                    <a:lnTo>
                      <a:pt x="30745" y="204"/>
                    </a:lnTo>
                    <a:lnTo>
                      <a:pt x="30780" y="264"/>
                    </a:lnTo>
                    <a:lnTo>
                      <a:pt x="30792" y="323"/>
                    </a:lnTo>
                    <a:lnTo>
                      <a:pt x="30804" y="395"/>
                    </a:lnTo>
                    <a:lnTo>
                      <a:pt x="30816" y="610"/>
                    </a:lnTo>
                    <a:lnTo>
                      <a:pt x="30816" y="837"/>
                    </a:lnTo>
                    <a:lnTo>
                      <a:pt x="30804" y="1267"/>
                    </a:lnTo>
                    <a:lnTo>
                      <a:pt x="30804" y="3499"/>
                    </a:lnTo>
                    <a:lnTo>
                      <a:pt x="30804" y="6687"/>
                    </a:lnTo>
                    <a:lnTo>
                      <a:pt x="30804" y="10460"/>
                    </a:lnTo>
                    <a:lnTo>
                      <a:pt x="30804" y="14376"/>
                    </a:lnTo>
                    <a:lnTo>
                      <a:pt x="30804" y="18089"/>
                    </a:lnTo>
                    <a:lnTo>
                      <a:pt x="30804" y="21182"/>
                    </a:lnTo>
                    <a:lnTo>
                      <a:pt x="30804" y="23259"/>
                    </a:lnTo>
                    <a:lnTo>
                      <a:pt x="30804" y="23773"/>
                    </a:lnTo>
                    <a:lnTo>
                      <a:pt x="30792" y="23940"/>
                    </a:lnTo>
                    <a:lnTo>
                      <a:pt x="30780" y="24023"/>
                    </a:lnTo>
                    <a:lnTo>
                      <a:pt x="30757" y="24095"/>
                    </a:lnTo>
                    <a:lnTo>
                      <a:pt x="30721" y="24155"/>
                    </a:lnTo>
                    <a:lnTo>
                      <a:pt x="30661" y="24202"/>
                    </a:lnTo>
                    <a:lnTo>
                      <a:pt x="30577" y="24238"/>
                    </a:lnTo>
                    <a:lnTo>
                      <a:pt x="30482" y="24250"/>
                    </a:lnTo>
                    <a:lnTo>
                      <a:pt x="430" y="24250"/>
                    </a:lnTo>
                    <a:lnTo>
                      <a:pt x="346" y="24238"/>
                    </a:lnTo>
                    <a:lnTo>
                      <a:pt x="275" y="24226"/>
                    </a:lnTo>
                    <a:lnTo>
                      <a:pt x="215" y="24190"/>
                    </a:lnTo>
                    <a:lnTo>
                      <a:pt x="155" y="24155"/>
                    </a:lnTo>
                    <a:lnTo>
                      <a:pt x="108" y="24095"/>
                    </a:lnTo>
                    <a:lnTo>
                      <a:pt x="72" y="24023"/>
                    </a:lnTo>
                    <a:lnTo>
                      <a:pt x="60" y="23928"/>
                    </a:lnTo>
                    <a:lnTo>
                      <a:pt x="60" y="23701"/>
                    </a:lnTo>
                    <a:lnTo>
                      <a:pt x="60" y="22113"/>
                    </a:lnTo>
                    <a:lnTo>
                      <a:pt x="60" y="19379"/>
                    </a:lnTo>
                    <a:lnTo>
                      <a:pt x="60" y="15857"/>
                    </a:lnTo>
                    <a:lnTo>
                      <a:pt x="60" y="11964"/>
                    </a:lnTo>
                    <a:lnTo>
                      <a:pt x="60" y="8096"/>
                    </a:lnTo>
                    <a:lnTo>
                      <a:pt x="60" y="4633"/>
                    </a:lnTo>
                    <a:lnTo>
                      <a:pt x="60" y="1983"/>
                    </a:lnTo>
                    <a:lnTo>
                      <a:pt x="60" y="550"/>
                    </a:lnTo>
                    <a:lnTo>
                      <a:pt x="72" y="383"/>
                    </a:lnTo>
                    <a:lnTo>
                      <a:pt x="84" y="299"/>
                    </a:lnTo>
                    <a:lnTo>
                      <a:pt x="120" y="228"/>
                    </a:lnTo>
                    <a:lnTo>
                      <a:pt x="155" y="168"/>
                    </a:lnTo>
                    <a:lnTo>
                      <a:pt x="215" y="120"/>
                    </a:lnTo>
                    <a:lnTo>
                      <a:pt x="287" y="85"/>
                    </a:lnTo>
                    <a:lnTo>
                      <a:pt x="394" y="73"/>
                    </a:lnTo>
                    <a:lnTo>
                      <a:pt x="29945" y="73"/>
                    </a:lnTo>
                    <a:lnTo>
                      <a:pt x="30195" y="61"/>
                    </a:lnTo>
                    <a:close/>
                    <a:moveTo>
                      <a:pt x="430" y="1"/>
                    </a:moveTo>
                    <a:lnTo>
                      <a:pt x="323" y="13"/>
                    </a:lnTo>
                    <a:lnTo>
                      <a:pt x="227" y="37"/>
                    </a:lnTo>
                    <a:lnTo>
                      <a:pt x="155" y="85"/>
                    </a:lnTo>
                    <a:lnTo>
                      <a:pt x="108" y="132"/>
                    </a:lnTo>
                    <a:lnTo>
                      <a:pt x="60" y="192"/>
                    </a:lnTo>
                    <a:lnTo>
                      <a:pt x="36" y="264"/>
                    </a:lnTo>
                    <a:lnTo>
                      <a:pt x="12" y="347"/>
                    </a:lnTo>
                    <a:lnTo>
                      <a:pt x="0" y="431"/>
                    </a:lnTo>
                    <a:lnTo>
                      <a:pt x="0" y="514"/>
                    </a:lnTo>
                    <a:lnTo>
                      <a:pt x="0" y="1899"/>
                    </a:lnTo>
                    <a:lnTo>
                      <a:pt x="0" y="4526"/>
                    </a:lnTo>
                    <a:lnTo>
                      <a:pt x="0" y="8012"/>
                    </a:lnTo>
                    <a:lnTo>
                      <a:pt x="0" y="11905"/>
                    </a:lnTo>
                    <a:lnTo>
                      <a:pt x="0" y="15845"/>
                    </a:lnTo>
                    <a:lnTo>
                      <a:pt x="0" y="19391"/>
                    </a:lnTo>
                    <a:lnTo>
                      <a:pt x="0" y="22149"/>
                    </a:lnTo>
                    <a:lnTo>
                      <a:pt x="0" y="23725"/>
                    </a:lnTo>
                    <a:lnTo>
                      <a:pt x="0" y="23844"/>
                    </a:lnTo>
                    <a:lnTo>
                      <a:pt x="0" y="23964"/>
                    </a:lnTo>
                    <a:lnTo>
                      <a:pt x="24" y="24059"/>
                    </a:lnTo>
                    <a:lnTo>
                      <a:pt x="60" y="24131"/>
                    </a:lnTo>
                    <a:lnTo>
                      <a:pt x="108" y="24190"/>
                    </a:lnTo>
                    <a:lnTo>
                      <a:pt x="167" y="24238"/>
                    </a:lnTo>
                    <a:lnTo>
                      <a:pt x="239" y="24274"/>
                    </a:lnTo>
                    <a:lnTo>
                      <a:pt x="311" y="24298"/>
                    </a:lnTo>
                    <a:lnTo>
                      <a:pt x="394" y="24310"/>
                    </a:lnTo>
                    <a:lnTo>
                      <a:pt x="30506" y="24310"/>
                    </a:lnTo>
                    <a:lnTo>
                      <a:pt x="30506" y="24307"/>
                    </a:lnTo>
                    <a:lnTo>
                      <a:pt x="30577" y="24298"/>
                    </a:lnTo>
                    <a:lnTo>
                      <a:pt x="30661" y="24262"/>
                    </a:lnTo>
                    <a:lnTo>
                      <a:pt x="30733" y="24214"/>
                    </a:lnTo>
                    <a:lnTo>
                      <a:pt x="30780" y="24155"/>
                    </a:lnTo>
                    <a:lnTo>
                      <a:pt x="30816" y="24083"/>
                    </a:lnTo>
                    <a:lnTo>
                      <a:pt x="30852" y="23999"/>
                    </a:lnTo>
                    <a:lnTo>
                      <a:pt x="30864" y="23916"/>
                    </a:lnTo>
                    <a:lnTo>
                      <a:pt x="30864" y="23820"/>
                    </a:lnTo>
                    <a:lnTo>
                      <a:pt x="30864" y="23331"/>
                    </a:lnTo>
                    <a:lnTo>
                      <a:pt x="30864" y="21289"/>
                    </a:lnTo>
                    <a:lnTo>
                      <a:pt x="30864" y="18185"/>
                    </a:lnTo>
                    <a:lnTo>
                      <a:pt x="30864" y="14472"/>
                    </a:lnTo>
                    <a:lnTo>
                      <a:pt x="30864" y="10484"/>
                    </a:lnTo>
                    <a:lnTo>
                      <a:pt x="30864" y="6711"/>
                    </a:lnTo>
                    <a:lnTo>
                      <a:pt x="30864" y="3475"/>
                    </a:lnTo>
                    <a:lnTo>
                      <a:pt x="30864" y="1243"/>
                    </a:lnTo>
                    <a:lnTo>
                      <a:pt x="30876" y="813"/>
                    </a:lnTo>
                    <a:lnTo>
                      <a:pt x="30876" y="610"/>
                    </a:lnTo>
                    <a:lnTo>
                      <a:pt x="30864" y="395"/>
                    </a:lnTo>
                    <a:lnTo>
                      <a:pt x="30852" y="311"/>
                    </a:lnTo>
                    <a:lnTo>
                      <a:pt x="30840" y="240"/>
                    </a:lnTo>
                    <a:lnTo>
                      <a:pt x="30804" y="180"/>
                    </a:lnTo>
                    <a:lnTo>
                      <a:pt x="30768" y="132"/>
                    </a:lnTo>
                    <a:lnTo>
                      <a:pt x="30721" y="96"/>
                    </a:lnTo>
                    <a:lnTo>
                      <a:pt x="30673" y="61"/>
                    </a:lnTo>
                    <a:lnTo>
                      <a:pt x="30613" y="49"/>
                    </a:lnTo>
                    <a:lnTo>
                      <a:pt x="30554" y="25"/>
                    </a:lnTo>
                    <a:lnTo>
                      <a:pt x="30422" y="13"/>
                    </a:lnTo>
                    <a:lnTo>
                      <a:pt x="30279" y="1"/>
                    </a:lnTo>
                    <a:lnTo>
                      <a:pt x="30016" y="13"/>
                    </a:lnTo>
                    <a:lnTo>
                      <a:pt x="549" y="13"/>
                    </a:lnTo>
                    <a:lnTo>
                      <a:pt x="43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19"/>
              <p:cNvSpPr/>
              <p:nvPr/>
            </p:nvSpPr>
            <p:spPr>
              <a:xfrm>
                <a:off x="5410744" y="51838"/>
                <a:ext cx="316249" cy="217924"/>
              </a:xfrm>
              <a:custGeom>
                <a:rect b="b" l="l" r="r" t="t"/>
                <a:pathLst>
                  <a:path extrusionOk="0" h="5982" w="8681">
                    <a:moveTo>
                      <a:pt x="323" y="0"/>
                    </a:moveTo>
                    <a:lnTo>
                      <a:pt x="239" y="203"/>
                    </a:lnTo>
                    <a:lnTo>
                      <a:pt x="168" y="418"/>
                    </a:lnTo>
                    <a:lnTo>
                      <a:pt x="120" y="633"/>
                    </a:lnTo>
                    <a:lnTo>
                      <a:pt x="72" y="848"/>
                    </a:lnTo>
                    <a:lnTo>
                      <a:pt x="36" y="1051"/>
                    </a:lnTo>
                    <a:lnTo>
                      <a:pt x="13" y="1266"/>
                    </a:lnTo>
                    <a:lnTo>
                      <a:pt x="1" y="1481"/>
                    </a:lnTo>
                    <a:lnTo>
                      <a:pt x="1" y="1696"/>
                    </a:lnTo>
                    <a:lnTo>
                      <a:pt x="13" y="1910"/>
                    </a:lnTo>
                    <a:lnTo>
                      <a:pt x="36" y="2113"/>
                    </a:lnTo>
                    <a:lnTo>
                      <a:pt x="60" y="2328"/>
                    </a:lnTo>
                    <a:lnTo>
                      <a:pt x="96" y="2531"/>
                    </a:lnTo>
                    <a:lnTo>
                      <a:pt x="156" y="2734"/>
                    </a:lnTo>
                    <a:lnTo>
                      <a:pt x="204" y="2937"/>
                    </a:lnTo>
                    <a:lnTo>
                      <a:pt x="275" y="3140"/>
                    </a:lnTo>
                    <a:lnTo>
                      <a:pt x="359" y="3331"/>
                    </a:lnTo>
                    <a:lnTo>
                      <a:pt x="442" y="3522"/>
                    </a:lnTo>
                    <a:lnTo>
                      <a:pt x="538" y="3701"/>
                    </a:lnTo>
                    <a:lnTo>
                      <a:pt x="645" y="3892"/>
                    </a:lnTo>
                    <a:lnTo>
                      <a:pt x="753" y="4071"/>
                    </a:lnTo>
                    <a:lnTo>
                      <a:pt x="872" y="4239"/>
                    </a:lnTo>
                    <a:lnTo>
                      <a:pt x="1004" y="4406"/>
                    </a:lnTo>
                    <a:lnTo>
                      <a:pt x="1147" y="4561"/>
                    </a:lnTo>
                    <a:lnTo>
                      <a:pt x="1290" y="4716"/>
                    </a:lnTo>
                    <a:lnTo>
                      <a:pt x="1445" y="4859"/>
                    </a:lnTo>
                    <a:lnTo>
                      <a:pt x="1601" y="5003"/>
                    </a:lnTo>
                    <a:lnTo>
                      <a:pt x="1768" y="5134"/>
                    </a:lnTo>
                    <a:lnTo>
                      <a:pt x="1947" y="5265"/>
                    </a:lnTo>
                    <a:lnTo>
                      <a:pt x="2126" y="5373"/>
                    </a:lnTo>
                    <a:lnTo>
                      <a:pt x="2317" y="5480"/>
                    </a:lnTo>
                    <a:lnTo>
                      <a:pt x="2520" y="5576"/>
                    </a:lnTo>
                    <a:lnTo>
                      <a:pt x="2723" y="5671"/>
                    </a:lnTo>
                    <a:lnTo>
                      <a:pt x="2938" y="5743"/>
                    </a:lnTo>
                    <a:lnTo>
                      <a:pt x="3141" y="5815"/>
                    </a:lnTo>
                    <a:lnTo>
                      <a:pt x="3356" y="5874"/>
                    </a:lnTo>
                    <a:lnTo>
                      <a:pt x="3571" y="5910"/>
                    </a:lnTo>
                    <a:lnTo>
                      <a:pt x="3774" y="5946"/>
                    </a:lnTo>
                    <a:lnTo>
                      <a:pt x="3988" y="5970"/>
                    </a:lnTo>
                    <a:lnTo>
                      <a:pt x="4203" y="5982"/>
                    </a:lnTo>
                    <a:lnTo>
                      <a:pt x="4418" y="5982"/>
                    </a:lnTo>
                    <a:lnTo>
                      <a:pt x="4633" y="5970"/>
                    </a:lnTo>
                    <a:lnTo>
                      <a:pt x="4836" y="5958"/>
                    </a:lnTo>
                    <a:lnTo>
                      <a:pt x="5051" y="5922"/>
                    </a:lnTo>
                    <a:lnTo>
                      <a:pt x="5254" y="5886"/>
                    </a:lnTo>
                    <a:lnTo>
                      <a:pt x="5457" y="5839"/>
                    </a:lnTo>
                    <a:lnTo>
                      <a:pt x="5660" y="5779"/>
                    </a:lnTo>
                    <a:lnTo>
                      <a:pt x="5863" y="5707"/>
                    </a:lnTo>
                    <a:lnTo>
                      <a:pt x="6054" y="5636"/>
                    </a:lnTo>
                    <a:lnTo>
                      <a:pt x="6245" y="5552"/>
                    </a:lnTo>
                    <a:lnTo>
                      <a:pt x="6436" y="5456"/>
                    </a:lnTo>
                    <a:lnTo>
                      <a:pt x="6615" y="5349"/>
                    </a:lnTo>
                    <a:lnTo>
                      <a:pt x="6794" y="5230"/>
                    </a:lnTo>
                    <a:lnTo>
                      <a:pt x="6961" y="5110"/>
                    </a:lnTo>
                    <a:lnTo>
                      <a:pt x="7129" y="4979"/>
                    </a:lnTo>
                    <a:lnTo>
                      <a:pt x="7284" y="4848"/>
                    </a:lnTo>
                    <a:lnTo>
                      <a:pt x="7439" y="4704"/>
                    </a:lnTo>
                    <a:lnTo>
                      <a:pt x="7582" y="4549"/>
                    </a:lnTo>
                    <a:lnTo>
                      <a:pt x="7726" y="4382"/>
                    </a:lnTo>
                    <a:lnTo>
                      <a:pt x="7857" y="4215"/>
                    </a:lnTo>
                    <a:lnTo>
                      <a:pt x="7988" y="4036"/>
                    </a:lnTo>
                    <a:lnTo>
                      <a:pt x="8096" y="3857"/>
                    </a:lnTo>
                    <a:lnTo>
                      <a:pt x="8203" y="3666"/>
                    </a:lnTo>
                    <a:lnTo>
                      <a:pt x="8311" y="3475"/>
                    </a:lnTo>
                    <a:lnTo>
                      <a:pt x="8394" y="3260"/>
                    </a:lnTo>
                    <a:lnTo>
                      <a:pt x="8490" y="2997"/>
                    </a:lnTo>
                    <a:lnTo>
                      <a:pt x="8573" y="2722"/>
                    </a:lnTo>
                    <a:lnTo>
                      <a:pt x="8633" y="2448"/>
                    </a:lnTo>
                    <a:lnTo>
                      <a:pt x="8681" y="2173"/>
                    </a:lnTo>
                    <a:lnTo>
                      <a:pt x="4359" y="1636"/>
                    </a:lnTo>
                    <a:lnTo>
                      <a:pt x="32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19"/>
              <p:cNvSpPr/>
              <p:nvPr/>
            </p:nvSpPr>
            <p:spPr>
              <a:xfrm>
                <a:off x="5572564" y="-60838"/>
                <a:ext cx="151840" cy="170565"/>
              </a:xfrm>
              <a:custGeom>
                <a:rect b="b" l="l" r="r" t="t"/>
                <a:pathLst>
                  <a:path extrusionOk="0" h="4682" w="4168">
                    <a:moveTo>
                      <a:pt x="24" y="1"/>
                    </a:moveTo>
                    <a:lnTo>
                      <a:pt x="0" y="4168"/>
                    </a:lnTo>
                    <a:lnTo>
                      <a:pt x="4143" y="4681"/>
                    </a:lnTo>
                    <a:lnTo>
                      <a:pt x="4155" y="4502"/>
                    </a:lnTo>
                    <a:lnTo>
                      <a:pt x="4167" y="4323"/>
                    </a:lnTo>
                    <a:lnTo>
                      <a:pt x="4167" y="4156"/>
                    </a:lnTo>
                    <a:lnTo>
                      <a:pt x="4167" y="3977"/>
                    </a:lnTo>
                    <a:lnTo>
                      <a:pt x="4155" y="3798"/>
                    </a:lnTo>
                    <a:lnTo>
                      <a:pt x="4131" y="3630"/>
                    </a:lnTo>
                    <a:lnTo>
                      <a:pt x="4107" y="3451"/>
                    </a:lnTo>
                    <a:lnTo>
                      <a:pt x="4072" y="3284"/>
                    </a:lnTo>
                    <a:lnTo>
                      <a:pt x="3988" y="2950"/>
                    </a:lnTo>
                    <a:lnTo>
                      <a:pt x="3881" y="2627"/>
                    </a:lnTo>
                    <a:lnTo>
                      <a:pt x="3737" y="2317"/>
                    </a:lnTo>
                    <a:lnTo>
                      <a:pt x="3570" y="2019"/>
                    </a:lnTo>
                    <a:lnTo>
                      <a:pt x="3379" y="1732"/>
                    </a:lnTo>
                    <a:lnTo>
                      <a:pt x="3176" y="1469"/>
                    </a:lnTo>
                    <a:lnTo>
                      <a:pt x="2937" y="1219"/>
                    </a:lnTo>
                    <a:lnTo>
                      <a:pt x="2687" y="980"/>
                    </a:lnTo>
                    <a:lnTo>
                      <a:pt x="2555" y="872"/>
                    </a:lnTo>
                    <a:lnTo>
                      <a:pt x="2412" y="765"/>
                    </a:lnTo>
                    <a:lnTo>
                      <a:pt x="2269" y="669"/>
                    </a:lnTo>
                    <a:lnTo>
                      <a:pt x="2125" y="586"/>
                    </a:lnTo>
                    <a:lnTo>
                      <a:pt x="1970" y="490"/>
                    </a:lnTo>
                    <a:lnTo>
                      <a:pt x="1815" y="419"/>
                    </a:lnTo>
                    <a:lnTo>
                      <a:pt x="1648" y="335"/>
                    </a:lnTo>
                    <a:lnTo>
                      <a:pt x="1481" y="275"/>
                    </a:lnTo>
                    <a:lnTo>
                      <a:pt x="1302" y="216"/>
                    </a:lnTo>
                    <a:lnTo>
                      <a:pt x="1122" y="156"/>
                    </a:lnTo>
                    <a:lnTo>
                      <a:pt x="943" y="108"/>
                    </a:lnTo>
                    <a:lnTo>
                      <a:pt x="764" y="72"/>
                    </a:lnTo>
                    <a:lnTo>
                      <a:pt x="573" y="49"/>
                    </a:lnTo>
                    <a:lnTo>
                      <a:pt x="394" y="25"/>
                    </a:lnTo>
                    <a:lnTo>
                      <a:pt x="203" y="13"/>
                    </a:lnTo>
                    <a:lnTo>
                      <a:pt x="2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19"/>
              <p:cNvSpPr/>
              <p:nvPr/>
            </p:nvSpPr>
            <p:spPr>
              <a:xfrm>
                <a:off x="5431181" y="-48197"/>
                <a:ext cx="118361" cy="125283"/>
              </a:xfrm>
              <a:custGeom>
                <a:rect b="b" l="l" r="r" t="t"/>
                <a:pathLst>
                  <a:path extrusionOk="0" h="3439" w="3249">
                    <a:moveTo>
                      <a:pt x="3248" y="0"/>
                    </a:moveTo>
                    <a:lnTo>
                      <a:pt x="2986" y="12"/>
                    </a:lnTo>
                    <a:lnTo>
                      <a:pt x="2735" y="36"/>
                    </a:lnTo>
                    <a:lnTo>
                      <a:pt x="2472" y="72"/>
                    </a:lnTo>
                    <a:lnTo>
                      <a:pt x="2234" y="131"/>
                    </a:lnTo>
                    <a:lnTo>
                      <a:pt x="1983" y="215"/>
                    </a:lnTo>
                    <a:lnTo>
                      <a:pt x="1744" y="310"/>
                    </a:lnTo>
                    <a:lnTo>
                      <a:pt x="1517" y="430"/>
                    </a:lnTo>
                    <a:lnTo>
                      <a:pt x="1302" y="561"/>
                    </a:lnTo>
                    <a:lnTo>
                      <a:pt x="1087" y="716"/>
                    </a:lnTo>
                    <a:lnTo>
                      <a:pt x="884" y="884"/>
                    </a:lnTo>
                    <a:lnTo>
                      <a:pt x="705" y="1063"/>
                    </a:lnTo>
                    <a:lnTo>
                      <a:pt x="538" y="1254"/>
                    </a:lnTo>
                    <a:lnTo>
                      <a:pt x="383" y="1457"/>
                    </a:lnTo>
                    <a:lnTo>
                      <a:pt x="240" y="1672"/>
                    </a:lnTo>
                    <a:lnTo>
                      <a:pt x="108" y="1898"/>
                    </a:lnTo>
                    <a:lnTo>
                      <a:pt x="1" y="2125"/>
                    </a:lnTo>
                    <a:lnTo>
                      <a:pt x="3189" y="3439"/>
                    </a:lnTo>
                    <a:lnTo>
                      <a:pt x="324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19"/>
              <p:cNvSpPr/>
              <p:nvPr/>
            </p:nvSpPr>
            <p:spPr>
              <a:xfrm>
                <a:off x="5289397" y="-152167"/>
                <a:ext cx="1115268" cy="2222"/>
              </a:xfrm>
              <a:custGeom>
                <a:rect b="b" l="l" r="r" t="t"/>
                <a:pathLst>
                  <a:path extrusionOk="0" h="61" w="30614">
                    <a:moveTo>
                      <a:pt x="24" y="0"/>
                    </a:moveTo>
                    <a:lnTo>
                      <a:pt x="1" y="12"/>
                    </a:lnTo>
                    <a:lnTo>
                      <a:pt x="1" y="24"/>
                    </a:lnTo>
                    <a:lnTo>
                      <a:pt x="1" y="48"/>
                    </a:lnTo>
                    <a:lnTo>
                      <a:pt x="24" y="60"/>
                    </a:lnTo>
                    <a:lnTo>
                      <a:pt x="30578" y="60"/>
                    </a:lnTo>
                    <a:lnTo>
                      <a:pt x="30602" y="48"/>
                    </a:lnTo>
                    <a:lnTo>
                      <a:pt x="30614" y="24"/>
                    </a:lnTo>
                    <a:lnTo>
                      <a:pt x="30602" y="12"/>
                    </a:lnTo>
                    <a:lnTo>
                      <a:pt x="3057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19"/>
              <p:cNvSpPr/>
              <p:nvPr/>
            </p:nvSpPr>
            <p:spPr>
              <a:xfrm>
                <a:off x="5424660" y="70527"/>
                <a:ext cx="50929" cy="101822"/>
              </a:xfrm>
              <a:custGeom>
                <a:rect b="b" l="l" r="r" t="t"/>
                <a:pathLst>
                  <a:path extrusionOk="0" h="2795" w="1398">
                    <a:moveTo>
                      <a:pt x="1183" y="0"/>
                    </a:moveTo>
                    <a:lnTo>
                      <a:pt x="1171" y="12"/>
                    </a:lnTo>
                    <a:lnTo>
                      <a:pt x="1230" y="192"/>
                    </a:lnTo>
                    <a:lnTo>
                      <a:pt x="1278" y="383"/>
                    </a:lnTo>
                    <a:lnTo>
                      <a:pt x="1314" y="562"/>
                    </a:lnTo>
                    <a:lnTo>
                      <a:pt x="1338" y="741"/>
                    </a:lnTo>
                    <a:lnTo>
                      <a:pt x="1362" y="932"/>
                    </a:lnTo>
                    <a:lnTo>
                      <a:pt x="1350" y="1123"/>
                    </a:lnTo>
                    <a:lnTo>
                      <a:pt x="1338" y="1302"/>
                    </a:lnTo>
                    <a:lnTo>
                      <a:pt x="1314" y="1493"/>
                    </a:lnTo>
                    <a:lnTo>
                      <a:pt x="1266" y="1636"/>
                    </a:lnTo>
                    <a:lnTo>
                      <a:pt x="1219" y="1791"/>
                    </a:lnTo>
                    <a:lnTo>
                      <a:pt x="1147" y="1935"/>
                    </a:lnTo>
                    <a:lnTo>
                      <a:pt x="1075" y="2066"/>
                    </a:lnTo>
                    <a:lnTo>
                      <a:pt x="980" y="2197"/>
                    </a:lnTo>
                    <a:lnTo>
                      <a:pt x="884" y="2317"/>
                    </a:lnTo>
                    <a:lnTo>
                      <a:pt x="765" y="2424"/>
                    </a:lnTo>
                    <a:lnTo>
                      <a:pt x="645" y="2520"/>
                    </a:lnTo>
                    <a:lnTo>
                      <a:pt x="502" y="2603"/>
                    </a:lnTo>
                    <a:lnTo>
                      <a:pt x="347" y="2675"/>
                    </a:lnTo>
                    <a:lnTo>
                      <a:pt x="180" y="2723"/>
                    </a:lnTo>
                    <a:lnTo>
                      <a:pt x="13" y="2759"/>
                    </a:lnTo>
                    <a:lnTo>
                      <a:pt x="1" y="2759"/>
                    </a:lnTo>
                    <a:lnTo>
                      <a:pt x="1" y="2770"/>
                    </a:lnTo>
                    <a:lnTo>
                      <a:pt x="1" y="2782"/>
                    </a:lnTo>
                    <a:lnTo>
                      <a:pt x="13" y="2794"/>
                    </a:lnTo>
                    <a:lnTo>
                      <a:pt x="168" y="2770"/>
                    </a:lnTo>
                    <a:lnTo>
                      <a:pt x="311" y="2723"/>
                    </a:lnTo>
                    <a:lnTo>
                      <a:pt x="454" y="2675"/>
                    </a:lnTo>
                    <a:lnTo>
                      <a:pt x="586" y="2603"/>
                    </a:lnTo>
                    <a:lnTo>
                      <a:pt x="705" y="2520"/>
                    </a:lnTo>
                    <a:lnTo>
                      <a:pt x="825" y="2424"/>
                    </a:lnTo>
                    <a:lnTo>
                      <a:pt x="932" y="2317"/>
                    </a:lnTo>
                    <a:lnTo>
                      <a:pt x="1028" y="2197"/>
                    </a:lnTo>
                    <a:lnTo>
                      <a:pt x="1123" y="2054"/>
                    </a:lnTo>
                    <a:lnTo>
                      <a:pt x="1207" y="1899"/>
                    </a:lnTo>
                    <a:lnTo>
                      <a:pt x="1278" y="1732"/>
                    </a:lnTo>
                    <a:lnTo>
                      <a:pt x="1326" y="1565"/>
                    </a:lnTo>
                    <a:lnTo>
                      <a:pt x="1362" y="1385"/>
                    </a:lnTo>
                    <a:lnTo>
                      <a:pt x="1386" y="1218"/>
                    </a:lnTo>
                    <a:lnTo>
                      <a:pt x="1398" y="1039"/>
                    </a:lnTo>
                    <a:lnTo>
                      <a:pt x="1386" y="860"/>
                    </a:lnTo>
                    <a:lnTo>
                      <a:pt x="1362" y="645"/>
                    </a:lnTo>
                    <a:lnTo>
                      <a:pt x="1326" y="430"/>
                    </a:lnTo>
                    <a:lnTo>
                      <a:pt x="1278" y="215"/>
                    </a:lnTo>
                    <a:lnTo>
                      <a:pt x="1207" y="12"/>
                    </a:lnTo>
                    <a:lnTo>
                      <a:pt x="120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19"/>
              <p:cNvSpPr/>
              <p:nvPr/>
            </p:nvSpPr>
            <p:spPr>
              <a:xfrm>
                <a:off x="5459888" y="121856"/>
                <a:ext cx="153589" cy="102259"/>
              </a:xfrm>
              <a:custGeom>
                <a:rect b="b" l="l" r="r" t="t"/>
                <a:pathLst>
                  <a:path extrusionOk="0" h="2807" w="4216">
                    <a:moveTo>
                      <a:pt x="4072" y="0"/>
                    </a:moveTo>
                    <a:lnTo>
                      <a:pt x="3941" y="24"/>
                    </a:lnTo>
                    <a:lnTo>
                      <a:pt x="3833" y="60"/>
                    </a:lnTo>
                    <a:lnTo>
                      <a:pt x="3714" y="108"/>
                    </a:lnTo>
                    <a:lnTo>
                      <a:pt x="3607" y="168"/>
                    </a:lnTo>
                    <a:lnTo>
                      <a:pt x="3511" y="239"/>
                    </a:lnTo>
                    <a:lnTo>
                      <a:pt x="3416" y="311"/>
                    </a:lnTo>
                    <a:lnTo>
                      <a:pt x="3320" y="394"/>
                    </a:lnTo>
                    <a:lnTo>
                      <a:pt x="3236" y="490"/>
                    </a:lnTo>
                    <a:lnTo>
                      <a:pt x="3153" y="585"/>
                    </a:lnTo>
                    <a:lnTo>
                      <a:pt x="2998" y="788"/>
                    </a:lnTo>
                    <a:lnTo>
                      <a:pt x="2866" y="1003"/>
                    </a:lnTo>
                    <a:lnTo>
                      <a:pt x="2747" y="1218"/>
                    </a:lnTo>
                    <a:lnTo>
                      <a:pt x="2616" y="1457"/>
                    </a:lnTo>
                    <a:lnTo>
                      <a:pt x="2484" y="1684"/>
                    </a:lnTo>
                    <a:lnTo>
                      <a:pt x="2329" y="1911"/>
                    </a:lnTo>
                    <a:lnTo>
                      <a:pt x="2245" y="2018"/>
                    </a:lnTo>
                    <a:lnTo>
                      <a:pt x="2150" y="2126"/>
                    </a:lnTo>
                    <a:lnTo>
                      <a:pt x="2054" y="2221"/>
                    </a:lnTo>
                    <a:lnTo>
                      <a:pt x="1959" y="2305"/>
                    </a:lnTo>
                    <a:lnTo>
                      <a:pt x="1840" y="2376"/>
                    </a:lnTo>
                    <a:lnTo>
                      <a:pt x="1732" y="2448"/>
                    </a:lnTo>
                    <a:lnTo>
                      <a:pt x="1613" y="2508"/>
                    </a:lnTo>
                    <a:lnTo>
                      <a:pt x="1493" y="2567"/>
                    </a:lnTo>
                    <a:lnTo>
                      <a:pt x="1362" y="2603"/>
                    </a:lnTo>
                    <a:lnTo>
                      <a:pt x="1231" y="2651"/>
                    </a:lnTo>
                    <a:lnTo>
                      <a:pt x="1087" y="2675"/>
                    </a:lnTo>
                    <a:lnTo>
                      <a:pt x="932" y="2711"/>
                    </a:lnTo>
                    <a:lnTo>
                      <a:pt x="634" y="2746"/>
                    </a:lnTo>
                    <a:lnTo>
                      <a:pt x="323" y="2758"/>
                    </a:lnTo>
                    <a:lnTo>
                      <a:pt x="25" y="2770"/>
                    </a:lnTo>
                    <a:lnTo>
                      <a:pt x="13" y="2770"/>
                    </a:lnTo>
                    <a:lnTo>
                      <a:pt x="1" y="2782"/>
                    </a:lnTo>
                    <a:lnTo>
                      <a:pt x="13" y="2794"/>
                    </a:lnTo>
                    <a:lnTo>
                      <a:pt x="25" y="2806"/>
                    </a:lnTo>
                    <a:lnTo>
                      <a:pt x="275" y="2794"/>
                    </a:lnTo>
                    <a:lnTo>
                      <a:pt x="538" y="2782"/>
                    </a:lnTo>
                    <a:lnTo>
                      <a:pt x="801" y="2758"/>
                    </a:lnTo>
                    <a:lnTo>
                      <a:pt x="1052" y="2723"/>
                    </a:lnTo>
                    <a:lnTo>
                      <a:pt x="1314" y="2663"/>
                    </a:lnTo>
                    <a:lnTo>
                      <a:pt x="1434" y="2627"/>
                    </a:lnTo>
                    <a:lnTo>
                      <a:pt x="1553" y="2579"/>
                    </a:lnTo>
                    <a:lnTo>
                      <a:pt x="1672" y="2520"/>
                    </a:lnTo>
                    <a:lnTo>
                      <a:pt x="1780" y="2460"/>
                    </a:lnTo>
                    <a:lnTo>
                      <a:pt x="1899" y="2388"/>
                    </a:lnTo>
                    <a:lnTo>
                      <a:pt x="1995" y="2317"/>
                    </a:lnTo>
                    <a:lnTo>
                      <a:pt x="2102" y="2233"/>
                    </a:lnTo>
                    <a:lnTo>
                      <a:pt x="2198" y="2138"/>
                    </a:lnTo>
                    <a:lnTo>
                      <a:pt x="2281" y="2030"/>
                    </a:lnTo>
                    <a:lnTo>
                      <a:pt x="2365" y="1923"/>
                    </a:lnTo>
                    <a:lnTo>
                      <a:pt x="2508" y="1708"/>
                    </a:lnTo>
                    <a:lnTo>
                      <a:pt x="2639" y="1481"/>
                    </a:lnTo>
                    <a:lnTo>
                      <a:pt x="2902" y="1015"/>
                    </a:lnTo>
                    <a:lnTo>
                      <a:pt x="3045" y="788"/>
                    </a:lnTo>
                    <a:lnTo>
                      <a:pt x="3117" y="681"/>
                    </a:lnTo>
                    <a:lnTo>
                      <a:pt x="3201" y="573"/>
                    </a:lnTo>
                    <a:lnTo>
                      <a:pt x="3308" y="466"/>
                    </a:lnTo>
                    <a:lnTo>
                      <a:pt x="3416" y="370"/>
                    </a:lnTo>
                    <a:lnTo>
                      <a:pt x="3523" y="275"/>
                    </a:lnTo>
                    <a:lnTo>
                      <a:pt x="3642" y="191"/>
                    </a:lnTo>
                    <a:lnTo>
                      <a:pt x="3774" y="132"/>
                    </a:lnTo>
                    <a:lnTo>
                      <a:pt x="3905" y="72"/>
                    </a:lnTo>
                    <a:lnTo>
                      <a:pt x="4048" y="48"/>
                    </a:lnTo>
                    <a:lnTo>
                      <a:pt x="4204" y="36"/>
                    </a:lnTo>
                    <a:lnTo>
                      <a:pt x="4215" y="24"/>
                    </a:lnTo>
                    <a:lnTo>
                      <a:pt x="4215" y="12"/>
                    </a:lnTo>
                    <a:lnTo>
                      <a:pt x="421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19"/>
              <p:cNvSpPr/>
              <p:nvPr/>
            </p:nvSpPr>
            <p:spPr>
              <a:xfrm>
                <a:off x="5581235" y="128814"/>
                <a:ext cx="136613" cy="96175"/>
              </a:xfrm>
              <a:custGeom>
                <a:rect b="b" l="l" r="r" t="t"/>
                <a:pathLst>
                  <a:path extrusionOk="0" h="2640" w="3750">
                    <a:moveTo>
                      <a:pt x="2592" y="0"/>
                    </a:moveTo>
                    <a:lnTo>
                      <a:pt x="2592" y="12"/>
                    </a:lnTo>
                    <a:lnTo>
                      <a:pt x="2508" y="215"/>
                    </a:lnTo>
                    <a:lnTo>
                      <a:pt x="2413" y="418"/>
                    </a:lnTo>
                    <a:lnTo>
                      <a:pt x="2293" y="597"/>
                    </a:lnTo>
                    <a:lnTo>
                      <a:pt x="2150" y="765"/>
                    </a:lnTo>
                    <a:lnTo>
                      <a:pt x="1983" y="908"/>
                    </a:lnTo>
                    <a:lnTo>
                      <a:pt x="1804" y="1039"/>
                    </a:lnTo>
                    <a:lnTo>
                      <a:pt x="1625" y="1135"/>
                    </a:lnTo>
                    <a:lnTo>
                      <a:pt x="1422" y="1230"/>
                    </a:lnTo>
                    <a:lnTo>
                      <a:pt x="1064" y="1350"/>
                    </a:lnTo>
                    <a:lnTo>
                      <a:pt x="873" y="1409"/>
                    </a:lnTo>
                    <a:lnTo>
                      <a:pt x="693" y="1481"/>
                    </a:lnTo>
                    <a:lnTo>
                      <a:pt x="514" y="1564"/>
                    </a:lnTo>
                    <a:lnTo>
                      <a:pt x="359" y="1660"/>
                    </a:lnTo>
                    <a:lnTo>
                      <a:pt x="288" y="1720"/>
                    </a:lnTo>
                    <a:lnTo>
                      <a:pt x="216" y="1791"/>
                    </a:lnTo>
                    <a:lnTo>
                      <a:pt x="156" y="1863"/>
                    </a:lnTo>
                    <a:lnTo>
                      <a:pt x="96" y="1935"/>
                    </a:lnTo>
                    <a:lnTo>
                      <a:pt x="49" y="2018"/>
                    </a:lnTo>
                    <a:lnTo>
                      <a:pt x="25" y="2102"/>
                    </a:lnTo>
                    <a:lnTo>
                      <a:pt x="1" y="2197"/>
                    </a:lnTo>
                    <a:lnTo>
                      <a:pt x="1" y="2281"/>
                    </a:lnTo>
                    <a:lnTo>
                      <a:pt x="13" y="2364"/>
                    </a:lnTo>
                    <a:lnTo>
                      <a:pt x="49" y="2448"/>
                    </a:lnTo>
                    <a:lnTo>
                      <a:pt x="96" y="2520"/>
                    </a:lnTo>
                    <a:lnTo>
                      <a:pt x="180" y="2567"/>
                    </a:lnTo>
                    <a:lnTo>
                      <a:pt x="264" y="2603"/>
                    </a:lnTo>
                    <a:lnTo>
                      <a:pt x="359" y="2627"/>
                    </a:lnTo>
                    <a:lnTo>
                      <a:pt x="455" y="2639"/>
                    </a:lnTo>
                    <a:lnTo>
                      <a:pt x="801" y="2639"/>
                    </a:lnTo>
                    <a:lnTo>
                      <a:pt x="1040" y="2627"/>
                    </a:lnTo>
                    <a:lnTo>
                      <a:pt x="1267" y="2591"/>
                    </a:lnTo>
                    <a:lnTo>
                      <a:pt x="1493" y="2532"/>
                    </a:lnTo>
                    <a:lnTo>
                      <a:pt x="1720" y="2472"/>
                    </a:lnTo>
                    <a:lnTo>
                      <a:pt x="1923" y="2388"/>
                    </a:lnTo>
                    <a:lnTo>
                      <a:pt x="2138" y="2281"/>
                    </a:lnTo>
                    <a:lnTo>
                      <a:pt x="2341" y="2173"/>
                    </a:lnTo>
                    <a:lnTo>
                      <a:pt x="2532" y="2042"/>
                    </a:lnTo>
                    <a:lnTo>
                      <a:pt x="2711" y="1899"/>
                    </a:lnTo>
                    <a:lnTo>
                      <a:pt x="2890" y="1732"/>
                    </a:lnTo>
                    <a:lnTo>
                      <a:pt x="3069" y="1553"/>
                    </a:lnTo>
                    <a:lnTo>
                      <a:pt x="3225" y="1362"/>
                    </a:lnTo>
                    <a:lnTo>
                      <a:pt x="3356" y="1159"/>
                    </a:lnTo>
                    <a:lnTo>
                      <a:pt x="3487" y="956"/>
                    </a:lnTo>
                    <a:lnTo>
                      <a:pt x="3595" y="729"/>
                    </a:lnTo>
                    <a:lnTo>
                      <a:pt x="3678" y="502"/>
                    </a:lnTo>
                    <a:lnTo>
                      <a:pt x="3750" y="263"/>
                    </a:lnTo>
                    <a:lnTo>
                      <a:pt x="3750" y="251"/>
                    </a:lnTo>
                    <a:lnTo>
                      <a:pt x="3738" y="239"/>
                    </a:lnTo>
                    <a:lnTo>
                      <a:pt x="3726" y="239"/>
                    </a:lnTo>
                    <a:lnTo>
                      <a:pt x="3714" y="251"/>
                    </a:lnTo>
                    <a:lnTo>
                      <a:pt x="3654" y="466"/>
                    </a:lnTo>
                    <a:lnTo>
                      <a:pt x="3583" y="657"/>
                    </a:lnTo>
                    <a:lnTo>
                      <a:pt x="3487" y="860"/>
                    </a:lnTo>
                    <a:lnTo>
                      <a:pt x="3392" y="1051"/>
                    </a:lnTo>
                    <a:lnTo>
                      <a:pt x="3272" y="1230"/>
                    </a:lnTo>
                    <a:lnTo>
                      <a:pt x="3141" y="1409"/>
                    </a:lnTo>
                    <a:lnTo>
                      <a:pt x="3010" y="1564"/>
                    </a:lnTo>
                    <a:lnTo>
                      <a:pt x="2855" y="1732"/>
                    </a:lnTo>
                    <a:lnTo>
                      <a:pt x="2687" y="1875"/>
                    </a:lnTo>
                    <a:lnTo>
                      <a:pt x="2508" y="2018"/>
                    </a:lnTo>
                    <a:lnTo>
                      <a:pt x="2317" y="2138"/>
                    </a:lnTo>
                    <a:lnTo>
                      <a:pt x="2126" y="2245"/>
                    </a:lnTo>
                    <a:lnTo>
                      <a:pt x="1923" y="2352"/>
                    </a:lnTo>
                    <a:lnTo>
                      <a:pt x="1708" y="2424"/>
                    </a:lnTo>
                    <a:lnTo>
                      <a:pt x="1493" y="2496"/>
                    </a:lnTo>
                    <a:lnTo>
                      <a:pt x="1279" y="2544"/>
                    </a:lnTo>
                    <a:lnTo>
                      <a:pt x="1040" y="2591"/>
                    </a:lnTo>
                    <a:lnTo>
                      <a:pt x="801" y="2603"/>
                    </a:lnTo>
                    <a:lnTo>
                      <a:pt x="574" y="2615"/>
                    </a:lnTo>
                    <a:lnTo>
                      <a:pt x="467" y="2603"/>
                    </a:lnTo>
                    <a:lnTo>
                      <a:pt x="359" y="2591"/>
                    </a:lnTo>
                    <a:lnTo>
                      <a:pt x="252" y="2567"/>
                    </a:lnTo>
                    <a:lnTo>
                      <a:pt x="156" y="2508"/>
                    </a:lnTo>
                    <a:lnTo>
                      <a:pt x="120" y="2484"/>
                    </a:lnTo>
                    <a:lnTo>
                      <a:pt x="85" y="2436"/>
                    </a:lnTo>
                    <a:lnTo>
                      <a:pt x="61" y="2388"/>
                    </a:lnTo>
                    <a:lnTo>
                      <a:pt x="37" y="2341"/>
                    </a:lnTo>
                    <a:lnTo>
                      <a:pt x="37" y="2293"/>
                    </a:lnTo>
                    <a:lnTo>
                      <a:pt x="37" y="2233"/>
                    </a:lnTo>
                    <a:lnTo>
                      <a:pt x="49" y="2138"/>
                    </a:lnTo>
                    <a:lnTo>
                      <a:pt x="85" y="2030"/>
                    </a:lnTo>
                    <a:lnTo>
                      <a:pt x="132" y="1947"/>
                    </a:lnTo>
                    <a:lnTo>
                      <a:pt x="192" y="1863"/>
                    </a:lnTo>
                    <a:lnTo>
                      <a:pt x="252" y="1791"/>
                    </a:lnTo>
                    <a:lnTo>
                      <a:pt x="323" y="1732"/>
                    </a:lnTo>
                    <a:lnTo>
                      <a:pt x="407" y="1672"/>
                    </a:lnTo>
                    <a:lnTo>
                      <a:pt x="562" y="1576"/>
                    </a:lnTo>
                    <a:lnTo>
                      <a:pt x="741" y="1493"/>
                    </a:lnTo>
                    <a:lnTo>
                      <a:pt x="920" y="1433"/>
                    </a:lnTo>
                    <a:lnTo>
                      <a:pt x="1099" y="1373"/>
                    </a:lnTo>
                    <a:lnTo>
                      <a:pt x="1290" y="1314"/>
                    </a:lnTo>
                    <a:lnTo>
                      <a:pt x="1458" y="1242"/>
                    </a:lnTo>
                    <a:lnTo>
                      <a:pt x="1661" y="1159"/>
                    </a:lnTo>
                    <a:lnTo>
                      <a:pt x="1840" y="1051"/>
                    </a:lnTo>
                    <a:lnTo>
                      <a:pt x="2019" y="932"/>
                    </a:lnTo>
                    <a:lnTo>
                      <a:pt x="2174" y="788"/>
                    </a:lnTo>
                    <a:lnTo>
                      <a:pt x="2317" y="621"/>
                    </a:lnTo>
                    <a:lnTo>
                      <a:pt x="2449" y="430"/>
                    </a:lnTo>
                    <a:lnTo>
                      <a:pt x="2544" y="227"/>
                    </a:lnTo>
                    <a:lnTo>
                      <a:pt x="2616" y="24"/>
                    </a:lnTo>
                    <a:lnTo>
                      <a:pt x="26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19"/>
              <p:cNvSpPr/>
              <p:nvPr/>
            </p:nvSpPr>
            <p:spPr>
              <a:xfrm>
                <a:off x="5492529" y="155772"/>
                <a:ext cx="26120" cy="26995"/>
              </a:xfrm>
              <a:custGeom>
                <a:rect b="b" l="l" r="r" t="t"/>
                <a:pathLst>
                  <a:path extrusionOk="0" h="741" w="717">
                    <a:moveTo>
                      <a:pt x="406" y="36"/>
                    </a:moveTo>
                    <a:lnTo>
                      <a:pt x="454" y="48"/>
                    </a:lnTo>
                    <a:lnTo>
                      <a:pt x="502" y="72"/>
                    </a:lnTo>
                    <a:lnTo>
                      <a:pt x="561" y="96"/>
                    </a:lnTo>
                    <a:lnTo>
                      <a:pt x="621" y="168"/>
                    </a:lnTo>
                    <a:lnTo>
                      <a:pt x="657" y="251"/>
                    </a:lnTo>
                    <a:lnTo>
                      <a:pt x="681" y="335"/>
                    </a:lnTo>
                    <a:lnTo>
                      <a:pt x="681" y="430"/>
                    </a:lnTo>
                    <a:lnTo>
                      <a:pt x="669" y="478"/>
                    </a:lnTo>
                    <a:lnTo>
                      <a:pt x="645" y="526"/>
                    </a:lnTo>
                    <a:lnTo>
                      <a:pt x="609" y="574"/>
                    </a:lnTo>
                    <a:lnTo>
                      <a:pt x="573" y="610"/>
                    </a:lnTo>
                    <a:lnTo>
                      <a:pt x="490" y="669"/>
                    </a:lnTo>
                    <a:lnTo>
                      <a:pt x="442" y="693"/>
                    </a:lnTo>
                    <a:lnTo>
                      <a:pt x="394" y="705"/>
                    </a:lnTo>
                    <a:lnTo>
                      <a:pt x="287" y="705"/>
                    </a:lnTo>
                    <a:lnTo>
                      <a:pt x="239" y="693"/>
                    </a:lnTo>
                    <a:lnTo>
                      <a:pt x="191" y="669"/>
                    </a:lnTo>
                    <a:lnTo>
                      <a:pt x="156" y="645"/>
                    </a:lnTo>
                    <a:lnTo>
                      <a:pt x="120" y="610"/>
                    </a:lnTo>
                    <a:lnTo>
                      <a:pt x="84" y="562"/>
                    </a:lnTo>
                    <a:lnTo>
                      <a:pt x="60" y="526"/>
                    </a:lnTo>
                    <a:lnTo>
                      <a:pt x="48" y="466"/>
                    </a:lnTo>
                    <a:lnTo>
                      <a:pt x="36" y="419"/>
                    </a:lnTo>
                    <a:lnTo>
                      <a:pt x="36" y="359"/>
                    </a:lnTo>
                    <a:lnTo>
                      <a:pt x="36" y="299"/>
                    </a:lnTo>
                    <a:lnTo>
                      <a:pt x="48" y="251"/>
                    </a:lnTo>
                    <a:lnTo>
                      <a:pt x="72" y="204"/>
                    </a:lnTo>
                    <a:lnTo>
                      <a:pt x="108" y="156"/>
                    </a:lnTo>
                    <a:lnTo>
                      <a:pt x="144" y="120"/>
                    </a:lnTo>
                    <a:lnTo>
                      <a:pt x="239" y="72"/>
                    </a:lnTo>
                    <a:lnTo>
                      <a:pt x="299" y="48"/>
                    </a:lnTo>
                    <a:lnTo>
                      <a:pt x="347" y="36"/>
                    </a:lnTo>
                    <a:close/>
                    <a:moveTo>
                      <a:pt x="335" y="1"/>
                    </a:moveTo>
                    <a:lnTo>
                      <a:pt x="263" y="25"/>
                    </a:lnTo>
                    <a:lnTo>
                      <a:pt x="191" y="48"/>
                    </a:lnTo>
                    <a:lnTo>
                      <a:pt x="134" y="87"/>
                    </a:lnTo>
                    <a:lnTo>
                      <a:pt x="132" y="84"/>
                    </a:lnTo>
                    <a:lnTo>
                      <a:pt x="120" y="96"/>
                    </a:lnTo>
                    <a:lnTo>
                      <a:pt x="84" y="132"/>
                    </a:lnTo>
                    <a:lnTo>
                      <a:pt x="48" y="180"/>
                    </a:lnTo>
                    <a:lnTo>
                      <a:pt x="24" y="227"/>
                    </a:lnTo>
                    <a:lnTo>
                      <a:pt x="12" y="275"/>
                    </a:lnTo>
                    <a:lnTo>
                      <a:pt x="0" y="335"/>
                    </a:lnTo>
                    <a:lnTo>
                      <a:pt x="0" y="383"/>
                    </a:lnTo>
                    <a:lnTo>
                      <a:pt x="12" y="490"/>
                    </a:lnTo>
                    <a:lnTo>
                      <a:pt x="36" y="550"/>
                    </a:lnTo>
                    <a:lnTo>
                      <a:pt x="60" y="598"/>
                    </a:lnTo>
                    <a:lnTo>
                      <a:pt x="96" y="633"/>
                    </a:lnTo>
                    <a:lnTo>
                      <a:pt x="132" y="669"/>
                    </a:lnTo>
                    <a:lnTo>
                      <a:pt x="179" y="705"/>
                    </a:lnTo>
                    <a:lnTo>
                      <a:pt x="227" y="729"/>
                    </a:lnTo>
                    <a:lnTo>
                      <a:pt x="275" y="741"/>
                    </a:lnTo>
                    <a:lnTo>
                      <a:pt x="394" y="741"/>
                    </a:lnTo>
                    <a:lnTo>
                      <a:pt x="454" y="717"/>
                    </a:lnTo>
                    <a:lnTo>
                      <a:pt x="502" y="705"/>
                    </a:lnTo>
                    <a:lnTo>
                      <a:pt x="550" y="669"/>
                    </a:lnTo>
                    <a:lnTo>
                      <a:pt x="597" y="633"/>
                    </a:lnTo>
                    <a:lnTo>
                      <a:pt x="633" y="598"/>
                    </a:lnTo>
                    <a:lnTo>
                      <a:pt x="669" y="550"/>
                    </a:lnTo>
                    <a:lnTo>
                      <a:pt x="693" y="490"/>
                    </a:lnTo>
                    <a:lnTo>
                      <a:pt x="717" y="442"/>
                    </a:lnTo>
                    <a:lnTo>
                      <a:pt x="717" y="395"/>
                    </a:lnTo>
                    <a:lnTo>
                      <a:pt x="717" y="347"/>
                    </a:lnTo>
                    <a:lnTo>
                      <a:pt x="705" y="287"/>
                    </a:lnTo>
                    <a:lnTo>
                      <a:pt x="669" y="192"/>
                    </a:lnTo>
                    <a:lnTo>
                      <a:pt x="609" y="108"/>
                    </a:lnTo>
                    <a:lnTo>
                      <a:pt x="573" y="72"/>
                    </a:lnTo>
                    <a:lnTo>
                      <a:pt x="526" y="36"/>
                    </a:lnTo>
                    <a:lnTo>
                      <a:pt x="466" y="13"/>
                    </a:lnTo>
                    <a:lnTo>
                      <a:pt x="41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19"/>
              <p:cNvSpPr/>
              <p:nvPr/>
            </p:nvSpPr>
            <p:spPr>
              <a:xfrm>
                <a:off x="5334643" y="-199561"/>
                <a:ext cx="24809" cy="24372"/>
              </a:xfrm>
              <a:custGeom>
                <a:rect b="b" l="l" r="r" t="t"/>
                <a:pathLst>
                  <a:path extrusionOk="0" h="669" w="681">
                    <a:moveTo>
                      <a:pt x="275" y="0"/>
                    </a:moveTo>
                    <a:lnTo>
                      <a:pt x="203" y="24"/>
                    </a:lnTo>
                    <a:lnTo>
                      <a:pt x="155" y="48"/>
                    </a:lnTo>
                    <a:lnTo>
                      <a:pt x="96" y="96"/>
                    </a:lnTo>
                    <a:lnTo>
                      <a:pt x="60" y="143"/>
                    </a:lnTo>
                    <a:lnTo>
                      <a:pt x="24" y="203"/>
                    </a:lnTo>
                    <a:lnTo>
                      <a:pt x="12" y="263"/>
                    </a:lnTo>
                    <a:lnTo>
                      <a:pt x="0" y="334"/>
                    </a:lnTo>
                    <a:lnTo>
                      <a:pt x="12" y="406"/>
                    </a:lnTo>
                    <a:lnTo>
                      <a:pt x="24" y="466"/>
                    </a:lnTo>
                    <a:lnTo>
                      <a:pt x="60" y="525"/>
                    </a:lnTo>
                    <a:lnTo>
                      <a:pt x="96" y="573"/>
                    </a:lnTo>
                    <a:lnTo>
                      <a:pt x="155" y="609"/>
                    </a:lnTo>
                    <a:lnTo>
                      <a:pt x="203" y="645"/>
                    </a:lnTo>
                    <a:lnTo>
                      <a:pt x="275" y="669"/>
                    </a:lnTo>
                    <a:lnTo>
                      <a:pt x="406" y="669"/>
                    </a:lnTo>
                    <a:lnTo>
                      <a:pt x="466" y="645"/>
                    </a:lnTo>
                    <a:lnTo>
                      <a:pt x="526" y="609"/>
                    </a:lnTo>
                    <a:lnTo>
                      <a:pt x="573" y="573"/>
                    </a:lnTo>
                    <a:lnTo>
                      <a:pt x="621" y="525"/>
                    </a:lnTo>
                    <a:lnTo>
                      <a:pt x="645" y="466"/>
                    </a:lnTo>
                    <a:lnTo>
                      <a:pt x="669" y="406"/>
                    </a:lnTo>
                    <a:lnTo>
                      <a:pt x="681" y="334"/>
                    </a:lnTo>
                    <a:lnTo>
                      <a:pt x="669" y="263"/>
                    </a:lnTo>
                    <a:lnTo>
                      <a:pt x="645" y="203"/>
                    </a:lnTo>
                    <a:lnTo>
                      <a:pt x="621" y="143"/>
                    </a:lnTo>
                    <a:lnTo>
                      <a:pt x="573" y="96"/>
                    </a:lnTo>
                    <a:lnTo>
                      <a:pt x="526" y="48"/>
                    </a:lnTo>
                    <a:lnTo>
                      <a:pt x="466"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19"/>
              <p:cNvSpPr/>
              <p:nvPr/>
            </p:nvSpPr>
            <p:spPr>
              <a:xfrm>
                <a:off x="5369870" y="-199561"/>
                <a:ext cx="24809" cy="24372"/>
              </a:xfrm>
              <a:custGeom>
                <a:rect b="b" l="l" r="r" t="t"/>
                <a:pathLst>
                  <a:path extrusionOk="0" h="669" w="681">
                    <a:moveTo>
                      <a:pt x="275" y="0"/>
                    </a:moveTo>
                    <a:lnTo>
                      <a:pt x="203" y="24"/>
                    </a:lnTo>
                    <a:lnTo>
                      <a:pt x="156" y="48"/>
                    </a:lnTo>
                    <a:lnTo>
                      <a:pt x="96" y="96"/>
                    </a:lnTo>
                    <a:lnTo>
                      <a:pt x="60" y="143"/>
                    </a:lnTo>
                    <a:lnTo>
                      <a:pt x="24" y="203"/>
                    </a:lnTo>
                    <a:lnTo>
                      <a:pt x="12" y="263"/>
                    </a:lnTo>
                    <a:lnTo>
                      <a:pt x="0" y="334"/>
                    </a:lnTo>
                    <a:lnTo>
                      <a:pt x="12" y="406"/>
                    </a:lnTo>
                    <a:lnTo>
                      <a:pt x="24" y="466"/>
                    </a:lnTo>
                    <a:lnTo>
                      <a:pt x="60" y="525"/>
                    </a:lnTo>
                    <a:lnTo>
                      <a:pt x="96" y="573"/>
                    </a:lnTo>
                    <a:lnTo>
                      <a:pt x="156" y="609"/>
                    </a:lnTo>
                    <a:lnTo>
                      <a:pt x="203"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19"/>
              <p:cNvSpPr/>
              <p:nvPr/>
            </p:nvSpPr>
            <p:spPr>
              <a:xfrm>
                <a:off x="5405098" y="-199561"/>
                <a:ext cx="24809" cy="24372"/>
              </a:xfrm>
              <a:custGeom>
                <a:rect b="b" l="l" r="r" t="t"/>
                <a:pathLst>
                  <a:path extrusionOk="0" h="669" w="681">
                    <a:moveTo>
                      <a:pt x="275" y="0"/>
                    </a:moveTo>
                    <a:lnTo>
                      <a:pt x="215" y="24"/>
                    </a:lnTo>
                    <a:lnTo>
                      <a:pt x="156" y="48"/>
                    </a:lnTo>
                    <a:lnTo>
                      <a:pt x="108" y="96"/>
                    </a:lnTo>
                    <a:lnTo>
                      <a:pt x="60" y="143"/>
                    </a:lnTo>
                    <a:lnTo>
                      <a:pt x="24" y="203"/>
                    </a:lnTo>
                    <a:lnTo>
                      <a:pt x="12" y="263"/>
                    </a:lnTo>
                    <a:lnTo>
                      <a:pt x="0" y="334"/>
                    </a:lnTo>
                    <a:lnTo>
                      <a:pt x="12" y="406"/>
                    </a:lnTo>
                    <a:lnTo>
                      <a:pt x="24" y="466"/>
                    </a:lnTo>
                    <a:lnTo>
                      <a:pt x="60" y="525"/>
                    </a:lnTo>
                    <a:lnTo>
                      <a:pt x="108" y="573"/>
                    </a:lnTo>
                    <a:lnTo>
                      <a:pt x="156" y="609"/>
                    </a:lnTo>
                    <a:lnTo>
                      <a:pt x="215" y="645"/>
                    </a:lnTo>
                    <a:lnTo>
                      <a:pt x="275" y="669"/>
                    </a:lnTo>
                    <a:lnTo>
                      <a:pt x="406" y="669"/>
                    </a:lnTo>
                    <a:lnTo>
                      <a:pt x="478" y="645"/>
                    </a:lnTo>
                    <a:lnTo>
                      <a:pt x="526" y="609"/>
                    </a:lnTo>
                    <a:lnTo>
                      <a:pt x="585" y="573"/>
                    </a:lnTo>
                    <a:lnTo>
                      <a:pt x="621" y="525"/>
                    </a:lnTo>
                    <a:lnTo>
                      <a:pt x="657" y="466"/>
                    </a:lnTo>
                    <a:lnTo>
                      <a:pt x="669" y="406"/>
                    </a:lnTo>
                    <a:lnTo>
                      <a:pt x="681" y="334"/>
                    </a:lnTo>
                    <a:lnTo>
                      <a:pt x="669" y="263"/>
                    </a:lnTo>
                    <a:lnTo>
                      <a:pt x="657" y="203"/>
                    </a:lnTo>
                    <a:lnTo>
                      <a:pt x="621" y="143"/>
                    </a:lnTo>
                    <a:lnTo>
                      <a:pt x="585" y="96"/>
                    </a:lnTo>
                    <a:lnTo>
                      <a:pt x="526" y="48"/>
                    </a:lnTo>
                    <a:lnTo>
                      <a:pt x="478" y="24"/>
                    </a:lnTo>
                    <a:lnTo>
                      <a:pt x="4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0" name="Google Shape;1460;p19"/>
            <p:cNvGrpSpPr/>
            <p:nvPr/>
          </p:nvGrpSpPr>
          <p:grpSpPr>
            <a:xfrm>
              <a:off x="7637975" y="1356962"/>
              <a:ext cx="569636" cy="387603"/>
              <a:chOff x="6884625" y="563500"/>
              <a:chExt cx="569636" cy="387603"/>
            </a:xfrm>
          </p:grpSpPr>
          <p:sp>
            <p:nvSpPr>
              <p:cNvPr id="1461" name="Google Shape;1461;p19"/>
              <p:cNvSpPr/>
              <p:nvPr/>
            </p:nvSpPr>
            <p:spPr>
              <a:xfrm>
                <a:off x="6886133" y="634494"/>
                <a:ext cx="566620" cy="316609"/>
              </a:xfrm>
              <a:custGeom>
                <a:rect b="b" l="l" r="r" t="t"/>
                <a:pathLst>
                  <a:path extrusionOk="0" h="7559" w="13528">
                    <a:moveTo>
                      <a:pt x="13528" y="1"/>
                    </a:moveTo>
                    <a:lnTo>
                      <a:pt x="11534" y="502"/>
                    </a:lnTo>
                    <a:lnTo>
                      <a:pt x="8836" y="4347"/>
                    </a:lnTo>
                    <a:lnTo>
                      <a:pt x="6185" y="1577"/>
                    </a:lnTo>
                    <a:lnTo>
                      <a:pt x="3343" y="4848"/>
                    </a:lnTo>
                    <a:lnTo>
                      <a:pt x="2866" y="4287"/>
                    </a:lnTo>
                    <a:lnTo>
                      <a:pt x="1803" y="3045"/>
                    </a:lnTo>
                    <a:lnTo>
                      <a:pt x="1206" y="2376"/>
                    </a:lnTo>
                    <a:lnTo>
                      <a:pt x="669" y="1780"/>
                    </a:lnTo>
                    <a:lnTo>
                      <a:pt x="442" y="1529"/>
                    </a:lnTo>
                    <a:lnTo>
                      <a:pt x="239" y="1338"/>
                    </a:lnTo>
                    <a:lnTo>
                      <a:pt x="96" y="1206"/>
                    </a:lnTo>
                    <a:lnTo>
                      <a:pt x="36" y="1159"/>
                    </a:lnTo>
                    <a:lnTo>
                      <a:pt x="0" y="1135"/>
                    </a:lnTo>
                    <a:lnTo>
                      <a:pt x="0" y="6734"/>
                    </a:lnTo>
                    <a:lnTo>
                      <a:pt x="0" y="6818"/>
                    </a:lnTo>
                    <a:lnTo>
                      <a:pt x="12" y="6902"/>
                    </a:lnTo>
                    <a:lnTo>
                      <a:pt x="36" y="6973"/>
                    </a:lnTo>
                    <a:lnTo>
                      <a:pt x="60" y="7057"/>
                    </a:lnTo>
                    <a:lnTo>
                      <a:pt x="96" y="7128"/>
                    </a:lnTo>
                    <a:lnTo>
                      <a:pt x="132" y="7188"/>
                    </a:lnTo>
                    <a:lnTo>
                      <a:pt x="179" y="7260"/>
                    </a:lnTo>
                    <a:lnTo>
                      <a:pt x="239" y="7308"/>
                    </a:lnTo>
                    <a:lnTo>
                      <a:pt x="299" y="7367"/>
                    </a:lnTo>
                    <a:lnTo>
                      <a:pt x="359" y="7415"/>
                    </a:lnTo>
                    <a:lnTo>
                      <a:pt x="430" y="7451"/>
                    </a:lnTo>
                    <a:lnTo>
                      <a:pt x="502" y="7487"/>
                    </a:lnTo>
                    <a:lnTo>
                      <a:pt x="573" y="7522"/>
                    </a:lnTo>
                    <a:lnTo>
                      <a:pt x="645" y="7534"/>
                    </a:lnTo>
                    <a:lnTo>
                      <a:pt x="729" y="7546"/>
                    </a:lnTo>
                    <a:lnTo>
                      <a:pt x="812" y="7558"/>
                    </a:lnTo>
                    <a:lnTo>
                      <a:pt x="12728" y="7558"/>
                    </a:lnTo>
                    <a:lnTo>
                      <a:pt x="12812" y="7546"/>
                    </a:lnTo>
                    <a:lnTo>
                      <a:pt x="12883" y="7534"/>
                    </a:lnTo>
                    <a:lnTo>
                      <a:pt x="12967" y="7522"/>
                    </a:lnTo>
                    <a:lnTo>
                      <a:pt x="13038" y="7487"/>
                    </a:lnTo>
                    <a:lnTo>
                      <a:pt x="13110" y="7451"/>
                    </a:lnTo>
                    <a:lnTo>
                      <a:pt x="13182" y="7415"/>
                    </a:lnTo>
                    <a:lnTo>
                      <a:pt x="13241" y="7367"/>
                    </a:lnTo>
                    <a:lnTo>
                      <a:pt x="13301" y="7319"/>
                    </a:lnTo>
                    <a:lnTo>
                      <a:pt x="13349" y="7260"/>
                    </a:lnTo>
                    <a:lnTo>
                      <a:pt x="13397" y="7200"/>
                    </a:lnTo>
                    <a:lnTo>
                      <a:pt x="13432" y="7128"/>
                    </a:lnTo>
                    <a:lnTo>
                      <a:pt x="13468" y="7057"/>
                    </a:lnTo>
                    <a:lnTo>
                      <a:pt x="13492" y="6985"/>
                    </a:lnTo>
                    <a:lnTo>
                      <a:pt x="13516" y="6902"/>
                    </a:lnTo>
                    <a:lnTo>
                      <a:pt x="13528" y="6830"/>
                    </a:lnTo>
                    <a:lnTo>
                      <a:pt x="13528" y="6746"/>
                    </a:lnTo>
                    <a:lnTo>
                      <a:pt x="13528" y="1"/>
                    </a:lnTo>
                    <a:close/>
                  </a:path>
                </a:pathLst>
              </a:custGeom>
              <a:solidFill>
                <a:srgbClr val="B4DDDD">
                  <a:alpha val="6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19"/>
              <p:cNvSpPr/>
              <p:nvPr/>
            </p:nvSpPr>
            <p:spPr>
              <a:xfrm>
                <a:off x="6886133" y="634494"/>
                <a:ext cx="566620" cy="316609"/>
              </a:xfrm>
              <a:custGeom>
                <a:rect b="b" l="l" r="r" t="t"/>
                <a:pathLst>
                  <a:path extrusionOk="0" fill="none" h="7559" w="13528">
                    <a:moveTo>
                      <a:pt x="0" y="1135"/>
                    </a:moveTo>
                    <a:lnTo>
                      <a:pt x="0" y="1135"/>
                    </a:lnTo>
                    <a:lnTo>
                      <a:pt x="36" y="1159"/>
                    </a:lnTo>
                    <a:lnTo>
                      <a:pt x="96" y="1206"/>
                    </a:lnTo>
                    <a:lnTo>
                      <a:pt x="239" y="1338"/>
                    </a:lnTo>
                    <a:lnTo>
                      <a:pt x="442" y="1529"/>
                    </a:lnTo>
                    <a:lnTo>
                      <a:pt x="669" y="1780"/>
                    </a:lnTo>
                    <a:lnTo>
                      <a:pt x="1206" y="2376"/>
                    </a:lnTo>
                    <a:lnTo>
                      <a:pt x="1803" y="3045"/>
                    </a:lnTo>
                    <a:lnTo>
                      <a:pt x="2866" y="4287"/>
                    </a:lnTo>
                    <a:lnTo>
                      <a:pt x="3343" y="4848"/>
                    </a:lnTo>
                    <a:lnTo>
                      <a:pt x="6185" y="1577"/>
                    </a:lnTo>
                    <a:lnTo>
                      <a:pt x="8836" y="4347"/>
                    </a:lnTo>
                    <a:lnTo>
                      <a:pt x="11534" y="502"/>
                    </a:lnTo>
                    <a:lnTo>
                      <a:pt x="13528" y="1"/>
                    </a:lnTo>
                    <a:lnTo>
                      <a:pt x="13528" y="1"/>
                    </a:lnTo>
                    <a:lnTo>
                      <a:pt x="13528" y="6746"/>
                    </a:lnTo>
                    <a:lnTo>
                      <a:pt x="13528" y="6746"/>
                    </a:lnTo>
                    <a:lnTo>
                      <a:pt x="13528" y="6830"/>
                    </a:lnTo>
                    <a:lnTo>
                      <a:pt x="13516" y="6902"/>
                    </a:lnTo>
                    <a:lnTo>
                      <a:pt x="13492" y="6985"/>
                    </a:lnTo>
                    <a:lnTo>
                      <a:pt x="13468" y="7057"/>
                    </a:lnTo>
                    <a:lnTo>
                      <a:pt x="13432" y="7128"/>
                    </a:lnTo>
                    <a:lnTo>
                      <a:pt x="13397" y="7200"/>
                    </a:lnTo>
                    <a:lnTo>
                      <a:pt x="13349" y="7260"/>
                    </a:lnTo>
                    <a:lnTo>
                      <a:pt x="13301" y="7319"/>
                    </a:lnTo>
                    <a:lnTo>
                      <a:pt x="13241" y="7367"/>
                    </a:lnTo>
                    <a:lnTo>
                      <a:pt x="13182" y="7415"/>
                    </a:lnTo>
                    <a:lnTo>
                      <a:pt x="13110" y="7451"/>
                    </a:lnTo>
                    <a:lnTo>
                      <a:pt x="13038" y="7487"/>
                    </a:lnTo>
                    <a:lnTo>
                      <a:pt x="12967" y="7522"/>
                    </a:lnTo>
                    <a:lnTo>
                      <a:pt x="12883" y="7534"/>
                    </a:lnTo>
                    <a:lnTo>
                      <a:pt x="12812" y="7546"/>
                    </a:lnTo>
                    <a:lnTo>
                      <a:pt x="12728" y="7558"/>
                    </a:lnTo>
                    <a:lnTo>
                      <a:pt x="812" y="7558"/>
                    </a:lnTo>
                    <a:lnTo>
                      <a:pt x="812" y="7558"/>
                    </a:lnTo>
                    <a:lnTo>
                      <a:pt x="729" y="7546"/>
                    </a:lnTo>
                    <a:lnTo>
                      <a:pt x="645" y="7534"/>
                    </a:lnTo>
                    <a:lnTo>
                      <a:pt x="573" y="7522"/>
                    </a:lnTo>
                    <a:lnTo>
                      <a:pt x="502" y="7487"/>
                    </a:lnTo>
                    <a:lnTo>
                      <a:pt x="430" y="7451"/>
                    </a:lnTo>
                    <a:lnTo>
                      <a:pt x="359" y="7415"/>
                    </a:lnTo>
                    <a:lnTo>
                      <a:pt x="299" y="7367"/>
                    </a:lnTo>
                    <a:lnTo>
                      <a:pt x="239" y="7308"/>
                    </a:lnTo>
                    <a:lnTo>
                      <a:pt x="179" y="7260"/>
                    </a:lnTo>
                    <a:lnTo>
                      <a:pt x="132" y="7188"/>
                    </a:lnTo>
                    <a:lnTo>
                      <a:pt x="96" y="7128"/>
                    </a:lnTo>
                    <a:lnTo>
                      <a:pt x="60" y="7057"/>
                    </a:lnTo>
                    <a:lnTo>
                      <a:pt x="36" y="6973"/>
                    </a:lnTo>
                    <a:lnTo>
                      <a:pt x="12" y="6902"/>
                    </a:lnTo>
                    <a:lnTo>
                      <a:pt x="0" y="6818"/>
                    </a:lnTo>
                    <a:lnTo>
                      <a:pt x="0" y="6734"/>
                    </a:lnTo>
                    <a:lnTo>
                      <a:pt x="0" y="1135"/>
                    </a:lnTo>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19"/>
              <p:cNvSpPr/>
              <p:nvPr/>
            </p:nvSpPr>
            <p:spPr>
              <a:xfrm>
                <a:off x="6884625" y="633489"/>
                <a:ext cx="569636" cy="205069"/>
              </a:xfrm>
              <a:custGeom>
                <a:rect b="b" l="l" r="r" t="t"/>
                <a:pathLst>
                  <a:path extrusionOk="0" h="4896" w="13600">
                    <a:moveTo>
                      <a:pt x="13564" y="1"/>
                    </a:moveTo>
                    <a:lnTo>
                      <a:pt x="12143" y="347"/>
                    </a:lnTo>
                    <a:lnTo>
                      <a:pt x="11761" y="442"/>
                    </a:lnTo>
                    <a:lnTo>
                      <a:pt x="11665" y="466"/>
                    </a:lnTo>
                    <a:lnTo>
                      <a:pt x="11570" y="490"/>
                    </a:lnTo>
                    <a:lnTo>
                      <a:pt x="11546" y="514"/>
                    </a:lnTo>
                    <a:lnTo>
                      <a:pt x="11534" y="538"/>
                    </a:lnTo>
                    <a:lnTo>
                      <a:pt x="11439" y="657"/>
                    </a:lnTo>
                    <a:lnTo>
                      <a:pt x="10591" y="1875"/>
                    </a:lnTo>
                    <a:lnTo>
                      <a:pt x="9481" y="3439"/>
                    </a:lnTo>
                    <a:lnTo>
                      <a:pt x="9063" y="4036"/>
                    </a:lnTo>
                    <a:lnTo>
                      <a:pt x="8919" y="4239"/>
                    </a:lnTo>
                    <a:lnTo>
                      <a:pt x="8884" y="4287"/>
                    </a:lnTo>
                    <a:lnTo>
                      <a:pt x="8862" y="4324"/>
                    </a:lnTo>
                    <a:lnTo>
                      <a:pt x="8862" y="4324"/>
                    </a:lnTo>
                    <a:lnTo>
                      <a:pt x="7988" y="3415"/>
                    </a:lnTo>
                    <a:lnTo>
                      <a:pt x="6567" y="1923"/>
                    </a:lnTo>
                    <a:lnTo>
                      <a:pt x="6245" y="1577"/>
                    </a:lnTo>
                    <a:lnTo>
                      <a:pt x="6221" y="1565"/>
                    </a:lnTo>
                    <a:lnTo>
                      <a:pt x="6209" y="1577"/>
                    </a:lnTo>
                    <a:lnTo>
                      <a:pt x="5242" y="2687"/>
                    </a:lnTo>
                    <a:lnTo>
                      <a:pt x="3714" y="4442"/>
                    </a:lnTo>
                    <a:lnTo>
                      <a:pt x="3380" y="4820"/>
                    </a:lnTo>
                    <a:lnTo>
                      <a:pt x="3105" y="4490"/>
                    </a:lnTo>
                    <a:lnTo>
                      <a:pt x="2365" y="3630"/>
                    </a:lnTo>
                    <a:lnTo>
                      <a:pt x="1445" y="2580"/>
                    </a:lnTo>
                    <a:lnTo>
                      <a:pt x="1027" y="2102"/>
                    </a:lnTo>
                    <a:lnTo>
                      <a:pt x="597" y="1648"/>
                    </a:lnTo>
                    <a:lnTo>
                      <a:pt x="275" y="1326"/>
                    </a:lnTo>
                    <a:lnTo>
                      <a:pt x="180" y="1230"/>
                    </a:lnTo>
                    <a:lnTo>
                      <a:pt x="72" y="1147"/>
                    </a:lnTo>
                    <a:lnTo>
                      <a:pt x="36" y="1135"/>
                    </a:lnTo>
                    <a:lnTo>
                      <a:pt x="12" y="1135"/>
                    </a:lnTo>
                    <a:lnTo>
                      <a:pt x="1" y="1159"/>
                    </a:lnTo>
                    <a:lnTo>
                      <a:pt x="12" y="1171"/>
                    </a:lnTo>
                    <a:lnTo>
                      <a:pt x="24" y="1195"/>
                    </a:lnTo>
                    <a:lnTo>
                      <a:pt x="60" y="1218"/>
                    </a:lnTo>
                    <a:lnTo>
                      <a:pt x="108" y="1254"/>
                    </a:lnTo>
                    <a:lnTo>
                      <a:pt x="192" y="1326"/>
                    </a:lnTo>
                    <a:lnTo>
                      <a:pt x="347" y="1469"/>
                    </a:lnTo>
                    <a:lnTo>
                      <a:pt x="490" y="1624"/>
                    </a:lnTo>
                    <a:lnTo>
                      <a:pt x="908" y="2066"/>
                    </a:lnTo>
                    <a:lnTo>
                      <a:pt x="1314" y="2508"/>
                    </a:lnTo>
                    <a:lnTo>
                      <a:pt x="2221" y="3559"/>
                    </a:lnTo>
                    <a:lnTo>
                      <a:pt x="2985" y="4454"/>
                    </a:lnTo>
                    <a:lnTo>
                      <a:pt x="3236" y="4741"/>
                    </a:lnTo>
                    <a:lnTo>
                      <a:pt x="3296" y="4812"/>
                    </a:lnTo>
                    <a:lnTo>
                      <a:pt x="3356" y="4884"/>
                    </a:lnTo>
                    <a:lnTo>
                      <a:pt x="3356" y="4896"/>
                    </a:lnTo>
                    <a:lnTo>
                      <a:pt x="3403" y="4896"/>
                    </a:lnTo>
                    <a:lnTo>
                      <a:pt x="4370" y="3785"/>
                    </a:lnTo>
                    <a:lnTo>
                      <a:pt x="5899" y="2018"/>
                    </a:lnTo>
                    <a:lnTo>
                      <a:pt x="6228" y="1644"/>
                    </a:lnTo>
                    <a:lnTo>
                      <a:pt x="6228" y="1644"/>
                    </a:lnTo>
                    <a:lnTo>
                      <a:pt x="7093" y="2556"/>
                    </a:lnTo>
                    <a:lnTo>
                      <a:pt x="8525" y="4048"/>
                    </a:lnTo>
                    <a:lnTo>
                      <a:pt x="8848" y="4394"/>
                    </a:lnTo>
                    <a:lnTo>
                      <a:pt x="8872" y="4394"/>
                    </a:lnTo>
                    <a:lnTo>
                      <a:pt x="8896" y="4382"/>
                    </a:lnTo>
                    <a:lnTo>
                      <a:pt x="9409" y="3642"/>
                    </a:lnTo>
                    <a:lnTo>
                      <a:pt x="10495" y="2114"/>
                    </a:lnTo>
                    <a:lnTo>
                      <a:pt x="11415" y="801"/>
                    </a:lnTo>
                    <a:lnTo>
                      <a:pt x="11534" y="621"/>
                    </a:lnTo>
                    <a:lnTo>
                      <a:pt x="11570" y="586"/>
                    </a:lnTo>
                    <a:lnTo>
                      <a:pt x="11594" y="562"/>
                    </a:lnTo>
                    <a:lnTo>
                      <a:pt x="11594" y="550"/>
                    </a:lnTo>
                    <a:lnTo>
                      <a:pt x="11630" y="538"/>
                    </a:lnTo>
                    <a:lnTo>
                      <a:pt x="11665" y="538"/>
                    </a:lnTo>
                    <a:lnTo>
                      <a:pt x="11964" y="454"/>
                    </a:lnTo>
                    <a:lnTo>
                      <a:pt x="13540" y="60"/>
                    </a:lnTo>
                    <a:lnTo>
                      <a:pt x="13576" y="48"/>
                    </a:lnTo>
                    <a:lnTo>
                      <a:pt x="13600" y="36"/>
                    </a:lnTo>
                    <a:lnTo>
                      <a:pt x="13600" y="13"/>
                    </a:lnTo>
                    <a:lnTo>
                      <a:pt x="1358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19"/>
              <p:cNvSpPr/>
              <p:nvPr/>
            </p:nvSpPr>
            <p:spPr>
              <a:xfrm>
                <a:off x="6908122" y="563500"/>
                <a:ext cx="21571" cy="21026"/>
              </a:xfrm>
              <a:custGeom>
                <a:rect b="b" l="l" r="r" t="t"/>
                <a:pathLst>
                  <a:path extrusionOk="0" h="502" w="515">
                    <a:moveTo>
                      <a:pt x="204" y="0"/>
                    </a:moveTo>
                    <a:lnTo>
                      <a:pt x="156" y="12"/>
                    </a:lnTo>
                    <a:lnTo>
                      <a:pt x="120" y="36"/>
                    </a:lnTo>
                    <a:lnTo>
                      <a:pt x="84" y="72"/>
                    </a:lnTo>
                    <a:lnTo>
                      <a:pt x="48" y="108"/>
                    </a:lnTo>
                    <a:lnTo>
                      <a:pt x="25" y="155"/>
                    </a:lnTo>
                    <a:lnTo>
                      <a:pt x="13" y="203"/>
                    </a:lnTo>
                    <a:lnTo>
                      <a:pt x="1" y="251"/>
                    </a:lnTo>
                    <a:lnTo>
                      <a:pt x="13" y="299"/>
                    </a:lnTo>
                    <a:lnTo>
                      <a:pt x="25" y="346"/>
                    </a:lnTo>
                    <a:lnTo>
                      <a:pt x="48" y="394"/>
                    </a:lnTo>
                    <a:lnTo>
                      <a:pt x="84" y="430"/>
                    </a:lnTo>
                    <a:lnTo>
                      <a:pt x="120" y="466"/>
                    </a:lnTo>
                    <a:lnTo>
                      <a:pt x="156" y="490"/>
                    </a:lnTo>
                    <a:lnTo>
                      <a:pt x="204" y="502"/>
                    </a:lnTo>
                    <a:lnTo>
                      <a:pt x="311" y="502"/>
                    </a:lnTo>
                    <a:lnTo>
                      <a:pt x="359" y="490"/>
                    </a:lnTo>
                    <a:lnTo>
                      <a:pt x="407" y="466"/>
                    </a:lnTo>
                    <a:lnTo>
                      <a:pt x="442" y="430"/>
                    </a:lnTo>
                    <a:lnTo>
                      <a:pt x="466" y="394"/>
                    </a:lnTo>
                    <a:lnTo>
                      <a:pt x="490" y="346"/>
                    </a:lnTo>
                    <a:lnTo>
                      <a:pt x="514" y="299"/>
                    </a:lnTo>
                    <a:lnTo>
                      <a:pt x="514" y="251"/>
                    </a:lnTo>
                    <a:lnTo>
                      <a:pt x="514" y="203"/>
                    </a:lnTo>
                    <a:lnTo>
                      <a:pt x="490" y="155"/>
                    </a:lnTo>
                    <a:lnTo>
                      <a:pt x="466" y="108"/>
                    </a:lnTo>
                    <a:lnTo>
                      <a:pt x="442" y="72"/>
                    </a:lnTo>
                    <a:lnTo>
                      <a:pt x="407" y="36"/>
                    </a:lnTo>
                    <a:lnTo>
                      <a:pt x="359"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19"/>
              <p:cNvSpPr/>
              <p:nvPr/>
            </p:nvSpPr>
            <p:spPr>
              <a:xfrm>
                <a:off x="6939117" y="563500"/>
                <a:ext cx="21068" cy="21026"/>
              </a:xfrm>
              <a:custGeom>
                <a:rect b="b" l="l" r="r" t="t"/>
                <a:pathLst>
                  <a:path extrusionOk="0" h="502" w="503">
                    <a:moveTo>
                      <a:pt x="204" y="0"/>
                    </a:moveTo>
                    <a:lnTo>
                      <a:pt x="156" y="12"/>
                    </a:lnTo>
                    <a:lnTo>
                      <a:pt x="108" y="36"/>
                    </a:lnTo>
                    <a:lnTo>
                      <a:pt x="73" y="72"/>
                    </a:lnTo>
                    <a:lnTo>
                      <a:pt x="37" y="108"/>
                    </a:lnTo>
                    <a:lnTo>
                      <a:pt x="13" y="155"/>
                    </a:lnTo>
                    <a:lnTo>
                      <a:pt x="1" y="203"/>
                    </a:lnTo>
                    <a:lnTo>
                      <a:pt x="1" y="251"/>
                    </a:lnTo>
                    <a:lnTo>
                      <a:pt x="1" y="299"/>
                    </a:lnTo>
                    <a:lnTo>
                      <a:pt x="13" y="346"/>
                    </a:lnTo>
                    <a:lnTo>
                      <a:pt x="37" y="394"/>
                    </a:lnTo>
                    <a:lnTo>
                      <a:pt x="73" y="430"/>
                    </a:lnTo>
                    <a:lnTo>
                      <a:pt x="108" y="466"/>
                    </a:lnTo>
                    <a:lnTo>
                      <a:pt x="156" y="490"/>
                    </a:lnTo>
                    <a:lnTo>
                      <a:pt x="204" y="502"/>
                    </a:lnTo>
                    <a:lnTo>
                      <a:pt x="299" y="502"/>
                    </a:lnTo>
                    <a:lnTo>
                      <a:pt x="347" y="490"/>
                    </a:lnTo>
                    <a:lnTo>
                      <a:pt x="395" y="466"/>
                    </a:lnTo>
                    <a:lnTo>
                      <a:pt x="431" y="430"/>
                    </a:lnTo>
                    <a:lnTo>
                      <a:pt x="467" y="394"/>
                    </a:lnTo>
                    <a:lnTo>
                      <a:pt x="490" y="346"/>
                    </a:lnTo>
                    <a:lnTo>
                      <a:pt x="502" y="299"/>
                    </a:lnTo>
                    <a:lnTo>
                      <a:pt x="502" y="251"/>
                    </a:lnTo>
                    <a:lnTo>
                      <a:pt x="502" y="203"/>
                    </a:lnTo>
                    <a:lnTo>
                      <a:pt x="490" y="155"/>
                    </a:lnTo>
                    <a:lnTo>
                      <a:pt x="467" y="108"/>
                    </a:lnTo>
                    <a:lnTo>
                      <a:pt x="431" y="72"/>
                    </a:lnTo>
                    <a:lnTo>
                      <a:pt x="395" y="36"/>
                    </a:lnTo>
                    <a:lnTo>
                      <a:pt x="347" y="12"/>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19"/>
              <p:cNvSpPr/>
              <p:nvPr/>
            </p:nvSpPr>
            <p:spPr>
              <a:xfrm>
                <a:off x="6969651" y="563500"/>
                <a:ext cx="21529" cy="21026"/>
              </a:xfrm>
              <a:custGeom>
                <a:rect b="b" l="l" r="r" t="t"/>
                <a:pathLst>
                  <a:path extrusionOk="0" h="502" w="514">
                    <a:moveTo>
                      <a:pt x="203" y="0"/>
                    </a:moveTo>
                    <a:lnTo>
                      <a:pt x="155" y="12"/>
                    </a:lnTo>
                    <a:lnTo>
                      <a:pt x="108" y="36"/>
                    </a:lnTo>
                    <a:lnTo>
                      <a:pt x="72" y="72"/>
                    </a:lnTo>
                    <a:lnTo>
                      <a:pt x="48" y="108"/>
                    </a:lnTo>
                    <a:lnTo>
                      <a:pt x="24" y="155"/>
                    </a:lnTo>
                    <a:lnTo>
                      <a:pt x="0" y="203"/>
                    </a:lnTo>
                    <a:lnTo>
                      <a:pt x="0" y="251"/>
                    </a:lnTo>
                    <a:lnTo>
                      <a:pt x="0" y="299"/>
                    </a:lnTo>
                    <a:lnTo>
                      <a:pt x="24" y="346"/>
                    </a:lnTo>
                    <a:lnTo>
                      <a:pt x="48" y="394"/>
                    </a:lnTo>
                    <a:lnTo>
                      <a:pt x="72" y="430"/>
                    </a:lnTo>
                    <a:lnTo>
                      <a:pt x="108" y="466"/>
                    </a:lnTo>
                    <a:lnTo>
                      <a:pt x="155" y="490"/>
                    </a:lnTo>
                    <a:lnTo>
                      <a:pt x="203" y="502"/>
                    </a:lnTo>
                    <a:lnTo>
                      <a:pt x="311" y="502"/>
                    </a:lnTo>
                    <a:lnTo>
                      <a:pt x="358" y="490"/>
                    </a:lnTo>
                    <a:lnTo>
                      <a:pt x="394" y="466"/>
                    </a:lnTo>
                    <a:lnTo>
                      <a:pt x="430" y="430"/>
                    </a:lnTo>
                    <a:lnTo>
                      <a:pt x="466" y="394"/>
                    </a:lnTo>
                    <a:lnTo>
                      <a:pt x="490" y="346"/>
                    </a:lnTo>
                    <a:lnTo>
                      <a:pt x="502" y="299"/>
                    </a:lnTo>
                    <a:lnTo>
                      <a:pt x="514" y="251"/>
                    </a:lnTo>
                    <a:lnTo>
                      <a:pt x="502" y="203"/>
                    </a:lnTo>
                    <a:lnTo>
                      <a:pt x="490" y="155"/>
                    </a:lnTo>
                    <a:lnTo>
                      <a:pt x="466" y="108"/>
                    </a:lnTo>
                    <a:lnTo>
                      <a:pt x="430" y="72"/>
                    </a:lnTo>
                    <a:lnTo>
                      <a:pt x="394" y="36"/>
                    </a:lnTo>
                    <a:lnTo>
                      <a:pt x="358" y="12"/>
                    </a:lnTo>
                    <a:lnTo>
                      <a:pt x="31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19"/>
              <p:cNvSpPr/>
              <p:nvPr/>
            </p:nvSpPr>
            <p:spPr>
              <a:xfrm>
                <a:off x="7009651" y="814514"/>
                <a:ext cx="33550" cy="33550"/>
              </a:xfrm>
              <a:custGeom>
                <a:rect b="b" l="l" r="r" t="t"/>
                <a:pathLst>
                  <a:path extrusionOk="0" h="801" w="801">
                    <a:moveTo>
                      <a:pt x="394" y="1"/>
                    </a:moveTo>
                    <a:lnTo>
                      <a:pt x="311" y="13"/>
                    </a:lnTo>
                    <a:lnTo>
                      <a:pt x="239" y="37"/>
                    </a:lnTo>
                    <a:lnTo>
                      <a:pt x="168" y="72"/>
                    </a:lnTo>
                    <a:lnTo>
                      <a:pt x="108" y="120"/>
                    </a:lnTo>
                    <a:lnTo>
                      <a:pt x="60" y="180"/>
                    </a:lnTo>
                    <a:lnTo>
                      <a:pt x="24" y="240"/>
                    </a:lnTo>
                    <a:lnTo>
                      <a:pt x="0" y="323"/>
                    </a:lnTo>
                    <a:lnTo>
                      <a:pt x="0" y="407"/>
                    </a:lnTo>
                    <a:lnTo>
                      <a:pt x="0" y="478"/>
                    </a:lnTo>
                    <a:lnTo>
                      <a:pt x="24" y="562"/>
                    </a:lnTo>
                    <a:lnTo>
                      <a:pt x="60" y="622"/>
                    </a:lnTo>
                    <a:lnTo>
                      <a:pt x="108" y="681"/>
                    </a:lnTo>
                    <a:lnTo>
                      <a:pt x="168" y="729"/>
                    </a:lnTo>
                    <a:lnTo>
                      <a:pt x="239" y="765"/>
                    </a:lnTo>
                    <a:lnTo>
                      <a:pt x="311" y="789"/>
                    </a:lnTo>
                    <a:lnTo>
                      <a:pt x="394" y="801"/>
                    </a:lnTo>
                    <a:lnTo>
                      <a:pt x="478" y="789"/>
                    </a:lnTo>
                    <a:lnTo>
                      <a:pt x="550" y="765"/>
                    </a:lnTo>
                    <a:lnTo>
                      <a:pt x="621" y="729"/>
                    </a:lnTo>
                    <a:lnTo>
                      <a:pt x="681" y="681"/>
                    </a:lnTo>
                    <a:lnTo>
                      <a:pt x="729" y="622"/>
                    </a:lnTo>
                    <a:lnTo>
                      <a:pt x="765" y="562"/>
                    </a:lnTo>
                    <a:lnTo>
                      <a:pt x="788" y="478"/>
                    </a:lnTo>
                    <a:lnTo>
                      <a:pt x="800" y="407"/>
                    </a:lnTo>
                    <a:lnTo>
                      <a:pt x="788" y="323"/>
                    </a:lnTo>
                    <a:lnTo>
                      <a:pt x="765" y="240"/>
                    </a:lnTo>
                    <a:lnTo>
                      <a:pt x="729" y="180"/>
                    </a:lnTo>
                    <a:lnTo>
                      <a:pt x="681" y="120"/>
                    </a:lnTo>
                    <a:lnTo>
                      <a:pt x="621" y="72"/>
                    </a:lnTo>
                    <a:lnTo>
                      <a:pt x="550" y="37"/>
                    </a:lnTo>
                    <a:lnTo>
                      <a:pt x="478" y="13"/>
                    </a:lnTo>
                    <a:lnTo>
                      <a:pt x="39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19"/>
              <p:cNvSpPr/>
              <p:nvPr/>
            </p:nvSpPr>
            <p:spPr>
              <a:xfrm>
                <a:off x="7240183" y="797509"/>
                <a:ext cx="33550" cy="33550"/>
              </a:xfrm>
              <a:custGeom>
                <a:rect b="b" l="l" r="r" t="t"/>
                <a:pathLst>
                  <a:path extrusionOk="0" h="801" w="801">
                    <a:moveTo>
                      <a:pt x="311" y="1"/>
                    </a:moveTo>
                    <a:lnTo>
                      <a:pt x="239" y="25"/>
                    </a:lnTo>
                    <a:lnTo>
                      <a:pt x="168" y="61"/>
                    </a:lnTo>
                    <a:lnTo>
                      <a:pt x="108" y="120"/>
                    </a:lnTo>
                    <a:lnTo>
                      <a:pt x="60" y="180"/>
                    </a:lnTo>
                    <a:lnTo>
                      <a:pt x="24" y="240"/>
                    </a:lnTo>
                    <a:lnTo>
                      <a:pt x="1" y="323"/>
                    </a:lnTo>
                    <a:lnTo>
                      <a:pt x="1" y="395"/>
                    </a:lnTo>
                    <a:lnTo>
                      <a:pt x="1" y="478"/>
                    </a:lnTo>
                    <a:lnTo>
                      <a:pt x="24" y="550"/>
                    </a:lnTo>
                    <a:lnTo>
                      <a:pt x="60" y="622"/>
                    </a:lnTo>
                    <a:lnTo>
                      <a:pt x="108" y="681"/>
                    </a:lnTo>
                    <a:lnTo>
                      <a:pt x="168" y="729"/>
                    </a:lnTo>
                    <a:lnTo>
                      <a:pt x="239" y="765"/>
                    </a:lnTo>
                    <a:lnTo>
                      <a:pt x="311" y="789"/>
                    </a:lnTo>
                    <a:lnTo>
                      <a:pt x="395" y="801"/>
                    </a:lnTo>
                    <a:lnTo>
                      <a:pt x="478" y="789"/>
                    </a:lnTo>
                    <a:lnTo>
                      <a:pt x="550" y="765"/>
                    </a:lnTo>
                    <a:lnTo>
                      <a:pt x="621" y="729"/>
                    </a:lnTo>
                    <a:lnTo>
                      <a:pt x="681" y="681"/>
                    </a:lnTo>
                    <a:lnTo>
                      <a:pt x="729" y="622"/>
                    </a:lnTo>
                    <a:lnTo>
                      <a:pt x="765" y="550"/>
                    </a:lnTo>
                    <a:lnTo>
                      <a:pt x="789" y="478"/>
                    </a:lnTo>
                    <a:lnTo>
                      <a:pt x="801" y="395"/>
                    </a:lnTo>
                    <a:lnTo>
                      <a:pt x="789" y="323"/>
                    </a:lnTo>
                    <a:lnTo>
                      <a:pt x="765" y="240"/>
                    </a:lnTo>
                    <a:lnTo>
                      <a:pt x="729" y="180"/>
                    </a:lnTo>
                    <a:lnTo>
                      <a:pt x="681" y="120"/>
                    </a:lnTo>
                    <a:lnTo>
                      <a:pt x="621" y="61"/>
                    </a:lnTo>
                    <a:lnTo>
                      <a:pt x="550" y="25"/>
                    </a:lnTo>
                    <a:lnTo>
                      <a:pt x="478"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19"/>
              <p:cNvSpPr/>
              <p:nvPr/>
            </p:nvSpPr>
            <p:spPr>
              <a:xfrm>
                <a:off x="7130655" y="684504"/>
                <a:ext cx="31539" cy="31539"/>
              </a:xfrm>
              <a:custGeom>
                <a:rect b="b" l="l" r="r" t="t"/>
                <a:pathLst>
                  <a:path extrusionOk="0" h="753" w="753">
                    <a:moveTo>
                      <a:pt x="299" y="0"/>
                    </a:moveTo>
                    <a:lnTo>
                      <a:pt x="228" y="24"/>
                    </a:lnTo>
                    <a:lnTo>
                      <a:pt x="168" y="60"/>
                    </a:lnTo>
                    <a:lnTo>
                      <a:pt x="108" y="108"/>
                    </a:lnTo>
                    <a:lnTo>
                      <a:pt x="60" y="168"/>
                    </a:lnTo>
                    <a:lnTo>
                      <a:pt x="25" y="227"/>
                    </a:lnTo>
                    <a:lnTo>
                      <a:pt x="13" y="299"/>
                    </a:lnTo>
                    <a:lnTo>
                      <a:pt x="1" y="371"/>
                    </a:lnTo>
                    <a:lnTo>
                      <a:pt x="13" y="454"/>
                    </a:lnTo>
                    <a:lnTo>
                      <a:pt x="25" y="526"/>
                    </a:lnTo>
                    <a:lnTo>
                      <a:pt x="60" y="586"/>
                    </a:lnTo>
                    <a:lnTo>
                      <a:pt x="108" y="645"/>
                    </a:lnTo>
                    <a:lnTo>
                      <a:pt x="168" y="681"/>
                    </a:lnTo>
                    <a:lnTo>
                      <a:pt x="228" y="717"/>
                    </a:lnTo>
                    <a:lnTo>
                      <a:pt x="299" y="741"/>
                    </a:lnTo>
                    <a:lnTo>
                      <a:pt x="383" y="753"/>
                    </a:lnTo>
                    <a:lnTo>
                      <a:pt x="454" y="741"/>
                    </a:lnTo>
                    <a:lnTo>
                      <a:pt x="526" y="717"/>
                    </a:lnTo>
                    <a:lnTo>
                      <a:pt x="586" y="681"/>
                    </a:lnTo>
                    <a:lnTo>
                      <a:pt x="646" y="645"/>
                    </a:lnTo>
                    <a:lnTo>
                      <a:pt x="693" y="586"/>
                    </a:lnTo>
                    <a:lnTo>
                      <a:pt x="729" y="526"/>
                    </a:lnTo>
                    <a:lnTo>
                      <a:pt x="741" y="454"/>
                    </a:lnTo>
                    <a:lnTo>
                      <a:pt x="753" y="371"/>
                    </a:lnTo>
                    <a:lnTo>
                      <a:pt x="741" y="299"/>
                    </a:lnTo>
                    <a:lnTo>
                      <a:pt x="729" y="227"/>
                    </a:lnTo>
                    <a:lnTo>
                      <a:pt x="693" y="168"/>
                    </a:lnTo>
                    <a:lnTo>
                      <a:pt x="646" y="108"/>
                    </a:lnTo>
                    <a:lnTo>
                      <a:pt x="586" y="60"/>
                    </a:lnTo>
                    <a:lnTo>
                      <a:pt x="526" y="24"/>
                    </a:lnTo>
                    <a:lnTo>
                      <a:pt x="45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19"/>
              <p:cNvSpPr/>
              <p:nvPr/>
            </p:nvSpPr>
            <p:spPr>
              <a:xfrm>
                <a:off x="7353691" y="639479"/>
                <a:ext cx="31581" cy="31581"/>
              </a:xfrm>
              <a:custGeom>
                <a:rect b="b" l="l" r="r" t="t"/>
                <a:pathLst>
                  <a:path extrusionOk="0" h="754" w="754">
                    <a:moveTo>
                      <a:pt x="371" y="1"/>
                    </a:moveTo>
                    <a:lnTo>
                      <a:pt x="299" y="13"/>
                    </a:lnTo>
                    <a:lnTo>
                      <a:pt x="228" y="37"/>
                    </a:lnTo>
                    <a:lnTo>
                      <a:pt x="168" y="73"/>
                    </a:lnTo>
                    <a:lnTo>
                      <a:pt x="108" y="108"/>
                    </a:lnTo>
                    <a:lnTo>
                      <a:pt x="61" y="168"/>
                    </a:lnTo>
                    <a:lnTo>
                      <a:pt x="25" y="228"/>
                    </a:lnTo>
                    <a:lnTo>
                      <a:pt x="1" y="299"/>
                    </a:lnTo>
                    <a:lnTo>
                      <a:pt x="1" y="383"/>
                    </a:lnTo>
                    <a:lnTo>
                      <a:pt x="1" y="455"/>
                    </a:lnTo>
                    <a:lnTo>
                      <a:pt x="25" y="526"/>
                    </a:lnTo>
                    <a:lnTo>
                      <a:pt x="61" y="586"/>
                    </a:lnTo>
                    <a:lnTo>
                      <a:pt x="108" y="646"/>
                    </a:lnTo>
                    <a:lnTo>
                      <a:pt x="168" y="693"/>
                    </a:lnTo>
                    <a:lnTo>
                      <a:pt x="228" y="729"/>
                    </a:lnTo>
                    <a:lnTo>
                      <a:pt x="299" y="753"/>
                    </a:lnTo>
                    <a:lnTo>
                      <a:pt x="455" y="753"/>
                    </a:lnTo>
                    <a:lnTo>
                      <a:pt x="526" y="729"/>
                    </a:lnTo>
                    <a:lnTo>
                      <a:pt x="586" y="693"/>
                    </a:lnTo>
                    <a:lnTo>
                      <a:pt x="646" y="646"/>
                    </a:lnTo>
                    <a:lnTo>
                      <a:pt x="693" y="586"/>
                    </a:lnTo>
                    <a:lnTo>
                      <a:pt x="717" y="526"/>
                    </a:lnTo>
                    <a:lnTo>
                      <a:pt x="741" y="455"/>
                    </a:lnTo>
                    <a:lnTo>
                      <a:pt x="753" y="383"/>
                    </a:lnTo>
                    <a:lnTo>
                      <a:pt x="741" y="299"/>
                    </a:lnTo>
                    <a:lnTo>
                      <a:pt x="717" y="228"/>
                    </a:lnTo>
                    <a:lnTo>
                      <a:pt x="693" y="168"/>
                    </a:lnTo>
                    <a:lnTo>
                      <a:pt x="646" y="108"/>
                    </a:lnTo>
                    <a:lnTo>
                      <a:pt x="586" y="73"/>
                    </a:lnTo>
                    <a:lnTo>
                      <a:pt x="526" y="37"/>
                    </a:lnTo>
                    <a:lnTo>
                      <a:pt x="455" y="13"/>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19"/>
              <p:cNvSpPr/>
              <p:nvPr/>
            </p:nvSpPr>
            <p:spPr>
              <a:xfrm>
                <a:off x="6884625" y="599479"/>
                <a:ext cx="567123" cy="2555"/>
              </a:xfrm>
              <a:custGeom>
                <a:rect b="b" l="l" r="r" t="t"/>
                <a:pathLst>
                  <a:path extrusionOk="0" h="61" w="13540">
                    <a:moveTo>
                      <a:pt x="36" y="1"/>
                    </a:moveTo>
                    <a:lnTo>
                      <a:pt x="12" y="13"/>
                    </a:lnTo>
                    <a:lnTo>
                      <a:pt x="1" y="37"/>
                    </a:lnTo>
                    <a:lnTo>
                      <a:pt x="12" y="49"/>
                    </a:lnTo>
                    <a:lnTo>
                      <a:pt x="36" y="60"/>
                    </a:lnTo>
                    <a:lnTo>
                      <a:pt x="13504" y="60"/>
                    </a:lnTo>
                    <a:lnTo>
                      <a:pt x="13528" y="49"/>
                    </a:lnTo>
                    <a:lnTo>
                      <a:pt x="13540" y="37"/>
                    </a:lnTo>
                    <a:lnTo>
                      <a:pt x="13528" y="13"/>
                    </a:lnTo>
                    <a:lnTo>
                      <a:pt x="135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2" name="Google Shape;1472;p19"/>
            <p:cNvGrpSpPr/>
            <p:nvPr/>
          </p:nvGrpSpPr>
          <p:grpSpPr>
            <a:xfrm>
              <a:off x="6869250" y="1467113"/>
              <a:ext cx="350532" cy="337682"/>
              <a:chOff x="6625800" y="1711525"/>
              <a:chExt cx="350532" cy="337682"/>
            </a:xfrm>
          </p:grpSpPr>
          <p:sp>
            <p:nvSpPr>
              <p:cNvPr id="1473" name="Google Shape;1473;p19"/>
              <p:cNvSpPr/>
              <p:nvPr/>
            </p:nvSpPr>
            <p:spPr>
              <a:xfrm>
                <a:off x="6625800" y="1711525"/>
                <a:ext cx="350532" cy="337682"/>
              </a:xfrm>
              <a:custGeom>
                <a:rect b="b" l="l" r="r" t="t"/>
                <a:pathLst>
                  <a:path extrusionOk="0" h="6281" w="6520">
                    <a:moveTo>
                      <a:pt x="3618" y="60"/>
                    </a:moveTo>
                    <a:lnTo>
                      <a:pt x="3845" y="96"/>
                    </a:lnTo>
                    <a:lnTo>
                      <a:pt x="4048" y="131"/>
                    </a:lnTo>
                    <a:lnTo>
                      <a:pt x="4262" y="179"/>
                    </a:lnTo>
                    <a:lnTo>
                      <a:pt x="4465" y="251"/>
                    </a:lnTo>
                    <a:lnTo>
                      <a:pt x="4656" y="334"/>
                    </a:lnTo>
                    <a:lnTo>
                      <a:pt x="4848" y="430"/>
                    </a:lnTo>
                    <a:lnTo>
                      <a:pt x="5039" y="537"/>
                    </a:lnTo>
                    <a:lnTo>
                      <a:pt x="5206" y="657"/>
                    </a:lnTo>
                    <a:lnTo>
                      <a:pt x="5373" y="788"/>
                    </a:lnTo>
                    <a:lnTo>
                      <a:pt x="5540" y="931"/>
                    </a:lnTo>
                    <a:lnTo>
                      <a:pt x="5683" y="1087"/>
                    </a:lnTo>
                    <a:lnTo>
                      <a:pt x="5815" y="1254"/>
                    </a:lnTo>
                    <a:lnTo>
                      <a:pt x="5934" y="1421"/>
                    </a:lnTo>
                    <a:lnTo>
                      <a:pt x="6053" y="1612"/>
                    </a:lnTo>
                    <a:lnTo>
                      <a:pt x="6149" y="1791"/>
                    </a:lnTo>
                    <a:lnTo>
                      <a:pt x="6233" y="1982"/>
                    </a:lnTo>
                    <a:lnTo>
                      <a:pt x="6304" y="2185"/>
                    </a:lnTo>
                    <a:lnTo>
                      <a:pt x="6364" y="2400"/>
                    </a:lnTo>
                    <a:lnTo>
                      <a:pt x="6412" y="2615"/>
                    </a:lnTo>
                    <a:lnTo>
                      <a:pt x="6447" y="2830"/>
                    </a:lnTo>
                    <a:lnTo>
                      <a:pt x="6459" y="3057"/>
                    </a:lnTo>
                    <a:lnTo>
                      <a:pt x="6459" y="3271"/>
                    </a:lnTo>
                    <a:lnTo>
                      <a:pt x="6435" y="3486"/>
                    </a:lnTo>
                    <a:lnTo>
                      <a:pt x="6400" y="3713"/>
                    </a:lnTo>
                    <a:lnTo>
                      <a:pt x="6352" y="3928"/>
                    </a:lnTo>
                    <a:lnTo>
                      <a:pt x="6292" y="4131"/>
                    </a:lnTo>
                    <a:lnTo>
                      <a:pt x="6221" y="4322"/>
                    </a:lnTo>
                    <a:lnTo>
                      <a:pt x="6125" y="4525"/>
                    </a:lnTo>
                    <a:lnTo>
                      <a:pt x="6030" y="4704"/>
                    </a:lnTo>
                    <a:lnTo>
                      <a:pt x="5910" y="4883"/>
                    </a:lnTo>
                    <a:lnTo>
                      <a:pt x="5791" y="5050"/>
                    </a:lnTo>
                    <a:lnTo>
                      <a:pt x="5647" y="5218"/>
                    </a:lnTo>
                    <a:lnTo>
                      <a:pt x="5504" y="5373"/>
                    </a:lnTo>
                    <a:lnTo>
                      <a:pt x="5337" y="5516"/>
                    </a:lnTo>
                    <a:lnTo>
                      <a:pt x="5170" y="5636"/>
                    </a:lnTo>
                    <a:lnTo>
                      <a:pt x="4991" y="5755"/>
                    </a:lnTo>
                    <a:lnTo>
                      <a:pt x="4812" y="5862"/>
                    </a:lnTo>
                    <a:lnTo>
                      <a:pt x="4621" y="5958"/>
                    </a:lnTo>
                    <a:lnTo>
                      <a:pt x="4418" y="6041"/>
                    </a:lnTo>
                    <a:lnTo>
                      <a:pt x="4215" y="6101"/>
                    </a:lnTo>
                    <a:lnTo>
                      <a:pt x="4012" y="6149"/>
                    </a:lnTo>
                    <a:lnTo>
                      <a:pt x="3761" y="6197"/>
                    </a:lnTo>
                    <a:lnTo>
                      <a:pt x="3498" y="6209"/>
                    </a:lnTo>
                    <a:lnTo>
                      <a:pt x="3248" y="6209"/>
                    </a:lnTo>
                    <a:lnTo>
                      <a:pt x="2985" y="6197"/>
                    </a:lnTo>
                    <a:lnTo>
                      <a:pt x="2734" y="6149"/>
                    </a:lnTo>
                    <a:lnTo>
                      <a:pt x="2495" y="6089"/>
                    </a:lnTo>
                    <a:lnTo>
                      <a:pt x="2245" y="6006"/>
                    </a:lnTo>
                    <a:lnTo>
                      <a:pt x="2018" y="5898"/>
                    </a:lnTo>
                    <a:lnTo>
                      <a:pt x="1791" y="5779"/>
                    </a:lnTo>
                    <a:lnTo>
                      <a:pt x="1576" y="5636"/>
                    </a:lnTo>
                    <a:lnTo>
                      <a:pt x="1540" y="5636"/>
                    </a:lnTo>
                    <a:lnTo>
                      <a:pt x="1469" y="5707"/>
                    </a:lnTo>
                    <a:lnTo>
                      <a:pt x="1385" y="5767"/>
                    </a:lnTo>
                    <a:lnTo>
                      <a:pt x="1301" y="5815"/>
                    </a:lnTo>
                    <a:lnTo>
                      <a:pt x="1206" y="5862"/>
                    </a:lnTo>
                    <a:lnTo>
                      <a:pt x="1015" y="5934"/>
                    </a:lnTo>
                    <a:lnTo>
                      <a:pt x="824" y="5970"/>
                    </a:lnTo>
                    <a:lnTo>
                      <a:pt x="633" y="5982"/>
                    </a:lnTo>
                    <a:lnTo>
                      <a:pt x="430" y="5970"/>
                    </a:lnTo>
                    <a:lnTo>
                      <a:pt x="334" y="5958"/>
                    </a:lnTo>
                    <a:lnTo>
                      <a:pt x="239" y="5934"/>
                    </a:lnTo>
                    <a:lnTo>
                      <a:pt x="143" y="5898"/>
                    </a:lnTo>
                    <a:lnTo>
                      <a:pt x="120" y="5890"/>
                    </a:lnTo>
                    <a:lnTo>
                      <a:pt x="120" y="5890"/>
                    </a:lnTo>
                    <a:lnTo>
                      <a:pt x="191" y="5862"/>
                    </a:lnTo>
                    <a:lnTo>
                      <a:pt x="334" y="5779"/>
                    </a:lnTo>
                    <a:lnTo>
                      <a:pt x="466" y="5683"/>
                    </a:lnTo>
                    <a:lnTo>
                      <a:pt x="585" y="5576"/>
                    </a:lnTo>
                    <a:lnTo>
                      <a:pt x="693" y="5456"/>
                    </a:lnTo>
                    <a:lnTo>
                      <a:pt x="788" y="5313"/>
                    </a:lnTo>
                    <a:lnTo>
                      <a:pt x="860" y="5170"/>
                    </a:lnTo>
                    <a:lnTo>
                      <a:pt x="917" y="5022"/>
                    </a:lnTo>
                    <a:lnTo>
                      <a:pt x="931" y="5015"/>
                    </a:lnTo>
                    <a:lnTo>
                      <a:pt x="919" y="4991"/>
                    </a:lnTo>
                    <a:lnTo>
                      <a:pt x="776" y="4776"/>
                    </a:lnTo>
                    <a:lnTo>
                      <a:pt x="645" y="4537"/>
                    </a:lnTo>
                    <a:lnTo>
                      <a:pt x="525" y="4310"/>
                    </a:lnTo>
                    <a:lnTo>
                      <a:pt x="442" y="4059"/>
                    </a:lnTo>
                    <a:lnTo>
                      <a:pt x="370" y="3809"/>
                    </a:lnTo>
                    <a:lnTo>
                      <a:pt x="322" y="3546"/>
                    </a:lnTo>
                    <a:lnTo>
                      <a:pt x="299" y="3283"/>
                    </a:lnTo>
                    <a:lnTo>
                      <a:pt x="299" y="3021"/>
                    </a:lnTo>
                    <a:lnTo>
                      <a:pt x="310" y="2806"/>
                    </a:lnTo>
                    <a:lnTo>
                      <a:pt x="346" y="2591"/>
                    </a:lnTo>
                    <a:lnTo>
                      <a:pt x="394" y="2376"/>
                    </a:lnTo>
                    <a:lnTo>
                      <a:pt x="454" y="2173"/>
                    </a:lnTo>
                    <a:lnTo>
                      <a:pt x="525" y="1970"/>
                    </a:lnTo>
                    <a:lnTo>
                      <a:pt x="621" y="1767"/>
                    </a:lnTo>
                    <a:lnTo>
                      <a:pt x="716" y="1576"/>
                    </a:lnTo>
                    <a:lnTo>
                      <a:pt x="836" y="1397"/>
                    </a:lnTo>
                    <a:lnTo>
                      <a:pt x="955" y="1230"/>
                    </a:lnTo>
                    <a:lnTo>
                      <a:pt x="1098" y="1063"/>
                    </a:lnTo>
                    <a:lnTo>
                      <a:pt x="1242" y="919"/>
                    </a:lnTo>
                    <a:lnTo>
                      <a:pt x="1397" y="776"/>
                    </a:lnTo>
                    <a:lnTo>
                      <a:pt x="1564" y="645"/>
                    </a:lnTo>
                    <a:lnTo>
                      <a:pt x="1743" y="525"/>
                    </a:lnTo>
                    <a:lnTo>
                      <a:pt x="1922" y="418"/>
                    </a:lnTo>
                    <a:lnTo>
                      <a:pt x="2113" y="322"/>
                    </a:lnTo>
                    <a:lnTo>
                      <a:pt x="2316" y="239"/>
                    </a:lnTo>
                    <a:lnTo>
                      <a:pt x="2519" y="179"/>
                    </a:lnTo>
                    <a:lnTo>
                      <a:pt x="2734" y="119"/>
                    </a:lnTo>
                    <a:lnTo>
                      <a:pt x="2961" y="84"/>
                    </a:lnTo>
                    <a:lnTo>
                      <a:pt x="3176" y="60"/>
                    </a:lnTo>
                    <a:close/>
                    <a:moveTo>
                      <a:pt x="3152" y="0"/>
                    </a:moveTo>
                    <a:lnTo>
                      <a:pt x="2925" y="24"/>
                    </a:lnTo>
                    <a:lnTo>
                      <a:pt x="2710" y="72"/>
                    </a:lnTo>
                    <a:lnTo>
                      <a:pt x="2483" y="119"/>
                    </a:lnTo>
                    <a:lnTo>
                      <a:pt x="2281" y="191"/>
                    </a:lnTo>
                    <a:lnTo>
                      <a:pt x="2078" y="275"/>
                    </a:lnTo>
                    <a:lnTo>
                      <a:pt x="1887" y="370"/>
                    </a:lnTo>
                    <a:lnTo>
                      <a:pt x="1707" y="478"/>
                    </a:lnTo>
                    <a:lnTo>
                      <a:pt x="1528" y="597"/>
                    </a:lnTo>
                    <a:lnTo>
                      <a:pt x="1349" y="728"/>
                    </a:lnTo>
                    <a:lnTo>
                      <a:pt x="1194" y="884"/>
                    </a:lnTo>
                    <a:lnTo>
                      <a:pt x="1039" y="1039"/>
                    </a:lnTo>
                    <a:lnTo>
                      <a:pt x="907" y="1206"/>
                    </a:lnTo>
                    <a:lnTo>
                      <a:pt x="776" y="1373"/>
                    </a:lnTo>
                    <a:lnTo>
                      <a:pt x="657" y="1564"/>
                    </a:lnTo>
                    <a:lnTo>
                      <a:pt x="561" y="1755"/>
                    </a:lnTo>
                    <a:lnTo>
                      <a:pt x="466" y="1946"/>
                    </a:lnTo>
                    <a:lnTo>
                      <a:pt x="394" y="2161"/>
                    </a:lnTo>
                    <a:lnTo>
                      <a:pt x="334" y="2364"/>
                    </a:lnTo>
                    <a:lnTo>
                      <a:pt x="287" y="2579"/>
                    </a:lnTo>
                    <a:lnTo>
                      <a:pt x="251" y="2830"/>
                    </a:lnTo>
                    <a:lnTo>
                      <a:pt x="239" y="3092"/>
                    </a:lnTo>
                    <a:lnTo>
                      <a:pt x="251" y="3343"/>
                    </a:lnTo>
                    <a:lnTo>
                      <a:pt x="275" y="3606"/>
                    </a:lnTo>
                    <a:lnTo>
                      <a:pt x="322" y="3857"/>
                    </a:lnTo>
                    <a:lnTo>
                      <a:pt x="394" y="4107"/>
                    </a:lnTo>
                    <a:lnTo>
                      <a:pt x="478" y="4346"/>
                    </a:lnTo>
                    <a:lnTo>
                      <a:pt x="597" y="4585"/>
                    </a:lnTo>
                    <a:lnTo>
                      <a:pt x="716" y="4812"/>
                    </a:lnTo>
                    <a:lnTo>
                      <a:pt x="865" y="5018"/>
                    </a:lnTo>
                    <a:lnTo>
                      <a:pt x="812" y="5146"/>
                    </a:lnTo>
                    <a:lnTo>
                      <a:pt x="740" y="5289"/>
                    </a:lnTo>
                    <a:lnTo>
                      <a:pt x="645" y="5409"/>
                    </a:lnTo>
                    <a:lnTo>
                      <a:pt x="549" y="5528"/>
                    </a:lnTo>
                    <a:lnTo>
                      <a:pt x="430" y="5636"/>
                    </a:lnTo>
                    <a:lnTo>
                      <a:pt x="310" y="5731"/>
                    </a:lnTo>
                    <a:lnTo>
                      <a:pt x="167" y="5803"/>
                    </a:lnTo>
                    <a:lnTo>
                      <a:pt x="24" y="5862"/>
                    </a:lnTo>
                    <a:lnTo>
                      <a:pt x="0" y="5874"/>
                    </a:lnTo>
                    <a:lnTo>
                      <a:pt x="0" y="5886"/>
                    </a:lnTo>
                    <a:lnTo>
                      <a:pt x="0" y="5898"/>
                    </a:lnTo>
                    <a:lnTo>
                      <a:pt x="12" y="5910"/>
                    </a:lnTo>
                    <a:lnTo>
                      <a:pt x="108" y="5958"/>
                    </a:lnTo>
                    <a:lnTo>
                      <a:pt x="215" y="5994"/>
                    </a:lnTo>
                    <a:lnTo>
                      <a:pt x="310" y="6018"/>
                    </a:lnTo>
                    <a:lnTo>
                      <a:pt x="418" y="6030"/>
                    </a:lnTo>
                    <a:lnTo>
                      <a:pt x="525" y="6041"/>
                    </a:lnTo>
                    <a:lnTo>
                      <a:pt x="728" y="6041"/>
                    </a:lnTo>
                    <a:lnTo>
                      <a:pt x="836" y="6030"/>
                    </a:lnTo>
                    <a:lnTo>
                      <a:pt x="931" y="6006"/>
                    </a:lnTo>
                    <a:lnTo>
                      <a:pt x="1039" y="5982"/>
                    </a:lnTo>
                    <a:lnTo>
                      <a:pt x="1134" y="5946"/>
                    </a:lnTo>
                    <a:lnTo>
                      <a:pt x="1230" y="5910"/>
                    </a:lnTo>
                    <a:lnTo>
                      <a:pt x="1325" y="5862"/>
                    </a:lnTo>
                    <a:lnTo>
                      <a:pt x="1421" y="5815"/>
                    </a:lnTo>
                    <a:lnTo>
                      <a:pt x="1504" y="5755"/>
                    </a:lnTo>
                    <a:lnTo>
                      <a:pt x="1572" y="5697"/>
                    </a:lnTo>
                    <a:lnTo>
                      <a:pt x="1572" y="5697"/>
                    </a:lnTo>
                    <a:lnTo>
                      <a:pt x="1779" y="5838"/>
                    </a:lnTo>
                    <a:lnTo>
                      <a:pt x="2018" y="5958"/>
                    </a:lnTo>
                    <a:lnTo>
                      <a:pt x="2257" y="6065"/>
                    </a:lnTo>
                    <a:lnTo>
                      <a:pt x="2519" y="6149"/>
                    </a:lnTo>
                    <a:lnTo>
                      <a:pt x="2770" y="6221"/>
                    </a:lnTo>
                    <a:lnTo>
                      <a:pt x="3045" y="6256"/>
                    </a:lnTo>
                    <a:lnTo>
                      <a:pt x="3307" y="6280"/>
                    </a:lnTo>
                    <a:lnTo>
                      <a:pt x="3582" y="6268"/>
                    </a:lnTo>
                    <a:lnTo>
                      <a:pt x="3797" y="6244"/>
                    </a:lnTo>
                    <a:lnTo>
                      <a:pt x="4012" y="6209"/>
                    </a:lnTo>
                    <a:lnTo>
                      <a:pt x="4227" y="6161"/>
                    </a:lnTo>
                    <a:lnTo>
                      <a:pt x="4442" y="6089"/>
                    </a:lnTo>
                    <a:lnTo>
                      <a:pt x="4645" y="6006"/>
                    </a:lnTo>
                    <a:lnTo>
                      <a:pt x="4848" y="5910"/>
                    </a:lnTo>
                    <a:lnTo>
                      <a:pt x="5039" y="5803"/>
                    </a:lnTo>
                    <a:lnTo>
                      <a:pt x="5218" y="5683"/>
                    </a:lnTo>
                    <a:lnTo>
                      <a:pt x="5385" y="5552"/>
                    </a:lnTo>
                    <a:lnTo>
                      <a:pt x="5552" y="5409"/>
                    </a:lnTo>
                    <a:lnTo>
                      <a:pt x="5695" y="5253"/>
                    </a:lnTo>
                    <a:lnTo>
                      <a:pt x="5839" y="5086"/>
                    </a:lnTo>
                    <a:lnTo>
                      <a:pt x="5970" y="4919"/>
                    </a:lnTo>
                    <a:lnTo>
                      <a:pt x="6077" y="4740"/>
                    </a:lnTo>
                    <a:lnTo>
                      <a:pt x="6185" y="4549"/>
                    </a:lnTo>
                    <a:lnTo>
                      <a:pt x="6268" y="4346"/>
                    </a:lnTo>
                    <a:lnTo>
                      <a:pt x="6352" y="4143"/>
                    </a:lnTo>
                    <a:lnTo>
                      <a:pt x="6412" y="3928"/>
                    </a:lnTo>
                    <a:lnTo>
                      <a:pt x="6471" y="3701"/>
                    </a:lnTo>
                    <a:lnTo>
                      <a:pt x="6495" y="3486"/>
                    </a:lnTo>
                    <a:lnTo>
                      <a:pt x="6519" y="3260"/>
                    </a:lnTo>
                    <a:lnTo>
                      <a:pt x="6519" y="3033"/>
                    </a:lnTo>
                    <a:lnTo>
                      <a:pt x="6495" y="2806"/>
                    </a:lnTo>
                    <a:lnTo>
                      <a:pt x="6471" y="2591"/>
                    </a:lnTo>
                    <a:lnTo>
                      <a:pt x="6424" y="2376"/>
                    </a:lnTo>
                    <a:lnTo>
                      <a:pt x="6364" y="2161"/>
                    </a:lnTo>
                    <a:lnTo>
                      <a:pt x="6292" y="1958"/>
                    </a:lnTo>
                    <a:lnTo>
                      <a:pt x="6197" y="1755"/>
                    </a:lnTo>
                    <a:lnTo>
                      <a:pt x="6101" y="1564"/>
                    </a:lnTo>
                    <a:lnTo>
                      <a:pt x="5982" y="1385"/>
                    </a:lnTo>
                    <a:lnTo>
                      <a:pt x="5850" y="1206"/>
                    </a:lnTo>
                    <a:lnTo>
                      <a:pt x="5719" y="1039"/>
                    </a:lnTo>
                    <a:lnTo>
                      <a:pt x="5564" y="884"/>
                    </a:lnTo>
                    <a:lnTo>
                      <a:pt x="5409" y="740"/>
                    </a:lnTo>
                    <a:lnTo>
                      <a:pt x="5242" y="609"/>
                    </a:lnTo>
                    <a:lnTo>
                      <a:pt x="5062" y="478"/>
                    </a:lnTo>
                    <a:lnTo>
                      <a:pt x="4871" y="370"/>
                    </a:lnTo>
                    <a:lnTo>
                      <a:pt x="4680" y="275"/>
                    </a:lnTo>
                    <a:lnTo>
                      <a:pt x="4477" y="191"/>
                    </a:lnTo>
                    <a:lnTo>
                      <a:pt x="4274" y="131"/>
                    </a:lnTo>
                    <a:lnTo>
                      <a:pt x="4060" y="72"/>
                    </a:lnTo>
                    <a:lnTo>
                      <a:pt x="3833" y="24"/>
                    </a:lnTo>
                    <a:lnTo>
                      <a:pt x="360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19"/>
              <p:cNvSpPr/>
              <p:nvPr/>
            </p:nvSpPr>
            <p:spPr>
              <a:xfrm>
                <a:off x="6733592" y="1861680"/>
                <a:ext cx="36666" cy="36666"/>
              </a:xfrm>
              <a:custGeom>
                <a:rect b="b" l="l" r="r" t="t"/>
                <a:pathLst>
                  <a:path extrusionOk="0" h="682" w="682">
                    <a:moveTo>
                      <a:pt x="335" y="1"/>
                    </a:moveTo>
                    <a:lnTo>
                      <a:pt x="276" y="13"/>
                    </a:lnTo>
                    <a:lnTo>
                      <a:pt x="204" y="25"/>
                    </a:lnTo>
                    <a:lnTo>
                      <a:pt x="144" y="61"/>
                    </a:lnTo>
                    <a:lnTo>
                      <a:pt x="96" y="96"/>
                    </a:lnTo>
                    <a:lnTo>
                      <a:pt x="61" y="156"/>
                    </a:lnTo>
                    <a:lnTo>
                      <a:pt x="25" y="204"/>
                    </a:lnTo>
                    <a:lnTo>
                      <a:pt x="1" y="276"/>
                    </a:lnTo>
                    <a:lnTo>
                      <a:pt x="1" y="347"/>
                    </a:lnTo>
                    <a:lnTo>
                      <a:pt x="1" y="407"/>
                    </a:lnTo>
                    <a:lnTo>
                      <a:pt x="25" y="478"/>
                    </a:lnTo>
                    <a:lnTo>
                      <a:pt x="61" y="538"/>
                    </a:lnTo>
                    <a:lnTo>
                      <a:pt x="96" y="586"/>
                    </a:lnTo>
                    <a:lnTo>
                      <a:pt x="144" y="622"/>
                    </a:lnTo>
                    <a:lnTo>
                      <a:pt x="204" y="658"/>
                    </a:lnTo>
                    <a:lnTo>
                      <a:pt x="276" y="681"/>
                    </a:lnTo>
                    <a:lnTo>
                      <a:pt x="407" y="681"/>
                    </a:lnTo>
                    <a:lnTo>
                      <a:pt x="478" y="658"/>
                    </a:lnTo>
                    <a:lnTo>
                      <a:pt x="526" y="622"/>
                    </a:lnTo>
                    <a:lnTo>
                      <a:pt x="586" y="586"/>
                    </a:lnTo>
                    <a:lnTo>
                      <a:pt x="622" y="538"/>
                    </a:lnTo>
                    <a:lnTo>
                      <a:pt x="658" y="478"/>
                    </a:lnTo>
                    <a:lnTo>
                      <a:pt x="670" y="407"/>
                    </a:lnTo>
                    <a:lnTo>
                      <a:pt x="681" y="347"/>
                    </a:lnTo>
                    <a:lnTo>
                      <a:pt x="670" y="276"/>
                    </a:lnTo>
                    <a:lnTo>
                      <a:pt x="658" y="204"/>
                    </a:lnTo>
                    <a:lnTo>
                      <a:pt x="622" y="156"/>
                    </a:lnTo>
                    <a:lnTo>
                      <a:pt x="586" y="96"/>
                    </a:lnTo>
                    <a:lnTo>
                      <a:pt x="526" y="61"/>
                    </a:lnTo>
                    <a:lnTo>
                      <a:pt x="478"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19"/>
              <p:cNvSpPr/>
              <p:nvPr/>
            </p:nvSpPr>
            <p:spPr>
              <a:xfrm>
                <a:off x="6793321" y="1861680"/>
                <a:ext cx="36612" cy="36666"/>
              </a:xfrm>
              <a:custGeom>
                <a:rect b="b" l="l" r="r" t="t"/>
                <a:pathLst>
                  <a:path extrusionOk="0" h="682" w="681">
                    <a:moveTo>
                      <a:pt x="335" y="1"/>
                    </a:moveTo>
                    <a:lnTo>
                      <a:pt x="275" y="13"/>
                    </a:lnTo>
                    <a:lnTo>
                      <a:pt x="203" y="25"/>
                    </a:lnTo>
                    <a:lnTo>
                      <a:pt x="144" y="61"/>
                    </a:lnTo>
                    <a:lnTo>
                      <a:pt x="96" y="96"/>
                    </a:lnTo>
                    <a:lnTo>
                      <a:pt x="60" y="156"/>
                    </a:lnTo>
                    <a:lnTo>
                      <a:pt x="24" y="204"/>
                    </a:lnTo>
                    <a:lnTo>
                      <a:pt x="0" y="276"/>
                    </a:lnTo>
                    <a:lnTo>
                      <a:pt x="0" y="347"/>
                    </a:lnTo>
                    <a:lnTo>
                      <a:pt x="0" y="407"/>
                    </a:lnTo>
                    <a:lnTo>
                      <a:pt x="24" y="478"/>
                    </a:lnTo>
                    <a:lnTo>
                      <a:pt x="60" y="538"/>
                    </a:lnTo>
                    <a:lnTo>
                      <a:pt x="96" y="586"/>
                    </a:lnTo>
                    <a:lnTo>
                      <a:pt x="144" y="622"/>
                    </a:lnTo>
                    <a:lnTo>
                      <a:pt x="203" y="658"/>
                    </a:lnTo>
                    <a:lnTo>
                      <a:pt x="275" y="681"/>
                    </a:lnTo>
                    <a:lnTo>
                      <a:pt x="406" y="681"/>
                    </a:lnTo>
                    <a:lnTo>
                      <a:pt x="478" y="658"/>
                    </a:lnTo>
                    <a:lnTo>
                      <a:pt x="526" y="622"/>
                    </a:lnTo>
                    <a:lnTo>
                      <a:pt x="585" y="586"/>
                    </a:lnTo>
                    <a:lnTo>
                      <a:pt x="621" y="538"/>
                    </a:lnTo>
                    <a:lnTo>
                      <a:pt x="657" y="478"/>
                    </a:lnTo>
                    <a:lnTo>
                      <a:pt x="669" y="407"/>
                    </a:lnTo>
                    <a:lnTo>
                      <a:pt x="681" y="347"/>
                    </a:lnTo>
                    <a:lnTo>
                      <a:pt x="669" y="276"/>
                    </a:lnTo>
                    <a:lnTo>
                      <a:pt x="657" y="204"/>
                    </a:lnTo>
                    <a:lnTo>
                      <a:pt x="621" y="156"/>
                    </a:lnTo>
                    <a:lnTo>
                      <a:pt x="585" y="96"/>
                    </a:lnTo>
                    <a:lnTo>
                      <a:pt x="526" y="61"/>
                    </a:lnTo>
                    <a:lnTo>
                      <a:pt x="478" y="25"/>
                    </a:lnTo>
                    <a:lnTo>
                      <a:pt x="406"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19"/>
              <p:cNvSpPr/>
              <p:nvPr/>
            </p:nvSpPr>
            <p:spPr>
              <a:xfrm>
                <a:off x="6852996" y="1861680"/>
                <a:ext cx="36666" cy="36666"/>
              </a:xfrm>
              <a:custGeom>
                <a:rect b="b" l="l" r="r" t="t"/>
                <a:pathLst>
                  <a:path extrusionOk="0" h="682" w="682">
                    <a:moveTo>
                      <a:pt x="335" y="1"/>
                    </a:moveTo>
                    <a:lnTo>
                      <a:pt x="275" y="13"/>
                    </a:lnTo>
                    <a:lnTo>
                      <a:pt x="204" y="25"/>
                    </a:lnTo>
                    <a:lnTo>
                      <a:pt x="144" y="61"/>
                    </a:lnTo>
                    <a:lnTo>
                      <a:pt x="96" y="96"/>
                    </a:lnTo>
                    <a:lnTo>
                      <a:pt x="60" y="156"/>
                    </a:lnTo>
                    <a:lnTo>
                      <a:pt x="25" y="204"/>
                    </a:lnTo>
                    <a:lnTo>
                      <a:pt x="1" y="276"/>
                    </a:lnTo>
                    <a:lnTo>
                      <a:pt x="1" y="347"/>
                    </a:lnTo>
                    <a:lnTo>
                      <a:pt x="1" y="407"/>
                    </a:lnTo>
                    <a:lnTo>
                      <a:pt x="25" y="478"/>
                    </a:lnTo>
                    <a:lnTo>
                      <a:pt x="60" y="538"/>
                    </a:lnTo>
                    <a:lnTo>
                      <a:pt x="96" y="586"/>
                    </a:lnTo>
                    <a:lnTo>
                      <a:pt x="144" y="622"/>
                    </a:lnTo>
                    <a:lnTo>
                      <a:pt x="204" y="658"/>
                    </a:lnTo>
                    <a:lnTo>
                      <a:pt x="275" y="681"/>
                    </a:lnTo>
                    <a:lnTo>
                      <a:pt x="407" y="681"/>
                    </a:lnTo>
                    <a:lnTo>
                      <a:pt x="466" y="658"/>
                    </a:lnTo>
                    <a:lnTo>
                      <a:pt x="526" y="622"/>
                    </a:lnTo>
                    <a:lnTo>
                      <a:pt x="586" y="586"/>
                    </a:lnTo>
                    <a:lnTo>
                      <a:pt x="622" y="538"/>
                    </a:lnTo>
                    <a:lnTo>
                      <a:pt x="657" y="478"/>
                    </a:lnTo>
                    <a:lnTo>
                      <a:pt x="669" y="407"/>
                    </a:lnTo>
                    <a:lnTo>
                      <a:pt x="681" y="347"/>
                    </a:lnTo>
                    <a:lnTo>
                      <a:pt x="669" y="276"/>
                    </a:lnTo>
                    <a:lnTo>
                      <a:pt x="657" y="204"/>
                    </a:lnTo>
                    <a:lnTo>
                      <a:pt x="622" y="156"/>
                    </a:lnTo>
                    <a:lnTo>
                      <a:pt x="586" y="96"/>
                    </a:lnTo>
                    <a:lnTo>
                      <a:pt x="526" y="61"/>
                    </a:lnTo>
                    <a:lnTo>
                      <a:pt x="466" y="25"/>
                    </a:lnTo>
                    <a:lnTo>
                      <a:pt x="407" y="13"/>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477" name="Google Shape;1477;p19"/>
          <p:cNvSpPr/>
          <p:nvPr/>
        </p:nvSpPr>
        <p:spPr>
          <a:xfrm>
            <a:off x="1016525" y="2603250"/>
            <a:ext cx="630900" cy="6309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19"/>
          <p:cNvSpPr/>
          <p:nvPr/>
        </p:nvSpPr>
        <p:spPr>
          <a:xfrm>
            <a:off x="2527758" y="2603250"/>
            <a:ext cx="630900" cy="6309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19"/>
          <p:cNvSpPr/>
          <p:nvPr/>
        </p:nvSpPr>
        <p:spPr>
          <a:xfrm>
            <a:off x="1772142" y="2603250"/>
            <a:ext cx="630900" cy="6309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19"/>
          <p:cNvSpPr txBox="1"/>
          <p:nvPr>
            <p:ph idx="1" type="subTitle"/>
          </p:nvPr>
        </p:nvSpPr>
        <p:spPr>
          <a:xfrm>
            <a:off x="953250" y="1598399"/>
            <a:ext cx="4448700" cy="914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b="1" lang="en"/>
              <a:t>Does anyone have any questions?</a:t>
            </a:r>
            <a:endParaRPr b="1"/>
          </a:p>
          <a:p>
            <a:pPr indent="0" lvl="0" marL="0" rtl="0" algn="l">
              <a:lnSpc>
                <a:spcPct val="100000"/>
              </a:lnSpc>
              <a:spcBef>
                <a:spcPts val="0"/>
              </a:spcBef>
              <a:spcAft>
                <a:spcPts val="0"/>
              </a:spcAft>
              <a:buClr>
                <a:schemeClr val="dk1"/>
              </a:buClr>
              <a:buSzPts val="1100"/>
              <a:buFont typeface="Arial"/>
              <a:buNone/>
            </a:pPr>
            <a:r>
              <a:rPr lang="en"/>
              <a:t>addyouremail@freepik.com </a:t>
            </a:r>
            <a:endParaRPr/>
          </a:p>
          <a:p>
            <a:pPr indent="0" lvl="0" marL="0" rtl="0" algn="l">
              <a:lnSpc>
                <a:spcPct val="100000"/>
              </a:lnSpc>
              <a:spcBef>
                <a:spcPts val="0"/>
              </a:spcBef>
              <a:spcAft>
                <a:spcPts val="0"/>
              </a:spcAft>
              <a:buClr>
                <a:schemeClr val="dk1"/>
              </a:buClr>
              <a:buSzPts val="1100"/>
              <a:buFont typeface="Arial"/>
              <a:buNone/>
            </a:pPr>
            <a:r>
              <a:rPr lang="en"/>
              <a:t>+91  620 421 838 </a:t>
            </a:r>
            <a:endParaRPr/>
          </a:p>
          <a:p>
            <a:pPr indent="0" lvl="0" marL="0" rtl="0" algn="l">
              <a:lnSpc>
                <a:spcPct val="100000"/>
              </a:lnSpc>
              <a:spcBef>
                <a:spcPts val="0"/>
              </a:spcBef>
              <a:spcAft>
                <a:spcPts val="0"/>
              </a:spcAft>
              <a:buSzPts val="1200"/>
              <a:buNone/>
            </a:pPr>
            <a:r>
              <a:rPr lang="en"/>
              <a:t>yourcompany.com</a:t>
            </a:r>
            <a:endParaRPr/>
          </a:p>
        </p:txBody>
      </p:sp>
      <p:sp>
        <p:nvSpPr>
          <p:cNvPr id="1481" name="Google Shape;1481;p19"/>
          <p:cNvSpPr txBox="1"/>
          <p:nvPr>
            <p:ph type="title"/>
          </p:nvPr>
        </p:nvSpPr>
        <p:spPr>
          <a:xfrm>
            <a:off x="953250" y="576050"/>
            <a:ext cx="4445400" cy="951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THANKS!</a:t>
            </a:r>
            <a:endParaRPr/>
          </a:p>
        </p:txBody>
      </p:sp>
      <p:sp>
        <p:nvSpPr>
          <p:cNvPr id="1482" name="Google Shape;1482;p19"/>
          <p:cNvSpPr/>
          <p:nvPr/>
        </p:nvSpPr>
        <p:spPr>
          <a:xfrm>
            <a:off x="2737797" y="2797161"/>
            <a:ext cx="210823" cy="243078"/>
          </a:xfrm>
          <a:custGeom>
            <a:rect b="b" l="l" r="r" t="t"/>
            <a:pathLst>
              <a:path extrusionOk="0" h="209550" w="184125">
                <a:moveTo>
                  <a:pt x="96778" y="0"/>
                </a:moveTo>
                <a:lnTo>
                  <a:pt x="96778" y="93498"/>
                </a:lnTo>
                <a:lnTo>
                  <a:pt x="96778" y="144758"/>
                </a:lnTo>
                <a:lnTo>
                  <a:pt x="96676" y="147218"/>
                </a:lnTo>
                <a:lnTo>
                  <a:pt x="96368" y="149781"/>
                </a:lnTo>
                <a:lnTo>
                  <a:pt x="95856" y="152139"/>
                </a:lnTo>
                <a:lnTo>
                  <a:pt x="95138" y="154497"/>
                </a:lnTo>
                <a:lnTo>
                  <a:pt x="94318" y="156752"/>
                </a:lnTo>
                <a:lnTo>
                  <a:pt x="93293" y="159008"/>
                </a:lnTo>
                <a:lnTo>
                  <a:pt x="92063" y="161058"/>
                </a:lnTo>
                <a:lnTo>
                  <a:pt x="90730" y="163006"/>
                </a:lnTo>
                <a:lnTo>
                  <a:pt x="89294" y="164851"/>
                </a:lnTo>
                <a:lnTo>
                  <a:pt x="87654" y="166594"/>
                </a:lnTo>
                <a:lnTo>
                  <a:pt x="85911" y="168235"/>
                </a:lnTo>
                <a:lnTo>
                  <a:pt x="84066" y="169670"/>
                </a:lnTo>
                <a:lnTo>
                  <a:pt x="82016" y="171105"/>
                </a:lnTo>
                <a:lnTo>
                  <a:pt x="79965" y="172233"/>
                </a:lnTo>
                <a:lnTo>
                  <a:pt x="77710" y="173258"/>
                </a:lnTo>
                <a:lnTo>
                  <a:pt x="75454" y="174078"/>
                </a:lnTo>
                <a:lnTo>
                  <a:pt x="74122" y="174488"/>
                </a:lnTo>
                <a:lnTo>
                  <a:pt x="72789" y="174898"/>
                </a:lnTo>
                <a:lnTo>
                  <a:pt x="71354" y="175206"/>
                </a:lnTo>
                <a:lnTo>
                  <a:pt x="69918" y="175411"/>
                </a:lnTo>
                <a:lnTo>
                  <a:pt x="68483" y="175514"/>
                </a:lnTo>
                <a:lnTo>
                  <a:pt x="66945" y="175616"/>
                </a:lnTo>
                <a:lnTo>
                  <a:pt x="65510" y="175719"/>
                </a:lnTo>
                <a:lnTo>
                  <a:pt x="63972" y="175616"/>
                </a:lnTo>
                <a:lnTo>
                  <a:pt x="62024" y="175514"/>
                </a:lnTo>
                <a:lnTo>
                  <a:pt x="60179" y="175206"/>
                </a:lnTo>
                <a:lnTo>
                  <a:pt x="58334" y="174796"/>
                </a:lnTo>
                <a:lnTo>
                  <a:pt x="56591" y="174283"/>
                </a:lnTo>
                <a:lnTo>
                  <a:pt x="54745" y="173668"/>
                </a:lnTo>
                <a:lnTo>
                  <a:pt x="53105" y="172951"/>
                </a:lnTo>
                <a:lnTo>
                  <a:pt x="51465" y="172233"/>
                </a:lnTo>
                <a:lnTo>
                  <a:pt x="49824" y="171310"/>
                </a:lnTo>
                <a:lnTo>
                  <a:pt x="48184" y="170285"/>
                </a:lnTo>
                <a:lnTo>
                  <a:pt x="46646" y="169055"/>
                </a:lnTo>
                <a:lnTo>
                  <a:pt x="45109" y="167825"/>
                </a:lnTo>
                <a:lnTo>
                  <a:pt x="43673" y="166492"/>
                </a:lnTo>
                <a:lnTo>
                  <a:pt x="42341" y="165057"/>
                </a:lnTo>
                <a:lnTo>
                  <a:pt x="41110" y="163621"/>
                </a:lnTo>
                <a:lnTo>
                  <a:pt x="39983" y="162083"/>
                </a:lnTo>
                <a:lnTo>
                  <a:pt x="38957" y="160341"/>
                </a:lnTo>
                <a:lnTo>
                  <a:pt x="38035" y="158700"/>
                </a:lnTo>
                <a:lnTo>
                  <a:pt x="37215" y="156855"/>
                </a:lnTo>
                <a:lnTo>
                  <a:pt x="36497" y="155112"/>
                </a:lnTo>
                <a:lnTo>
                  <a:pt x="35882" y="153164"/>
                </a:lnTo>
                <a:lnTo>
                  <a:pt x="35369" y="151216"/>
                </a:lnTo>
                <a:lnTo>
                  <a:pt x="34959" y="149269"/>
                </a:lnTo>
                <a:lnTo>
                  <a:pt x="34754" y="147218"/>
                </a:lnTo>
                <a:lnTo>
                  <a:pt x="34652" y="145168"/>
                </a:lnTo>
                <a:lnTo>
                  <a:pt x="34652" y="143527"/>
                </a:lnTo>
                <a:lnTo>
                  <a:pt x="34754" y="141990"/>
                </a:lnTo>
                <a:lnTo>
                  <a:pt x="34959" y="140452"/>
                </a:lnTo>
                <a:lnTo>
                  <a:pt x="35267" y="138812"/>
                </a:lnTo>
                <a:lnTo>
                  <a:pt x="35574" y="137376"/>
                </a:lnTo>
                <a:lnTo>
                  <a:pt x="35984" y="135838"/>
                </a:lnTo>
                <a:lnTo>
                  <a:pt x="36394" y="134403"/>
                </a:lnTo>
                <a:lnTo>
                  <a:pt x="37010" y="132968"/>
                </a:lnTo>
                <a:lnTo>
                  <a:pt x="37625" y="131533"/>
                </a:lnTo>
                <a:lnTo>
                  <a:pt x="38240" y="130200"/>
                </a:lnTo>
                <a:lnTo>
                  <a:pt x="39060" y="128867"/>
                </a:lnTo>
                <a:lnTo>
                  <a:pt x="39778" y="127637"/>
                </a:lnTo>
                <a:lnTo>
                  <a:pt x="40700" y="126407"/>
                </a:lnTo>
                <a:lnTo>
                  <a:pt x="41623" y="125176"/>
                </a:lnTo>
                <a:lnTo>
                  <a:pt x="42546" y="124049"/>
                </a:lnTo>
                <a:lnTo>
                  <a:pt x="43571" y="122921"/>
                </a:lnTo>
                <a:lnTo>
                  <a:pt x="44699" y="121896"/>
                </a:lnTo>
                <a:lnTo>
                  <a:pt x="45826" y="120973"/>
                </a:lnTo>
                <a:lnTo>
                  <a:pt x="46954" y="120050"/>
                </a:lnTo>
                <a:lnTo>
                  <a:pt x="48184" y="119128"/>
                </a:lnTo>
                <a:lnTo>
                  <a:pt x="49517" y="118308"/>
                </a:lnTo>
                <a:lnTo>
                  <a:pt x="50747" y="117590"/>
                </a:lnTo>
                <a:lnTo>
                  <a:pt x="52182" y="116872"/>
                </a:lnTo>
                <a:lnTo>
                  <a:pt x="53515" y="116257"/>
                </a:lnTo>
                <a:lnTo>
                  <a:pt x="54950" y="115642"/>
                </a:lnTo>
                <a:lnTo>
                  <a:pt x="56386" y="115129"/>
                </a:lnTo>
                <a:lnTo>
                  <a:pt x="57924" y="114719"/>
                </a:lnTo>
                <a:lnTo>
                  <a:pt x="59359" y="114412"/>
                </a:lnTo>
                <a:lnTo>
                  <a:pt x="60897" y="114104"/>
                </a:lnTo>
                <a:lnTo>
                  <a:pt x="62537" y="113899"/>
                </a:lnTo>
                <a:lnTo>
                  <a:pt x="64075" y="113797"/>
                </a:lnTo>
                <a:lnTo>
                  <a:pt x="65715" y="113797"/>
                </a:lnTo>
                <a:lnTo>
                  <a:pt x="68278" y="113899"/>
                </a:lnTo>
                <a:lnTo>
                  <a:pt x="70738" y="114104"/>
                </a:lnTo>
                <a:lnTo>
                  <a:pt x="73096" y="114617"/>
                </a:lnTo>
                <a:lnTo>
                  <a:pt x="75454" y="115335"/>
                </a:lnTo>
                <a:lnTo>
                  <a:pt x="75454" y="89705"/>
                </a:lnTo>
                <a:lnTo>
                  <a:pt x="75454" y="80580"/>
                </a:lnTo>
                <a:lnTo>
                  <a:pt x="72994" y="80273"/>
                </a:lnTo>
                <a:lnTo>
                  <a:pt x="70533" y="80068"/>
                </a:lnTo>
                <a:lnTo>
                  <a:pt x="68073" y="79863"/>
                </a:lnTo>
                <a:lnTo>
                  <a:pt x="65612" y="79863"/>
                </a:lnTo>
                <a:lnTo>
                  <a:pt x="62127" y="79965"/>
                </a:lnTo>
                <a:lnTo>
                  <a:pt x="58539" y="80170"/>
                </a:lnTo>
                <a:lnTo>
                  <a:pt x="55155" y="80683"/>
                </a:lnTo>
                <a:lnTo>
                  <a:pt x="51670" y="81298"/>
                </a:lnTo>
                <a:lnTo>
                  <a:pt x="48287" y="82118"/>
                </a:lnTo>
                <a:lnTo>
                  <a:pt x="45006" y="83041"/>
                </a:lnTo>
                <a:lnTo>
                  <a:pt x="41725" y="84271"/>
                </a:lnTo>
                <a:lnTo>
                  <a:pt x="38547" y="85501"/>
                </a:lnTo>
                <a:lnTo>
                  <a:pt x="35472" y="87039"/>
                </a:lnTo>
                <a:lnTo>
                  <a:pt x="32499" y="88679"/>
                </a:lnTo>
                <a:lnTo>
                  <a:pt x="29526" y="90525"/>
                </a:lnTo>
                <a:lnTo>
                  <a:pt x="26655" y="92473"/>
                </a:lnTo>
                <a:lnTo>
                  <a:pt x="23887" y="94626"/>
                </a:lnTo>
                <a:lnTo>
                  <a:pt x="21222" y="96881"/>
                </a:lnTo>
                <a:lnTo>
                  <a:pt x="18761" y="99341"/>
                </a:lnTo>
                <a:lnTo>
                  <a:pt x="16301" y="101904"/>
                </a:lnTo>
                <a:lnTo>
                  <a:pt x="14558" y="103955"/>
                </a:lnTo>
                <a:lnTo>
                  <a:pt x="12917" y="106005"/>
                </a:lnTo>
                <a:lnTo>
                  <a:pt x="11277" y="108261"/>
                </a:lnTo>
                <a:lnTo>
                  <a:pt x="9842" y="110414"/>
                </a:lnTo>
                <a:lnTo>
                  <a:pt x="8509" y="112772"/>
                </a:lnTo>
                <a:lnTo>
                  <a:pt x="7176" y="115027"/>
                </a:lnTo>
                <a:lnTo>
                  <a:pt x="6049" y="117487"/>
                </a:lnTo>
                <a:lnTo>
                  <a:pt x="4921" y="119948"/>
                </a:lnTo>
                <a:lnTo>
                  <a:pt x="3998" y="122408"/>
                </a:lnTo>
                <a:lnTo>
                  <a:pt x="3076" y="124869"/>
                </a:lnTo>
                <a:lnTo>
                  <a:pt x="2358" y="127432"/>
                </a:lnTo>
                <a:lnTo>
                  <a:pt x="1640" y="129995"/>
                </a:lnTo>
                <a:lnTo>
                  <a:pt x="1128" y="132660"/>
                </a:lnTo>
                <a:lnTo>
                  <a:pt x="615" y="135326"/>
                </a:lnTo>
                <a:lnTo>
                  <a:pt x="308" y="137991"/>
                </a:lnTo>
                <a:lnTo>
                  <a:pt x="103" y="140657"/>
                </a:lnTo>
                <a:lnTo>
                  <a:pt x="0" y="144143"/>
                </a:lnTo>
                <a:lnTo>
                  <a:pt x="0" y="147628"/>
                </a:lnTo>
                <a:lnTo>
                  <a:pt x="308" y="151114"/>
                </a:lnTo>
                <a:lnTo>
                  <a:pt x="718" y="154497"/>
                </a:lnTo>
                <a:lnTo>
                  <a:pt x="1333" y="157880"/>
                </a:lnTo>
                <a:lnTo>
                  <a:pt x="2153" y="161263"/>
                </a:lnTo>
                <a:lnTo>
                  <a:pt x="3076" y="164544"/>
                </a:lnTo>
                <a:lnTo>
                  <a:pt x="4203" y="167722"/>
                </a:lnTo>
                <a:lnTo>
                  <a:pt x="5536" y="170900"/>
                </a:lnTo>
                <a:lnTo>
                  <a:pt x="6971" y="173976"/>
                </a:lnTo>
                <a:lnTo>
                  <a:pt x="8612" y="176949"/>
                </a:lnTo>
                <a:lnTo>
                  <a:pt x="10457" y="179819"/>
                </a:lnTo>
                <a:lnTo>
                  <a:pt x="12405" y="182690"/>
                </a:lnTo>
                <a:lnTo>
                  <a:pt x="14455" y="185458"/>
                </a:lnTo>
                <a:lnTo>
                  <a:pt x="16813" y="188021"/>
                </a:lnTo>
                <a:lnTo>
                  <a:pt x="19171" y="190584"/>
                </a:lnTo>
                <a:lnTo>
                  <a:pt x="20709" y="192019"/>
                </a:lnTo>
                <a:lnTo>
                  <a:pt x="22247" y="193352"/>
                </a:lnTo>
                <a:lnTo>
                  <a:pt x="23785" y="194685"/>
                </a:lnTo>
                <a:lnTo>
                  <a:pt x="25425" y="196017"/>
                </a:lnTo>
                <a:lnTo>
                  <a:pt x="27578" y="197555"/>
                </a:lnTo>
                <a:lnTo>
                  <a:pt x="29833" y="199093"/>
                </a:lnTo>
                <a:lnTo>
                  <a:pt x="32089" y="200528"/>
                </a:lnTo>
                <a:lnTo>
                  <a:pt x="34447" y="201861"/>
                </a:lnTo>
                <a:lnTo>
                  <a:pt x="36805" y="203091"/>
                </a:lnTo>
                <a:lnTo>
                  <a:pt x="39265" y="204219"/>
                </a:lnTo>
                <a:lnTo>
                  <a:pt x="41725" y="205142"/>
                </a:lnTo>
                <a:lnTo>
                  <a:pt x="44288" y="206064"/>
                </a:lnTo>
                <a:lnTo>
                  <a:pt x="46851" y="206884"/>
                </a:lnTo>
                <a:lnTo>
                  <a:pt x="49414" y="207602"/>
                </a:lnTo>
                <a:lnTo>
                  <a:pt x="52080" y="208217"/>
                </a:lnTo>
                <a:lnTo>
                  <a:pt x="54745" y="208730"/>
                </a:lnTo>
                <a:lnTo>
                  <a:pt x="57411" y="209140"/>
                </a:lnTo>
                <a:lnTo>
                  <a:pt x="60076" y="209345"/>
                </a:lnTo>
                <a:lnTo>
                  <a:pt x="62844" y="209550"/>
                </a:lnTo>
                <a:lnTo>
                  <a:pt x="68073" y="209550"/>
                </a:lnTo>
                <a:lnTo>
                  <a:pt x="70533" y="209447"/>
                </a:lnTo>
                <a:lnTo>
                  <a:pt x="72994" y="209140"/>
                </a:lnTo>
                <a:lnTo>
                  <a:pt x="75454" y="208832"/>
                </a:lnTo>
                <a:lnTo>
                  <a:pt x="78017" y="208422"/>
                </a:lnTo>
                <a:lnTo>
                  <a:pt x="80580" y="207910"/>
                </a:lnTo>
                <a:lnTo>
                  <a:pt x="83143" y="207295"/>
                </a:lnTo>
                <a:lnTo>
                  <a:pt x="85604" y="206577"/>
                </a:lnTo>
                <a:lnTo>
                  <a:pt x="88064" y="205757"/>
                </a:lnTo>
                <a:lnTo>
                  <a:pt x="90422" y="204834"/>
                </a:lnTo>
                <a:lnTo>
                  <a:pt x="92780" y="203809"/>
                </a:lnTo>
                <a:lnTo>
                  <a:pt x="95138" y="202681"/>
                </a:lnTo>
                <a:lnTo>
                  <a:pt x="97496" y="201451"/>
                </a:lnTo>
                <a:lnTo>
                  <a:pt x="99649" y="200221"/>
                </a:lnTo>
                <a:lnTo>
                  <a:pt x="101904" y="198785"/>
                </a:lnTo>
                <a:lnTo>
                  <a:pt x="104057" y="197350"/>
                </a:lnTo>
                <a:lnTo>
                  <a:pt x="106108" y="195812"/>
                </a:lnTo>
                <a:lnTo>
                  <a:pt x="108158" y="194172"/>
                </a:lnTo>
                <a:lnTo>
                  <a:pt x="110106" y="192429"/>
                </a:lnTo>
                <a:lnTo>
                  <a:pt x="112054" y="190584"/>
                </a:lnTo>
                <a:lnTo>
                  <a:pt x="114309" y="188226"/>
                </a:lnTo>
                <a:lnTo>
                  <a:pt x="116360" y="185868"/>
                </a:lnTo>
                <a:lnTo>
                  <a:pt x="118410" y="183305"/>
                </a:lnTo>
                <a:lnTo>
                  <a:pt x="120255" y="180742"/>
                </a:lnTo>
                <a:lnTo>
                  <a:pt x="121896" y="178076"/>
                </a:lnTo>
                <a:lnTo>
                  <a:pt x="123536" y="175308"/>
                </a:lnTo>
                <a:lnTo>
                  <a:pt x="124971" y="172540"/>
                </a:lnTo>
                <a:lnTo>
                  <a:pt x="126201" y="169670"/>
                </a:lnTo>
                <a:lnTo>
                  <a:pt x="127432" y="166799"/>
                </a:lnTo>
                <a:lnTo>
                  <a:pt x="128354" y="163724"/>
                </a:lnTo>
                <a:lnTo>
                  <a:pt x="129277" y="160751"/>
                </a:lnTo>
                <a:lnTo>
                  <a:pt x="129995" y="157675"/>
                </a:lnTo>
                <a:lnTo>
                  <a:pt x="130507" y="154497"/>
                </a:lnTo>
                <a:lnTo>
                  <a:pt x="130917" y="151421"/>
                </a:lnTo>
                <a:lnTo>
                  <a:pt x="131122" y="148243"/>
                </a:lnTo>
                <a:lnTo>
                  <a:pt x="131225" y="144963"/>
                </a:lnTo>
                <a:lnTo>
                  <a:pt x="131122" y="68483"/>
                </a:lnTo>
                <a:lnTo>
                  <a:pt x="133275" y="70123"/>
                </a:lnTo>
                <a:lnTo>
                  <a:pt x="135633" y="71764"/>
                </a:lnTo>
                <a:lnTo>
                  <a:pt x="137889" y="73301"/>
                </a:lnTo>
                <a:lnTo>
                  <a:pt x="140349" y="74737"/>
                </a:lnTo>
                <a:lnTo>
                  <a:pt x="142707" y="76070"/>
                </a:lnTo>
                <a:lnTo>
                  <a:pt x="145168" y="77300"/>
                </a:lnTo>
                <a:lnTo>
                  <a:pt x="147731" y="78530"/>
                </a:lnTo>
                <a:lnTo>
                  <a:pt x="150294" y="79658"/>
                </a:lnTo>
                <a:lnTo>
                  <a:pt x="154394" y="81298"/>
                </a:lnTo>
                <a:lnTo>
                  <a:pt x="158495" y="82631"/>
                </a:lnTo>
                <a:lnTo>
                  <a:pt x="162596" y="83861"/>
                </a:lnTo>
                <a:lnTo>
                  <a:pt x="166902" y="84784"/>
                </a:lnTo>
                <a:lnTo>
                  <a:pt x="171105" y="85501"/>
                </a:lnTo>
                <a:lnTo>
                  <a:pt x="175411" y="86116"/>
                </a:lnTo>
                <a:lnTo>
                  <a:pt x="179819" y="86424"/>
                </a:lnTo>
                <a:lnTo>
                  <a:pt x="184125" y="86527"/>
                </a:lnTo>
                <a:lnTo>
                  <a:pt x="184125" y="61614"/>
                </a:lnTo>
                <a:lnTo>
                  <a:pt x="184125" y="52388"/>
                </a:lnTo>
                <a:lnTo>
                  <a:pt x="184022" y="52490"/>
                </a:lnTo>
                <a:lnTo>
                  <a:pt x="181767" y="52388"/>
                </a:lnTo>
                <a:lnTo>
                  <a:pt x="179614" y="52285"/>
                </a:lnTo>
                <a:lnTo>
                  <a:pt x="177461" y="52080"/>
                </a:lnTo>
                <a:lnTo>
                  <a:pt x="175308" y="51670"/>
                </a:lnTo>
                <a:lnTo>
                  <a:pt x="173155" y="51362"/>
                </a:lnTo>
                <a:lnTo>
                  <a:pt x="171003" y="50850"/>
                </a:lnTo>
                <a:lnTo>
                  <a:pt x="168952" y="50235"/>
                </a:lnTo>
                <a:lnTo>
                  <a:pt x="166902" y="49619"/>
                </a:lnTo>
                <a:lnTo>
                  <a:pt x="164954" y="48902"/>
                </a:lnTo>
                <a:lnTo>
                  <a:pt x="163006" y="48082"/>
                </a:lnTo>
                <a:lnTo>
                  <a:pt x="161058" y="47262"/>
                </a:lnTo>
                <a:lnTo>
                  <a:pt x="159213" y="46236"/>
                </a:lnTo>
                <a:lnTo>
                  <a:pt x="157367" y="45211"/>
                </a:lnTo>
                <a:lnTo>
                  <a:pt x="155522" y="44186"/>
                </a:lnTo>
                <a:lnTo>
                  <a:pt x="153779" y="42956"/>
                </a:lnTo>
                <a:lnTo>
                  <a:pt x="152139" y="41828"/>
                </a:lnTo>
                <a:lnTo>
                  <a:pt x="150294" y="40290"/>
                </a:lnTo>
                <a:lnTo>
                  <a:pt x="148448" y="38752"/>
                </a:lnTo>
                <a:lnTo>
                  <a:pt x="146705" y="37112"/>
                </a:lnTo>
                <a:lnTo>
                  <a:pt x="145065" y="35369"/>
                </a:lnTo>
                <a:lnTo>
                  <a:pt x="143527" y="33626"/>
                </a:lnTo>
                <a:lnTo>
                  <a:pt x="141989" y="31679"/>
                </a:lnTo>
                <a:lnTo>
                  <a:pt x="140554" y="29833"/>
                </a:lnTo>
                <a:lnTo>
                  <a:pt x="139221" y="27783"/>
                </a:lnTo>
                <a:lnTo>
                  <a:pt x="137991" y="25732"/>
                </a:lnTo>
                <a:lnTo>
                  <a:pt x="136864" y="23682"/>
                </a:lnTo>
                <a:lnTo>
                  <a:pt x="135838" y="21427"/>
                </a:lnTo>
                <a:lnTo>
                  <a:pt x="134813" y="19274"/>
                </a:lnTo>
                <a:lnTo>
                  <a:pt x="133993" y="17018"/>
                </a:lnTo>
                <a:lnTo>
                  <a:pt x="133275" y="14660"/>
                </a:lnTo>
                <a:lnTo>
                  <a:pt x="132558" y="12302"/>
                </a:lnTo>
                <a:lnTo>
                  <a:pt x="132045" y="9842"/>
                </a:lnTo>
                <a:lnTo>
                  <a:pt x="131635" y="7484"/>
                </a:lnTo>
                <a:lnTo>
                  <a:pt x="131327" y="5023"/>
                </a:lnTo>
                <a:lnTo>
                  <a:pt x="131122" y="2460"/>
                </a:lnTo>
                <a:lnTo>
                  <a:pt x="13102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19"/>
          <p:cNvSpPr/>
          <p:nvPr/>
        </p:nvSpPr>
        <p:spPr>
          <a:xfrm>
            <a:off x="1267927" y="2797183"/>
            <a:ext cx="129596" cy="243034"/>
          </a:xfrm>
          <a:custGeom>
            <a:rect b="b" l="l" r="r" t="t"/>
            <a:pathLst>
              <a:path extrusionOk="0" h="13644" w="7106">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4" name="Google Shape;1484;p19"/>
          <p:cNvGrpSpPr/>
          <p:nvPr/>
        </p:nvGrpSpPr>
        <p:grpSpPr>
          <a:xfrm>
            <a:off x="1975068" y="2809651"/>
            <a:ext cx="210781" cy="218097"/>
            <a:chOff x="5771908" y="9306389"/>
            <a:chExt cx="601200" cy="631800"/>
          </a:xfrm>
        </p:grpSpPr>
        <p:sp>
          <p:nvSpPr>
            <p:cNvPr id="1485" name="Google Shape;1485;p19"/>
            <p:cNvSpPr/>
            <p:nvPr/>
          </p:nvSpPr>
          <p:spPr>
            <a:xfrm>
              <a:off x="5771908" y="9306389"/>
              <a:ext cx="601200" cy="6318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19"/>
            <p:cNvSpPr/>
            <p:nvPr/>
          </p:nvSpPr>
          <p:spPr>
            <a:xfrm>
              <a:off x="5933458" y="9483239"/>
              <a:ext cx="278100" cy="2781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19"/>
            <p:cNvSpPr/>
            <p:nvPr/>
          </p:nvSpPr>
          <p:spPr>
            <a:xfrm>
              <a:off x="6229725" y="9375300"/>
              <a:ext cx="93900" cy="93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8" name="Google Shape;1488;p19"/>
          <p:cNvSpPr txBox="1"/>
          <p:nvPr>
            <p:ph idx="4294967295" type="subTitle"/>
          </p:nvPr>
        </p:nvSpPr>
        <p:spPr>
          <a:xfrm>
            <a:off x="953250" y="3988450"/>
            <a:ext cx="2261100" cy="274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chemeClr val="lt1"/>
              </a:buClr>
              <a:buSzPts val="1200"/>
              <a:buFont typeface="Outfit"/>
              <a:buNone/>
            </a:pPr>
            <a:r>
              <a:rPr b="0" i="0" lang="en" sz="1000" u="none" cap="none" strike="noStrike">
                <a:solidFill>
                  <a:schemeClr val="lt1"/>
                </a:solidFill>
                <a:latin typeface="Outfit"/>
                <a:ea typeface="Outfit"/>
                <a:cs typeface="Outfit"/>
                <a:sym typeface="Outfit"/>
              </a:rPr>
              <a:t>Please keep this slide for attribution</a:t>
            </a:r>
            <a:endParaRPr b="0" i="0" sz="1000" u="none" cap="none" strike="noStrike">
              <a:solidFill>
                <a:schemeClr val="lt1"/>
              </a:solidFill>
              <a:latin typeface="Outfit"/>
              <a:ea typeface="Outfit"/>
              <a:cs typeface="Outfit"/>
              <a:sym typeface="Outfit"/>
            </a:endParaRPr>
          </a:p>
        </p:txBody>
      </p:sp>
      <p:grpSp>
        <p:nvGrpSpPr>
          <p:cNvPr id="1489" name="Google Shape;1489;p19"/>
          <p:cNvGrpSpPr/>
          <p:nvPr/>
        </p:nvGrpSpPr>
        <p:grpSpPr>
          <a:xfrm>
            <a:off x="5276061" y="1640797"/>
            <a:ext cx="3018443" cy="3145681"/>
            <a:chOff x="5454775" y="1411025"/>
            <a:chExt cx="3221047" cy="3356825"/>
          </a:xfrm>
        </p:grpSpPr>
        <p:sp>
          <p:nvSpPr>
            <p:cNvPr id="1490" name="Google Shape;1490;p19"/>
            <p:cNvSpPr/>
            <p:nvPr/>
          </p:nvSpPr>
          <p:spPr>
            <a:xfrm flipH="1">
              <a:off x="6652622" y="4598650"/>
              <a:ext cx="2023200" cy="1692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491" name="Google Shape;1491;p19"/>
            <p:cNvSpPr/>
            <p:nvPr/>
          </p:nvSpPr>
          <p:spPr>
            <a:xfrm>
              <a:off x="7567896" y="1726088"/>
              <a:ext cx="637047" cy="2443589"/>
            </a:xfrm>
            <a:custGeom>
              <a:rect b="b" l="l" r="r" t="t"/>
              <a:pathLst>
                <a:path extrusionOk="0" h="71649" w="18679">
                  <a:moveTo>
                    <a:pt x="9472" y="1"/>
                  </a:moveTo>
                  <a:lnTo>
                    <a:pt x="9323" y="84"/>
                  </a:lnTo>
                  <a:lnTo>
                    <a:pt x="9173" y="167"/>
                  </a:lnTo>
                  <a:lnTo>
                    <a:pt x="9023" y="284"/>
                  </a:lnTo>
                  <a:lnTo>
                    <a:pt x="8873" y="434"/>
                  </a:lnTo>
                  <a:lnTo>
                    <a:pt x="8723" y="584"/>
                  </a:lnTo>
                  <a:lnTo>
                    <a:pt x="8573" y="767"/>
                  </a:lnTo>
                  <a:lnTo>
                    <a:pt x="8424" y="966"/>
                  </a:lnTo>
                  <a:lnTo>
                    <a:pt x="8274" y="1166"/>
                  </a:lnTo>
                  <a:lnTo>
                    <a:pt x="7974" y="1632"/>
                  </a:lnTo>
                  <a:lnTo>
                    <a:pt x="7691" y="2132"/>
                  </a:lnTo>
                  <a:lnTo>
                    <a:pt x="7408" y="2664"/>
                  </a:lnTo>
                  <a:lnTo>
                    <a:pt x="7142" y="3214"/>
                  </a:lnTo>
                  <a:lnTo>
                    <a:pt x="6892" y="3747"/>
                  </a:lnTo>
                  <a:lnTo>
                    <a:pt x="6659" y="4296"/>
                  </a:lnTo>
                  <a:lnTo>
                    <a:pt x="6260" y="5278"/>
                  </a:lnTo>
                  <a:lnTo>
                    <a:pt x="5977" y="6044"/>
                  </a:lnTo>
                  <a:lnTo>
                    <a:pt x="5810" y="6527"/>
                  </a:lnTo>
                  <a:lnTo>
                    <a:pt x="5793" y="6543"/>
                  </a:lnTo>
                  <a:lnTo>
                    <a:pt x="5760" y="6560"/>
                  </a:lnTo>
                  <a:lnTo>
                    <a:pt x="5743" y="6543"/>
                  </a:lnTo>
                  <a:lnTo>
                    <a:pt x="5710" y="6527"/>
                  </a:lnTo>
                  <a:lnTo>
                    <a:pt x="5544" y="6310"/>
                  </a:lnTo>
                  <a:lnTo>
                    <a:pt x="5377" y="6110"/>
                  </a:lnTo>
                  <a:lnTo>
                    <a:pt x="5211" y="5927"/>
                  </a:lnTo>
                  <a:lnTo>
                    <a:pt x="5028" y="5744"/>
                  </a:lnTo>
                  <a:lnTo>
                    <a:pt x="4678" y="5428"/>
                  </a:lnTo>
                  <a:lnTo>
                    <a:pt x="4312" y="5145"/>
                  </a:lnTo>
                  <a:lnTo>
                    <a:pt x="3946" y="4895"/>
                  </a:lnTo>
                  <a:lnTo>
                    <a:pt x="3579" y="4695"/>
                  </a:lnTo>
                  <a:lnTo>
                    <a:pt x="3230" y="4529"/>
                  </a:lnTo>
                  <a:lnTo>
                    <a:pt x="2880" y="4396"/>
                  </a:lnTo>
                  <a:lnTo>
                    <a:pt x="2564" y="4279"/>
                  </a:lnTo>
                  <a:lnTo>
                    <a:pt x="2248" y="4196"/>
                  </a:lnTo>
                  <a:lnTo>
                    <a:pt x="1965" y="4129"/>
                  </a:lnTo>
                  <a:lnTo>
                    <a:pt x="1715" y="4079"/>
                  </a:lnTo>
                  <a:lnTo>
                    <a:pt x="1299" y="4030"/>
                  </a:lnTo>
                  <a:lnTo>
                    <a:pt x="1016" y="4030"/>
                  </a:lnTo>
                  <a:lnTo>
                    <a:pt x="999" y="4046"/>
                  </a:lnTo>
                  <a:lnTo>
                    <a:pt x="999" y="4063"/>
                  </a:lnTo>
                  <a:lnTo>
                    <a:pt x="999" y="4079"/>
                  </a:lnTo>
                  <a:lnTo>
                    <a:pt x="4678" y="21941"/>
                  </a:lnTo>
                  <a:lnTo>
                    <a:pt x="4445" y="22008"/>
                  </a:lnTo>
                  <a:lnTo>
                    <a:pt x="4212" y="22091"/>
                  </a:lnTo>
                  <a:lnTo>
                    <a:pt x="3996" y="22191"/>
                  </a:lnTo>
                  <a:lnTo>
                    <a:pt x="3779" y="22324"/>
                  </a:lnTo>
                  <a:lnTo>
                    <a:pt x="3579" y="22458"/>
                  </a:lnTo>
                  <a:lnTo>
                    <a:pt x="3396" y="22607"/>
                  </a:lnTo>
                  <a:lnTo>
                    <a:pt x="3213" y="22774"/>
                  </a:lnTo>
                  <a:lnTo>
                    <a:pt x="3063" y="22957"/>
                  </a:lnTo>
                  <a:lnTo>
                    <a:pt x="2914" y="23140"/>
                  </a:lnTo>
                  <a:lnTo>
                    <a:pt x="2797" y="23356"/>
                  </a:lnTo>
                  <a:lnTo>
                    <a:pt x="2680" y="23573"/>
                  </a:lnTo>
                  <a:lnTo>
                    <a:pt x="2581" y="23789"/>
                  </a:lnTo>
                  <a:lnTo>
                    <a:pt x="2514" y="24022"/>
                  </a:lnTo>
                  <a:lnTo>
                    <a:pt x="2464" y="24272"/>
                  </a:lnTo>
                  <a:lnTo>
                    <a:pt x="2431" y="24522"/>
                  </a:lnTo>
                  <a:lnTo>
                    <a:pt x="2414" y="24771"/>
                  </a:lnTo>
                  <a:lnTo>
                    <a:pt x="2414" y="25004"/>
                  </a:lnTo>
                  <a:lnTo>
                    <a:pt x="2431" y="25304"/>
                  </a:lnTo>
                  <a:lnTo>
                    <a:pt x="2481" y="25587"/>
                  </a:lnTo>
                  <a:lnTo>
                    <a:pt x="2547" y="25870"/>
                  </a:lnTo>
                  <a:lnTo>
                    <a:pt x="2647" y="26136"/>
                  </a:lnTo>
                  <a:lnTo>
                    <a:pt x="2764" y="26386"/>
                  </a:lnTo>
                  <a:lnTo>
                    <a:pt x="2914" y="26619"/>
                  </a:lnTo>
                  <a:lnTo>
                    <a:pt x="3080" y="26852"/>
                  </a:lnTo>
                  <a:lnTo>
                    <a:pt x="3263" y="27052"/>
                  </a:lnTo>
                  <a:lnTo>
                    <a:pt x="3480" y="27252"/>
                  </a:lnTo>
                  <a:lnTo>
                    <a:pt x="3696" y="27418"/>
                  </a:lnTo>
                  <a:lnTo>
                    <a:pt x="3946" y="27568"/>
                  </a:lnTo>
                  <a:lnTo>
                    <a:pt x="4195" y="27685"/>
                  </a:lnTo>
                  <a:lnTo>
                    <a:pt x="4462" y="27784"/>
                  </a:lnTo>
                  <a:lnTo>
                    <a:pt x="4745" y="27851"/>
                  </a:lnTo>
                  <a:lnTo>
                    <a:pt x="5028" y="27901"/>
                  </a:lnTo>
                  <a:lnTo>
                    <a:pt x="5327" y="27918"/>
                  </a:lnTo>
                  <a:lnTo>
                    <a:pt x="3296" y="27918"/>
                  </a:lnTo>
                  <a:lnTo>
                    <a:pt x="3197" y="27934"/>
                  </a:lnTo>
                  <a:lnTo>
                    <a:pt x="3013" y="27984"/>
                  </a:lnTo>
                  <a:lnTo>
                    <a:pt x="2847" y="28084"/>
                  </a:lnTo>
                  <a:lnTo>
                    <a:pt x="2697" y="28201"/>
                  </a:lnTo>
                  <a:lnTo>
                    <a:pt x="2581" y="28334"/>
                  </a:lnTo>
                  <a:lnTo>
                    <a:pt x="2497" y="28500"/>
                  </a:lnTo>
                  <a:lnTo>
                    <a:pt x="2431" y="28683"/>
                  </a:lnTo>
                  <a:lnTo>
                    <a:pt x="2431" y="28783"/>
                  </a:lnTo>
                  <a:lnTo>
                    <a:pt x="2414" y="28883"/>
                  </a:lnTo>
                  <a:lnTo>
                    <a:pt x="2431" y="28983"/>
                  </a:lnTo>
                  <a:lnTo>
                    <a:pt x="2431" y="29083"/>
                  </a:lnTo>
                  <a:lnTo>
                    <a:pt x="2497" y="29266"/>
                  </a:lnTo>
                  <a:lnTo>
                    <a:pt x="2581" y="29433"/>
                  </a:lnTo>
                  <a:lnTo>
                    <a:pt x="2697" y="29582"/>
                  </a:lnTo>
                  <a:lnTo>
                    <a:pt x="2847" y="29699"/>
                  </a:lnTo>
                  <a:lnTo>
                    <a:pt x="3013" y="29782"/>
                  </a:lnTo>
                  <a:lnTo>
                    <a:pt x="3197" y="29849"/>
                  </a:lnTo>
                  <a:lnTo>
                    <a:pt x="3296" y="29865"/>
                  </a:lnTo>
                  <a:lnTo>
                    <a:pt x="4478" y="29865"/>
                  </a:lnTo>
                  <a:lnTo>
                    <a:pt x="4545" y="32229"/>
                  </a:lnTo>
                  <a:lnTo>
                    <a:pt x="4578" y="33911"/>
                  </a:lnTo>
                  <a:lnTo>
                    <a:pt x="4611" y="35842"/>
                  </a:lnTo>
                  <a:lnTo>
                    <a:pt x="4611" y="38006"/>
                  </a:lnTo>
                  <a:lnTo>
                    <a:pt x="4595" y="40320"/>
                  </a:lnTo>
                  <a:lnTo>
                    <a:pt x="4545" y="42733"/>
                  </a:lnTo>
                  <a:lnTo>
                    <a:pt x="4495" y="43965"/>
                  </a:lnTo>
                  <a:lnTo>
                    <a:pt x="4462" y="45214"/>
                  </a:lnTo>
                  <a:lnTo>
                    <a:pt x="4395" y="46262"/>
                  </a:lnTo>
                  <a:lnTo>
                    <a:pt x="4328" y="47328"/>
                  </a:lnTo>
                  <a:lnTo>
                    <a:pt x="4245" y="48393"/>
                  </a:lnTo>
                  <a:lnTo>
                    <a:pt x="4129" y="49475"/>
                  </a:lnTo>
                  <a:lnTo>
                    <a:pt x="4012" y="50557"/>
                  </a:lnTo>
                  <a:lnTo>
                    <a:pt x="3896" y="51623"/>
                  </a:lnTo>
                  <a:lnTo>
                    <a:pt x="3746" y="52705"/>
                  </a:lnTo>
                  <a:lnTo>
                    <a:pt x="3596" y="53787"/>
                  </a:lnTo>
                  <a:lnTo>
                    <a:pt x="3263" y="55901"/>
                  </a:lnTo>
                  <a:lnTo>
                    <a:pt x="2914" y="57965"/>
                  </a:lnTo>
                  <a:lnTo>
                    <a:pt x="2531" y="59946"/>
                  </a:lnTo>
                  <a:lnTo>
                    <a:pt x="2164" y="61844"/>
                  </a:lnTo>
                  <a:lnTo>
                    <a:pt x="1782" y="63625"/>
                  </a:lnTo>
                  <a:lnTo>
                    <a:pt x="1415" y="65256"/>
                  </a:lnTo>
                  <a:lnTo>
                    <a:pt x="1066" y="66721"/>
                  </a:lnTo>
                  <a:lnTo>
                    <a:pt x="749" y="68003"/>
                  </a:lnTo>
                  <a:lnTo>
                    <a:pt x="267" y="69951"/>
                  </a:lnTo>
                  <a:lnTo>
                    <a:pt x="17" y="70883"/>
                  </a:lnTo>
                  <a:lnTo>
                    <a:pt x="0" y="71083"/>
                  </a:lnTo>
                  <a:lnTo>
                    <a:pt x="0" y="71199"/>
                  </a:lnTo>
                  <a:lnTo>
                    <a:pt x="0" y="71233"/>
                  </a:lnTo>
                  <a:lnTo>
                    <a:pt x="17" y="71249"/>
                  </a:lnTo>
                  <a:lnTo>
                    <a:pt x="10388" y="71649"/>
                  </a:lnTo>
                  <a:lnTo>
                    <a:pt x="10438" y="71632"/>
                  </a:lnTo>
                  <a:lnTo>
                    <a:pt x="10455" y="71599"/>
                  </a:lnTo>
                  <a:lnTo>
                    <a:pt x="10438" y="70966"/>
                  </a:lnTo>
                  <a:lnTo>
                    <a:pt x="10438" y="70966"/>
                  </a:lnTo>
                  <a:lnTo>
                    <a:pt x="18628" y="71116"/>
                  </a:lnTo>
                  <a:lnTo>
                    <a:pt x="18645" y="71116"/>
                  </a:lnTo>
                  <a:lnTo>
                    <a:pt x="18678" y="71099"/>
                  </a:lnTo>
                  <a:lnTo>
                    <a:pt x="18678" y="71083"/>
                  </a:lnTo>
                  <a:lnTo>
                    <a:pt x="18678" y="71066"/>
                  </a:lnTo>
                  <a:lnTo>
                    <a:pt x="18428" y="70117"/>
                  </a:lnTo>
                  <a:lnTo>
                    <a:pt x="17929" y="68203"/>
                  </a:lnTo>
                  <a:lnTo>
                    <a:pt x="17613" y="66938"/>
                  </a:lnTo>
                  <a:lnTo>
                    <a:pt x="17263" y="65473"/>
                  </a:lnTo>
                  <a:lnTo>
                    <a:pt x="16897" y="63858"/>
                  </a:lnTo>
                  <a:lnTo>
                    <a:pt x="16531" y="62094"/>
                  </a:lnTo>
                  <a:lnTo>
                    <a:pt x="16148" y="60196"/>
                  </a:lnTo>
                  <a:lnTo>
                    <a:pt x="15798" y="58198"/>
                  </a:lnTo>
                  <a:lnTo>
                    <a:pt x="15449" y="56134"/>
                  </a:lnTo>
                  <a:lnTo>
                    <a:pt x="15299" y="55069"/>
                  </a:lnTo>
                  <a:lnTo>
                    <a:pt x="15149" y="53987"/>
                  </a:lnTo>
                  <a:lnTo>
                    <a:pt x="14999" y="52905"/>
                  </a:lnTo>
                  <a:lnTo>
                    <a:pt x="14883" y="51806"/>
                  </a:lnTo>
                  <a:lnTo>
                    <a:pt x="14766" y="50707"/>
                  </a:lnTo>
                  <a:lnTo>
                    <a:pt x="14650" y="49608"/>
                  </a:lnTo>
                  <a:lnTo>
                    <a:pt x="14566" y="48510"/>
                  </a:lnTo>
                  <a:lnTo>
                    <a:pt x="14500" y="47411"/>
                  </a:lnTo>
                  <a:lnTo>
                    <a:pt x="14450" y="46312"/>
                  </a:lnTo>
                  <a:lnTo>
                    <a:pt x="14416" y="45214"/>
                  </a:lnTo>
                  <a:lnTo>
                    <a:pt x="14383" y="42733"/>
                  </a:lnTo>
                  <a:lnTo>
                    <a:pt x="14350" y="40303"/>
                  </a:lnTo>
                  <a:lnTo>
                    <a:pt x="14350" y="37989"/>
                  </a:lnTo>
                  <a:lnTo>
                    <a:pt x="14350" y="35842"/>
                  </a:lnTo>
                  <a:lnTo>
                    <a:pt x="14367" y="32229"/>
                  </a:lnTo>
                  <a:lnTo>
                    <a:pt x="14400" y="29865"/>
                  </a:lnTo>
                  <a:lnTo>
                    <a:pt x="15548" y="29865"/>
                  </a:lnTo>
                  <a:lnTo>
                    <a:pt x="15648" y="29849"/>
                  </a:lnTo>
                  <a:lnTo>
                    <a:pt x="15831" y="29782"/>
                  </a:lnTo>
                  <a:lnTo>
                    <a:pt x="15998" y="29699"/>
                  </a:lnTo>
                  <a:lnTo>
                    <a:pt x="16131" y="29582"/>
                  </a:lnTo>
                  <a:lnTo>
                    <a:pt x="16248" y="29433"/>
                  </a:lnTo>
                  <a:lnTo>
                    <a:pt x="16347" y="29266"/>
                  </a:lnTo>
                  <a:lnTo>
                    <a:pt x="16397" y="29083"/>
                  </a:lnTo>
                  <a:lnTo>
                    <a:pt x="16414" y="28983"/>
                  </a:lnTo>
                  <a:lnTo>
                    <a:pt x="16431" y="28883"/>
                  </a:lnTo>
                  <a:lnTo>
                    <a:pt x="16414" y="28783"/>
                  </a:lnTo>
                  <a:lnTo>
                    <a:pt x="16397" y="28683"/>
                  </a:lnTo>
                  <a:lnTo>
                    <a:pt x="16347" y="28500"/>
                  </a:lnTo>
                  <a:lnTo>
                    <a:pt x="16248" y="28334"/>
                  </a:lnTo>
                  <a:lnTo>
                    <a:pt x="16131" y="28201"/>
                  </a:lnTo>
                  <a:lnTo>
                    <a:pt x="15998" y="28084"/>
                  </a:lnTo>
                  <a:lnTo>
                    <a:pt x="15831" y="27984"/>
                  </a:lnTo>
                  <a:lnTo>
                    <a:pt x="15648" y="27934"/>
                  </a:lnTo>
                  <a:lnTo>
                    <a:pt x="15548" y="27918"/>
                  </a:lnTo>
                  <a:lnTo>
                    <a:pt x="13218" y="27918"/>
                  </a:lnTo>
                  <a:lnTo>
                    <a:pt x="13518" y="27901"/>
                  </a:lnTo>
                  <a:lnTo>
                    <a:pt x="13817" y="27851"/>
                  </a:lnTo>
                  <a:lnTo>
                    <a:pt x="14084" y="27784"/>
                  </a:lnTo>
                  <a:lnTo>
                    <a:pt x="14350" y="27685"/>
                  </a:lnTo>
                  <a:lnTo>
                    <a:pt x="14616" y="27568"/>
                  </a:lnTo>
                  <a:lnTo>
                    <a:pt x="14849" y="27418"/>
                  </a:lnTo>
                  <a:lnTo>
                    <a:pt x="15082" y="27252"/>
                  </a:lnTo>
                  <a:lnTo>
                    <a:pt x="15282" y="27052"/>
                  </a:lnTo>
                  <a:lnTo>
                    <a:pt x="15465" y="26852"/>
                  </a:lnTo>
                  <a:lnTo>
                    <a:pt x="15632" y="26619"/>
                  </a:lnTo>
                  <a:lnTo>
                    <a:pt x="15781" y="26386"/>
                  </a:lnTo>
                  <a:lnTo>
                    <a:pt x="15915" y="26136"/>
                  </a:lnTo>
                  <a:lnTo>
                    <a:pt x="15998" y="25870"/>
                  </a:lnTo>
                  <a:lnTo>
                    <a:pt x="16081" y="25587"/>
                  </a:lnTo>
                  <a:lnTo>
                    <a:pt x="16114" y="25304"/>
                  </a:lnTo>
                  <a:lnTo>
                    <a:pt x="16131" y="25004"/>
                  </a:lnTo>
                  <a:lnTo>
                    <a:pt x="16131" y="24771"/>
                  </a:lnTo>
                  <a:lnTo>
                    <a:pt x="16131" y="24522"/>
                  </a:lnTo>
                  <a:lnTo>
                    <a:pt x="16098" y="24289"/>
                  </a:lnTo>
                  <a:lnTo>
                    <a:pt x="16048" y="24039"/>
                  </a:lnTo>
                  <a:lnTo>
                    <a:pt x="15965" y="23806"/>
                  </a:lnTo>
                  <a:lnTo>
                    <a:pt x="15881" y="23590"/>
                  </a:lnTo>
                  <a:lnTo>
                    <a:pt x="15781" y="23373"/>
                  </a:lnTo>
                  <a:lnTo>
                    <a:pt x="15648" y="23173"/>
                  </a:lnTo>
                  <a:lnTo>
                    <a:pt x="15515" y="22990"/>
                  </a:lnTo>
                  <a:lnTo>
                    <a:pt x="15365" y="22807"/>
                  </a:lnTo>
                  <a:lnTo>
                    <a:pt x="15199" y="22641"/>
                  </a:lnTo>
                  <a:lnTo>
                    <a:pt x="15016" y="22491"/>
                  </a:lnTo>
                  <a:lnTo>
                    <a:pt x="14816" y="22341"/>
                  </a:lnTo>
                  <a:lnTo>
                    <a:pt x="14616" y="22224"/>
                  </a:lnTo>
                  <a:lnTo>
                    <a:pt x="14400" y="22125"/>
                  </a:lnTo>
                  <a:lnTo>
                    <a:pt x="14183" y="22025"/>
                  </a:lnTo>
                  <a:lnTo>
                    <a:pt x="13950" y="21958"/>
                  </a:lnTo>
                  <a:lnTo>
                    <a:pt x="17762" y="4079"/>
                  </a:lnTo>
                  <a:lnTo>
                    <a:pt x="17746" y="4030"/>
                  </a:lnTo>
                  <a:lnTo>
                    <a:pt x="17713" y="4013"/>
                  </a:lnTo>
                  <a:lnTo>
                    <a:pt x="17513" y="3996"/>
                  </a:lnTo>
                  <a:lnTo>
                    <a:pt x="17097" y="3996"/>
                  </a:lnTo>
                  <a:lnTo>
                    <a:pt x="16897" y="4013"/>
                  </a:lnTo>
                  <a:lnTo>
                    <a:pt x="16697" y="4046"/>
                  </a:lnTo>
                  <a:lnTo>
                    <a:pt x="16497" y="4096"/>
                  </a:lnTo>
                  <a:lnTo>
                    <a:pt x="16298" y="4163"/>
                  </a:lnTo>
                  <a:lnTo>
                    <a:pt x="16098" y="4229"/>
                  </a:lnTo>
                  <a:lnTo>
                    <a:pt x="15698" y="4379"/>
                  </a:lnTo>
                  <a:lnTo>
                    <a:pt x="15332" y="4562"/>
                  </a:lnTo>
                  <a:lnTo>
                    <a:pt x="14966" y="4779"/>
                  </a:lnTo>
                  <a:lnTo>
                    <a:pt x="14616" y="5012"/>
                  </a:lnTo>
                  <a:lnTo>
                    <a:pt x="14283" y="5245"/>
                  </a:lnTo>
                  <a:lnTo>
                    <a:pt x="13984" y="5478"/>
                  </a:lnTo>
                  <a:lnTo>
                    <a:pt x="13717" y="5711"/>
                  </a:lnTo>
                  <a:lnTo>
                    <a:pt x="13468" y="5927"/>
                  </a:lnTo>
                  <a:lnTo>
                    <a:pt x="13068" y="6293"/>
                  </a:lnTo>
                  <a:lnTo>
                    <a:pt x="12835" y="6543"/>
                  </a:lnTo>
                  <a:lnTo>
                    <a:pt x="12818" y="6560"/>
                  </a:lnTo>
                  <a:lnTo>
                    <a:pt x="12785" y="6560"/>
                  </a:lnTo>
                  <a:lnTo>
                    <a:pt x="12768" y="6543"/>
                  </a:lnTo>
                  <a:lnTo>
                    <a:pt x="12752" y="6527"/>
                  </a:lnTo>
                  <a:lnTo>
                    <a:pt x="12585" y="5961"/>
                  </a:lnTo>
                  <a:lnTo>
                    <a:pt x="12386" y="5411"/>
                  </a:lnTo>
                  <a:lnTo>
                    <a:pt x="12169" y="4862"/>
                  </a:lnTo>
                  <a:lnTo>
                    <a:pt x="11936" y="4313"/>
                  </a:lnTo>
                  <a:lnTo>
                    <a:pt x="11686" y="3780"/>
                  </a:lnTo>
                  <a:lnTo>
                    <a:pt x="11437" y="3264"/>
                  </a:lnTo>
                  <a:lnTo>
                    <a:pt x="11187" y="2764"/>
                  </a:lnTo>
                  <a:lnTo>
                    <a:pt x="10921" y="2298"/>
                  </a:lnTo>
                  <a:lnTo>
                    <a:pt x="10455" y="1466"/>
                  </a:lnTo>
                  <a:lnTo>
                    <a:pt x="10038" y="783"/>
                  </a:lnTo>
                  <a:lnTo>
                    <a:pt x="9722" y="284"/>
                  </a:lnTo>
                  <a:lnTo>
                    <a:pt x="9539" y="34"/>
                  </a:lnTo>
                  <a:lnTo>
                    <a:pt x="950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19"/>
            <p:cNvSpPr/>
            <p:nvPr/>
          </p:nvSpPr>
          <p:spPr>
            <a:xfrm>
              <a:off x="7567896" y="1726088"/>
              <a:ext cx="637047" cy="2443589"/>
            </a:xfrm>
            <a:custGeom>
              <a:rect b="b" l="l" r="r" t="t"/>
              <a:pathLst>
                <a:path extrusionOk="0" fill="none" h="71649" w="18679">
                  <a:moveTo>
                    <a:pt x="14416" y="45214"/>
                  </a:moveTo>
                  <a:lnTo>
                    <a:pt x="14416" y="45214"/>
                  </a:lnTo>
                  <a:lnTo>
                    <a:pt x="14383" y="42733"/>
                  </a:lnTo>
                  <a:lnTo>
                    <a:pt x="14350" y="40303"/>
                  </a:lnTo>
                  <a:lnTo>
                    <a:pt x="14350" y="37989"/>
                  </a:lnTo>
                  <a:lnTo>
                    <a:pt x="14350" y="35842"/>
                  </a:lnTo>
                  <a:lnTo>
                    <a:pt x="14367" y="32229"/>
                  </a:lnTo>
                  <a:lnTo>
                    <a:pt x="14400" y="29865"/>
                  </a:lnTo>
                  <a:lnTo>
                    <a:pt x="15449" y="29865"/>
                  </a:lnTo>
                  <a:lnTo>
                    <a:pt x="15449" y="29865"/>
                  </a:lnTo>
                  <a:lnTo>
                    <a:pt x="15548" y="29865"/>
                  </a:lnTo>
                  <a:lnTo>
                    <a:pt x="15648" y="29849"/>
                  </a:lnTo>
                  <a:lnTo>
                    <a:pt x="15831" y="29782"/>
                  </a:lnTo>
                  <a:lnTo>
                    <a:pt x="15998" y="29699"/>
                  </a:lnTo>
                  <a:lnTo>
                    <a:pt x="16131" y="29582"/>
                  </a:lnTo>
                  <a:lnTo>
                    <a:pt x="16248" y="29433"/>
                  </a:lnTo>
                  <a:lnTo>
                    <a:pt x="16347" y="29266"/>
                  </a:lnTo>
                  <a:lnTo>
                    <a:pt x="16397" y="29083"/>
                  </a:lnTo>
                  <a:lnTo>
                    <a:pt x="16414" y="28983"/>
                  </a:lnTo>
                  <a:lnTo>
                    <a:pt x="16431" y="28883"/>
                  </a:lnTo>
                  <a:lnTo>
                    <a:pt x="16431" y="28883"/>
                  </a:lnTo>
                  <a:lnTo>
                    <a:pt x="16414" y="28783"/>
                  </a:lnTo>
                  <a:lnTo>
                    <a:pt x="16397" y="28683"/>
                  </a:lnTo>
                  <a:lnTo>
                    <a:pt x="16347" y="28500"/>
                  </a:lnTo>
                  <a:lnTo>
                    <a:pt x="16248" y="28334"/>
                  </a:lnTo>
                  <a:lnTo>
                    <a:pt x="16131" y="28201"/>
                  </a:lnTo>
                  <a:lnTo>
                    <a:pt x="15998" y="28084"/>
                  </a:lnTo>
                  <a:lnTo>
                    <a:pt x="15831" y="27984"/>
                  </a:lnTo>
                  <a:lnTo>
                    <a:pt x="15648" y="27934"/>
                  </a:lnTo>
                  <a:lnTo>
                    <a:pt x="15548" y="27918"/>
                  </a:lnTo>
                  <a:lnTo>
                    <a:pt x="15449" y="27918"/>
                  </a:lnTo>
                  <a:lnTo>
                    <a:pt x="13218" y="27918"/>
                  </a:lnTo>
                  <a:lnTo>
                    <a:pt x="13218" y="27918"/>
                  </a:lnTo>
                  <a:lnTo>
                    <a:pt x="13518" y="27901"/>
                  </a:lnTo>
                  <a:lnTo>
                    <a:pt x="13817" y="27851"/>
                  </a:lnTo>
                  <a:lnTo>
                    <a:pt x="14084" y="27784"/>
                  </a:lnTo>
                  <a:lnTo>
                    <a:pt x="14350" y="27685"/>
                  </a:lnTo>
                  <a:lnTo>
                    <a:pt x="14616" y="27568"/>
                  </a:lnTo>
                  <a:lnTo>
                    <a:pt x="14849" y="27418"/>
                  </a:lnTo>
                  <a:lnTo>
                    <a:pt x="15082" y="27252"/>
                  </a:lnTo>
                  <a:lnTo>
                    <a:pt x="15282" y="27052"/>
                  </a:lnTo>
                  <a:lnTo>
                    <a:pt x="15465" y="26852"/>
                  </a:lnTo>
                  <a:lnTo>
                    <a:pt x="15632" y="26619"/>
                  </a:lnTo>
                  <a:lnTo>
                    <a:pt x="15781" y="26386"/>
                  </a:lnTo>
                  <a:lnTo>
                    <a:pt x="15915" y="26136"/>
                  </a:lnTo>
                  <a:lnTo>
                    <a:pt x="15998" y="25870"/>
                  </a:lnTo>
                  <a:lnTo>
                    <a:pt x="16081" y="25587"/>
                  </a:lnTo>
                  <a:lnTo>
                    <a:pt x="16114" y="25304"/>
                  </a:lnTo>
                  <a:lnTo>
                    <a:pt x="16131" y="25004"/>
                  </a:lnTo>
                  <a:lnTo>
                    <a:pt x="16131" y="24771"/>
                  </a:lnTo>
                  <a:lnTo>
                    <a:pt x="16131" y="24771"/>
                  </a:lnTo>
                  <a:lnTo>
                    <a:pt x="16131" y="24522"/>
                  </a:lnTo>
                  <a:lnTo>
                    <a:pt x="16098" y="24289"/>
                  </a:lnTo>
                  <a:lnTo>
                    <a:pt x="16048" y="24039"/>
                  </a:lnTo>
                  <a:lnTo>
                    <a:pt x="15965" y="23806"/>
                  </a:lnTo>
                  <a:lnTo>
                    <a:pt x="15881" y="23590"/>
                  </a:lnTo>
                  <a:lnTo>
                    <a:pt x="15781" y="23373"/>
                  </a:lnTo>
                  <a:lnTo>
                    <a:pt x="15648" y="23173"/>
                  </a:lnTo>
                  <a:lnTo>
                    <a:pt x="15515" y="22990"/>
                  </a:lnTo>
                  <a:lnTo>
                    <a:pt x="15365" y="22807"/>
                  </a:lnTo>
                  <a:lnTo>
                    <a:pt x="15199" y="22641"/>
                  </a:lnTo>
                  <a:lnTo>
                    <a:pt x="15016" y="22491"/>
                  </a:lnTo>
                  <a:lnTo>
                    <a:pt x="14816" y="22341"/>
                  </a:lnTo>
                  <a:lnTo>
                    <a:pt x="14616" y="22224"/>
                  </a:lnTo>
                  <a:lnTo>
                    <a:pt x="14400" y="22125"/>
                  </a:lnTo>
                  <a:lnTo>
                    <a:pt x="14183" y="22025"/>
                  </a:lnTo>
                  <a:lnTo>
                    <a:pt x="13950" y="21958"/>
                  </a:lnTo>
                  <a:lnTo>
                    <a:pt x="17762" y="4079"/>
                  </a:lnTo>
                  <a:lnTo>
                    <a:pt x="17762" y="4079"/>
                  </a:lnTo>
                  <a:lnTo>
                    <a:pt x="17746" y="4030"/>
                  </a:lnTo>
                  <a:lnTo>
                    <a:pt x="17713" y="4013"/>
                  </a:lnTo>
                  <a:lnTo>
                    <a:pt x="17713" y="4013"/>
                  </a:lnTo>
                  <a:lnTo>
                    <a:pt x="17513" y="3996"/>
                  </a:lnTo>
                  <a:lnTo>
                    <a:pt x="17296" y="3996"/>
                  </a:lnTo>
                  <a:lnTo>
                    <a:pt x="17097" y="3996"/>
                  </a:lnTo>
                  <a:lnTo>
                    <a:pt x="16897" y="4013"/>
                  </a:lnTo>
                  <a:lnTo>
                    <a:pt x="16697" y="4046"/>
                  </a:lnTo>
                  <a:lnTo>
                    <a:pt x="16497" y="4096"/>
                  </a:lnTo>
                  <a:lnTo>
                    <a:pt x="16298" y="4163"/>
                  </a:lnTo>
                  <a:lnTo>
                    <a:pt x="16098" y="4229"/>
                  </a:lnTo>
                  <a:lnTo>
                    <a:pt x="15698" y="4379"/>
                  </a:lnTo>
                  <a:lnTo>
                    <a:pt x="15332" y="4562"/>
                  </a:lnTo>
                  <a:lnTo>
                    <a:pt x="14966" y="4779"/>
                  </a:lnTo>
                  <a:lnTo>
                    <a:pt x="14616" y="5012"/>
                  </a:lnTo>
                  <a:lnTo>
                    <a:pt x="14283" y="5245"/>
                  </a:lnTo>
                  <a:lnTo>
                    <a:pt x="13984" y="5478"/>
                  </a:lnTo>
                  <a:lnTo>
                    <a:pt x="13717" y="5711"/>
                  </a:lnTo>
                  <a:lnTo>
                    <a:pt x="13468" y="5927"/>
                  </a:lnTo>
                  <a:lnTo>
                    <a:pt x="13068" y="6293"/>
                  </a:lnTo>
                  <a:lnTo>
                    <a:pt x="12835" y="6543"/>
                  </a:lnTo>
                  <a:lnTo>
                    <a:pt x="12835" y="6543"/>
                  </a:lnTo>
                  <a:lnTo>
                    <a:pt x="12818" y="6560"/>
                  </a:lnTo>
                  <a:lnTo>
                    <a:pt x="12785" y="6560"/>
                  </a:lnTo>
                  <a:lnTo>
                    <a:pt x="12768" y="6543"/>
                  </a:lnTo>
                  <a:lnTo>
                    <a:pt x="12752" y="6527"/>
                  </a:lnTo>
                  <a:lnTo>
                    <a:pt x="12752" y="6527"/>
                  </a:lnTo>
                  <a:lnTo>
                    <a:pt x="12585" y="5961"/>
                  </a:lnTo>
                  <a:lnTo>
                    <a:pt x="12386" y="5411"/>
                  </a:lnTo>
                  <a:lnTo>
                    <a:pt x="12169" y="4862"/>
                  </a:lnTo>
                  <a:lnTo>
                    <a:pt x="11936" y="4313"/>
                  </a:lnTo>
                  <a:lnTo>
                    <a:pt x="11686" y="3780"/>
                  </a:lnTo>
                  <a:lnTo>
                    <a:pt x="11437" y="3264"/>
                  </a:lnTo>
                  <a:lnTo>
                    <a:pt x="11187" y="2764"/>
                  </a:lnTo>
                  <a:lnTo>
                    <a:pt x="10921" y="2298"/>
                  </a:lnTo>
                  <a:lnTo>
                    <a:pt x="10455" y="1466"/>
                  </a:lnTo>
                  <a:lnTo>
                    <a:pt x="10038" y="783"/>
                  </a:lnTo>
                  <a:lnTo>
                    <a:pt x="9722" y="284"/>
                  </a:lnTo>
                  <a:lnTo>
                    <a:pt x="9539" y="34"/>
                  </a:lnTo>
                  <a:lnTo>
                    <a:pt x="9539" y="34"/>
                  </a:lnTo>
                  <a:lnTo>
                    <a:pt x="9506" y="1"/>
                  </a:lnTo>
                  <a:lnTo>
                    <a:pt x="9472" y="1"/>
                  </a:lnTo>
                  <a:lnTo>
                    <a:pt x="9472" y="1"/>
                  </a:lnTo>
                  <a:lnTo>
                    <a:pt x="9323" y="84"/>
                  </a:lnTo>
                  <a:lnTo>
                    <a:pt x="9173" y="167"/>
                  </a:lnTo>
                  <a:lnTo>
                    <a:pt x="9023" y="284"/>
                  </a:lnTo>
                  <a:lnTo>
                    <a:pt x="8873" y="434"/>
                  </a:lnTo>
                  <a:lnTo>
                    <a:pt x="8723" y="584"/>
                  </a:lnTo>
                  <a:lnTo>
                    <a:pt x="8573" y="767"/>
                  </a:lnTo>
                  <a:lnTo>
                    <a:pt x="8424" y="966"/>
                  </a:lnTo>
                  <a:lnTo>
                    <a:pt x="8274" y="1166"/>
                  </a:lnTo>
                  <a:lnTo>
                    <a:pt x="7974" y="1632"/>
                  </a:lnTo>
                  <a:lnTo>
                    <a:pt x="7691" y="2132"/>
                  </a:lnTo>
                  <a:lnTo>
                    <a:pt x="7408" y="2664"/>
                  </a:lnTo>
                  <a:lnTo>
                    <a:pt x="7142" y="3214"/>
                  </a:lnTo>
                  <a:lnTo>
                    <a:pt x="6892" y="3747"/>
                  </a:lnTo>
                  <a:lnTo>
                    <a:pt x="6659" y="4296"/>
                  </a:lnTo>
                  <a:lnTo>
                    <a:pt x="6260" y="5278"/>
                  </a:lnTo>
                  <a:lnTo>
                    <a:pt x="5977" y="6044"/>
                  </a:lnTo>
                  <a:lnTo>
                    <a:pt x="5810" y="6527"/>
                  </a:lnTo>
                  <a:lnTo>
                    <a:pt x="5810" y="6527"/>
                  </a:lnTo>
                  <a:lnTo>
                    <a:pt x="5793" y="6543"/>
                  </a:lnTo>
                  <a:lnTo>
                    <a:pt x="5760" y="6560"/>
                  </a:lnTo>
                  <a:lnTo>
                    <a:pt x="5743" y="6543"/>
                  </a:lnTo>
                  <a:lnTo>
                    <a:pt x="5710" y="6527"/>
                  </a:lnTo>
                  <a:lnTo>
                    <a:pt x="5710" y="6527"/>
                  </a:lnTo>
                  <a:lnTo>
                    <a:pt x="5544" y="6310"/>
                  </a:lnTo>
                  <a:lnTo>
                    <a:pt x="5377" y="6110"/>
                  </a:lnTo>
                  <a:lnTo>
                    <a:pt x="5211" y="5927"/>
                  </a:lnTo>
                  <a:lnTo>
                    <a:pt x="5028" y="5744"/>
                  </a:lnTo>
                  <a:lnTo>
                    <a:pt x="4678" y="5428"/>
                  </a:lnTo>
                  <a:lnTo>
                    <a:pt x="4312" y="5145"/>
                  </a:lnTo>
                  <a:lnTo>
                    <a:pt x="3946" y="4895"/>
                  </a:lnTo>
                  <a:lnTo>
                    <a:pt x="3579" y="4695"/>
                  </a:lnTo>
                  <a:lnTo>
                    <a:pt x="3230" y="4529"/>
                  </a:lnTo>
                  <a:lnTo>
                    <a:pt x="2880" y="4396"/>
                  </a:lnTo>
                  <a:lnTo>
                    <a:pt x="2564" y="4279"/>
                  </a:lnTo>
                  <a:lnTo>
                    <a:pt x="2248" y="4196"/>
                  </a:lnTo>
                  <a:lnTo>
                    <a:pt x="1965" y="4129"/>
                  </a:lnTo>
                  <a:lnTo>
                    <a:pt x="1715" y="4079"/>
                  </a:lnTo>
                  <a:lnTo>
                    <a:pt x="1299" y="4030"/>
                  </a:lnTo>
                  <a:lnTo>
                    <a:pt x="1049" y="4030"/>
                  </a:lnTo>
                  <a:lnTo>
                    <a:pt x="1049" y="4030"/>
                  </a:lnTo>
                  <a:lnTo>
                    <a:pt x="1016" y="4030"/>
                  </a:lnTo>
                  <a:lnTo>
                    <a:pt x="999" y="4046"/>
                  </a:lnTo>
                  <a:lnTo>
                    <a:pt x="999" y="4063"/>
                  </a:lnTo>
                  <a:lnTo>
                    <a:pt x="999" y="4079"/>
                  </a:lnTo>
                  <a:lnTo>
                    <a:pt x="4678" y="21941"/>
                  </a:lnTo>
                  <a:lnTo>
                    <a:pt x="4678" y="21941"/>
                  </a:lnTo>
                  <a:lnTo>
                    <a:pt x="4445" y="22008"/>
                  </a:lnTo>
                  <a:lnTo>
                    <a:pt x="4212" y="22091"/>
                  </a:lnTo>
                  <a:lnTo>
                    <a:pt x="3996" y="22191"/>
                  </a:lnTo>
                  <a:lnTo>
                    <a:pt x="3779" y="22324"/>
                  </a:lnTo>
                  <a:lnTo>
                    <a:pt x="3579" y="22458"/>
                  </a:lnTo>
                  <a:lnTo>
                    <a:pt x="3396" y="22607"/>
                  </a:lnTo>
                  <a:lnTo>
                    <a:pt x="3213" y="22774"/>
                  </a:lnTo>
                  <a:lnTo>
                    <a:pt x="3063" y="22957"/>
                  </a:lnTo>
                  <a:lnTo>
                    <a:pt x="2914" y="23140"/>
                  </a:lnTo>
                  <a:lnTo>
                    <a:pt x="2797" y="23356"/>
                  </a:lnTo>
                  <a:lnTo>
                    <a:pt x="2680" y="23573"/>
                  </a:lnTo>
                  <a:lnTo>
                    <a:pt x="2581" y="23789"/>
                  </a:lnTo>
                  <a:lnTo>
                    <a:pt x="2514" y="24022"/>
                  </a:lnTo>
                  <a:lnTo>
                    <a:pt x="2464" y="24272"/>
                  </a:lnTo>
                  <a:lnTo>
                    <a:pt x="2431" y="24522"/>
                  </a:lnTo>
                  <a:lnTo>
                    <a:pt x="2414" y="24771"/>
                  </a:lnTo>
                  <a:lnTo>
                    <a:pt x="2414" y="25004"/>
                  </a:lnTo>
                  <a:lnTo>
                    <a:pt x="2414" y="25004"/>
                  </a:lnTo>
                  <a:lnTo>
                    <a:pt x="2431" y="25304"/>
                  </a:lnTo>
                  <a:lnTo>
                    <a:pt x="2481" y="25587"/>
                  </a:lnTo>
                  <a:lnTo>
                    <a:pt x="2547" y="25870"/>
                  </a:lnTo>
                  <a:lnTo>
                    <a:pt x="2647" y="26136"/>
                  </a:lnTo>
                  <a:lnTo>
                    <a:pt x="2764" y="26386"/>
                  </a:lnTo>
                  <a:lnTo>
                    <a:pt x="2914" y="26619"/>
                  </a:lnTo>
                  <a:lnTo>
                    <a:pt x="3080" y="26852"/>
                  </a:lnTo>
                  <a:lnTo>
                    <a:pt x="3263" y="27052"/>
                  </a:lnTo>
                  <a:lnTo>
                    <a:pt x="3480" y="27252"/>
                  </a:lnTo>
                  <a:lnTo>
                    <a:pt x="3696" y="27418"/>
                  </a:lnTo>
                  <a:lnTo>
                    <a:pt x="3946" y="27568"/>
                  </a:lnTo>
                  <a:lnTo>
                    <a:pt x="4195" y="27685"/>
                  </a:lnTo>
                  <a:lnTo>
                    <a:pt x="4462" y="27784"/>
                  </a:lnTo>
                  <a:lnTo>
                    <a:pt x="4745" y="27851"/>
                  </a:lnTo>
                  <a:lnTo>
                    <a:pt x="5028" y="27901"/>
                  </a:lnTo>
                  <a:lnTo>
                    <a:pt x="5327" y="27918"/>
                  </a:lnTo>
                  <a:lnTo>
                    <a:pt x="3396" y="27918"/>
                  </a:lnTo>
                  <a:lnTo>
                    <a:pt x="3396" y="27918"/>
                  </a:lnTo>
                  <a:lnTo>
                    <a:pt x="3296" y="27918"/>
                  </a:lnTo>
                  <a:lnTo>
                    <a:pt x="3197" y="27934"/>
                  </a:lnTo>
                  <a:lnTo>
                    <a:pt x="3013" y="27984"/>
                  </a:lnTo>
                  <a:lnTo>
                    <a:pt x="2847" y="28084"/>
                  </a:lnTo>
                  <a:lnTo>
                    <a:pt x="2697" y="28201"/>
                  </a:lnTo>
                  <a:lnTo>
                    <a:pt x="2581" y="28334"/>
                  </a:lnTo>
                  <a:lnTo>
                    <a:pt x="2497" y="28500"/>
                  </a:lnTo>
                  <a:lnTo>
                    <a:pt x="2431" y="28683"/>
                  </a:lnTo>
                  <a:lnTo>
                    <a:pt x="2431" y="28783"/>
                  </a:lnTo>
                  <a:lnTo>
                    <a:pt x="2414" y="28883"/>
                  </a:lnTo>
                  <a:lnTo>
                    <a:pt x="2414" y="28883"/>
                  </a:lnTo>
                  <a:lnTo>
                    <a:pt x="2431" y="28983"/>
                  </a:lnTo>
                  <a:lnTo>
                    <a:pt x="2431" y="29083"/>
                  </a:lnTo>
                  <a:lnTo>
                    <a:pt x="2497" y="29266"/>
                  </a:lnTo>
                  <a:lnTo>
                    <a:pt x="2581" y="29433"/>
                  </a:lnTo>
                  <a:lnTo>
                    <a:pt x="2697" y="29582"/>
                  </a:lnTo>
                  <a:lnTo>
                    <a:pt x="2847" y="29699"/>
                  </a:lnTo>
                  <a:lnTo>
                    <a:pt x="3013" y="29782"/>
                  </a:lnTo>
                  <a:lnTo>
                    <a:pt x="3197" y="29849"/>
                  </a:lnTo>
                  <a:lnTo>
                    <a:pt x="3296" y="29865"/>
                  </a:lnTo>
                  <a:lnTo>
                    <a:pt x="3396" y="29865"/>
                  </a:lnTo>
                  <a:lnTo>
                    <a:pt x="4478" y="29865"/>
                  </a:lnTo>
                  <a:lnTo>
                    <a:pt x="4478" y="29865"/>
                  </a:lnTo>
                  <a:lnTo>
                    <a:pt x="4545" y="32229"/>
                  </a:lnTo>
                  <a:lnTo>
                    <a:pt x="4578" y="33911"/>
                  </a:lnTo>
                  <a:lnTo>
                    <a:pt x="4611" y="35842"/>
                  </a:lnTo>
                  <a:lnTo>
                    <a:pt x="4611" y="38006"/>
                  </a:lnTo>
                  <a:lnTo>
                    <a:pt x="4595" y="40320"/>
                  </a:lnTo>
                  <a:lnTo>
                    <a:pt x="4545" y="42733"/>
                  </a:lnTo>
                  <a:lnTo>
                    <a:pt x="4495" y="43965"/>
                  </a:lnTo>
                  <a:lnTo>
                    <a:pt x="4462" y="45214"/>
                  </a:lnTo>
                  <a:lnTo>
                    <a:pt x="4462" y="45214"/>
                  </a:lnTo>
                  <a:lnTo>
                    <a:pt x="4395" y="46262"/>
                  </a:lnTo>
                  <a:lnTo>
                    <a:pt x="4328" y="47328"/>
                  </a:lnTo>
                  <a:lnTo>
                    <a:pt x="4245" y="48393"/>
                  </a:lnTo>
                  <a:lnTo>
                    <a:pt x="4129" y="49475"/>
                  </a:lnTo>
                  <a:lnTo>
                    <a:pt x="4012" y="50557"/>
                  </a:lnTo>
                  <a:lnTo>
                    <a:pt x="3896" y="51623"/>
                  </a:lnTo>
                  <a:lnTo>
                    <a:pt x="3746" y="52705"/>
                  </a:lnTo>
                  <a:lnTo>
                    <a:pt x="3596" y="53787"/>
                  </a:lnTo>
                  <a:lnTo>
                    <a:pt x="3263" y="55901"/>
                  </a:lnTo>
                  <a:lnTo>
                    <a:pt x="2914" y="57965"/>
                  </a:lnTo>
                  <a:lnTo>
                    <a:pt x="2531" y="59946"/>
                  </a:lnTo>
                  <a:lnTo>
                    <a:pt x="2164" y="61844"/>
                  </a:lnTo>
                  <a:lnTo>
                    <a:pt x="1782" y="63625"/>
                  </a:lnTo>
                  <a:lnTo>
                    <a:pt x="1415" y="65256"/>
                  </a:lnTo>
                  <a:lnTo>
                    <a:pt x="1066" y="66721"/>
                  </a:lnTo>
                  <a:lnTo>
                    <a:pt x="749" y="68003"/>
                  </a:lnTo>
                  <a:lnTo>
                    <a:pt x="267" y="69951"/>
                  </a:lnTo>
                  <a:lnTo>
                    <a:pt x="17" y="70883"/>
                  </a:lnTo>
                  <a:lnTo>
                    <a:pt x="17" y="70883"/>
                  </a:lnTo>
                  <a:lnTo>
                    <a:pt x="0" y="71083"/>
                  </a:lnTo>
                  <a:lnTo>
                    <a:pt x="0" y="71199"/>
                  </a:lnTo>
                  <a:lnTo>
                    <a:pt x="0" y="71233"/>
                  </a:lnTo>
                  <a:lnTo>
                    <a:pt x="17" y="71249"/>
                  </a:lnTo>
                  <a:lnTo>
                    <a:pt x="10388" y="71649"/>
                  </a:lnTo>
                  <a:lnTo>
                    <a:pt x="10388" y="71649"/>
                  </a:lnTo>
                  <a:lnTo>
                    <a:pt x="10438" y="71632"/>
                  </a:lnTo>
                  <a:lnTo>
                    <a:pt x="10455" y="71599"/>
                  </a:lnTo>
                  <a:lnTo>
                    <a:pt x="10438" y="70966"/>
                  </a:lnTo>
                  <a:lnTo>
                    <a:pt x="18628" y="71116"/>
                  </a:lnTo>
                  <a:lnTo>
                    <a:pt x="18628" y="71116"/>
                  </a:lnTo>
                  <a:lnTo>
                    <a:pt x="18645" y="71116"/>
                  </a:lnTo>
                  <a:lnTo>
                    <a:pt x="18678" y="71099"/>
                  </a:lnTo>
                  <a:lnTo>
                    <a:pt x="18678" y="71083"/>
                  </a:lnTo>
                  <a:lnTo>
                    <a:pt x="18678" y="71066"/>
                  </a:lnTo>
                  <a:lnTo>
                    <a:pt x="18678" y="71066"/>
                  </a:lnTo>
                  <a:lnTo>
                    <a:pt x="18428" y="70117"/>
                  </a:lnTo>
                  <a:lnTo>
                    <a:pt x="17929" y="68203"/>
                  </a:lnTo>
                  <a:lnTo>
                    <a:pt x="17613" y="66938"/>
                  </a:lnTo>
                  <a:lnTo>
                    <a:pt x="17263" y="65473"/>
                  </a:lnTo>
                  <a:lnTo>
                    <a:pt x="16897" y="63858"/>
                  </a:lnTo>
                  <a:lnTo>
                    <a:pt x="16531" y="62094"/>
                  </a:lnTo>
                  <a:lnTo>
                    <a:pt x="16148" y="60196"/>
                  </a:lnTo>
                  <a:lnTo>
                    <a:pt x="15798" y="58198"/>
                  </a:lnTo>
                  <a:lnTo>
                    <a:pt x="15449" y="56134"/>
                  </a:lnTo>
                  <a:lnTo>
                    <a:pt x="15299" y="55069"/>
                  </a:lnTo>
                  <a:lnTo>
                    <a:pt x="15149" y="53987"/>
                  </a:lnTo>
                  <a:lnTo>
                    <a:pt x="14999" y="52905"/>
                  </a:lnTo>
                  <a:lnTo>
                    <a:pt x="14883" y="51806"/>
                  </a:lnTo>
                  <a:lnTo>
                    <a:pt x="14766" y="50707"/>
                  </a:lnTo>
                  <a:lnTo>
                    <a:pt x="14650" y="49608"/>
                  </a:lnTo>
                  <a:lnTo>
                    <a:pt x="14566" y="48510"/>
                  </a:lnTo>
                  <a:lnTo>
                    <a:pt x="14500" y="47411"/>
                  </a:lnTo>
                  <a:lnTo>
                    <a:pt x="14450" y="46312"/>
                  </a:lnTo>
                  <a:lnTo>
                    <a:pt x="14416" y="45214"/>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19"/>
            <p:cNvSpPr/>
            <p:nvPr/>
          </p:nvSpPr>
          <p:spPr>
            <a:xfrm>
              <a:off x="7192057" y="4145270"/>
              <a:ext cx="1392132" cy="550148"/>
            </a:xfrm>
            <a:custGeom>
              <a:rect b="b" l="l" r="r" t="t"/>
              <a:pathLst>
                <a:path extrusionOk="0" h="16131" w="40819">
                  <a:moveTo>
                    <a:pt x="13001" y="0"/>
                  </a:moveTo>
                  <a:lnTo>
                    <a:pt x="12668" y="17"/>
                  </a:lnTo>
                  <a:lnTo>
                    <a:pt x="12319" y="33"/>
                  </a:lnTo>
                  <a:lnTo>
                    <a:pt x="12002" y="50"/>
                  </a:lnTo>
                  <a:lnTo>
                    <a:pt x="11686" y="100"/>
                  </a:lnTo>
                  <a:lnTo>
                    <a:pt x="11387" y="150"/>
                  </a:lnTo>
                  <a:lnTo>
                    <a:pt x="11104" y="200"/>
                  </a:lnTo>
                  <a:lnTo>
                    <a:pt x="10821" y="266"/>
                  </a:lnTo>
                  <a:lnTo>
                    <a:pt x="10554" y="350"/>
                  </a:lnTo>
                  <a:lnTo>
                    <a:pt x="10305" y="433"/>
                  </a:lnTo>
                  <a:lnTo>
                    <a:pt x="10055" y="533"/>
                  </a:lnTo>
                  <a:lnTo>
                    <a:pt x="9822" y="633"/>
                  </a:lnTo>
                  <a:lnTo>
                    <a:pt x="9605" y="749"/>
                  </a:lnTo>
                  <a:lnTo>
                    <a:pt x="9389" y="866"/>
                  </a:lnTo>
                  <a:lnTo>
                    <a:pt x="9173" y="999"/>
                  </a:lnTo>
                  <a:lnTo>
                    <a:pt x="8989" y="1132"/>
                  </a:lnTo>
                  <a:lnTo>
                    <a:pt x="8790" y="1265"/>
                  </a:lnTo>
                  <a:lnTo>
                    <a:pt x="8623" y="1415"/>
                  </a:lnTo>
                  <a:lnTo>
                    <a:pt x="8457" y="1565"/>
                  </a:lnTo>
                  <a:lnTo>
                    <a:pt x="8140" y="1881"/>
                  </a:lnTo>
                  <a:lnTo>
                    <a:pt x="7857" y="2214"/>
                  </a:lnTo>
                  <a:lnTo>
                    <a:pt x="7608" y="2580"/>
                  </a:lnTo>
                  <a:lnTo>
                    <a:pt x="7391" y="2947"/>
                  </a:lnTo>
                  <a:lnTo>
                    <a:pt x="7192" y="3329"/>
                  </a:lnTo>
                  <a:lnTo>
                    <a:pt x="7025" y="3729"/>
                  </a:lnTo>
                  <a:lnTo>
                    <a:pt x="6875" y="4128"/>
                  </a:lnTo>
                  <a:lnTo>
                    <a:pt x="6759" y="4528"/>
                  </a:lnTo>
                  <a:lnTo>
                    <a:pt x="6659" y="4927"/>
                  </a:lnTo>
                  <a:lnTo>
                    <a:pt x="6576" y="5327"/>
                  </a:lnTo>
                  <a:lnTo>
                    <a:pt x="6526" y="5727"/>
                  </a:lnTo>
                  <a:lnTo>
                    <a:pt x="6476" y="6109"/>
                  </a:lnTo>
                  <a:lnTo>
                    <a:pt x="6442" y="6492"/>
                  </a:lnTo>
                  <a:lnTo>
                    <a:pt x="6426" y="6842"/>
                  </a:lnTo>
                  <a:lnTo>
                    <a:pt x="6409" y="7191"/>
                  </a:lnTo>
                  <a:lnTo>
                    <a:pt x="6409" y="7841"/>
                  </a:lnTo>
                  <a:lnTo>
                    <a:pt x="6442" y="8390"/>
                  </a:lnTo>
                  <a:lnTo>
                    <a:pt x="6492" y="8823"/>
                  </a:lnTo>
                  <a:lnTo>
                    <a:pt x="6526" y="9122"/>
                  </a:lnTo>
                  <a:lnTo>
                    <a:pt x="5860" y="9222"/>
                  </a:lnTo>
                  <a:lnTo>
                    <a:pt x="5227" y="9356"/>
                  </a:lnTo>
                  <a:lnTo>
                    <a:pt x="4645" y="9489"/>
                  </a:lnTo>
                  <a:lnTo>
                    <a:pt x="4112" y="9672"/>
                  </a:lnTo>
                  <a:lnTo>
                    <a:pt x="3613" y="9855"/>
                  </a:lnTo>
                  <a:lnTo>
                    <a:pt x="3163" y="10071"/>
                  </a:lnTo>
                  <a:lnTo>
                    <a:pt x="2747" y="10288"/>
                  </a:lnTo>
                  <a:lnTo>
                    <a:pt x="2364" y="10521"/>
                  </a:lnTo>
                  <a:lnTo>
                    <a:pt x="2031" y="10771"/>
                  </a:lnTo>
                  <a:lnTo>
                    <a:pt x="1715" y="11037"/>
                  </a:lnTo>
                  <a:lnTo>
                    <a:pt x="1432" y="11320"/>
                  </a:lnTo>
                  <a:lnTo>
                    <a:pt x="1182" y="11586"/>
                  </a:lnTo>
                  <a:lnTo>
                    <a:pt x="966" y="11886"/>
                  </a:lnTo>
                  <a:lnTo>
                    <a:pt x="783" y="12169"/>
                  </a:lnTo>
                  <a:lnTo>
                    <a:pt x="616" y="12452"/>
                  </a:lnTo>
                  <a:lnTo>
                    <a:pt x="483" y="12751"/>
                  </a:lnTo>
                  <a:lnTo>
                    <a:pt x="350" y="13051"/>
                  </a:lnTo>
                  <a:lnTo>
                    <a:pt x="250" y="13334"/>
                  </a:lnTo>
                  <a:lnTo>
                    <a:pt x="183" y="13617"/>
                  </a:lnTo>
                  <a:lnTo>
                    <a:pt x="117" y="13900"/>
                  </a:lnTo>
                  <a:lnTo>
                    <a:pt x="67" y="14166"/>
                  </a:lnTo>
                  <a:lnTo>
                    <a:pt x="33" y="14416"/>
                  </a:lnTo>
                  <a:lnTo>
                    <a:pt x="17" y="14666"/>
                  </a:lnTo>
                  <a:lnTo>
                    <a:pt x="0" y="14899"/>
                  </a:lnTo>
                  <a:lnTo>
                    <a:pt x="0" y="15332"/>
                  </a:lnTo>
                  <a:lnTo>
                    <a:pt x="17" y="15665"/>
                  </a:lnTo>
                  <a:lnTo>
                    <a:pt x="50" y="15931"/>
                  </a:lnTo>
                  <a:lnTo>
                    <a:pt x="83" y="16081"/>
                  </a:lnTo>
                  <a:lnTo>
                    <a:pt x="100" y="16114"/>
                  </a:lnTo>
                  <a:lnTo>
                    <a:pt x="133" y="16131"/>
                  </a:lnTo>
                  <a:lnTo>
                    <a:pt x="40735" y="16131"/>
                  </a:lnTo>
                  <a:lnTo>
                    <a:pt x="40785" y="16114"/>
                  </a:lnTo>
                  <a:lnTo>
                    <a:pt x="40801" y="16081"/>
                  </a:lnTo>
                  <a:lnTo>
                    <a:pt x="40801" y="15931"/>
                  </a:lnTo>
                  <a:lnTo>
                    <a:pt x="40818" y="15665"/>
                  </a:lnTo>
                  <a:lnTo>
                    <a:pt x="40818" y="15315"/>
                  </a:lnTo>
                  <a:lnTo>
                    <a:pt x="40785" y="14899"/>
                  </a:lnTo>
                  <a:lnTo>
                    <a:pt x="40718" y="14433"/>
                  </a:lnTo>
                  <a:lnTo>
                    <a:pt x="40668" y="14166"/>
                  </a:lnTo>
                  <a:lnTo>
                    <a:pt x="40602" y="13900"/>
                  </a:lnTo>
                  <a:lnTo>
                    <a:pt x="40518" y="13634"/>
                  </a:lnTo>
                  <a:lnTo>
                    <a:pt x="40419" y="13351"/>
                  </a:lnTo>
                  <a:lnTo>
                    <a:pt x="40302" y="13068"/>
                  </a:lnTo>
                  <a:lnTo>
                    <a:pt x="40169" y="12768"/>
                  </a:lnTo>
                  <a:lnTo>
                    <a:pt x="40019" y="12485"/>
                  </a:lnTo>
                  <a:lnTo>
                    <a:pt x="39836" y="12185"/>
                  </a:lnTo>
                  <a:lnTo>
                    <a:pt x="39636" y="11902"/>
                  </a:lnTo>
                  <a:lnTo>
                    <a:pt x="39403" y="11619"/>
                  </a:lnTo>
                  <a:lnTo>
                    <a:pt x="39153" y="11336"/>
                  </a:lnTo>
                  <a:lnTo>
                    <a:pt x="38870" y="11070"/>
                  </a:lnTo>
                  <a:lnTo>
                    <a:pt x="38554" y="10820"/>
                  </a:lnTo>
                  <a:lnTo>
                    <a:pt x="38221" y="10554"/>
                  </a:lnTo>
                  <a:lnTo>
                    <a:pt x="37838" y="10321"/>
                  </a:lnTo>
                  <a:lnTo>
                    <a:pt x="37439" y="10105"/>
                  </a:lnTo>
                  <a:lnTo>
                    <a:pt x="36989" y="9888"/>
                  </a:lnTo>
                  <a:lnTo>
                    <a:pt x="36507" y="9705"/>
                  </a:lnTo>
                  <a:lnTo>
                    <a:pt x="35991" y="9522"/>
                  </a:lnTo>
                  <a:lnTo>
                    <a:pt x="35441" y="9372"/>
                  </a:lnTo>
                  <a:lnTo>
                    <a:pt x="34842" y="9239"/>
                  </a:lnTo>
                  <a:lnTo>
                    <a:pt x="34193" y="9139"/>
                  </a:lnTo>
                  <a:lnTo>
                    <a:pt x="34226" y="8856"/>
                  </a:lnTo>
                  <a:lnTo>
                    <a:pt x="34276" y="8423"/>
                  </a:lnTo>
                  <a:lnTo>
                    <a:pt x="34309" y="7874"/>
                  </a:lnTo>
                  <a:lnTo>
                    <a:pt x="34326" y="7241"/>
                  </a:lnTo>
                  <a:lnTo>
                    <a:pt x="34309" y="6892"/>
                  </a:lnTo>
                  <a:lnTo>
                    <a:pt x="34293" y="6526"/>
                  </a:lnTo>
                  <a:lnTo>
                    <a:pt x="34259" y="6143"/>
                  </a:lnTo>
                  <a:lnTo>
                    <a:pt x="34209" y="5760"/>
                  </a:lnTo>
                  <a:lnTo>
                    <a:pt x="34143" y="5360"/>
                  </a:lnTo>
                  <a:lnTo>
                    <a:pt x="34059" y="4961"/>
                  </a:lnTo>
                  <a:lnTo>
                    <a:pt x="33960" y="4561"/>
                  </a:lnTo>
                  <a:lnTo>
                    <a:pt x="33843" y="4145"/>
                  </a:lnTo>
                  <a:lnTo>
                    <a:pt x="33693" y="3746"/>
                  </a:lnTo>
                  <a:lnTo>
                    <a:pt x="33527" y="3363"/>
                  </a:lnTo>
                  <a:lnTo>
                    <a:pt x="33327" y="2980"/>
                  </a:lnTo>
                  <a:lnTo>
                    <a:pt x="33111" y="2597"/>
                  </a:lnTo>
                  <a:lnTo>
                    <a:pt x="32844" y="2247"/>
                  </a:lnTo>
                  <a:lnTo>
                    <a:pt x="32561" y="1898"/>
                  </a:lnTo>
                  <a:lnTo>
                    <a:pt x="32245" y="1581"/>
                  </a:lnTo>
                  <a:lnTo>
                    <a:pt x="32062" y="1415"/>
                  </a:lnTo>
                  <a:lnTo>
                    <a:pt x="31879" y="1282"/>
                  </a:lnTo>
                  <a:lnTo>
                    <a:pt x="31696" y="1132"/>
                  </a:lnTo>
                  <a:lnTo>
                    <a:pt x="31496" y="999"/>
                  </a:lnTo>
                  <a:lnTo>
                    <a:pt x="31279" y="866"/>
                  </a:lnTo>
                  <a:lnTo>
                    <a:pt x="31063" y="749"/>
                  </a:lnTo>
                  <a:lnTo>
                    <a:pt x="30830" y="633"/>
                  </a:lnTo>
                  <a:lnTo>
                    <a:pt x="30597" y="533"/>
                  </a:lnTo>
                  <a:lnTo>
                    <a:pt x="30331" y="433"/>
                  </a:lnTo>
                  <a:lnTo>
                    <a:pt x="30081" y="350"/>
                  </a:lnTo>
                  <a:lnTo>
                    <a:pt x="29798" y="266"/>
                  </a:lnTo>
                  <a:lnTo>
                    <a:pt x="29515" y="200"/>
                  </a:lnTo>
                  <a:lnTo>
                    <a:pt x="29215" y="150"/>
                  </a:lnTo>
                  <a:lnTo>
                    <a:pt x="28916" y="100"/>
                  </a:lnTo>
                  <a:lnTo>
                    <a:pt x="28599" y="50"/>
                  </a:lnTo>
                  <a:lnTo>
                    <a:pt x="28266" y="33"/>
                  </a:lnTo>
                  <a:lnTo>
                    <a:pt x="27917" y="17"/>
                  </a:lnTo>
                  <a:lnTo>
                    <a:pt x="27567"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19"/>
            <p:cNvSpPr/>
            <p:nvPr/>
          </p:nvSpPr>
          <p:spPr>
            <a:xfrm>
              <a:off x="7409478" y="4454672"/>
              <a:ext cx="951564" cy="1739"/>
            </a:xfrm>
            <a:custGeom>
              <a:rect b="b" l="l" r="r" t="t"/>
              <a:pathLst>
                <a:path extrusionOk="0" h="51" w="27901">
                  <a:moveTo>
                    <a:pt x="34" y="1"/>
                  </a:moveTo>
                  <a:lnTo>
                    <a:pt x="18" y="17"/>
                  </a:lnTo>
                  <a:lnTo>
                    <a:pt x="1" y="34"/>
                  </a:lnTo>
                  <a:lnTo>
                    <a:pt x="18" y="50"/>
                  </a:lnTo>
                  <a:lnTo>
                    <a:pt x="27901" y="50"/>
                  </a:lnTo>
                  <a:lnTo>
                    <a:pt x="27901" y="34"/>
                  </a:lnTo>
                  <a:lnTo>
                    <a:pt x="27901" y="17"/>
                  </a:lnTo>
                  <a:lnTo>
                    <a:pt x="27884" y="1"/>
                  </a:lnTo>
                  <a:close/>
                </a:path>
              </a:pathLst>
            </a:custGeom>
            <a:solidFill>
              <a:srgbClr val="221F4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19"/>
            <p:cNvSpPr/>
            <p:nvPr/>
          </p:nvSpPr>
          <p:spPr>
            <a:xfrm>
              <a:off x="7566771" y="4150932"/>
              <a:ext cx="639298" cy="1739"/>
            </a:xfrm>
            <a:custGeom>
              <a:rect b="b" l="l" r="r" t="t"/>
              <a:pathLst>
                <a:path extrusionOk="0" h="51" w="18745">
                  <a:moveTo>
                    <a:pt x="17" y="0"/>
                  </a:moveTo>
                  <a:lnTo>
                    <a:pt x="0" y="17"/>
                  </a:lnTo>
                  <a:lnTo>
                    <a:pt x="17" y="34"/>
                  </a:lnTo>
                  <a:lnTo>
                    <a:pt x="33" y="50"/>
                  </a:lnTo>
                  <a:lnTo>
                    <a:pt x="18711" y="50"/>
                  </a:lnTo>
                  <a:lnTo>
                    <a:pt x="18728" y="34"/>
                  </a:lnTo>
                  <a:lnTo>
                    <a:pt x="18744" y="17"/>
                  </a:lnTo>
                  <a:lnTo>
                    <a:pt x="18728" y="0"/>
                  </a:lnTo>
                  <a:close/>
                </a:path>
              </a:pathLst>
            </a:custGeom>
            <a:solidFill>
              <a:srgbClr val="221F4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19"/>
            <p:cNvSpPr/>
            <p:nvPr/>
          </p:nvSpPr>
          <p:spPr>
            <a:xfrm>
              <a:off x="7685968" y="2747470"/>
              <a:ext cx="408237" cy="1739"/>
            </a:xfrm>
            <a:custGeom>
              <a:rect b="b" l="l" r="r" t="t"/>
              <a:pathLst>
                <a:path extrusionOk="0" h="51" w="11970">
                  <a:moveTo>
                    <a:pt x="18" y="1"/>
                  </a:moveTo>
                  <a:lnTo>
                    <a:pt x="1" y="17"/>
                  </a:lnTo>
                  <a:lnTo>
                    <a:pt x="18" y="34"/>
                  </a:lnTo>
                  <a:lnTo>
                    <a:pt x="34" y="51"/>
                  </a:lnTo>
                  <a:lnTo>
                    <a:pt x="11953" y="51"/>
                  </a:lnTo>
                  <a:lnTo>
                    <a:pt x="11970" y="34"/>
                  </a:lnTo>
                  <a:lnTo>
                    <a:pt x="11970" y="17"/>
                  </a:lnTo>
                  <a:lnTo>
                    <a:pt x="1197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19"/>
            <p:cNvSpPr/>
            <p:nvPr/>
          </p:nvSpPr>
          <p:spPr>
            <a:xfrm>
              <a:off x="7685968" y="2673666"/>
              <a:ext cx="408237" cy="1739"/>
            </a:xfrm>
            <a:custGeom>
              <a:rect b="b" l="l" r="r" t="t"/>
              <a:pathLst>
                <a:path extrusionOk="0" h="51" w="11970">
                  <a:moveTo>
                    <a:pt x="18" y="0"/>
                  </a:moveTo>
                  <a:lnTo>
                    <a:pt x="1" y="17"/>
                  </a:lnTo>
                  <a:lnTo>
                    <a:pt x="18" y="34"/>
                  </a:lnTo>
                  <a:lnTo>
                    <a:pt x="34" y="50"/>
                  </a:lnTo>
                  <a:lnTo>
                    <a:pt x="11953" y="50"/>
                  </a:lnTo>
                  <a:lnTo>
                    <a:pt x="11970" y="34"/>
                  </a:lnTo>
                  <a:lnTo>
                    <a:pt x="11970" y="17"/>
                  </a:lnTo>
                  <a:lnTo>
                    <a:pt x="1197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19"/>
            <p:cNvSpPr/>
            <p:nvPr/>
          </p:nvSpPr>
          <p:spPr>
            <a:xfrm>
              <a:off x="7727986" y="2473810"/>
              <a:ext cx="319120" cy="1739"/>
            </a:xfrm>
            <a:custGeom>
              <a:rect b="b" l="l" r="r" t="t"/>
              <a:pathLst>
                <a:path extrusionOk="0" h="51" w="9357">
                  <a:moveTo>
                    <a:pt x="1" y="1"/>
                  </a:moveTo>
                  <a:lnTo>
                    <a:pt x="1" y="17"/>
                  </a:lnTo>
                  <a:lnTo>
                    <a:pt x="1" y="51"/>
                  </a:lnTo>
                  <a:lnTo>
                    <a:pt x="9340" y="51"/>
                  </a:lnTo>
                  <a:lnTo>
                    <a:pt x="9356" y="17"/>
                  </a:lnTo>
                  <a:lnTo>
                    <a:pt x="934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19"/>
            <p:cNvSpPr/>
            <p:nvPr/>
          </p:nvSpPr>
          <p:spPr>
            <a:xfrm>
              <a:off x="7938074" y="2783246"/>
              <a:ext cx="84035" cy="686431"/>
            </a:xfrm>
            <a:custGeom>
              <a:rect b="b" l="l" r="r" t="t"/>
              <a:pathLst>
                <a:path extrusionOk="0" h="20127" w="2464">
                  <a:moveTo>
                    <a:pt x="599" y="0"/>
                  </a:moveTo>
                  <a:lnTo>
                    <a:pt x="483" y="17"/>
                  </a:lnTo>
                  <a:lnTo>
                    <a:pt x="350" y="50"/>
                  </a:lnTo>
                  <a:lnTo>
                    <a:pt x="250" y="100"/>
                  </a:lnTo>
                  <a:lnTo>
                    <a:pt x="167" y="183"/>
                  </a:lnTo>
                  <a:lnTo>
                    <a:pt x="83" y="283"/>
                  </a:lnTo>
                  <a:lnTo>
                    <a:pt x="33" y="383"/>
                  </a:lnTo>
                  <a:lnTo>
                    <a:pt x="0" y="500"/>
                  </a:lnTo>
                  <a:lnTo>
                    <a:pt x="0" y="633"/>
                  </a:lnTo>
                  <a:lnTo>
                    <a:pt x="633" y="10172"/>
                  </a:lnTo>
                  <a:lnTo>
                    <a:pt x="1265" y="19560"/>
                  </a:lnTo>
                  <a:lnTo>
                    <a:pt x="1282" y="19677"/>
                  </a:lnTo>
                  <a:lnTo>
                    <a:pt x="1315" y="19777"/>
                  </a:lnTo>
                  <a:lnTo>
                    <a:pt x="1382" y="19877"/>
                  </a:lnTo>
                  <a:lnTo>
                    <a:pt x="1448" y="19960"/>
                  </a:lnTo>
                  <a:lnTo>
                    <a:pt x="1532" y="20026"/>
                  </a:lnTo>
                  <a:lnTo>
                    <a:pt x="1631" y="20076"/>
                  </a:lnTo>
                  <a:lnTo>
                    <a:pt x="1748" y="20110"/>
                  </a:lnTo>
                  <a:lnTo>
                    <a:pt x="1864" y="20126"/>
                  </a:lnTo>
                  <a:lnTo>
                    <a:pt x="1981" y="20110"/>
                  </a:lnTo>
                  <a:lnTo>
                    <a:pt x="2098" y="20076"/>
                  </a:lnTo>
                  <a:lnTo>
                    <a:pt x="2197" y="20010"/>
                  </a:lnTo>
                  <a:lnTo>
                    <a:pt x="2281" y="19943"/>
                  </a:lnTo>
                  <a:lnTo>
                    <a:pt x="2364" y="19860"/>
                  </a:lnTo>
                  <a:lnTo>
                    <a:pt x="2414" y="19743"/>
                  </a:lnTo>
                  <a:lnTo>
                    <a:pt x="2447" y="19644"/>
                  </a:lnTo>
                  <a:lnTo>
                    <a:pt x="2464" y="19510"/>
                  </a:lnTo>
                  <a:lnTo>
                    <a:pt x="2347" y="600"/>
                  </a:lnTo>
                  <a:lnTo>
                    <a:pt x="2331" y="466"/>
                  </a:lnTo>
                  <a:lnTo>
                    <a:pt x="2297" y="367"/>
                  </a:lnTo>
                  <a:lnTo>
                    <a:pt x="2247" y="267"/>
                  </a:lnTo>
                  <a:lnTo>
                    <a:pt x="2181" y="167"/>
                  </a:lnTo>
                  <a:lnTo>
                    <a:pt x="2081" y="100"/>
                  </a:lnTo>
                  <a:lnTo>
                    <a:pt x="1981" y="50"/>
                  </a:lnTo>
                  <a:lnTo>
                    <a:pt x="1864" y="0"/>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19"/>
            <p:cNvSpPr/>
            <p:nvPr/>
          </p:nvSpPr>
          <p:spPr>
            <a:xfrm>
              <a:off x="7938074" y="2783246"/>
              <a:ext cx="84035" cy="686431"/>
            </a:xfrm>
            <a:custGeom>
              <a:rect b="b" l="l" r="r" t="t"/>
              <a:pathLst>
                <a:path extrusionOk="0" fill="none" h="20127" w="2464">
                  <a:moveTo>
                    <a:pt x="1748" y="0"/>
                  </a:moveTo>
                  <a:lnTo>
                    <a:pt x="599" y="0"/>
                  </a:lnTo>
                  <a:lnTo>
                    <a:pt x="599" y="0"/>
                  </a:lnTo>
                  <a:lnTo>
                    <a:pt x="483" y="17"/>
                  </a:lnTo>
                  <a:lnTo>
                    <a:pt x="350" y="50"/>
                  </a:lnTo>
                  <a:lnTo>
                    <a:pt x="250" y="100"/>
                  </a:lnTo>
                  <a:lnTo>
                    <a:pt x="167" y="183"/>
                  </a:lnTo>
                  <a:lnTo>
                    <a:pt x="83" y="283"/>
                  </a:lnTo>
                  <a:lnTo>
                    <a:pt x="33" y="383"/>
                  </a:lnTo>
                  <a:lnTo>
                    <a:pt x="0" y="500"/>
                  </a:lnTo>
                  <a:lnTo>
                    <a:pt x="0" y="633"/>
                  </a:lnTo>
                  <a:lnTo>
                    <a:pt x="0" y="633"/>
                  </a:lnTo>
                  <a:lnTo>
                    <a:pt x="633" y="10172"/>
                  </a:lnTo>
                  <a:lnTo>
                    <a:pt x="1265" y="19560"/>
                  </a:lnTo>
                  <a:lnTo>
                    <a:pt x="1265" y="19560"/>
                  </a:lnTo>
                  <a:lnTo>
                    <a:pt x="1282" y="19677"/>
                  </a:lnTo>
                  <a:lnTo>
                    <a:pt x="1315" y="19777"/>
                  </a:lnTo>
                  <a:lnTo>
                    <a:pt x="1382" y="19877"/>
                  </a:lnTo>
                  <a:lnTo>
                    <a:pt x="1448" y="19960"/>
                  </a:lnTo>
                  <a:lnTo>
                    <a:pt x="1532" y="20026"/>
                  </a:lnTo>
                  <a:lnTo>
                    <a:pt x="1631" y="20076"/>
                  </a:lnTo>
                  <a:lnTo>
                    <a:pt x="1748" y="20110"/>
                  </a:lnTo>
                  <a:lnTo>
                    <a:pt x="1864" y="20126"/>
                  </a:lnTo>
                  <a:lnTo>
                    <a:pt x="1864" y="20126"/>
                  </a:lnTo>
                  <a:lnTo>
                    <a:pt x="1981" y="20110"/>
                  </a:lnTo>
                  <a:lnTo>
                    <a:pt x="2098" y="20076"/>
                  </a:lnTo>
                  <a:lnTo>
                    <a:pt x="2197" y="20010"/>
                  </a:lnTo>
                  <a:lnTo>
                    <a:pt x="2281" y="19943"/>
                  </a:lnTo>
                  <a:lnTo>
                    <a:pt x="2364" y="19860"/>
                  </a:lnTo>
                  <a:lnTo>
                    <a:pt x="2414" y="19743"/>
                  </a:lnTo>
                  <a:lnTo>
                    <a:pt x="2447" y="19644"/>
                  </a:lnTo>
                  <a:lnTo>
                    <a:pt x="2464" y="19510"/>
                  </a:lnTo>
                  <a:lnTo>
                    <a:pt x="2347" y="600"/>
                  </a:lnTo>
                  <a:lnTo>
                    <a:pt x="2347" y="600"/>
                  </a:lnTo>
                  <a:lnTo>
                    <a:pt x="2331" y="466"/>
                  </a:lnTo>
                  <a:lnTo>
                    <a:pt x="2297" y="367"/>
                  </a:lnTo>
                  <a:lnTo>
                    <a:pt x="2247" y="267"/>
                  </a:lnTo>
                  <a:lnTo>
                    <a:pt x="2181" y="167"/>
                  </a:lnTo>
                  <a:lnTo>
                    <a:pt x="2081" y="100"/>
                  </a:lnTo>
                  <a:lnTo>
                    <a:pt x="1981" y="50"/>
                  </a:lnTo>
                  <a:lnTo>
                    <a:pt x="1864" y="0"/>
                  </a:lnTo>
                  <a:lnTo>
                    <a:pt x="1748" y="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19"/>
            <p:cNvSpPr/>
            <p:nvPr/>
          </p:nvSpPr>
          <p:spPr>
            <a:xfrm>
              <a:off x="7973816" y="2499355"/>
              <a:ext cx="113604" cy="97711"/>
            </a:xfrm>
            <a:custGeom>
              <a:rect b="b" l="l" r="r" t="t"/>
              <a:pathLst>
                <a:path extrusionOk="0" h="2865" w="3331">
                  <a:moveTo>
                    <a:pt x="1" y="1"/>
                  </a:moveTo>
                  <a:lnTo>
                    <a:pt x="384" y="117"/>
                  </a:lnTo>
                  <a:lnTo>
                    <a:pt x="717" y="234"/>
                  </a:lnTo>
                  <a:lnTo>
                    <a:pt x="1033" y="367"/>
                  </a:lnTo>
                  <a:lnTo>
                    <a:pt x="1316" y="500"/>
                  </a:lnTo>
                  <a:lnTo>
                    <a:pt x="1566" y="667"/>
                  </a:lnTo>
                  <a:lnTo>
                    <a:pt x="1782" y="833"/>
                  </a:lnTo>
                  <a:lnTo>
                    <a:pt x="1982" y="1016"/>
                  </a:lnTo>
                  <a:lnTo>
                    <a:pt x="2165" y="1200"/>
                  </a:lnTo>
                  <a:lnTo>
                    <a:pt x="2315" y="1383"/>
                  </a:lnTo>
                  <a:lnTo>
                    <a:pt x="2448" y="1582"/>
                  </a:lnTo>
                  <a:lnTo>
                    <a:pt x="2564" y="1799"/>
                  </a:lnTo>
                  <a:lnTo>
                    <a:pt x="2648" y="1999"/>
                  </a:lnTo>
                  <a:lnTo>
                    <a:pt x="2731" y="2215"/>
                  </a:lnTo>
                  <a:lnTo>
                    <a:pt x="2797" y="2431"/>
                  </a:lnTo>
                  <a:lnTo>
                    <a:pt x="2847" y="2648"/>
                  </a:lnTo>
                  <a:lnTo>
                    <a:pt x="2897" y="2864"/>
                  </a:lnTo>
                  <a:lnTo>
                    <a:pt x="3064" y="2614"/>
                  </a:lnTo>
                  <a:lnTo>
                    <a:pt x="3180" y="2365"/>
                  </a:lnTo>
                  <a:lnTo>
                    <a:pt x="3264" y="2115"/>
                  </a:lnTo>
                  <a:lnTo>
                    <a:pt x="3313" y="1899"/>
                  </a:lnTo>
                  <a:lnTo>
                    <a:pt x="3330" y="1682"/>
                  </a:lnTo>
                  <a:lnTo>
                    <a:pt x="3313" y="1466"/>
                  </a:lnTo>
                  <a:lnTo>
                    <a:pt x="3280" y="1283"/>
                  </a:lnTo>
                  <a:lnTo>
                    <a:pt x="3230" y="1100"/>
                  </a:lnTo>
                  <a:lnTo>
                    <a:pt x="3180" y="983"/>
                  </a:lnTo>
                  <a:lnTo>
                    <a:pt x="3114" y="867"/>
                  </a:lnTo>
                  <a:lnTo>
                    <a:pt x="3047" y="750"/>
                  </a:lnTo>
                  <a:lnTo>
                    <a:pt x="2964" y="650"/>
                  </a:lnTo>
                  <a:lnTo>
                    <a:pt x="2881" y="550"/>
                  </a:lnTo>
                  <a:lnTo>
                    <a:pt x="2797" y="467"/>
                  </a:lnTo>
                  <a:lnTo>
                    <a:pt x="2581" y="301"/>
                  </a:lnTo>
                  <a:lnTo>
                    <a:pt x="2365" y="184"/>
                  </a:lnTo>
                  <a:lnTo>
                    <a:pt x="2115" y="84"/>
                  </a:lnTo>
                  <a:lnTo>
                    <a:pt x="1849" y="34"/>
                  </a:lnTo>
                  <a:lnTo>
                    <a:pt x="1582" y="1"/>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19"/>
            <p:cNvSpPr/>
            <p:nvPr/>
          </p:nvSpPr>
          <p:spPr>
            <a:xfrm>
              <a:off x="7973816" y="2499355"/>
              <a:ext cx="113604" cy="97711"/>
            </a:xfrm>
            <a:custGeom>
              <a:rect b="b" l="l" r="r" t="t"/>
              <a:pathLst>
                <a:path extrusionOk="0" fill="none" h="2865" w="3331">
                  <a:moveTo>
                    <a:pt x="1582" y="1"/>
                  </a:moveTo>
                  <a:lnTo>
                    <a:pt x="1" y="1"/>
                  </a:lnTo>
                  <a:lnTo>
                    <a:pt x="1" y="1"/>
                  </a:lnTo>
                  <a:lnTo>
                    <a:pt x="384" y="117"/>
                  </a:lnTo>
                  <a:lnTo>
                    <a:pt x="717" y="234"/>
                  </a:lnTo>
                  <a:lnTo>
                    <a:pt x="1033" y="367"/>
                  </a:lnTo>
                  <a:lnTo>
                    <a:pt x="1316" y="500"/>
                  </a:lnTo>
                  <a:lnTo>
                    <a:pt x="1566" y="667"/>
                  </a:lnTo>
                  <a:lnTo>
                    <a:pt x="1782" y="833"/>
                  </a:lnTo>
                  <a:lnTo>
                    <a:pt x="1982" y="1016"/>
                  </a:lnTo>
                  <a:lnTo>
                    <a:pt x="2165" y="1200"/>
                  </a:lnTo>
                  <a:lnTo>
                    <a:pt x="2315" y="1383"/>
                  </a:lnTo>
                  <a:lnTo>
                    <a:pt x="2448" y="1582"/>
                  </a:lnTo>
                  <a:lnTo>
                    <a:pt x="2564" y="1799"/>
                  </a:lnTo>
                  <a:lnTo>
                    <a:pt x="2648" y="1999"/>
                  </a:lnTo>
                  <a:lnTo>
                    <a:pt x="2731" y="2215"/>
                  </a:lnTo>
                  <a:lnTo>
                    <a:pt x="2797" y="2431"/>
                  </a:lnTo>
                  <a:lnTo>
                    <a:pt x="2847" y="2648"/>
                  </a:lnTo>
                  <a:lnTo>
                    <a:pt x="2897" y="2864"/>
                  </a:lnTo>
                  <a:lnTo>
                    <a:pt x="2897" y="2864"/>
                  </a:lnTo>
                  <a:lnTo>
                    <a:pt x="3064" y="2614"/>
                  </a:lnTo>
                  <a:lnTo>
                    <a:pt x="3180" y="2365"/>
                  </a:lnTo>
                  <a:lnTo>
                    <a:pt x="3264" y="2115"/>
                  </a:lnTo>
                  <a:lnTo>
                    <a:pt x="3313" y="1899"/>
                  </a:lnTo>
                  <a:lnTo>
                    <a:pt x="3330" y="1682"/>
                  </a:lnTo>
                  <a:lnTo>
                    <a:pt x="3313" y="1466"/>
                  </a:lnTo>
                  <a:lnTo>
                    <a:pt x="3280" y="1283"/>
                  </a:lnTo>
                  <a:lnTo>
                    <a:pt x="3230" y="1100"/>
                  </a:lnTo>
                  <a:lnTo>
                    <a:pt x="3230" y="1100"/>
                  </a:lnTo>
                  <a:lnTo>
                    <a:pt x="3180" y="983"/>
                  </a:lnTo>
                  <a:lnTo>
                    <a:pt x="3114" y="867"/>
                  </a:lnTo>
                  <a:lnTo>
                    <a:pt x="3047" y="750"/>
                  </a:lnTo>
                  <a:lnTo>
                    <a:pt x="2964" y="650"/>
                  </a:lnTo>
                  <a:lnTo>
                    <a:pt x="2881" y="550"/>
                  </a:lnTo>
                  <a:lnTo>
                    <a:pt x="2797" y="467"/>
                  </a:lnTo>
                  <a:lnTo>
                    <a:pt x="2581" y="301"/>
                  </a:lnTo>
                  <a:lnTo>
                    <a:pt x="2365" y="184"/>
                  </a:lnTo>
                  <a:lnTo>
                    <a:pt x="2115" y="84"/>
                  </a:lnTo>
                  <a:lnTo>
                    <a:pt x="1849" y="34"/>
                  </a:lnTo>
                  <a:lnTo>
                    <a:pt x="1582" y="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19"/>
            <p:cNvSpPr/>
            <p:nvPr/>
          </p:nvSpPr>
          <p:spPr>
            <a:xfrm>
              <a:off x="7980057" y="1916873"/>
              <a:ext cx="152211" cy="517816"/>
            </a:xfrm>
            <a:custGeom>
              <a:rect b="b" l="l" r="r" t="t"/>
              <a:pathLst>
                <a:path extrusionOk="0" h="15183" w="4463">
                  <a:moveTo>
                    <a:pt x="4462" y="0"/>
                  </a:moveTo>
                  <a:lnTo>
                    <a:pt x="4362" y="34"/>
                  </a:lnTo>
                  <a:lnTo>
                    <a:pt x="4113" y="117"/>
                  </a:lnTo>
                  <a:lnTo>
                    <a:pt x="3930" y="200"/>
                  </a:lnTo>
                  <a:lnTo>
                    <a:pt x="3713" y="300"/>
                  </a:lnTo>
                  <a:lnTo>
                    <a:pt x="3497" y="433"/>
                  </a:lnTo>
                  <a:lnTo>
                    <a:pt x="3264" y="600"/>
                  </a:lnTo>
                  <a:lnTo>
                    <a:pt x="3014" y="799"/>
                  </a:lnTo>
                  <a:lnTo>
                    <a:pt x="2764" y="1049"/>
                  </a:lnTo>
                  <a:lnTo>
                    <a:pt x="2515" y="1332"/>
                  </a:lnTo>
                  <a:lnTo>
                    <a:pt x="2265" y="1665"/>
                  </a:lnTo>
                  <a:lnTo>
                    <a:pt x="2148" y="1848"/>
                  </a:lnTo>
                  <a:lnTo>
                    <a:pt x="2032" y="2031"/>
                  </a:lnTo>
                  <a:lnTo>
                    <a:pt x="1932" y="2248"/>
                  </a:lnTo>
                  <a:lnTo>
                    <a:pt x="1832" y="2464"/>
                  </a:lnTo>
                  <a:lnTo>
                    <a:pt x="1732" y="2697"/>
                  </a:lnTo>
                  <a:lnTo>
                    <a:pt x="1632" y="2947"/>
                  </a:lnTo>
                  <a:lnTo>
                    <a:pt x="1549" y="3213"/>
                  </a:lnTo>
                  <a:lnTo>
                    <a:pt x="1482" y="3496"/>
                  </a:lnTo>
                  <a:lnTo>
                    <a:pt x="1333" y="4129"/>
                  </a:lnTo>
                  <a:lnTo>
                    <a:pt x="1199" y="4878"/>
                  </a:lnTo>
                  <a:lnTo>
                    <a:pt x="1066" y="5710"/>
                  </a:lnTo>
                  <a:lnTo>
                    <a:pt x="933" y="6609"/>
                  </a:lnTo>
                  <a:lnTo>
                    <a:pt x="683" y="8540"/>
                  </a:lnTo>
                  <a:lnTo>
                    <a:pt x="450" y="10488"/>
                  </a:lnTo>
                  <a:lnTo>
                    <a:pt x="267" y="12286"/>
                  </a:lnTo>
                  <a:lnTo>
                    <a:pt x="117" y="13784"/>
                  </a:lnTo>
                  <a:lnTo>
                    <a:pt x="1" y="15182"/>
                  </a:lnTo>
                  <a:lnTo>
                    <a:pt x="1233" y="15182"/>
                  </a:lnTo>
                  <a:lnTo>
                    <a:pt x="4462" y="0"/>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19"/>
            <p:cNvSpPr/>
            <p:nvPr/>
          </p:nvSpPr>
          <p:spPr>
            <a:xfrm>
              <a:off x="7980057" y="1916873"/>
              <a:ext cx="152211" cy="517816"/>
            </a:xfrm>
            <a:custGeom>
              <a:rect b="b" l="l" r="r" t="t"/>
              <a:pathLst>
                <a:path extrusionOk="0" fill="none" h="15183" w="4463">
                  <a:moveTo>
                    <a:pt x="4462" y="0"/>
                  </a:moveTo>
                  <a:lnTo>
                    <a:pt x="4462" y="0"/>
                  </a:lnTo>
                  <a:lnTo>
                    <a:pt x="4362" y="34"/>
                  </a:lnTo>
                  <a:lnTo>
                    <a:pt x="4113" y="117"/>
                  </a:lnTo>
                  <a:lnTo>
                    <a:pt x="3930" y="200"/>
                  </a:lnTo>
                  <a:lnTo>
                    <a:pt x="3713" y="300"/>
                  </a:lnTo>
                  <a:lnTo>
                    <a:pt x="3497" y="433"/>
                  </a:lnTo>
                  <a:lnTo>
                    <a:pt x="3264" y="600"/>
                  </a:lnTo>
                  <a:lnTo>
                    <a:pt x="3014" y="799"/>
                  </a:lnTo>
                  <a:lnTo>
                    <a:pt x="2764" y="1049"/>
                  </a:lnTo>
                  <a:lnTo>
                    <a:pt x="2515" y="1332"/>
                  </a:lnTo>
                  <a:lnTo>
                    <a:pt x="2265" y="1665"/>
                  </a:lnTo>
                  <a:lnTo>
                    <a:pt x="2148" y="1848"/>
                  </a:lnTo>
                  <a:lnTo>
                    <a:pt x="2032" y="2031"/>
                  </a:lnTo>
                  <a:lnTo>
                    <a:pt x="1932" y="2248"/>
                  </a:lnTo>
                  <a:lnTo>
                    <a:pt x="1832" y="2464"/>
                  </a:lnTo>
                  <a:lnTo>
                    <a:pt x="1732" y="2697"/>
                  </a:lnTo>
                  <a:lnTo>
                    <a:pt x="1632" y="2947"/>
                  </a:lnTo>
                  <a:lnTo>
                    <a:pt x="1549" y="3213"/>
                  </a:lnTo>
                  <a:lnTo>
                    <a:pt x="1482" y="3496"/>
                  </a:lnTo>
                  <a:lnTo>
                    <a:pt x="1482" y="3496"/>
                  </a:lnTo>
                  <a:lnTo>
                    <a:pt x="1333" y="4129"/>
                  </a:lnTo>
                  <a:lnTo>
                    <a:pt x="1199" y="4878"/>
                  </a:lnTo>
                  <a:lnTo>
                    <a:pt x="1066" y="5710"/>
                  </a:lnTo>
                  <a:lnTo>
                    <a:pt x="933" y="6609"/>
                  </a:lnTo>
                  <a:lnTo>
                    <a:pt x="683" y="8540"/>
                  </a:lnTo>
                  <a:lnTo>
                    <a:pt x="450" y="10488"/>
                  </a:lnTo>
                  <a:lnTo>
                    <a:pt x="267" y="12286"/>
                  </a:lnTo>
                  <a:lnTo>
                    <a:pt x="117" y="13784"/>
                  </a:lnTo>
                  <a:lnTo>
                    <a:pt x="1" y="15182"/>
                  </a:lnTo>
                  <a:lnTo>
                    <a:pt x="1233" y="15182"/>
                  </a:lnTo>
                  <a:lnTo>
                    <a:pt x="4462" y="0"/>
                  </a:lnTo>
                </a:path>
              </a:pathLst>
            </a:custGeom>
            <a:solidFill>
              <a:srgbClr val="0A0A0A">
                <a:alpha val="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19"/>
            <p:cNvSpPr/>
            <p:nvPr/>
          </p:nvSpPr>
          <p:spPr>
            <a:xfrm>
              <a:off x="7072826" y="2042891"/>
              <a:ext cx="596735" cy="338424"/>
            </a:xfrm>
            <a:custGeom>
              <a:rect b="b" l="l" r="r" t="t"/>
              <a:pathLst>
                <a:path extrusionOk="0" h="9923" w="17497">
                  <a:moveTo>
                    <a:pt x="16581" y="1"/>
                  </a:moveTo>
                  <a:lnTo>
                    <a:pt x="8507" y="4262"/>
                  </a:lnTo>
                  <a:lnTo>
                    <a:pt x="1149" y="850"/>
                  </a:lnTo>
                  <a:lnTo>
                    <a:pt x="0" y="6260"/>
                  </a:lnTo>
                  <a:lnTo>
                    <a:pt x="300" y="6427"/>
                  </a:lnTo>
                  <a:lnTo>
                    <a:pt x="1116" y="6859"/>
                  </a:lnTo>
                  <a:lnTo>
                    <a:pt x="2314" y="7492"/>
                  </a:lnTo>
                  <a:lnTo>
                    <a:pt x="2997" y="7825"/>
                  </a:lnTo>
                  <a:lnTo>
                    <a:pt x="3746" y="8191"/>
                  </a:lnTo>
                  <a:lnTo>
                    <a:pt x="4495" y="8541"/>
                  </a:lnTo>
                  <a:lnTo>
                    <a:pt x="5261" y="8874"/>
                  </a:lnTo>
                  <a:lnTo>
                    <a:pt x="6010" y="9190"/>
                  </a:lnTo>
                  <a:lnTo>
                    <a:pt x="6742" y="9456"/>
                  </a:lnTo>
                  <a:lnTo>
                    <a:pt x="7425" y="9673"/>
                  </a:lnTo>
                  <a:lnTo>
                    <a:pt x="7741" y="9756"/>
                  </a:lnTo>
                  <a:lnTo>
                    <a:pt x="8041" y="9839"/>
                  </a:lnTo>
                  <a:lnTo>
                    <a:pt x="8324" y="9889"/>
                  </a:lnTo>
                  <a:lnTo>
                    <a:pt x="8573" y="9922"/>
                  </a:lnTo>
                  <a:lnTo>
                    <a:pt x="8806" y="9922"/>
                  </a:lnTo>
                  <a:lnTo>
                    <a:pt x="9023" y="9906"/>
                  </a:lnTo>
                  <a:lnTo>
                    <a:pt x="9289" y="9856"/>
                  </a:lnTo>
                  <a:lnTo>
                    <a:pt x="9572" y="9789"/>
                  </a:lnTo>
                  <a:lnTo>
                    <a:pt x="9872" y="9689"/>
                  </a:lnTo>
                  <a:lnTo>
                    <a:pt x="10172" y="9573"/>
                  </a:lnTo>
                  <a:lnTo>
                    <a:pt x="10504" y="9423"/>
                  </a:lnTo>
                  <a:lnTo>
                    <a:pt x="10837" y="9273"/>
                  </a:lnTo>
                  <a:lnTo>
                    <a:pt x="11170" y="9090"/>
                  </a:lnTo>
                  <a:lnTo>
                    <a:pt x="11520" y="8907"/>
                  </a:lnTo>
                  <a:lnTo>
                    <a:pt x="12219" y="8474"/>
                  </a:lnTo>
                  <a:lnTo>
                    <a:pt x="12918" y="8025"/>
                  </a:lnTo>
                  <a:lnTo>
                    <a:pt x="13617" y="7542"/>
                  </a:lnTo>
                  <a:lnTo>
                    <a:pt x="14300" y="7042"/>
                  </a:lnTo>
                  <a:lnTo>
                    <a:pt x="14949" y="6560"/>
                  </a:lnTo>
                  <a:lnTo>
                    <a:pt x="15548" y="6094"/>
                  </a:lnTo>
                  <a:lnTo>
                    <a:pt x="16564" y="5278"/>
                  </a:lnTo>
                  <a:lnTo>
                    <a:pt x="17246" y="4695"/>
                  </a:lnTo>
                  <a:lnTo>
                    <a:pt x="17496" y="4479"/>
                  </a:lnTo>
                  <a:lnTo>
                    <a:pt x="16581"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19"/>
            <p:cNvSpPr/>
            <p:nvPr/>
          </p:nvSpPr>
          <p:spPr>
            <a:xfrm>
              <a:off x="5556954" y="2094015"/>
              <a:ext cx="80658" cy="135158"/>
            </a:xfrm>
            <a:custGeom>
              <a:rect b="b" l="l" r="r" t="t"/>
              <a:pathLst>
                <a:path extrusionOk="0" h="3963" w="2365">
                  <a:moveTo>
                    <a:pt x="50" y="0"/>
                  </a:moveTo>
                  <a:lnTo>
                    <a:pt x="34" y="250"/>
                  </a:lnTo>
                  <a:lnTo>
                    <a:pt x="0" y="832"/>
                  </a:lnTo>
                  <a:lnTo>
                    <a:pt x="0" y="1182"/>
                  </a:lnTo>
                  <a:lnTo>
                    <a:pt x="0" y="1515"/>
                  </a:lnTo>
                  <a:lnTo>
                    <a:pt x="17" y="1815"/>
                  </a:lnTo>
                  <a:lnTo>
                    <a:pt x="50" y="2048"/>
                  </a:lnTo>
                  <a:lnTo>
                    <a:pt x="84" y="2164"/>
                  </a:lnTo>
                  <a:lnTo>
                    <a:pt x="150" y="2281"/>
                  </a:lnTo>
                  <a:lnTo>
                    <a:pt x="333" y="2580"/>
                  </a:lnTo>
                  <a:lnTo>
                    <a:pt x="583" y="2913"/>
                  </a:lnTo>
                  <a:lnTo>
                    <a:pt x="866" y="3246"/>
                  </a:lnTo>
                  <a:lnTo>
                    <a:pt x="1166" y="3546"/>
                  </a:lnTo>
                  <a:lnTo>
                    <a:pt x="1316" y="3679"/>
                  </a:lnTo>
                  <a:lnTo>
                    <a:pt x="1465" y="3796"/>
                  </a:lnTo>
                  <a:lnTo>
                    <a:pt x="1615" y="3879"/>
                  </a:lnTo>
                  <a:lnTo>
                    <a:pt x="1732" y="3929"/>
                  </a:lnTo>
                  <a:lnTo>
                    <a:pt x="1848" y="3962"/>
                  </a:lnTo>
                  <a:lnTo>
                    <a:pt x="1898" y="3962"/>
                  </a:lnTo>
                  <a:lnTo>
                    <a:pt x="1948" y="3945"/>
                  </a:lnTo>
                  <a:lnTo>
                    <a:pt x="2031" y="3912"/>
                  </a:lnTo>
                  <a:lnTo>
                    <a:pt x="2098" y="3879"/>
                  </a:lnTo>
                  <a:lnTo>
                    <a:pt x="2165" y="3829"/>
                  </a:lnTo>
                  <a:lnTo>
                    <a:pt x="2214" y="3762"/>
                  </a:lnTo>
                  <a:lnTo>
                    <a:pt x="2298" y="3646"/>
                  </a:lnTo>
                  <a:lnTo>
                    <a:pt x="2331" y="3513"/>
                  </a:lnTo>
                  <a:lnTo>
                    <a:pt x="2364" y="3379"/>
                  </a:lnTo>
                  <a:lnTo>
                    <a:pt x="2348" y="3263"/>
                  </a:lnTo>
                  <a:lnTo>
                    <a:pt x="2331" y="3163"/>
                  </a:lnTo>
                  <a:lnTo>
                    <a:pt x="2298" y="3096"/>
                  </a:lnTo>
                  <a:lnTo>
                    <a:pt x="2115" y="2880"/>
                  </a:lnTo>
                  <a:lnTo>
                    <a:pt x="1815" y="2497"/>
                  </a:lnTo>
                  <a:lnTo>
                    <a:pt x="1432" y="1981"/>
                  </a:lnTo>
                  <a:lnTo>
                    <a:pt x="1748" y="583"/>
                  </a:lnTo>
                  <a:lnTo>
                    <a:pt x="50" y="0"/>
                  </a:lnTo>
                  <a:close/>
                </a:path>
              </a:pathLst>
            </a:custGeom>
            <a:solidFill>
              <a:srgbClr val="9728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19"/>
            <p:cNvSpPr/>
            <p:nvPr/>
          </p:nvSpPr>
          <p:spPr>
            <a:xfrm>
              <a:off x="5761346" y="2043471"/>
              <a:ext cx="656317" cy="207836"/>
            </a:xfrm>
            <a:custGeom>
              <a:rect b="b" l="l" r="r" t="t"/>
              <a:pathLst>
                <a:path extrusionOk="0" h="6094" w="19244">
                  <a:moveTo>
                    <a:pt x="19244" y="1"/>
                  </a:moveTo>
                  <a:lnTo>
                    <a:pt x="15598" y="916"/>
                  </a:lnTo>
                  <a:lnTo>
                    <a:pt x="0" y="1332"/>
                  </a:lnTo>
                  <a:lnTo>
                    <a:pt x="0" y="4495"/>
                  </a:lnTo>
                  <a:lnTo>
                    <a:pt x="1066" y="4728"/>
                  </a:lnTo>
                  <a:lnTo>
                    <a:pt x="2231" y="4978"/>
                  </a:lnTo>
                  <a:lnTo>
                    <a:pt x="3663" y="5261"/>
                  </a:lnTo>
                  <a:lnTo>
                    <a:pt x="5227" y="5544"/>
                  </a:lnTo>
                  <a:lnTo>
                    <a:pt x="6026" y="5677"/>
                  </a:lnTo>
                  <a:lnTo>
                    <a:pt x="6825" y="5794"/>
                  </a:lnTo>
                  <a:lnTo>
                    <a:pt x="7591" y="5910"/>
                  </a:lnTo>
                  <a:lnTo>
                    <a:pt x="8324" y="5993"/>
                  </a:lnTo>
                  <a:lnTo>
                    <a:pt x="9006" y="6043"/>
                  </a:lnTo>
                  <a:lnTo>
                    <a:pt x="9622" y="6077"/>
                  </a:lnTo>
                  <a:lnTo>
                    <a:pt x="10854" y="6093"/>
                  </a:lnTo>
                  <a:lnTo>
                    <a:pt x="14766" y="6093"/>
                  </a:lnTo>
                  <a:lnTo>
                    <a:pt x="17613" y="6077"/>
                  </a:lnTo>
                  <a:lnTo>
                    <a:pt x="19244"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19"/>
            <p:cNvSpPr/>
            <p:nvPr/>
          </p:nvSpPr>
          <p:spPr>
            <a:xfrm>
              <a:off x="5454775" y="2065605"/>
              <a:ext cx="310014" cy="171514"/>
            </a:xfrm>
            <a:custGeom>
              <a:rect b="b" l="l" r="r" t="t"/>
              <a:pathLst>
                <a:path extrusionOk="0" h="5029" w="9090">
                  <a:moveTo>
                    <a:pt x="416" y="1"/>
                  </a:moveTo>
                  <a:lnTo>
                    <a:pt x="216" y="34"/>
                  </a:lnTo>
                  <a:lnTo>
                    <a:pt x="133" y="51"/>
                  </a:lnTo>
                  <a:lnTo>
                    <a:pt x="83" y="84"/>
                  </a:lnTo>
                  <a:lnTo>
                    <a:pt x="67" y="117"/>
                  </a:lnTo>
                  <a:lnTo>
                    <a:pt x="33" y="184"/>
                  </a:lnTo>
                  <a:lnTo>
                    <a:pt x="0" y="300"/>
                  </a:lnTo>
                  <a:lnTo>
                    <a:pt x="0" y="367"/>
                  </a:lnTo>
                  <a:lnTo>
                    <a:pt x="0" y="450"/>
                  </a:lnTo>
                  <a:lnTo>
                    <a:pt x="17" y="517"/>
                  </a:lnTo>
                  <a:lnTo>
                    <a:pt x="50" y="600"/>
                  </a:lnTo>
                  <a:lnTo>
                    <a:pt x="100" y="667"/>
                  </a:lnTo>
                  <a:lnTo>
                    <a:pt x="166" y="750"/>
                  </a:lnTo>
                  <a:lnTo>
                    <a:pt x="266" y="816"/>
                  </a:lnTo>
                  <a:lnTo>
                    <a:pt x="400" y="883"/>
                  </a:lnTo>
                  <a:lnTo>
                    <a:pt x="549" y="950"/>
                  </a:lnTo>
                  <a:lnTo>
                    <a:pt x="732" y="1016"/>
                  </a:lnTo>
                  <a:lnTo>
                    <a:pt x="1848" y="1299"/>
                  </a:lnTo>
                  <a:lnTo>
                    <a:pt x="3213" y="1699"/>
                  </a:lnTo>
                  <a:lnTo>
                    <a:pt x="3862" y="1915"/>
                  </a:lnTo>
                  <a:lnTo>
                    <a:pt x="4428" y="2098"/>
                  </a:lnTo>
                  <a:lnTo>
                    <a:pt x="4844" y="2265"/>
                  </a:lnTo>
                  <a:lnTo>
                    <a:pt x="4977" y="2348"/>
                  </a:lnTo>
                  <a:lnTo>
                    <a:pt x="5061" y="2398"/>
                  </a:lnTo>
                  <a:lnTo>
                    <a:pt x="5094" y="2464"/>
                  </a:lnTo>
                  <a:lnTo>
                    <a:pt x="5127" y="2548"/>
                  </a:lnTo>
                  <a:lnTo>
                    <a:pt x="5144" y="2631"/>
                  </a:lnTo>
                  <a:lnTo>
                    <a:pt x="5144" y="2747"/>
                  </a:lnTo>
                  <a:lnTo>
                    <a:pt x="5111" y="2964"/>
                  </a:lnTo>
                  <a:lnTo>
                    <a:pt x="5044" y="3214"/>
                  </a:lnTo>
                  <a:lnTo>
                    <a:pt x="4977" y="3430"/>
                  </a:lnTo>
                  <a:lnTo>
                    <a:pt x="4894" y="3630"/>
                  </a:lnTo>
                  <a:lnTo>
                    <a:pt x="4828" y="3796"/>
                  </a:lnTo>
                  <a:lnTo>
                    <a:pt x="4678" y="3846"/>
                  </a:lnTo>
                  <a:lnTo>
                    <a:pt x="4545" y="3929"/>
                  </a:lnTo>
                  <a:lnTo>
                    <a:pt x="4395" y="4013"/>
                  </a:lnTo>
                  <a:lnTo>
                    <a:pt x="4312" y="4079"/>
                  </a:lnTo>
                  <a:lnTo>
                    <a:pt x="4245" y="4146"/>
                  </a:lnTo>
                  <a:lnTo>
                    <a:pt x="4195" y="4212"/>
                  </a:lnTo>
                  <a:lnTo>
                    <a:pt x="4145" y="4296"/>
                  </a:lnTo>
                  <a:lnTo>
                    <a:pt x="4128" y="4379"/>
                  </a:lnTo>
                  <a:lnTo>
                    <a:pt x="4112" y="4479"/>
                  </a:lnTo>
                  <a:lnTo>
                    <a:pt x="4128" y="4579"/>
                  </a:lnTo>
                  <a:lnTo>
                    <a:pt x="4162" y="4679"/>
                  </a:lnTo>
                  <a:lnTo>
                    <a:pt x="4228" y="4778"/>
                  </a:lnTo>
                  <a:lnTo>
                    <a:pt x="4312" y="4862"/>
                  </a:lnTo>
                  <a:lnTo>
                    <a:pt x="4395" y="4928"/>
                  </a:lnTo>
                  <a:lnTo>
                    <a:pt x="4495" y="4978"/>
                  </a:lnTo>
                  <a:lnTo>
                    <a:pt x="4611" y="5011"/>
                  </a:lnTo>
                  <a:lnTo>
                    <a:pt x="4711" y="5028"/>
                  </a:lnTo>
                  <a:lnTo>
                    <a:pt x="4944" y="5028"/>
                  </a:lnTo>
                  <a:lnTo>
                    <a:pt x="5161" y="4995"/>
                  </a:lnTo>
                  <a:lnTo>
                    <a:pt x="5344" y="4962"/>
                  </a:lnTo>
                  <a:lnTo>
                    <a:pt x="5527" y="4912"/>
                  </a:lnTo>
                  <a:lnTo>
                    <a:pt x="5760" y="4895"/>
                  </a:lnTo>
                  <a:lnTo>
                    <a:pt x="6359" y="4812"/>
                  </a:lnTo>
                  <a:lnTo>
                    <a:pt x="6709" y="4745"/>
                  </a:lnTo>
                  <a:lnTo>
                    <a:pt x="7075" y="4662"/>
                  </a:lnTo>
                  <a:lnTo>
                    <a:pt x="7408" y="4562"/>
                  </a:lnTo>
                  <a:lnTo>
                    <a:pt x="7558" y="4512"/>
                  </a:lnTo>
                  <a:lnTo>
                    <a:pt x="7707" y="4445"/>
                  </a:lnTo>
                  <a:lnTo>
                    <a:pt x="8224" y="4212"/>
                  </a:lnTo>
                  <a:lnTo>
                    <a:pt x="8656" y="4029"/>
                  </a:lnTo>
                  <a:lnTo>
                    <a:pt x="9089" y="3863"/>
                  </a:lnTo>
                  <a:lnTo>
                    <a:pt x="8989" y="683"/>
                  </a:lnTo>
                  <a:lnTo>
                    <a:pt x="4828" y="417"/>
                  </a:lnTo>
                  <a:lnTo>
                    <a:pt x="4145" y="317"/>
                  </a:lnTo>
                  <a:lnTo>
                    <a:pt x="3429" y="234"/>
                  </a:lnTo>
                  <a:lnTo>
                    <a:pt x="2614" y="134"/>
                  </a:lnTo>
                  <a:lnTo>
                    <a:pt x="1765" y="51"/>
                  </a:lnTo>
                  <a:lnTo>
                    <a:pt x="999"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19"/>
            <p:cNvSpPr/>
            <p:nvPr/>
          </p:nvSpPr>
          <p:spPr>
            <a:xfrm>
              <a:off x="6896263" y="1462114"/>
              <a:ext cx="28409" cy="59650"/>
            </a:xfrm>
            <a:custGeom>
              <a:rect b="b" l="l" r="r" t="t"/>
              <a:pathLst>
                <a:path extrusionOk="0" h="1749" w="833">
                  <a:moveTo>
                    <a:pt x="799" y="0"/>
                  </a:moveTo>
                  <a:lnTo>
                    <a:pt x="783" y="17"/>
                  </a:lnTo>
                  <a:lnTo>
                    <a:pt x="633" y="200"/>
                  </a:lnTo>
                  <a:lnTo>
                    <a:pt x="483" y="383"/>
                  </a:lnTo>
                  <a:lnTo>
                    <a:pt x="366" y="599"/>
                  </a:lnTo>
                  <a:lnTo>
                    <a:pt x="250" y="799"/>
                  </a:lnTo>
                  <a:lnTo>
                    <a:pt x="167" y="1032"/>
                  </a:lnTo>
                  <a:lnTo>
                    <a:pt x="83" y="1249"/>
                  </a:lnTo>
                  <a:lnTo>
                    <a:pt x="33" y="1482"/>
                  </a:lnTo>
                  <a:lnTo>
                    <a:pt x="0" y="1731"/>
                  </a:lnTo>
                  <a:lnTo>
                    <a:pt x="0" y="1748"/>
                  </a:lnTo>
                  <a:lnTo>
                    <a:pt x="33" y="1748"/>
                  </a:lnTo>
                  <a:lnTo>
                    <a:pt x="50" y="1731"/>
                  </a:lnTo>
                  <a:lnTo>
                    <a:pt x="83" y="1498"/>
                  </a:lnTo>
                  <a:lnTo>
                    <a:pt x="133" y="1265"/>
                  </a:lnTo>
                  <a:lnTo>
                    <a:pt x="200" y="1032"/>
                  </a:lnTo>
                  <a:lnTo>
                    <a:pt x="300" y="816"/>
                  </a:lnTo>
                  <a:lnTo>
                    <a:pt x="400" y="616"/>
                  </a:lnTo>
                  <a:lnTo>
                    <a:pt x="533" y="416"/>
                  </a:lnTo>
                  <a:lnTo>
                    <a:pt x="666" y="233"/>
                  </a:lnTo>
                  <a:lnTo>
                    <a:pt x="816" y="50"/>
                  </a:lnTo>
                  <a:lnTo>
                    <a:pt x="833" y="34"/>
                  </a:lnTo>
                  <a:lnTo>
                    <a:pt x="816" y="17"/>
                  </a:lnTo>
                  <a:lnTo>
                    <a:pt x="799"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19"/>
            <p:cNvSpPr/>
            <p:nvPr/>
          </p:nvSpPr>
          <p:spPr>
            <a:xfrm>
              <a:off x="6895104" y="1499562"/>
              <a:ext cx="51157" cy="31854"/>
            </a:xfrm>
            <a:custGeom>
              <a:rect b="b" l="l" r="r" t="t"/>
              <a:pathLst>
                <a:path extrusionOk="0" h="934" w="1500">
                  <a:moveTo>
                    <a:pt x="1482" y="1"/>
                  </a:moveTo>
                  <a:lnTo>
                    <a:pt x="1249" y="34"/>
                  </a:lnTo>
                  <a:lnTo>
                    <a:pt x="1033" y="84"/>
                  </a:lnTo>
                  <a:lnTo>
                    <a:pt x="833" y="167"/>
                  </a:lnTo>
                  <a:lnTo>
                    <a:pt x="633" y="267"/>
                  </a:lnTo>
                  <a:lnTo>
                    <a:pt x="450" y="400"/>
                  </a:lnTo>
                  <a:lnTo>
                    <a:pt x="284" y="550"/>
                  </a:lnTo>
                  <a:lnTo>
                    <a:pt x="134" y="717"/>
                  </a:lnTo>
                  <a:lnTo>
                    <a:pt x="1" y="900"/>
                  </a:lnTo>
                  <a:lnTo>
                    <a:pt x="1" y="916"/>
                  </a:lnTo>
                  <a:lnTo>
                    <a:pt x="18" y="933"/>
                  </a:lnTo>
                  <a:lnTo>
                    <a:pt x="34" y="933"/>
                  </a:lnTo>
                  <a:lnTo>
                    <a:pt x="51" y="916"/>
                  </a:lnTo>
                  <a:lnTo>
                    <a:pt x="167" y="733"/>
                  </a:lnTo>
                  <a:lnTo>
                    <a:pt x="317" y="584"/>
                  </a:lnTo>
                  <a:lnTo>
                    <a:pt x="484" y="434"/>
                  </a:lnTo>
                  <a:lnTo>
                    <a:pt x="667" y="317"/>
                  </a:lnTo>
                  <a:lnTo>
                    <a:pt x="850" y="217"/>
                  </a:lnTo>
                  <a:lnTo>
                    <a:pt x="1050" y="134"/>
                  </a:lnTo>
                  <a:lnTo>
                    <a:pt x="1266" y="84"/>
                  </a:lnTo>
                  <a:lnTo>
                    <a:pt x="1482" y="51"/>
                  </a:lnTo>
                  <a:lnTo>
                    <a:pt x="1499" y="51"/>
                  </a:lnTo>
                  <a:lnTo>
                    <a:pt x="1499" y="34"/>
                  </a:lnTo>
                  <a:lnTo>
                    <a:pt x="1499" y="18"/>
                  </a:lnTo>
                  <a:lnTo>
                    <a:pt x="1482"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19"/>
            <p:cNvSpPr/>
            <p:nvPr/>
          </p:nvSpPr>
          <p:spPr>
            <a:xfrm>
              <a:off x="6730478" y="1811829"/>
              <a:ext cx="180006" cy="218067"/>
            </a:xfrm>
            <a:custGeom>
              <a:rect b="b" l="l" r="r" t="t"/>
              <a:pathLst>
                <a:path extrusionOk="0" h="6394" w="5278">
                  <a:moveTo>
                    <a:pt x="5277" y="1"/>
                  </a:moveTo>
                  <a:lnTo>
                    <a:pt x="0" y="2032"/>
                  </a:lnTo>
                  <a:lnTo>
                    <a:pt x="0" y="6393"/>
                  </a:lnTo>
                  <a:lnTo>
                    <a:pt x="5277" y="6393"/>
                  </a:lnTo>
                  <a:lnTo>
                    <a:pt x="5277"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19"/>
            <p:cNvSpPr/>
            <p:nvPr/>
          </p:nvSpPr>
          <p:spPr>
            <a:xfrm>
              <a:off x="6613532" y="1513204"/>
              <a:ext cx="324202" cy="417309"/>
            </a:xfrm>
            <a:custGeom>
              <a:rect b="b" l="l" r="r" t="t"/>
              <a:pathLst>
                <a:path extrusionOk="0" h="12236" w="9506">
                  <a:moveTo>
                    <a:pt x="4478" y="0"/>
                  </a:moveTo>
                  <a:lnTo>
                    <a:pt x="4012" y="34"/>
                  </a:lnTo>
                  <a:lnTo>
                    <a:pt x="3579" y="84"/>
                  </a:lnTo>
                  <a:lnTo>
                    <a:pt x="3163" y="167"/>
                  </a:lnTo>
                  <a:lnTo>
                    <a:pt x="2763" y="283"/>
                  </a:lnTo>
                  <a:lnTo>
                    <a:pt x="2397" y="417"/>
                  </a:lnTo>
                  <a:lnTo>
                    <a:pt x="2048" y="566"/>
                  </a:lnTo>
                  <a:lnTo>
                    <a:pt x="1731" y="766"/>
                  </a:lnTo>
                  <a:lnTo>
                    <a:pt x="1582" y="866"/>
                  </a:lnTo>
                  <a:lnTo>
                    <a:pt x="1432" y="983"/>
                  </a:lnTo>
                  <a:lnTo>
                    <a:pt x="1299" y="1116"/>
                  </a:lnTo>
                  <a:lnTo>
                    <a:pt x="1165" y="1232"/>
                  </a:lnTo>
                  <a:lnTo>
                    <a:pt x="1049" y="1365"/>
                  </a:lnTo>
                  <a:lnTo>
                    <a:pt x="932" y="1515"/>
                  </a:lnTo>
                  <a:lnTo>
                    <a:pt x="832" y="1665"/>
                  </a:lnTo>
                  <a:lnTo>
                    <a:pt x="733" y="1832"/>
                  </a:lnTo>
                  <a:lnTo>
                    <a:pt x="649" y="1998"/>
                  </a:lnTo>
                  <a:lnTo>
                    <a:pt x="566" y="2165"/>
                  </a:lnTo>
                  <a:lnTo>
                    <a:pt x="499" y="2348"/>
                  </a:lnTo>
                  <a:lnTo>
                    <a:pt x="433" y="2547"/>
                  </a:lnTo>
                  <a:lnTo>
                    <a:pt x="366" y="2747"/>
                  </a:lnTo>
                  <a:lnTo>
                    <a:pt x="333" y="2947"/>
                  </a:lnTo>
                  <a:lnTo>
                    <a:pt x="283" y="3163"/>
                  </a:lnTo>
                  <a:lnTo>
                    <a:pt x="266" y="3396"/>
                  </a:lnTo>
                  <a:lnTo>
                    <a:pt x="183" y="4195"/>
                  </a:lnTo>
                  <a:lnTo>
                    <a:pt x="117" y="4928"/>
                  </a:lnTo>
                  <a:lnTo>
                    <a:pt x="67" y="5577"/>
                  </a:lnTo>
                  <a:lnTo>
                    <a:pt x="33" y="6176"/>
                  </a:lnTo>
                  <a:lnTo>
                    <a:pt x="17" y="7225"/>
                  </a:lnTo>
                  <a:lnTo>
                    <a:pt x="0" y="8174"/>
                  </a:lnTo>
                  <a:lnTo>
                    <a:pt x="17" y="8490"/>
                  </a:lnTo>
                  <a:lnTo>
                    <a:pt x="50" y="8807"/>
                  </a:lnTo>
                  <a:lnTo>
                    <a:pt x="83" y="9090"/>
                  </a:lnTo>
                  <a:lnTo>
                    <a:pt x="150" y="9373"/>
                  </a:lnTo>
                  <a:lnTo>
                    <a:pt x="216" y="9622"/>
                  </a:lnTo>
                  <a:lnTo>
                    <a:pt x="300" y="9872"/>
                  </a:lnTo>
                  <a:lnTo>
                    <a:pt x="400" y="10088"/>
                  </a:lnTo>
                  <a:lnTo>
                    <a:pt x="516" y="10305"/>
                  </a:lnTo>
                  <a:lnTo>
                    <a:pt x="633" y="10505"/>
                  </a:lnTo>
                  <a:lnTo>
                    <a:pt x="749" y="10688"/>
                  </a:lnTo>
                  <a:lnTo>
                    <a:pt x="882" y="10871"/>
                  </a:lnTo>
                  <a:lnTo>
                    <a:pt x="1032" y="11021"/>
                  </a:lnTo>
                  <a:lnTo>
                    <a:pt x="1165" y="11170"/>
                  </a:lnTo>
                  <a:lnTo>
                    <a:pt x="1315" y="11304"/>
                  </a:lnTo>
                  <a:lnTo>
                    <a:pt x="1615" y="11537"/>
                  </a:lnTo>
                  <a:lnTo>
                    <a:pt x="1914" y="11736"/>
                  </a:lnTo>
                  <a:lnTo>
                    <a:pt x="2197" y="11886"/>
                  </a:lnTo>
                  <a:lnTo>
                    <a:pt x="2480" y="12003"/>
                  </a:lnTo>
                  <a:lnTo>
                    <a:pt x="2714" y="12103"/>
                  </a:lnTo>
                  <a:lnTo>
                    <a:pt x="2930" y="12169"/>
                  </a:lnTo>
                  <a:lnTo>
                    <a:pt x="3080" y="12203"/>
                  </a:lnTo>
                  <a:lnTo>
                    <a:pt x="3213" y="12236"/>
                  </a:lnTo>
                  <a:lnTo>
                    <a:pt x="3779" y="12236"/>
                  </a:lnTo>
                  <a:lnTo>
                    <a:pt x="4312" y="12203"/>
                  </a:lnTo>
                  <a:lnTo>
                    <a:pt x="4794" y="12136"/>
                  </a:lnTo>
                  <a:lnTo>
                    <a:pt x="5244" y="12036"/>
                  </a:lnTo>
                  <a:lnTo>
                    <a:pt x="5677" y="11920"/>
                  </a:lnTo>
                  <a:lnTo>
                    <a:pt x="6060" y="11786"/>
                  </a:lnTo>
                  <a:lnTo>
                    <a:pt x="6426" y="11637"/>
                  </a:lnTo>
                  <a:lnTo>
                    <a:pt x="6742" y="11453"/>
                  </a:lnTo>
                  <a:lnTo>
                    <a:pt x="7058" y="11254"/>
                  </a:lnTo>
                  <a:lnTo>
                    <a:pt x="7325" y="11054"/>
                  </a:lnTo>
                  <a:lnTo>
                    <a:pt x="7574" y="10821"/>
                  </a:lnTo>
                  <a:lnTo>
                    <a:pt x="7807" y="10588"/>
                  </a:lnTo>
                  <a:lnTo>
                    <a:pt x="8007" y="10355"/>
                  </a:lnTo>
                  <a:lnTo>
                    <a:pt x="8190" y="10105"/>
                  </a:lnTo>
                  <a:lnTo>
                    <a:pt x="8357" y="9855"/>
                  </a:lnTo>
                  <a:lnTo>
                    <a:pt x="8507" y="9606"/>
                  </a:lnTo>
                  <a:lnTo>
                    <a:pt x="8623" y="9339"/>
                  </a:lnTo>
                  <a:lnTo>
                    <a:pt x="8740" y="9090"/>
                  </a:lnTo>
                  <a:lnTo>
                    <a:pt x="8823" y="8840"/>
                  </a:lnTo>
                  <a:lnTo>
                    <a:pt x="8906" y="8607"/>
                  </a:lnTo>
                  <a:lnTo>
                    <a:pt x="9023" y="8141"/>
                  </a:lnTo>
                  <a:lnTo>
                    <a:pt x="9089" y="7725"/>
                  </a:lnTo>
                  <a:lnTo>
                    <a:pt x="9139" y="7375"/>
                  </a:lnTo>
                  <a:lnTo>
                    <a:pt x="9156" y="7109"/>
                  </a:lnTo>
                  <a:lnTo>
                    <a:pt x="9156" y="6859"/>
                  </a:lnTo>
                  <a:lnTo>
                    <a:pt x="9472" y="4345"/>
                  </a:lnTo>
                  <a:lnTo>
                    <a:pt x="9489" y="4112"/>
                  </a:lnTo>
                  <a:lnTo>
                    <a:pt x="9505" y="3862"/>
                  </a:lnTo>
                  <a:lnTo>
                    <a:pt x="9489" y="3646"/>
                  </a:lnTo>
                  <a:lnTo>
                    <a:pt x="9489" y="3413"/>
                  </a:lnTo>
                  <a:lnTo>
                    <a:pt x="9455" y="3197"/>
                  </a:lnTo>
                  <a:lnTo>
                    <a:pt x="9422" y="2997"/>
                  </a:lnTo>
                  <a:lnTo>
                    <a:pt x="9372" y="2797"/>
                  </a:lnTo>
                  <a:lnTo>
                    <a:pt x="9322" y="2597"/>
                  </a:lnTo>
                  <a:lnTo>
                    <a:pt x="9256" y="2414"/>
                  </a:lnTo>
                  <a:lnTo>
                    <a:pt x="9172" y="2231"/>
                  </a:lnTo>
                  <a:lnTo>
                    <a:pt x="9089" y="2048"/>
                  </a:lnTo>
                  <a:lnTo>
                    <a:pt x="8989" y="1882"/>
                  </a:lnTo>
                  <a:lnTo>
                    <a:pt x="8873" y="1715"/>
                  </a:lnTo>
                  <a:lnTo>
                    <a:pt x="8756" y="1565"/>
                  </a:lnTo>
                  <a:lnTo>
                    <a:pt x="8640" y="1415"/>
                  </a:lnTo>
                  <a:lnTo>
                    <a:pt x="8507" y="1282"/>
                  </a:lnTo>
                  <a:lnTo>
                    <a:pt x="8357" y="1149"/>
                  </a:lnTo>
                  <a:lnTo>
                    <a:pt x="8207" y="1016"/>
                  </a:lnTo>
                  <a:lnTo>
                    <a:pt x="8040" y="899"/>
                  </a:lnTo>
                  <a:lnTo>
                    <a:pt x="7857" y="783"/>
                  </a:lnTo>
                  <a:lnTo>
                    <a:pt x="7691" y="683"/>
                  </a:lnTo>
                  <a:lnTo>
                    <a:pt x="7491" y="583"/>
                  </a:lnTo>
                  <a:lnTo>
                    <a:pt x="7092" y="417"/>
                  </a:lnTo>
                  <a:lnTo>
                    <a:pt x="6675" y="267"/>
                  </a:lnTo>
                  <a:lnTo>
                    <a:pt x="6209" y="150"/>
                  </a:lnTo>
                  <a:lnTo>
                    <a:pt x="5727" y="67"/>
                  </a:lnTo>
                  <a:lnTo>
                    <a:pt x="5211" y="17"/>
                  </a:lnTo>
                  <a:lnTo>
                    <a:pt x="4961" y="0"/>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19"/>
            <p:cNvSpPr/>
            <p:nvPr/>
          </p:nvSpPr>
          <p:spPr>
            <a:xfrm>
              <a:off x="6613532" y="1513204"/>
              <a:ext cx="324202" cy="417309"/>
            </a:xfrm>
            <a:custGeom>
              <a:rect b="b" l="l" r="r" t="t"/>
              <a:pathLst>
                <a:path extrusionOk="0" fill="none" h="12236" w="9506">
                  <a:moveTo>
                    <a:pt x="3213" y="12236"/>
                  </a:moveTo>
                  <a:lnTo>
                    <a:pt x="3213" y="12236"/>
                  </a:lnTo>
                  <a:lnTo>
                    <a:pt x="3080" y="12203"/>
                  </a:lnTo>
                  <a:lnTo>
                    <a:pt x="2930" y="12169"/>
                  </a:lnTo>
                  <a:lnTo>
                    <a:pt x="2714" y="12103"/>
                  </a:lnTo>
                  <a:lnTo>
                    <a:pt x="2480" y="12003"/>
                  </a:lnTo>
                  <a:lnTo>
                    <a:pt x="2197" y="11886"/>
                  </a:lnTo>
                  <a:lnTo>
                    <a:pt x="1914" y="11736"/>
                  </a:lnTo>
                  <a:lnTo>
                    <a:pt x="1615" y="11537"/>
                  </a:lnTo>
                  <a:lnTo>
                    <a:pt x="1315" y="11304"/>
                  </a:lnTo>
                  <a:lnTo>
                    <a:pt x="1165" y="11170"/>
                  </a:lnTo>
                  <a:lnTo>
                    <a:pt x="1032" y="11021"/>
                  </a:lnTo>
                  <a:lnTo>
                    <a:pt x="882" y="10871"/>
                  </a:lnTo>
                  <a:lnTo>
                    <a:pt x="749" y="10688"/>
                  </a:lnTo>
                  <a:lnTo>
                    <a:pt x="633" y="10505"/>
                  </a:lnTo>
                  <a:lnTo>
                    <a:pt x="516" y="10305"/>
                  </a:lnTo>
                  <a:lnTo>
                    <a:pt x="400" y="10088"/>
                  </a:lnTo>
                  <a:lnTo>
                    <a:pt x="300" y="9872"/>
                  </a:lnTo>
                  <a:lnTo>
                    <a:pt x="216" y="9622"/>
                  </a:lnTo>
                  <a:lnTo>
                    <a:pt x="150" y="9373"/>
                  </a:lnTo>
                  <a:lnTo>
                    <a:pt x="83" y="9090"/>
                  </a:lnTo>
                  <a:lnTo>
                    <a:pt x="50" y="8807"/>
                  </a:lnTo>
                  <a:lnTo>
                    <a:pt x="17" y="8490"/>
                  </a:lnTo>
                  <a:lnTo>
                    <a:pt x="0" y="8174"/>
                  </a:lnTo>
                  <a:lnTo>
                    <a:pt x="0" y="8174"/>
                  </a:lnTo>
                  <a:lnTo>
                    <a:pt x="17" y="7225"/>
                  </a:lnTo>
                  <a:lnTo>
                    <a:pt x="33" y="6176"/>
                  </a:lnTo>
                  <a:lnTo>
                    <a:pt x="67" y="5577"/>
                  </a:lnTo>
                  <a:lnTo>
                    <a:pt x="117" y="4928"/>
                  </a:lnTo>
                  <a:lnTo>
                    <a:pt x="183" y="4195"/>
                  </a:lnTo>
                  <a:lnTo>
                    <a:pt x="266" y="3396"/>
                  </a:lnTo>
                  <a:lnTo>
                    <a:pt x="266" y="3396"/>
                  </a:lnTo>
                  <a:lnTo>
                    <a:pt x="283" y="3163"/>
                  </a:lnTo>
                  <a:lnTo>
                    <a:pt x="333" y="2947"/>
                  </a:lnTo>
                  <a:lnTo>
                    <a:pt x="366" y="2747"/>
                  </a:lnTo>
                  <a:lnTo>
                    <a:pt x="433" y="2547"/>
                  </a:lnTo>
                  <a:lnTo>
                    <a:pt x="499" y="2348"/>
                  </a:lnTo>
                  <a:lnTo>
                    <a:pt x="566" y="2165"/>
                  </a:lnTo>
                  <a:lnTo>
                    <a:pt x="649" y="1998"/>
                  </a:lnTo>
                  <a:lnTo>
                    <a:pt x="733" y="1832"/>
                  </a:lnTo>
                  <a:lnTo>
                    <a:pt x="832" y="1665"/>
                  </a:lnTo>
                  <a:lnTo>
                    <a:pt x="932" y="1515"/>
                  </a:lnTo>
                  <a:lnTo>
                    <a:pt x="1049" y="1365"/>
                  </a:lnTo>
                  <a:lnTo>
                    <a:pt x="1165" y="1232"/>
                  </a:lnTo>
                  <a:lnTo>
                    <a:pt x="1299" y="1116"/>
                  </a:lnTo>
                  <a:lnTo>
                    <a:pt x="1432" y="983"/>
                  </a:lnTo>
                  <a:lnTo>
                    <a:pt x="1582" y="866"/>
                  </a:lnTo>
                  <a:lnTo>
                    <a:pt x="1731" y="766"/>
                  </a:lnTo>
                  <a:lnTo>
                    <a:pt x="2048" y="566"/>
                  </a:lnTo>
                  <a:lnTo>
                    <a:pt x="2397" y="417"/>
                  </a:lnTo>
                  <a:lnTo>
                    <a:pt x="2763" y="283"/>
                  </a:lnTo>
                  <a:lnTo>
                    <a:pt x="3163" y="167"/>
                  </a:lnTo>
                  <a:lnTo>
                    <a:pt x="3579" y="84"/>
                  </a:lnTo>
                  <a:lnTo>
                    <a:pt x="4012" y="34"/>
                  </a:lnTo>
                  <a:lnTo>
                    <a:pt x="4478" y="0"/>
                  </a:lnTo>
                  <a:lnTo>
                    <a:pt x="4961" y="0"/>
                  </a:lnTo>
                  <a:lnTo>
                    <a:pt x="5211" y="17"/>
                  </a:lnTo>
                  <a:lnTo>
                    <a:pt x="5211" y="17"/>
                  </a:lnTo>
                  <a:lnTo>
                    <a:pt x="5727" y="67"/>
                  </a:lnTo>
                  <a:lnTo>
                    <a:pt x="6209" y="150"/>
                  </a:lnTo>
                  <a:lnTo>
                    <a:pt x="6675" y="267"/>
                  </a:lnTo>
                  <a:lnTo>
                    <a:pt x="7092" y="417"/>
                  </a:lnTo>
                  <a:lnTo>
                    <a:pt x="7491" y="583"/>
                  </a:lnTo>
                  <a:lnTo>
                    <a:pt x="7691" y="683"/>
                  </a:lnTo>
                  <a:lnTo>
                    <a:pt x="7857" y="783"/>
                  </a:lnTo>
                  <a:lnTo>
                    <a:pt x="8040" y="899"/>
                  </a:lnTo>
                  <a:lnTo>
                    <a:pt x="8207" y="1016"/>
                  </a:lnTo>
                  <a:lnTo>
                    <a:pt x="8357" y="1149"/>
                  </a:lnTo>
                  <a:lnTo>
                    <a:pt x="8507" y="1282"/>
                  </a:lnTo>
                  <a:lnTo>
                    <a:pt x="8640" y="1415"/>
                  </a:lnTo>
                  <a:lnTo>
                    <a:pt x="8756" y="1565"/>
                  </a:lnTo>
                  <a:lnTo>
                    <a:pt x="8873" y="1715"/>
                  </a:lnTo>
                  <a:lnTo>
                    <a:pt x="8989" y="1882"/>
                  </a:lnTo>
                  <a:lnTo>
                    <a:pt x="9089" y="2048"/>
                  </a:lnTo>
                  <a:lnTo>
                    <a:pt x="9172" y="2231"/>
                  </a:lnTo>
                  <a:lnTo>
                    <a:pt x="9256" y="2414"/>
                  </a:lnTo>
                  <a:lnTo>
                    <a:pt x="9322" y="2597"/>
                  </a:lnTo>
                  <a:lnTo>
                    <a:pt x="9372" y="2797"/>
                  </a:lnTo>
                  <a:lnTo>
                    <a:pt x="9422" y="2997"/>
                  </a:lnTo>
                  <a:lnTo>
                    <a:pt x="9455" y="3197"/>
                  </a:lnTo>
                  <a:lnTo>
                    <a:pt x="9489" y="3413"/>
                  </a:lnTo>
                  <a:lnTo>
                    <a:pt x="9489" y="3646"/>
                  </a:lnTo>
                  <a:lnTo>
                    <a:pt x="9505" y="3862"/>
                  </a:lnTo>
                  <a:lnTo>
                    <a:pt x="9489" y="4112"/>
                  </a:lnTo>
                  <a:lnTo>
                    <a:pt x="9472" y="4345"/>
                  </a:lnTo>
                  <a:lnTo>
                    <a:pt x="9156" y="6859"/>
                  </a:lnTo>
                  <a:lnTo>
                    <a:pt x="9156" y="6859"/>
                  </a:lnTo>
                  <a:lnTo>
                    <a:pt x="9156" y="7109"/>
                  </a:lnTo>
                  <a:lnTo>
                    <a:pt x="9139" y="7375"/>
                  </a:lnTo>
                  <a:lnTo>
                    <a:pt x="9089" y="7725"/>
                  </a:lnTo>
                  <a:lnTo>
                    <a:pt x="9023" y="8141"/>
                  </a:lnTo>
                  <a:lnTo>
                    <a:pt x="8906" y="8607"/>
                  </a:lnTo>
                  <a:lnTo>
                    <a:pt x="8823" y="8840"/>
                  </a:lnTo>
                  <a:lnTo>
                    <a:pt x="8740" y="9090"/>
                  </a:lnTo>
                  <a:lnTo>
                    <a:pt x="8623" y="9339"/>
                  </a:lnTo>
                  <a:lnTo>
                    <a:pt x="8507" y="9606"/>
                  </a:lnTo>
                  <a:lnTo>
                    <a:pt x="8357" y="9855"/>
                  </a:lnTo>
                  <a:lnTo>
                    <a:pt x="8190" y="10105"/>
                  </a:lnTo>
                  <a:lnTo>
                    <a:pt x="8007" y="10355"/>
                  </a:lnTo>
                  <a:lnTo>
                    <a:pt x="7807" y="10588"/>
                  </a:lnTo>
                  <a:lnTo>
                    <a:pt x="7574" y="10821"/>
                  </a:lnTo>
                  <a:lnTo>
                    <a:pt x="7325" y="11054"/>
                  </a:lnTo>
                  <a:lnTo>
                    <a:pt x="7058" y="11254"/>
                  </a:lnTo>
                  <a:lnTo>
                    <a:pt x="6742" y="11453"/>
                  </a:lnTo>
                  <a:lnTo>
                    <a:pt x="6426" y="11637"/>
                  </a:lnTo>
                  <a:lnTo>
                    <a:pt x="6060" y="11786"/>
                  </a:lnTo>
                  <a:lnTo>
                    <a:pt x="5677" y="11920"/>
                  </a:lnTo>
                  <a:lnTo>
                    <a:pt x="5244" y="12036"/>
                  </a:lnTo>
                  <a:lnTo>
                    <a:pt x="4794" y="12136"/>
                  </a:lnTo>
                  <a:lnTo>
                    <a:pt x="4312" y="12203"/>
                  </a:lnTo>
                  <a:lnTo>
                    <a:pt x="3779" y="12236"/>
                  </a:lnTo>
                  <a:lnTo>
                    <a:pt x="3230" y="12236"/>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19"/>
            <p:cNvSpPr/>
            <p:nvPr/>
          </p:nvSpPr>
          <p:spPr>
            <a:xfrm>
              <a:off x="6647023" y="1709070"/>
              <a:ext cx="26124" cy="24453"/>
            </a:xfrm>
            <a:custGeom>
              <a:rect b="b" l="l" r="r" t="t"/>
              <a:pathLst>
                <a:path extrusionOk="0" h="717" w="766">
                  <a:moveTo>
                    <a:pt x="317" y="1"/>
                  </a:moveTo>
                  <a:lnTo>
                    <a:pt x="250" y="17"/>
                  </a:lnTo>
                  <a:lnTo>
                    <a:pt x="183" y="34"/>
                  </a:lnTo>
                  <a:lnTo>
                    <a:pt x="133" y="84"/>
                  </a:lnTo>
                  <a:lnTo>
                    <a:pt x="83" y="134"/>
                  </a:lnTo>
                  <a:lnTo>
                    <a:pt x="34" y="184"/>
                  </a:lnTo>
                  <a:lnTo>
                    <a:pt x="17" y="250"/>
                  </a:lnTo>
                  <a:lnTo>
                    <a:pt x="0" y="334"/>
                  </a:lnTo>
                  <a:lnTo>
                    <a:pt x="0" y="400"/>
                  </a:lnTo>
                  <a:lnTo>
                    <a:pt x="17" y="467"/>
                  </a:lnTo>
                  <a:lnTo>
                    <a:pt x="50" y="533"/>
                  </a:lnTo>
                  <a:lnTo>
                    <a:pt x="100" y="600"/>
                  </a:lnTo>
                  <a:lnTo>
                    <a:pt x="150" y="633"/>
                  </a:lnTo>
                  <a:lnTo>
                    <a:pt x="217" y="683"/>
                  </a:lnTo>
                  <a:lnTo>
                    <a:pt x="283" y="700"/>
                  </a:lnTo>
                  <a:lnTo>
                    <a:pt x="366" y="716"/>
                  </a:lnTo>
                  <a:lnTo>
                    <a:pt x="433" y="716"/>
                  </a:lnTo>
                  <a:lnTo>
                    <a:pt x="516" y="700"/>
                  </a:lnTo>
                  <a:lnTo>
                    <a:pt x="583" y="666"/>
                  </a:lnTo>
                  <a:lnTo>
                    <a:pt x="633" y="633"/>
                  </a:lnTo>
                  <a:lnTo>
                    <a:pt x="683" y="583"/>
                  </a:lnTo>
                  <a:lnTo>
                    <a:pt x="733" y="517"/>
                  </a:lnTo>
                  <a:lnTo>
                    <a:pt x="749" y="450"/>
                  </a:lnTo>
                  <a:lnTo>
                    <a:pt x="766" y="383"/>
                  </a:lnTo>
                  <a:lnTo>
                    <a:pt x="766" y="317"/>
                  </a:lnTo>
                  <a:lnTo>
                    <a:pt x="733" y="250"/>
                  </a:lnTo>
                  <a:lnTo>
                    <a:pt x="716" y="184"/>
                  </a:lnTo>
                  <a:lnTo>
                    <a:pt x="666" y="117"/>
                  </a:lnTo>
                  <a:lnTo>
                    <a:pt x="616" y="67"/>
                  </a:lnTo>
                  <a:lnTo>
                    <a:pt x="550" y="34"/>
                  </a:lnTo>
                  <a:lnTo>
                    <a:pt x="483"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19"/>
            <p:cNvSpPr/>
            <p:nvPr/>
          </p:nvSpPr>
          <p:spPr>
            <a:xfrm>
              <a:off x="6767380" y="1717016"/>
              <a:ext cx="26159" cy="25033"/>
            </a:xfrm>
            <a:custGeom>
              <a:rect b="b" l="l" r="r" t="t"/>
              <a:pathLst>
                <a:path extrusionOk="0" h="734" w="767">
                  <a:moveTo>
                    <a:pt x="400" y="1"/>
                  </a:moveTo>
                  <a:lnTo>
                    <a:pt x="333" y="17"/>
                  </a:lnTo>
                  <a:lnTo>
                    <a:pt x="250" y="34"/>
                  </a:lnTo>
                  <a:lnTo>
                    <a:pt x="183" y="51"/>
                  </a:lnTo>
                  <a:lnTo>
                    <a:pt x="134" y="101"/>
                  </a:lnTo>
                  <a:lnTo>
                    <a:pt x="84" y="150"/>
                  </a:lnTo>
                  <a:lnTo>
                    <a:pt x="34" y="200"/>
                  </a:lnTo>
                  <a:lnTo>
                    <a:pt x="17" y="267"/>
                  </a:lnTo>
                  <a:lnTo>
                    <a:pt x="0" y="334"/>
                  </a:lnTo>
                  <a:lnTo>
                    <a:pt x="0" y="417"/>
                  </a:lnTo>
                  <a:lnTo>
                    <a:pt x="34" y="483"/>
                  </a:lnTo>
                  <a:lnTo>
                    <a:pt x="50" y="550"/>
                  </a:lnTo>
                  <a:lnTo>
                    <a:pt x="100" y="600"/>
                  </a:lnTo>
                  <a:lnTo>
                    <a:pt x="150" y="650"/>
                  </a:lnTo>
                  <a:lnTo>
                    <a:pt x="217" y="683"/>
                  </a:lnTo>
                  <a:lnTo>
                    <a:pt x="283" y="716"/>
                  </a:lnTo>
                  <a:lnTo>
                    <a:pt x="367" y="733"/>
                  </a:lnTo>
                  <a:lnTo>
                    <a:pt x="450" y="733"/>
                  </a:lnTo>
                  <a:lnTo>
                    <a:pt x="516" y="716"/>
                  </a:lnTo>
                  <a:lnTo>
                    <a:pt x="583" y="683"/>
                  </a:lnTo>
                  <a:lnTo>
                    <a:pt x="650" y="650"/>
                  </a:lnTo>
                  <a:lnTo>
                    <a:pt x="683" y="600"/>
                  </a:lnTo>
                  <a:lnTo>
                    <a:pt x="733" y="533"/>
                  </a:lnTo>
                  <a:lnTo>
                    <a:pt x="749" y="467"/>
                  </a:lnTo>
                  <a:lnTo>
                    <a:pt x="766" y="400"/>
                  </a:lnTo>
                  <a:lnTo>
                    <a:pt x="766" y="317"/>
                  </a:lnTo>
                  <a:lnTo>
                    <a:pt x="749" y="250"/>
                  </a:lnTo>
                  <a:lnTo>
                    <a:pt x="716" y="184"/>
                  </a:lnTo>
                  <a:lnTo>
                    <a:pt x="666" y="134"/>
                  </a:lnTo>
                  <a:lnTo>
                    <a:pt x="616" y="84"/>
                  </a:lnTo>
                  <a:lnTo>
                    <a:pt x="550" y="51"/>
                  </a:lnTo>
                  <a:lnTo>
                    <a:pt x="483" y="17"/>
                  </a:lnTo>
                  <a:lnTo>
                    <a:pt x="400"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19"/>
            <p:cNvSpPr/>
            <p:nvPr/>
          </p:nvSpPr>
          <p:spPr>
            <a:xfrm>
              <a:off x="6779283" y="1682945"/>
              <a:ext cx="43757" cy="8560"/>
            </a:xfrm>
            <a:custGeom>
              <a:rect b="b" l="l" r="r" t="t"/>
              <a:pathLst>
                <a:path extrusionOk="0" h="251" w="1283">
                  <a:moveTo>
                    <a:pt x="484" y="1"/>
                  </a:moveTo>
                  <a:lnTo>
                    <a:pt x="317" y="34"/>
                  </a:lnTo>
                  <a:lnTo>
                    <a:pt x="167" y="84"/>
                  </a:lnTo>
                  <a:lnTo>
                    <a:pt x="18" y="151"/>
                  </a:lnTo>
                  <a:lnTo>
                    <a:pt x="1" y="167"/>
                  </a:lnTo>
                  <a:lnTo>
                    <a:pt x="1" y="184"/>
                  </a:lnTo>
                  <a:lnTo>
                    <a:pt x="34" y="184"/>
                  </a:lnTo>
                  <a:lnTo>
                    <a:pt x="184" y="117"/>
                  </a:lnTo>
                  <a:lnTo>
                    <a:pt x="334" y="84"/>
                  </a:lnTo>
                  <a:lnTo>
                    <a:pt x="484" y="51"/>
                  </a:lnTo>
                  <a:lnTo>
                    <a:pt x="650" y="51"/>
                  </a:lnTo>
                  <a:lnTo>
                    <a:pt x="800" y="67"/>
                  </a:lnTo>
                  <a:lnTo>
                    <a:pt x="966" y="101"/>
                  </a:lnTo>
                  <a:lnTo>
                    <a:pt x="1100" y="167"/>
                  </a:lnTo>
                  <a:lnTo>
                    <a:pt x="1249" y="251"/>
                  </a:lnTo>
                  <a:lnTo>
                    <a:pt x="1266" y="251"/>
                  </a:lnTo>
                  <a:lnTo>
                    <a:pt x="1283" y="234"/>
                  </a:lnTo>
                  <a:lnTo>
                    <a:pt x="1283" y="217"/>
                  </a:lnTo>
                  <a:lnTo>
                    <a:pt x="1266" y="201"/>
                  </a:lnTo>
                  <a:lnTo>
                    <a:pt x="1133" y="117"/>
                  </a:lnTo>
                  <a:lnTo>
                    <a:pt x="966" y="51"/>
                  </a:lnTo>
                  <a:lnTo>
                    <a:pt x="817" y="17"/>
                  </a:lnTo>
                  <a:lnTo>
                    <a:pt x="65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19"/>
            <p:cNvSpPr/>
            <p:nvPr/>
          </p:nvSpPr>
          <p:spPr>
            <a:xfrm>
              <a:off x="6644192" y="1677864"/>
              <a:ext cx="43723" cy="7981"/>
            </a:xfrm>
            <a:custGeom>
              <a:rect b="b" l="l" r="r" t="t"/>
              <a:pathLst>
                <a:path extrusionOk="0" h="234" w="1282">
                  <a:moveTo>
                    <a:pt x="483" y="0"/>
                  </a:moveTo>
                  <a:lnTo>
                    <a:pt x="316" y="17"/>
                  </a:lnTo>
                  <a:lnTo>
                    <a:pt x="166" y="67"/>
                  </a:lnTo>
                  <a:lnTo>
                    <a:pt x="0" y="133"/>
                  </a:lnTo>
                  <a:lnTo>
                    <a:pt x="0" y="150"/>
                  </a:lnTo>
                  <a:lnTo>
                    <a:pt x="0" y="166"/>
                  </a:lnTo>
                  <a:lnTo>
                    <a:pt x="17" y="183"/>
                  </a:lnTo>
                  <a:lnTo>
                    <a:pt x="33" y="183"/>
                  </a:lnTo>
                  <a:lnTo>
                    <a:pt x="183" y="117"/>
                  </a:lnTo>
                  <a:lnTo>
                    <a:pt x="333" y="67"/>
                  </a:lnTo>
                  <a:lnTo>
                    <a:pt x="483" y="50"/>
                  </a:lnTo>
                  <a:lnTo>
                    <a:pt x="649" y="50"/>
                  </a:lnTo>
                  <a:lnTo>
                    <a:pt x="799" y="67"/>
                  </a:lnTo>
                  <a:lnTo>
                    <a:pt x="966" y="100"/>
                  </a:lnTo>
                  <a:lnTo>
                    <a:pt x="1099" y="166"/>
                  </a:lnTo>
                  <a:lnTo>
                    <a:pt x="1249" y="233"/>
                  </a:lnTo>
                  <a:lnTo>
                    <a:pt x="1282" y="233"/>
                  </a:lnTo>
                  <a:lnTo>
                    <a:pt x="1282" y="216"/>
                  </a:lnTo>
                  <a:lnTo>
                    <a:pt x="1265" y="200"/>
                  </a:lnTo>
                  <a:lnTo>
                    <a:pt x="1132" y="117"/>
                  </a:lnTo>
                  <a:lnTo>
                    <a:pt x="966" y="50"/>
                  </a:lnTo>
                  <a:lnTo>
                    <a:pt x="816" y="17"/>
                  </a:lnTo>
                  <a:lnTo>
                    <a:pt x="649"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19"/>
            <p:cNvSpPr/>
            <p:nvPr/>
          </p:nvSpPr>
          <p:spPr>
            <a:xfrm>
              <a:off x="6652684" y="1632981"/>
              <a:ext cx="40346" cy="6855"/>
            </a:xfrm>
            <a:custGeom>
              <a:rect b="b" l="l" r="r" t="t"/>
              <a:pathLst>
                <a:path extrusionOk="0" h="201" w="1183">
                  <a:moveTo>
                    <a:pt x="334" y="1"/>
                  </a:moveTo>
                  <a:lnTo>
                    <a:pt x="67" y="34"/>
                  </a:lnTo>
                  <a:lnTo>
                    <a:pt x="34" y="51"/>
                  </a:lnTo>
                  <a:lnTo>
                    <a:pt x="17" y="84"/>
                  </a:lnTo>
                  <a:lnTo>
                    <a:pt x="1" y="117"/>
                  </a:lnTo>
                  <a:lnTo>
                    <a:pt x="17" y="151"/>
                  </a:lnTo>
                  <a:lnTo>
                    <a:pt x="17" y="167"/>
                  </a:lnTo>
                  <a:lnTo>
                    <a:pt x="51" y="201"/>
                  </a:lnTo>
                  <a:lnTo>
                    <a:pt x="117" y="201"/>
                  </a:lnTo>
                  <a:lnTo>
                    <a:pt x="350" y="167"/>
                  </a:lnTo>
                  <a:lnTo>
                    <a:pt x="850" y="167"/>
                  </a:lnTo>
                  <a:lnTo>
                    <a:pt x="1083" y="201"/>
                  </a:lnTo>
                  <a:lnTo>
                    <a:pt x="1149" y="201"/>
                  </a:lnTo>
                  <a:lnTo>
                    <a:pt x="1166" y="184"/>
                  </a:lnTo>
                  <a:lnTo>
                    <a:pt x="1183" y="151"/>
                  </a:lnTo>
                  <a:lnTo>
                    <a:pt x="1183" y="117"/>
                  </a:lnTo>
                  <a:lnTo>
                    <a:pt x="1183" y="84"/>
                  </a:lnTo>
                  <a:lnTo>
                    <a:pt x="1149" y="51"/>
                  </a:lnTo>
                  <a:lnTo>
                    <a:pt x="1133" y="51"/>
                  </a:lnTo>
                  <a:lnTo>
                    <a:pt x="866" y="18"/>
                  </a:lnTo>
                  <a:lnTo>
                    <a:pt x="60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19"/>
            <p:cNvSpPr/>
            <p:nvPr/>
          </p:nvSpPr>
          <p:spPr>
            <a:xfrm>
              <a:off x="6784398" y="1646044"/>
              <a:ext cx="39801" cy="6855"/>
            </a:xfrm>
            <a:custGeom>
              <a:rect b="b" l="l" r="r" t="t"/>
              <a:pathLst>
                <a:path extrusionOk="0" h="201" w="1167">
                  <a:moveTo>
                    <a:pt x="317" y="1"/>
                  </a:moveTo>
                  <a:lnTo>
                    <a:pt x="51" y="51"/>
                  </a:lnTo>
                  <a:lnTo>
                    <a:pt x="17" y="51"/>
                  </a:lnTo>
                  <a:lnTo>
                    <a:pt x="1" y="84"/>
                  </a:lnTo>
                  <a:lnTo>
                    <a:pt x="1" y="117"/>
                  </a:lnTo>
                  <a:lnTo>
                    <a:pt x="1" y="151"/>
                  </a:lnTo>
                  <a:lnTo>
                    <a:pt x="17" y="167"/>
                  </a:lnTo>
                  <a:lnTo>
                    <a:pt x="34" y="201"/>
                  </a:lnTo>
                  <a:lnTo>
                    <a:pt x="101" y="201"/>
                  </a:lnTo>
                  <a:lnTo>
                    <a:pt x="334" y="167"/>
                  </a:lnTo>
                  <a:lnTo>
                    <a:pt x="833" y="167"/>
                  </a:lnTo>
                  <a:lnTo>
                    <a:pt x="1066" y="201"/>
                  </a:lnTo>
                  <a:lnTo>
                    <a:pt x="1133" y="201"/>
                  </a:lnTo>
                  <a:lnTo>
                    <a:pt x="1149" y="184"/>
                  </a:lnTo>
                  <a:lnTo>
                    <a:pt x="1166" y="151"/>
                  </a:lnTo>
                  <a:lnTo>
                    <a:pt x="1166" y="117"/>
                  </a:lnTo>
                  <a:lnTo>
                    <a:pt x="1166" y="84"/>
                  </a:lnTo>
                  <a:lnTo>
                    <a:pt x="1149" y="67"/>
                  </a:lnTo>
                  <a:lnTo>
                    <a:pt x="1116" y="51"/>
                  </a:lnTo>
                  <a:lnTo>
                    <a:pt x="850" y="17"/>
                  </a:lnTo>
                  <a:lnTo>
                    <a:pt x="583"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19"/>
            <p:cNvSpPr/>
            <p:nvPr/>
          </p:nvSpPr>
          <p:spPr>
            <a:xfrm>
              <a:off x="6895684" y="1728953"/>
              <a:ext cx="75543" cy="90856"/>
            </a:xfrm>
            <a:custGeom>
              <a:rect b="b" l="l" r="r" t="t"/>
              <a:pathLst>
                <a:path extrusionOk="0" h="2664" w="2215">
                  <a:moveTo>
                    <a:pt x="850" y="0"/>
                  </a:moveTo>
                  <a:lnTo>
                    <a:pt x="683" y="34"/>
                  </a:lnTo>
                  <a:lnTo>
                    <a:pt x="500" y="83"/>
                  </a:lnTo>
                  <a:lnTo>
                    <a:pt x="333" y="150"/>
                  </a:lnTo>
                  <a:lnTo>
                    <a:pt x="184" y="233"/>
                  </a:lnTo>
                  <a:lnTo>
                    <a:pt x="1" y="2481"/>
                  </a:lnTo>
                  <a:lnTo>
                    <a:pt x="167" y="2564"/>
                  </a:lnTo>
                  <a:lnTo>
                    <a:pt x="350" y="2614"/>
                  </a:lnTo>
                  <a:lnTo>
                    <a:pt x="517" y="2647"/>
                  </a:lnTo>
                  <a:lnTo>
                    <a:pt x="700" y="2664"/>
                  </a:lnTo>
                  <a:lnTo>
                    <a:pt x="883" y="2664"/>
                  </a:lnTo>
                  <a:lnTo>
                    <a:pt x="1066" y="2647"/>
                  </a:lnTo>
                  <a:lnTo>
                    <a:pt x="1232" y="2597"/>
                  </a:lnTo>
                  <a:lnTo>
                    <a:pt x="1399" y="2531"/>
                  </a:lnTo>
                  <a:lnTo>
                    <a:pt x="1565" y="2431"/>
                  </a:lnTo>
                  <a:lnTo>
                    <a:pt x="1715" y="2331"/>
                  </a:lnTo>
                  <a:lnTo>
                    <a:pt x="1848" y="2198"/>
                  </a:lnTo>
                  <a:lnTo>
                    <a:pt x="1965" y="2048"/>
                  </a:lnTo>
                  <a:lnTo>
                    <a:pt x="2048" y="1881"/>
                  </a:lnTo>
                  <a:lnTo>
                    <a:pt x="2131" y="1715"/>
                  </a:lnTo>
                  <a:lnTo>
                    <a:pt x="2181" y="1532"/>
                  </a:lnTo>
                  <a:lnTo>
                    <a:pt x="2215" y="1349"/>
                  </a:lnTo>
                  <a:lnTo>
                    <a:pt x="2215" y="1149"/>
                  </a:lnTo>
                  <a:lnTo>
                    <a:pt x="2181" y="966"/>
                  </a:lnTo>
                  <a:lnTo>
                    <a:pt x="2131" y="783"/>
                  </a:lnTo>
                  <a:lnTo>
                    <a:pt x="2048" y="616"/>
                  </a:lnTo>
                  <a:lnTo>
                    <a:pt x="1948" y="450"/>
                  </a:lnTo>
                  <a:lnTo>
                    <a:pt x="1832" y="317"/>
                  </a:lnTo>
                  <a:lnTo>
                    <a:pt x="1699" y="200"/>
                  </a:lnTo>
                  <a:lnTo>
                    <a:pt x="1532" y="100"/>
                  </a:lnTo>
                  <a:lnTo>
                    <a:pt x="1366" y="50"/>
                  </a:lnTo>
                  <a:lnTo>
                    <a:pt x="1199" y="0"/>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19"/>
            <p:cNvSpPr/>
            <p:nvPr/>
          </p:nvSpPr>
          <p:spPr>
            <a:xfrm>
              <a:off x="6913282" y="1757329"/>
              <a:ext cx="37515" cy="20463"/>
            </a:xfrm>
            <a:custGeom>
              <a:rect b="b" l="l" r="r" t="t"/>
              <a:pathLst>
                <a:path extrusionOk="0" h="600" w="1100">
                  <a:moveTo>
                    <a:pt x="650" y="1"/>
                  </a:moveTo>
                  <a:lnTo>
                    <a:pt x="567" y="17"/>
                  </a:lnTo>
                  <a:lnTo>
                    <a:pt x="483" y="50"/>
                  </a:lnTo>
                  <a:lnTo>
                    <a:pt x="400" y="100"/>
                  </a:lnTo>
                  <a:lnTo>
                    <a:pt x="267" y="184"/>
                  </a:lnTo>
                  <a:lnTo>
                    <a:pt x="150" y="284"/>
                  </a:lnTo>
                  <a:lnTo>
                    <a:pt x="67" y="417"/>
                  </a:lnTo>
                  <a:lnTo>
                    <a:pt x="34" y="500"/>
                  </a:lnTo>
                  <a:lnTo>
                    <a:pt x="1" y="567"/>
                  </a:lnTo>
                  <a:lnTo>
                    <a:pt x="1" y="583"/>
                  </a:lnTo>
                  <a:lnTo>
                    <a:pt x="17" y="600"/>
                  </a:lnTo>
                  <a:lnTo>
                    <a:pt x="34" y="600"/>
                  </a:lnTo>
                  <a:lnTo>
                    <a:pt x="51" y="583"/>
                  </a:lnTo>
                  <a:lnTo>
                    <a:pt x="100" y="450"/>
                  </a:lnTo>
                  <a:lnTo>
                    <a:pt x="184" y="333"/>
                  </a:lnTo>
                  <a:lnTo>
                    <a:pt x="284" y="234"/>
                  </a:lnTo>
                  <a:lnTo>
                    <a:pt x="400" y="150"/>
                  </a:lnTo>
                  <a:lnTo>
                    <a:pt x="483" y="100"/>
                  </a:lnTo>
                  <a:lnTo>
                    <a:pt x="567" y="84"/>
                  </a:lnTo>
                  <a:lnTo>
                    <a:pt x="650" y="50"/>
                  </a:lnTo>
                  <a:lnTo>
                    <a:pt x="816" y="50"/>
                  </a:lnTo>
                  <a:lnTo>
                    <a:pt x="900" y="67"/>
                  </a:lnTo>
                  <a:lnTo>
                    <a:pt x="983" y="84"/>
                  </a:lnTo>
                  <a:lnTo>
                    <a:pt x="1066" y="117"/>
                  </a:lnTo>
                  <a:lnTo>
                    <a:pt x="1099" y="117"/>
                  </a:lnTo>
                  <a:lnTo>
                    <a:pt x="1099" y="100"/>
                  </a:lnTo>
                  <a:lnTo>
                    <a:pt x="1083" y="84"/>
                  </a:lnTo>
                  <a:lnTo>
                    <a:pt x="999" y="34"/>
                  </a:lnTo>
                  <a:lnTo>
                    <a:pt x="916" y="17"/>
                  </a:lnTo>
                  <a:lnTo>
                    <a:pt x="833"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19"/>
            <p:cNvSpPr/>
            <p:nvPr/>
          </p:nvSpPr>
          <p:spPr>
            <a:xfrm>
              <a:off x="6723657" y="1902105"/>
              <a:ext cx="92561" cy="31820"/>
            </a:xfrm>
            <a:custGeom>
              <a:rect b="b" l="l" r="r" t="t"/>
              <a:pathLst>
                <a:path extrusionOk="0" h="933" w="2714">
                  <a:moveTo>
                    <a:pt x="2664" y="0"/>
                  </a:moveTo>
                  <a:lnTo>
                    <a:pt x="2398" y="234"/>
                  </a:lnTo>
                  <a:lnTo>
                    <a:pt x="2098" y="417"/>
                  </a:lnTo>
                  <a:lnTo>
                    <a:pt x="1765" y="583"/>
                  </a:lnTo>
                  <a:lnTo>
                    <a:pt x="1432" y="716"/>
                  </a:lnTo>
                  <a:lnTo>
                    <a:pt x="1099" y="800"/>
                  </a:lnTo>
                  <a:lnTo>
                    <a:pt x="750" y="866"/>
                  </a:lnTo>
                  <a:lnTo>
                    <a:pt x="383" y="883"/>
                  </a:lnTo>
                  <a:lnTo>
                    <a:pt x="34" y="849"/>
                  </a:lnTo>
                  <a:lnTo>
                    <a:pt x="17" y="866"/>
                  </a:lnTo>
                  <a:lnTo>
                    <a:pt x="1" y="883"/>
                  </a:lnTo>
                  <a:lnTo>
                    <a:pt x="17" y="899"/>
                  </a:lnTo>
                  <a:lnTo>
                    <a:pt x="34" y="899"/>
                  </a:lnTo>
                  <a:lnTo>
                    <a:pt x="217" y="916"/>
                  </a:lnTo>
                  <a:lnTo>
                    <a:pt x="400" y="933"/>
                  </a:lnTo>
                  <a:lnTo>
                    <a:pt x="750" y="899"/>
                  </a:lnTo>
                  <a:lnTo>
                    <a:pt x="1116" y="849"/>
                  </a:lnTo>
                  <a:lnTo>
                    <a:pt x="1465" y="766"/>
                  </a:lnTo>
                  <a:lnTo>
                    <a:pt x="1798" y="633"/>
                  </a:lnTo>
                  <a:lnTo>
                    <a:pt x="2115" y="467"/>
                  </a:lnTo>
                  <a:lnTo>
                    <a:pt x="2414" y="267"/>
                  </a:lnTo>
                  <a:lnTo>
                    <a:pt x="2697" y="34"/>
                  </a:lnTo>
                  <a:lnTo>
                    <a:pt x="2714" y="17"/>
                  </a:lnTo>
                  <a:lnTo>
                    <a:pt x="2697"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19"/>
            <p:cNvSpPr/>
            <p:nvPr/>
          </p:nvSpPr>
          <p:spPr>
            <a:xfrm>
              <a:off x="6695827" y="1715311"/>
              <a:ext cx="27864" cy="73837"/>
            </a:xfrm>
            <a:custGeom>
              <a:rect b="b" l="l" r="r" t="t"/>
              <a:pathLst>
                <a:path extrusionOk="0" h="2165" w="817">
                  <a:moveTo>
                    <a:pt x="783" y="1"/>
                  </a:moveTo>
                  <a:lnTo>
                    <a:pt x="767" y="17"/>
                  </a:lnTo>
                  <a:lnTo>
                    <a:pt x="617" y="816"/>
                  </a:lnTo>
                  <a:lnTo>
                    <a:pt x="584" y="1016"/>
                  </a:lnTo>
                  <a:lnTo>
                    <a:pt x="550" y="1199"/>
                  </a:lnTo>
                  <a:lnTo>
                    <a:pt x="534" y="1249"/>
                  </a:lnTo>
                  <a:lnTo>
                    <a:pt x="500" y="1282"/>
                  </a:lnTo>
                  <a:lnTo>
                    <a:pt x="467" y="1316"/>
                  </a:lnTo>
                  <a:lnTo>
                    <a:pt x="434" y="1316"/>
                  </a:lnTo>
                  <a:lnTo>
                    <a:pt x="334" y="1332"/>
                  </a:lnTo>
                  <a:lnTo>
                    <a:pt x="251" y="1316"/>
                  </a:lnTo>
                  <a:lnTo>
                    <a:pt x="134" y="1332"/>
                  </a:lnTo>
                  <a:lnTo>
                    <a:pt x="84" y="1349"/>
                  </a:lnTo>
                  <a:lnTo>
                    <a:pt x="51" y="1382"/>
                  </a:lnTo>
                  <a:lnTo>
                    <a:pt x="18" y="1416"/>
                  </a:lnTo>
                  <a:lnTo>
                    <a:pt x="1" y="1466"/>
                  </a:lnTo>
                  <a:lnTo>
                    <a:pt x="1" y="1516"/>
                  </a:lnTo>
                  <a:lnTo>
                    <a:pt x="18" y="1565"/>
                  </a:lnTo>
                  <a:lnTo>
                    <a:pt x="51" y="1649"/>
                  </a:lnTo>
                  <a:lnTo>
                    <a:pt x="101" y="1715"/>
                  </a:lnTo>
                  <a:lnTo>
                    <a:pt x="201" y="1832"/>
                  </a:lnTo>
                  <a:lnTo>
                    <a:pt x="450" y="2165"/>
                  </a:lnTo>
                  <a:lnTo>
                    <a:pt x="484" y="2165"/>
                  </a:lnTo>
                  <a:lnTo>
                    <a:pt x="500" y="2148"/>
                  </a:lnTo>
                  <a:lnTo>
                    <a:pt x="500" y="2115"/>
                  </a:lnTo>
                  <a:lnTo>
                    <a:pt x="267" y="1832"/>
                  </a:lnTo>
                  <a:lnTo>
                    <a:pt x="167" y="1699"/>
                  </a:lnTo>
                  <a:lnTo>
                    <a:pt x="84" y="1599"/>
                  </a:lnTo>
                  <a:lnTo>
                    <a:pt x="67" y="1549"/>
                  </a:lnTo>
                  <a:lnTo>
                    <a:pt x="51" y="1482"/>
                  </a:lnTo>
                  <a:lnTo>
                    <a:pt x="51" y="1449"/>
                  </a:lnTo>
                  <a:lnTo>
                    <a:pt x="84" y="1416"/>
                  </a:lnTo>
                  <a:lnTo>
                    <a:pt x="101" y="1399"/>
                  </a:lnTo>
                  <a:lnTo>
                    <a:pt x="151" y="1382"/>
                  </a:lnTo>
                  <a:lnTo>
                    <a:pt x="234" y="1366"/>
                  </a:lnTo>
                  <a:lnTo>
                    <a:pt x="301" y="1382"/>
                  </a:lnTo>
                  <a:lnTo>
                    <a:pt x="417" y="1382"/>
                  </a:lnTo>
                  <a:lnTo>
                    <a:pt x="467" y="1366"/>
                  </a:lnTo>
                  <a:lnTo>
                    <a:pt x="517" y="1349"/>
                  </a:lnTo>
                  <a:lnTo>
                    <a:pt x="550" y="1299"/>
                  </a:lnTo>
                  <a:lnTo>
                    <a:pt x="584" y="1249"/>
                  </a:lnTo>
                  <a:lnTo>
                    <a:pt x="600" y="1149"/>
                  </a:lnTo>
                  <a:lnTo>
                    <a:pt x="683" y="766"/>
                  </a:lnTo>
                  <a:lnTo>
                    <a:pt x="817" y="34"/>
                  </a:lnTo>
                  <a:lnTo>
                    <a:pt x="817" y="17"/>
                  </a:lnTo>
                  <a:lnTo>
                    <a:pt x="800"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19"/>
            <p:cNvSpPr/>
            <p:nvPr/>
          </p:nvSpPr>
          <p:spPr>
            <a:xfrm>
              <a:off x="6720826" y="1795936"/>
              <a:ext cx="56819" cy="44302"/>
            </a:xfrm>
            <a:custGeom>
              <a:rect b="b" l="l" r="r" t="t"/>
              <a:pathLst>
                <a:path extrusionOk="0" h="1299" w="1666">
                  <a:moveTo>
                    <a:pt x="1299" y="1"/>
                  </a:moveTo>
                  <a:lnTo>
                    <a:pt x="1216" y="17"/>
                  </a:lnTo>
                  <a:lnTo>
                    <a:pt x="1082" y="84"/>
                  </a:lnTo>
                  <a:lnTo>
                    <a:pt x="84" y="633"/>
                  </a:lnTo>
                  <a:lnTo>
                    <a:pt x="0" y="850"/>
                  </a:lnTo>
                  <a:lnTo>
                    <a:pt x="67" y="933"/>
                  </a:lnTo>
                  <a:lnTo>
                    <a:pt x="134" y="1016"/>
                  </a:lnTo>
                  <a:lnTo>
                    <a:pt x="217" y="1083"/>
                  </a:lnTo>
                  <a:lnTo>
                    <a:pt x="317" y="1149"/>
                  </a:lnTo>
                  <a:lnTo>
                    <a:pt x="400" y="1199"/>
                  </a:lnTo>
                  <a:lnTo>
                    <a:pt x="500" y="1249"/>
                  </a:lnTo>
                  <a:lnTo>
                    <a:pt x="616" y="1282"/>
                  </a:lnTo>
                  <a:lnTo>
                    <a:pt x="716" y="1299"/>
                  </a:lnTo>
                  <a:lnTo>
                    <a:pt x="933" y="1299"/>
                  </a:lnTo>
                  <a:lnTo>
                    <a:pt x="1049" y="1282"/>
                  </a:lnTo>
                  <a:lnTo>
                    <a:pt x="1149" y="1249"/>
                  </a:lnTo>
                  <a:lnTo>
                    <a:pt x="1249" y="1199"/>
                  </a:lnTo>
                  <a:lnTo>
                    <a:pt x="1332" y="1133"/>
                  </a:lnTo>
                  <a:lnTo>
                    <a:pt x="1415" y="1066"/>
                  </a:lnTo>
                  <a:lnTo>
                    <a:pt x="1499" y="999"/>
                  </a:lnTo>
                  <a:lnTo>
                    <a:pt x="1565" y="899"/>
                  </a:lnTo>
                  <a:lnTo>
                    <a:pt x="1598" y="800"/>
                  </a:lnTo>
                  <a:lnTo>
                    <a:pt x="1632" y="700"/>
                  </a:lnTo>
                  <a:lnTo>
                    <a:pt x="1648" y="583"/>
                  </a:lnTo>
                  <a:lnTo>
                    <a:pt x="1665" y="483"/>
                  </a:lnTo>
                  <a:lnTo>
                    <a:pt x="1648" y="367"/>
                  </a:lnTo>
                  <a:lnTo>
                    <a:pt x="1615" y="267"/>
                  </a:lnTo>
                  <a:lnTo>
                    <a:pt x="1565" y="167"/>
                  </a:lnTo>
                  <a:lnTo>
                    <a:pt x="1532" y="117"/>
                  </a:lnTo>
                  <a:lnTo>
                    <a:pt x="1482" y="67"/>
                  </a:lnTo>
                  <a:lnTo>
                    <a:pt x="1432" y="34"/>
                  </a:lnTo>
                  <a:lnTo>
                    <a:pt x="1382" y="1"/>
                  </a:lnTo>
                  <a:close/>
                </a:path>
              </a:pathLst>
            </a:custGeom>
            <a:solidFill>
              <a:srgbClr val="9728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19"/>
            <p:cNvSpPr/>
            <p:nvPr/>
          </p:nvSpPr>
          <p:spPr>
            <a:xfrm>
              <a:off x="6533453" y="1411025"/>
              <a:ext cx="472968" cy="363355"/>
            </a:xfrm>
            <a:custGeom>
              <a:rect b="b" l="l" r="r" t="t"/>
              <a:pathLst>
                <a:path extrusionOk="0" h="10654" w="13868">
                  <a:moveTo>
                    <a:pt x="6360" y="0"/>
                  </a:moveTo>
                  <a:lnTo>
                    <a:pt x="6027" y="50"/>
                  </a:lnTo>
                  <a:lnTo>
                    <a:pt x="5711" y="117"/>
                  </a:lnTo>
                  <a:lnTo>
                    <a:pt x="5394" y="233"/>
                  </a:lnTo>
                  <a:lnTo>
                    <a:pt x="5245" y="300"/>
                  </a:lnTo>
                  <a:lnTo>
                    <a:pt x="5095" y="366"/>
                  </a:lnTo>
                  <a:lnTo>
                    <a:pt x="4945" y="449"/>
                  </a:lnTo>
                  <a:lnTo>
                    <a:pt x="4812" y="549"/>
                  </a:lnTo>
                  <a:lnTo>
                    <a:pt x="4679" y="649"/>
                  </a:lnTo>
                  <a:lnTo>
                    <a:pt x="4562" y="766"/>
                  </a:lnTo>
                  <a:lnTo>
                    <a:pt x="4329" y="1015"/>
                  </a:lnTo>
                  <a:lnTo>
                    <a:pt x="4196" y="1132"/>
                  </a:lnTo>
                  <a:lnTo>
                    <a:pt x="4063" y="1232"/>
                  </a:lnTo>
                  <a:lnTo>
                    <a:pt x="3930" y="1298"/>
                  </a:lnTo>
                  <a:lnTo>
                    <a:pt x="3780" y="1348"/>
                  </a:lnTo>
                  <a:lnTo>
                    <a:pt x="3630" y="1382"/>
                  </a:lnTo>
                  <a:lnTo>
                    <a:pt x="3147" y="1382"/>
                  </a:lnTo>
                  <a:lnTo>
                    <a:pt x="2831" y="1365"/>
                  </a:lnTo>
                  <a:lnTo>
                    <a:pt x="2498" y="1365"/>
                  </a:lnTo>
                  <a:lnTo>
                    <a:pt x="2165" y="1398"/>
                  </a:lnTo>
                  <a:lnTo>
                    <a:pt x="1832" y="1465"/>
                  </a:lnTo>
                  <a:lnTo>
                    <a:pt x="1499" y="1565"/>
                  </a:lnTo>
                  <a:lnTo>
                    <a:pt x="1199" y="1681"/>
                  </a:lnTo>
                  <a:lnTo>
                    <a:pt x="1050" y="1765"/>
                  </a:lnTo>
                  <a:lnTo>
                    <a:pt x="916" y="1864"/>
                  </a:lnTo>
                  <a:lnTo>
                    <a:pt x="783" y="1948"/>
                  </a:lnTo>
                  <a:lnTo>
                    <a:pt x="650" y="2064"/>
                  </a:lnTo>
                  <a:lnTo>
                    <a:pt x="534" y="2181"/>
                  </a:lnTo>
                  <a:lnTo>
                    <a:pt x="417" y="2297"/>
                  </a:lnTo>
                  <a:lnTo>
                    <a:pt x="317" y="2430"/>
                  </a:lnTo>
                  <a:lnTo>
                    <a:pt x="234" y="2580"/>
                  </a:lnTo>
                  <a:lnTo>
                    <a:pt x="167" y="2730"/>
                  </a:lnTo>
                  <a:lnTo>
                    <a:pt x="101" y="2897"/>
                  </a:lnTo>
                  <a:lnTo>
                    <a:pt x="51" y="3046"/>
                  </a:lnTo>
                  <a:lnTo>
                    <a:pt x="18" y="3213"/>
                  </a:lnTo>
                  <a:lnTo>
                    <a:pt x="1" y="3379"/>
                  </a:lnTo>
                  <a:lnTo>
                    <a:pt x="1" y="3562"/>
                  </a:lnTo>
                  <a:lnTo>
                    <a:pt x="18" y="3729"/>
                  </a:lnTo>
                  <a:lnTo>
                    <a:pt x="34" y="3879"/>
                  </a:lnTo>
                  <a:lnTo>
                    <a:pt x="84" y="4045"/>
                  </a:lnTo>
                  <a:lnTo>
                    <a:pt x="134" y="4195"/>
                  </a:lnTo>
                  <a:lnTo>
                    <a:pt x="201" y="4345"/>
                  </a:lnTo>
                  <a:lnTo>
                    <a:pt x="301" y="4478"/>
                  </a:lnTo>
                  <a:lnTo>
                    <a:pt x="400" y="4611"/>
                  </a:lnTo>
                  <a:lnTo>
                    <a:pt x="517" y="4728"/>
                  </a:lnTo>
                  <a:lnTo>
                    <a:pt x="750" y="4894"/>
                  </a:lnTo>
                  <a:lnTo>
                    <a:pt x="983" y="5061"/>
                  </a:lnTo>
                  <a:lnTo>
                    <a:pt x="1083" y="5161"/>
                  </a:lnTo>
                  <a:lnTo>
                    <a:pt x="1166" y="5260"/>
                  </a:lnTo>
                  <a:lnTo>
                    <a:pt x="1233" y="5377"/>
                  </a:lnTo>
                  <a:lnTo>
                    <a:pt x="1266" y="5510"/>
                  </a:lnTo>
                  <a:lnTo>
                    <a:pt x="1266" y="5593"/>
                  </a:lnTo>
                  <a:lnTo>
                    <a:pt x="1266" y="5677"/>
                  </a:lnTo>
                  <a:lnTo>
                    <a:pt x="1216" y="5860"/>
                  </a:lnTo>
                  <a:lnTo>
                    <a:pt x="1083" y="6193"/>
                  </a:lnTo>
                  <a:lnTo>
                    <a:pt x="1033" y="6359"/>
                  </a:lnTo>
                  <a:lnTo>
                    <a:pt x="1016" y="6526"/>
                  </a:lnTo>
                  <a:lnTo>
                    <a:pt x="1016" y="6692"/>
                  </a:lnTo>
                  <a:lnTo>
                    <a:pt x="1033" y="6858"/>
                  </a:lnTo>
                  <a:lnTo>
                    <a:pt x="1066" y="7025"/>
                  </a:lnTo>
                  <a:lnTo>
                    <a:pt x="1116" y="7175"/>
                  </a:lnTo>
                  <a:lnTo>
                    <a:pt x="1199" y="7325"/>
                  </a:lnTo>
                  <a:lnTo>
                    <a:pt x="1299" y="7458"/>
                  </a:lnTo>
                  <a:lnTo>
                    <a:pt x="1399" y="7591"/>
                  </a:lnTo>
                  <a:lnTo>
                    <a:pt x="1532" y="7691"/>
                  </a:lnTo>
                  <a:lnTo>
                    <a:pt x="1666" y="7774"/>
                  </a:lnTo>
                  <a:lnTo>
                    <a:pt x="1815" y="7841"/>
                  </a:lnTo>
                  <a:lnTo>
                    <a:pt x="1965" y="7891"/>
                  </a:lnTo>
                  <a:lnTo>
                    <a:pt x="2132" y="7924"/>
                  </a:lnTo>
                  <a:lnTo>
                    <a:pt x="2298" y="7941"/>
                  </a:lnTo>
                  <a:lnTo>
                    <a:pt x="2465" y="7941"/>
                  </a:lnTo>
                  <a:lnTo>
                    <a:pt x="2481" y="7341"/>
                  </a:lnTo>
                  <a:lnTo>
                    <a:pt x="2515" y="6992"/>
                  </a:lnTo>
                  <a:lnTo>
                    <a:pt x="2548" y="6642"/>
                  </a:lnTo>
                  <a:lnTo>
                    <a:pt x="2614" y="6243"/>
                  </a:lnTo>
                  <a:lnTo>
                    <a:pt x="2664" y="6043"/>
                  </a:lnTo>
                  <a:lnTo>
                    <a:pt x="2714" y="5860"/>
                  </a:lnTo>
                  <a:lnTo>
                    <a:pt x="2781" y="5693"/>
                  </a:lnTo>
                  <a:lnTo>
                    <a:pt x="2847" y="5560"/>
                  </a:lnTo>
                  <a:lnTo>
                    <a:pt x="2931" y="5460"/>
                  </a:lnTo>
                  <a:lnTo>
                    <a:pt x="2964" y="5410"/>
                  </a:lnTo>
                  <a:lnTo>
                    <a:pt x="3014" y="5394"/>
                  </a:lnTo>
                  <a:lnTo>
                    <a:pt x="3064" y="5377"/>
                  </a:lnTo>
                  <a:lnTo>
                    <a:pt x="3164" y="5377"/>
                  </a:lnTo>
                  <a:lnTo>
                    <a:pt x="3230" y="5410"/>
                  </a:lnTo>
                  <a:lnTo>
                    <a:pt x="3480" y="5543"/>
                  </a:lnTo>
                  <a:lnTo>
                    <a:pt x="3730" y="5643"/>
                  </a:lnTo>
                  <a:lnTo>
                    <a:pt x="3979" y="5710"/>
                  </a:lnTo>
                  <a:lnTo>
                    <a:pt x="4213" y="5760"/>
                  </a:lnTo>
                  <a:lnTo>
                    <a:pt x="4446" y="5776"/>
                  </a:lnTo>
                  <a:lnTo>
                    <a:pt x="4662" y="5776"/>
                  </a:lnTo>
                  <a:lnTo>
                    <a:pt x="4878" y="5743"/>
                  </a:lnTo>
                  <a:lnTo>
                    <a:pt x="5078" y="5710"/>
                  </a:lnTo>
                  <a:lnTo>
                    <a:pt x="5278" y="5643"/>
                  </a:lnTo>
                  <a:lnTo>
                    <a:pt x="5478" y="5577"/>
                  </a:lnTo>
                  <a:lnTo>
                    <a:pt x="5661" y="5510"/>
                  </a:lnTo>
                  <a:lnTo>
                    <a:pt x="5827" y="5427"/>
                  </a:lnTo>
                  <a:lnTo>
                    <a:pt x="6160" y="5244"/>
                  </a:lnTo>
                  <a:lnTo>
                    <a:pt x="6443" y="5061"/>
                  </a:lnTo>
                  <a:lnTo>
                    <a:pt x="6576" y="4977"/>
                  </a:lnTo>
                  <a:lnTo>
                    <a:pt x="6743" y="4894"/>
                  </a:lnTo>
                  <a:lnTo>
                    <a:pt x="6893" y="4844"/>
                  </a:lnTo>
                  <a:lnTo>
                    <a:pt x="7059" y="4811"/>
                  </a:lnTo>
                  <a:lnTo>
                    <a:pt x="7226" y="4778"/>
                  </a:lnTo>
                  <a:lnTo>
                    <a:pt x="7392" y="4761"/>
                  </a:lnTo>
                  <a:lnTo>
                    <a:pt x="7742" y="4744"/>
                  </a:lnTo>
                  <a:lnTo>
                    <a:pt x="7941" y="4761"/>
                  </a:lnTo>
                  <a:lnTo>
                    <a:pt x="8141" y="4778"/>
                  </a:lnTo>
                  <a:lnTo>
                    <a:pt x="8324" y="4828"/>
                  </a:lnTo>
                  <a:lnTo>
                    <a:pt x="8507" y="4878"/>
                  </a:lnTo>
                  <a:lnTo>
                    <a:pt x="8674" y="4961"/>
                  </a:lnTo>
                  <a:lnTo>
                    <a:pt x="8840" y="5044"/>
                  </a:lnTo>
                  <a:lnTo>
                    <a:pt x="8990" y="5161"/>
                  </a:lnTo>
                  <a:lnTo>
                    <a:pt x="9123" y="5277"/>
                  </a:lnTo>
                  <a:lnTo>
                    <a:pt x="9257" y="5394"/>
                  </a:lnTo>
                  <a:lnTo>
                    <a:pt x="9356" y="5543"/>
                  </a:lnTo>
                  <a:lnTo>
                    <a:pt x="9456" y="5693"/>
                  </a:lnTo>
                  <a:lnTo>
                    <a:pt x="9556" y="5860"/>
                  </a:lnTo>
                  <a:lnTo>
                    <a:pt x="9623" y="6043"/>
                  </a:lnTo>
                  <a:lnTo>
                    <a:pt x="9689" y="6226"/>
                  </a:lnTo>
                  <a:lnTo>
                    <a:pt x="9723" y="6426"/>
                  </a:lnTo>
                  <a:lnTo>
                    <a:pt x="9756" y="6625"/>
                  </a:lnTo>
                  <a:lnTo>
                    <a:pt x="9773" y="7075"/>
                  </a:lnTo>
                  <a:lnTo>
                    <a:pt x="9773" y="7558"/>
                  </a:lnTo>
                  <a:lnTo>
                    <a:pt x="9756" y="8024"/>
                  </a:lnTo>
                  <a:lnTo>
                    <a:pt x="9723" y="8507"/>
                  </a:lnTo>
                  <a:lnTo>
                    <a:pt x="9689" y="9356"/>
                  </a:lnTo>
                  <a:lnTo>
                    <a:pt x="9689" y="9705"/>
                  </a:lnTo>
                  <a:lnTo>
                    <a:pt x="9706" y="9855"/>
                  </a:lnTo>
                  <a:lnTo>
                    <a:pt x="9723" y="9988"/>
                  </a:lnTo>
                  <a:lnTo>
                    <a:pt x="9739" y="10155"/>
                  </a:lnTo>
                  <a:lnTo>
                    <a:pt x="9773" y="10271"/>
                  </a:lnTo>
                  <a:lnTo>
                    <a:pt x="9822" y="10371"/>
                  </a:lnTo>
                  <a:lnTo>
                    <a:pt x="9889" y="10471"/>
                  </a:lnTo>
                  <a:lnTo>
                    <a:pt x="9939" y="10521"/>
                  </a:lnTo>
                  <a:lnTo>
                    <a:pt x="9989" y="10554"/>
                  </a:lnTo>
                  <a:lnTo>
                    <a:pt x="10056" y="10587"/>
                  </a:lnTo>
                  <a:lnTo>
                    <a:pt x="10139" y="10621"/>
                  </a:lnTo>
                  <a:lnTo>
                    <a:pt x="10222" y="10637"/>
                  </a:lnTo>
                  <a:lnTo>
                    <a:pt x="10322" y="10637"/>
                  </a:lnTo>
                  <a:lnTo>
                    <a:pt x="10355" y="10654"/>
                  </a:lnTo>
                  <a:lnTo>
                    <a:pt x="10388" y="10654"/>
                  </a:lnTo>
                  <a:lnTo>
                    <a:pt x="10438" y="10637"/>
                  </a:lnTo>
                  <a:lnTo>
                    <a:pt x="10505" y="10604"/>
                  </a:lnTo>
                  <a:lnTo>
                    <a:pt x="10572" y="10537"/>
                  </a:lnTo>
                  <a:lnTo>
                    <a:pt x="10655" y="10421"/>
                  </a:lnTo>
                  <a:lnTo>
                    <a:pt x="10721" y="10254"/>
                  </a:lnTo>
                  <a:lnTo>
                    <a:pt x="10805" y="10055"/>
                  </a:lnTo>
                  <a:lnTo>
                    <a:pt x="10888" y="9872"/>
                  </a:lnTo>
                  <a:lnTo>
                    <a:pt x="11004" y="9705"/>
                  </a:lnTo>
                  <a:lnTo>
                    <a:pt x="11088" y="9639"/>
                  </a:lnTo>
                  <a:lnTo>
                    <a:pt x="11171" y="9572"/>
                  </a:lnTo>
                  <a:lnTo>
                    <a:pt x="11254" y="9505"/>
                  </a:lnTo>
                  <a:lnTo>
                    <a:pt x="11354" y="9472"/>
                  </a:lnTo>
                  <a:lnTo>
                    <a:pt x="11471" y="9439"/>
                  </a:lnTo>
                  <a:lnTo>
                    <a:pt x="11604" y="9422"/>
                  </a:lnTo>
                  <a:lnTo>
                    <a:pt x="11920" y="9422"/>
                  </a:lnTo>
                  <a:lnTo>
                    <a:pt x="12103" y="9455"/>
                  </a:lnTo>
                  <a:lnTo>
                    <a:pt x="12303" y="9505"/>
                  </a:lnTo>
                  <a:lnTo>
                    <a:pt x="12786" y="8590"/>
                  </a:lnTo>
                  <a:lnTo>
                    <a:pt x="12852" y="8457"/>
                  </a:lnTo>
                  <a:lnTo>
                    <a:pt x="12935" y="8307"/>
                  </a:lnTo>
                  <a:lnTo>
                    <a:pt x="13119" y="8007"/>
                  </a:lnTo>
                  <a:lnTo>
                    <a:pt x="13285" y="7724"/>
                  </a:lnTo>
                  <a:lnTo>
                    <a:pt x="13418" y="7441"/>
                  </a:lnTo>
                  <a:lnTo>
                    <a:pt x="13551" y="7141"/>
                  </a:lnTo>
                  <a:lnTo>
                    <a:pt x="13651" y="6825"/>
                  </a:lnTo>
                  <a:lnTo>
                    <a:pt x="13734" y="6509"/>
                  </a:lnTo>
                  <a:lnTo>
                    <a:pt x="13801" y="6193"/>
                  </a:lnTo>
                  <a:lnTo>
                    <a:pt x="13851" y="5860"/>
                  </a:lnTo>
                  <a:lnTo>
                    <a:pt x="13868" y="5510"/>
                  </a:lnTo>
                  <a:lnTo>
                    <a:pt x="13851" y="5210"/>
                  </a:lnTo>
                  <a:lnTo>
                    <a:pt x="13801" y="4927"/>
                  </a:lnTo>
                  <a:lnTo>
                    <a:pt x="13718" y="4628"/>
                  </a:lnTo>
                  <a:lnTo>
                    <a:pt x="13601" y="4361"/>
                  </a:lnTo>
                  <a:lnTo>
                    <a:pt x="13468" y="4095"/>
                  </a:lnTo>
                  <a:lnTo>
                    <a:pt x="13285" y="3845"/>
                  </a:lnTo>
                  <a:lnTo>
                    <a:pt x="13085" y="3629"/>
                  </a:lnTo>
                  <a:lnTo>
                    <a:pt x="12852" y="3446"/>
                  </a:lnTo>
                  <a:lnTo>
                    <a:pt x="12752" y="3379"/>
                  </a:lnTo>
                  <a:lnTo>
                    <a:pt x="12636" y="3329"/>
                  </a:lnTo>
                  <a:lnTo>
                    <a:pt x="12503" y="3279"/>
                  </a:lnTo>
                  <a:lnTo>
                    <a:pt x="12369" y="3246"/>
                  </a:lnTo>
                  <a:lnTo>
                    <a:pt x="12053" y="3196"/>
                  </a:lnTo>
                  <a:lnTo>
                    <a:pt x="11737" y="3163"/>
                  </a:lnTo>
                  <a:lnTo>
                    <a:pt x="11437" y="3146"/>
                  </a:lnTo>
                  <a:lnTo>
                    <a:pt x="10954" y="3146"/>
                  </a:lnTo>
                  <a:lnTo>
                    <a:pt x="10805" y="2897"/>
                  </a:lnTo>
                  <a:lnTo>
                    <a:pt x="10422" y="2331"/>
                  </a:lnTo>
                  <a:lnTo>
                    <a:pt x="10189" y="1998"/>
                  </a:lnTo>
                  <a:lnTo>
                    <a:pt x="9939" y="1665"/>
                  </a:lnTo>
                  <a:lnTo>
                    <a:pt x="9673" y="1382"/>
                  </a:lnTo>
                  <a:lnTo>
                    <a:pt x="9556" y="1249"/>
                  </a:lnTo>
                  <a:lnTo>
                    <a:pt x="9440" y="1149"/>
                  </a:lnTo>
                  <a:lnTo>
                    <a:pt x="9157" y="949"/>
                  </a:lnTo>
                  <a:lnTo>
                    <a:pt x="8890" y="766"/>
                  </a:lnTo>
                  <a:lnTo>
                    <a:pt x="8591" y="583"/>
                  </a:lnTo>
                  <a:lnTo>
                    <a:pt x="8308" y="433"/>
                  </a:lnTo>
                  <a:lnTo>
                    <a:pt x="7991" y="300"/>
                  </a:lnTo>
                  <a:lnTo>
                    <a:pt x="7692" y="183"/>
                  </a:lnTo>
                  <a:lnTo>
                    <a:pt x="7359" y="100"/>
                  </a:lnTo>
                  <a:lnTo>
                    <a:pt x="7042" y="33"/>
                  </a:lnTo>
                  <a:lnTo>
                    <a:pt x="671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19"/>
            <p:cNvSpPr/>
            <p:nvPr/>
          </p:nvSpPr>
          <p:spPr>
            <a:xfrm>
              <a:off x="6800871" y="2534006"/>
              <a:ext cx="471809" cy="187373"/>
            </a:xfrm>
            <a:custGeom>
              <a:rect b="b" l="l" r="r" t="t"/>
              <a:pathLst>
                <a:path extrusionOk="0" h="5494" w="13834">
                  <a:moveTo>
                    <a:pt x="11886" y="0"/>
                  </a:moveTo>
                  <a:lnTo>
                    <a:pt x="11603" y="34"/>
                  </a:lnTo>
                  <a:lnTo>
                    <a:pt x="11320" y="84"/>
                  </a:lnTo>
                  <a:lnTo>
                    <a:pt x="11054" y="167"/>
                  </a:lnTo>
                  <a:lnTo>
                    <a:pt x="10704" y="250"/>
                  </a:lnTo>
                  <a:lnTo>
                    <a:pt x="10355" y="367"/>
                  </a:lnTo>
                  <a:lnTo>
                    <a:pt x="9689" y="600"/>
                  </a:lnTo>
                  <a:lnTo>
                    <a:pt x="9023" y="883"/>
                  </a:lnTo>
                  <a:lnTo>
                    <a:pt x="8374" y="1182"/>
                  </a:lnTo>
                  <a:lnTo>
                    <a:pt x="7725" y="1499"/>
                  </a:lnTo>
                  <a:lnTo>
                    <a:pt x="7092" y="1815"/>
                  </a:lnTo>
                  <a:lnTo>
                    <a:pt x="5827" y="2514"/>
                  </a:lnTo>
                  <a:lnTo>
                    <a:pt x="5178" y="2847"/>
                  </a:lnTo>
                  <a:lnTo>
                    <a:pt x="4495" y="3180"/>
                  </a:lnTo>
                  <a:lnTo>
                    <a:pt x="3779" y="3513"/>
                  </a:lnTo>
                  <a:lnTo>
                    <a:pt x="3064" y="3813"/>
                  </a:lnTo>
                  <a:lnTo>
                    <a:pt x="2314" y="4095"/>
                  </a:lnTo>
                  <a:lnTo>
                    <a:pt x="1582" y="4362"/>
                  </a:lnTo>
                  <a:lnTo>
                    <a:pt x="866" y="4595"/>
                  </a:lnTo>
                  <a:lnTo>
                    <a:pt x="150" y="4811"/>
                  </a:lnTo>
                  <a:lnTo>
                    <a:pt x="1" y="4828"/>
                  </a:lnTo>
                  <a:lnTo>
                    <a:pt x="883" y="4861"/>
                  </a:lnTo>
                  <a:lnTo>
                    <a:pt x="2065" y="4944"/>
                  </a:lnTo>
                  <a:lnTo>
                    <a:pt x="4895" y="5161"/>
                  </a:lnTo>
                  <a:lnTo>
                    <a:pt x="7725" y="5377"/>
                  </a:lnTo>
                  <a:lnTo>
                    <a:pt x="8907" y="5444"/>
                  </a:lnTo>
                  <a:lnTo>
                    <a:pt x="9789" y="5494"/>
                  </a:lnTo>
                  <a:lnTo>
                    <a:pt x="10205" y="5494"/>
                  </a:lnTo>
                  <a:lnTo>
                    <a:pt x="10621" y="5477"/>
                  </a:lnTo>
                  <a:lnTo>
                    <a:pt x="10821" y="5444"/>
                  </a:lnTo>
                  <a:lnTo>
                    <a:pt x="11021" y="5411"/>
                  </a:lnTo>
                  <a:lnTo>
                    <a:pt x="11220" y="5361"/>
                  </a:lnTo>
                  <a:lnTo>
                    <a:pt x="11420" y="5294"/>
                  </a:lnTo>
                  <a:lnTo>
                    <a:pt x="11670" y="5178"/>
                  </a:lnTo>
                  <a:lnTo>
                    <a:pt x="11886" y="5028"/>
                  </a:lnTo>
                  <a:lnTo>
                    <a:pt x="12103" y="4878"/>
                  </a:lnTo>
                  <a:lnTo>
                    <a:pt x="12303" y="4678"/>
                  </a:lnTo>
                  <a:lnTo>
                    <a:pt x="12486" y="4495"/>
                  </a:lnTo>
                  <a:lnTo>
                    <a:pt x="12652" y="4279"/>
                  </a:lnTo>
                  <a:lnTo>
                    <a:pt x="12985" y="3829"/>
                  </a:lnTo>
                  <a:lnTo>
                    <a:pt x="13251" y="3430"/>
                  </a:lnTo>
                  <a:lnTo>
                    <a:pt x="13385" y="3213"/>
                  </a:lnTo>
                  <a:lnTo>
                    <a:pt x="13501" y="2997"/>
                  </a:lnTo>
                  <a:lnTo>
                    <a:pt x="13601" y="2780"/>
                  </a:lnTo>
                  <a:lnTo>
                    <a:pt x="13684" y="2547"/>
                  </a:lnTo>
                  <a:lnTo>
                    <a:pt x="13751" y="2314"/>
                  </a:lnTo>
                  <a:lnTo>
                    <a:pt x="13801" y="2081"/>
                  </a:lnTo>
                  <a:lnTo>
                    <a:pt x="13834" y="1832"/>
                  </a:lnTo>
                  <a:lnTo>
                    <a:pt x="13834" y="1582"/>
                  </a:lnTo>
                  <a:lnTo>
                    <a:pt x="13801" y="1332"/>
                  </a:lnTo>
                  <a:lnTo>
                    <a:pt x="13751" y="1099"/>
                  </a:lnTo>
                  <a:lnTo>
                    <a:pt x="13651" y="866"/>
                  </a:lnTo>
                  <a:lnTo>
                    <a:pt x="13534" y="650"/>
                  </a:lnTo>
                  <a:lnTo>
                    <a:pt x="13468" y="566"/>
                  </a:lnTo>
                  <a:lnTo>
                    <a:pt x="13385" y="466"/>
                  </a:lnTo>
                  <a:lnTo>
                    <a:pt x="13301" y="383"/>
                  </a:lnTo>
                  <a:lnTo>
                    <a:pt x="13201" y="300"/>
                  </a:lnTo>
                  <a:lnTo>
                    <a:pt x="13085" y="233"/>
                  </a:lnTo>
                  <a:lnTo>
                    <a:pt x="12968" y="167"/>
                  </a:lnTo>
                  <a:lnTo>
                    <a:pt x="12852" y="117"/>
                  </a:lnTo>
                  <a:lnTo>
                    <a:pt x="12719" y="67"/>
                  </a:lnTo>
                  <a:lnTo>
                    <a:pt x="12585" y="34"/>
                  </a:lnTo>
                  <a:lnTo>
                    <a:pt x="12452" y="17"/>
                  </a:lnTo>
                  <a:lnTo>
                    <a:pt x="12169"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19"/>
            <p:cNvSpPr/>
            <p:nvPr/>
          </p:nvSpPr>
          <p:spPr>
            <a:xfrm>
              <a:off x="6800871" y="2534006"/>
              <a:ext cx="471809" cy="187373"/>
            </a:xfrm>
            <a:custGeom>
              <a:rect b="b" l="l" r="r" t="t"/>
              <a:pathLst>
                <a:path extrusionOk="0" fill="none" h="5494" w="13834">
                  <a:moveTo>
                    <a:pt x="150" y="4811"/>
                  </a:moveTo>
                  <a:lnTo>
                    <a:pt x="150" y="4811"/>
                  </a:lnTo>
                  <a:lnTo>
                    <a:pt x="866" y="4595"/>
                  </a:lnTo>
                  <a:lnTo>
                    <a:pt x="1582" y="4362"/>
                  </a:lnTo>
                  <a:lnTo>
                    <a:pt x="2314" y="4095"/>
                  </a:lnTo>
                  <a:lnTo>
                    <a:pt x="3064" y="3813"/>
                  </a:lnTo>
                  <a:lnTo>
                    <a:pt x="3779" y="3513"/>
                  </a:lnTo>
                  <a:lnTo>
                    <a:pt x="4495" y="3180"/>
                  </a:lnTo>
                  <a:lnTo>
                    <a:pt x="5178" y="2847"/>
                  </a:lnTo>
                  <a:lnTo>
                    <a:pt x="5827" y="2514"/>
                  </a:lnTo>
                  <a:lnTo>
                    <a:pt x="5827" y="2514"/>
                  </a:lnTo>
                  <a:lnTo>
                    <a:pt x="7092" y="1815"/>
                  </a:lnTo>
                  <a:lnTo>
                    <a:pt x="7725" y="1499"/>
                  </a:lnTo>
                  <a:lnTo>
                    <a:pt x="8374" y="1182"/>
                  </a:lnTo>
                  <a:lnTo>
                    <a:pt x="9023" y="883"/>
                  </a:lnTo>
                  <a:lnTo>
                    <a:pt x="9689" y="600"/>
                  </a:lnTo>
                  <a:lnTo>
                    <a:pt x="10355" y="367"/>
                  </a:lnTo>
                  <a:lnTo>
                    <a:pt x="10704" y="250"/>
                  </a:lnTo>
                  <a:lnTo>
                    <a:pt x="11054" y="167"/>
                  </a:lnTo>
                  <a:lnTo>
                    <a:pt x="11054" y="167"/>
                  </a:lnTo>
                  <a:lnTo>
                    <a:pt x="11320" y="84"/>
                  </a:lnTo>
                  <a:lnTo>
                    <a:pt x="11603" y="34"/>
                  </a:lnTo>
                  <a:lnTo>
                    <a:pt x="11886" y="0"/>
                  </a:lnTo>
                  <a:lnTo>
                    <a:pt x="12169" y="0"/>
                  </a:lnTo>
                  <a:lnTo>
                    <a:pt x="12452" y="17"/>
                  </a:lnTo>
                  <a:lnTo>
                    <a:pt x="12585" y="34"/>
                  </a:lnTo>
                  <a:lnTo>
                    <a:pt x="12719" y="67"/>
                  </a:lnTo>
                  <a:lnTo>
                    <a:pt x="12852" y="117"/>
                  </a:lnTo>
                  <a:lnTo>
                    <a:pt x="12968" y="167"/>
                  </a:lnTo>
                  <a:lnTo>
                    <a:pt x="13085" y="233"/>
                  </a:lnTo>
                  <a:lnTo>
                    <a:pt x="13201" y="300"/>
                  </a:lnTo>
                  <a:lnTo>
                    <a:pt x="13201" y="300"/>
                  </a:lnTo>
                  <a:lnTo>
                    <a:pt x="13301" y="383"/>
                  </a:lnTo>
                  <a:lnTo>
                    <a:pt x="13385" y="466"/>
                  </a:lnTo>
                  <a:lnTo>
                    <a:pt x="13468" y="566"/>
                  </a:lnTo>
                  <a:lnTo>
                    <a:pt x="13534" y="650"/>
                  </a:lnTo>
                  <a:lnTo>
                    <a:pt x="13651" y="866"/>
                  </a:lnTo>
                  <a:lnTo>
                    <a:pt x="13751" y="1099"/>
                  </a:lnTo>
                  <a:lnTo>
                    <a:pt x="13801" y="1332"/>
                  </a:lnTo>
                  <a:lnTo>
                    <a:pt x="13834" y="1582"/>
                  </a:lnTo>
                  <a:lnTo>
                    <a:pt x="13834" y="1832"/>
                  </a:lnTo>
                  <a:lnTo>
                    <a:pt x="13801" y="2081"/>
                  </a:lnTo>
                  <a:lnTo>
                    <a:pt x="13801" y="2081"/>
                  </a:lnTo>
                  <a:lnTo>
                    <a:pt x="13751" y="2314"/>
                  </a:lnTo>
                  <a:lnTo>
                    <a:pt x="13684" y="2547"/>
                  </a:lnTo>
                  <a:lnTo>
                    <a:pt x="13601" y="2780"/>
                  </a:lnTo>
                  <a:lnTo>
                    <a:pt x="13501" y="2997"/>
                  </a:lnTo>
                  <a:lnTo>
                    <a:pt x="13385" y="3213"/>
                  </a:lnTo>
                  <a:lnTo>
                    <a:pt x="13251" y="3430"/>
                  </a:lnTo>
                  <a:lnTo>
                    <a:pt x="12985" y="3829"/>
                  </a:lnTo>
                  <a:lnTo>
                    <a:pt x="12985" y="3829"/>
                  </a:lnTo>
                  <a:lnTo>
                    <a:pt x="12652" y="4279"/>
                  </a:lnTo>
                  <a:lnTo>
                    <a:pt x="12486" y="4495"/>
                  </a:lnTo>
                  <a:lnTo>
                    <a:pt x="12303" y="4678"/>
                  </a:lnTo>
                  <a:lnTo>
                    <a:pt x="12103" y="4878"/>
                  </a:lnTo>
                  <a:lnTo>
                    <a:pt x="11886" y="5028"/>
                  </a:lnTo>
                  <a:lnTo>
                    <a:pt x="11670" y="5178"/>
                  </a:lnTo>
                  <a:lnTo>
                    <a:pt x="11420" y="5294"/>
                  </a:lnTo>
                  <a:lnTo>
                    <a:pt x="11420" y="5294"/>
                  </a:lnTo>
                  <a:lnTo>
                    <a:pt x="11220" y="5361"/>
                  </a:lnTo>
                  <a:lnTo>
                    <a:pt x="11021" y="5411"/>
                  </a:lnTo>
                  <a:lnTo>
                    <a:pt x="10821" y="5444"/>
                  </a:lnTo>
                  <a:lnTo>
                    <a:pt x="10621" y="5477"/>
                  </a:lnTo>
                  <a:lnTo>
                    <a:pt x="10205" y="5494"/>
                  </a:lnTo>
                  <a:lnTo>
                    <a:pt x="9789" y="5494"/>
                  </a:lnTo>
                  <a:lnTo>
                    <a:pt x="9789" y="5494"/>
                  </a:lnTo>
                  <a:lnTo>
                    <a:pt x="8907" y="5444"/>
                  </a:lnTo>
                  <a:lnTo>
                    <a:pt x="7725" y="5377"/>
                  </a:lnTo>
                  <a:lnTo>
                    <a:pt x="4895" y="5161"/>
                  </a:lnTo>
                  <a:lnTo>
                    <a:pt x="2065" y="4944"/>
                  </a:lnTo>
                  <a:lnTo>
                    <a:pt x="883" y="4861"/>
                  </a:lnTo>
                  <a:lnTo>
                    <a:pt x="1" y="4828"/>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19"/>
            <p:cNvSpPr/>
            <p:nvPr/>
          </p:nvSpPr>
          <p:spPr>
            <a:xfrm>
              <a:off x="6785558" y="3927236"/>
              <a:ext cx="420139" cy="265746"/>
            </a:xfrm>
            <a:custGeom>
              <a:rect b="b" l="l" r="r" t="t"/>
              <a:pathLst>
                <a:path extrusionOk="0" h="7792" w="12319">
                  <a:moveTo>
                    <a:pt x="10021" y="1"/>
                  </a:moveTo>
                  <a:lnTo>
                    <a:pt x="0" y="2298"/>
                  </a:lnTo>
                  <a:lnTo>
                    <a:pt x="2447" y="7791"/>
                  </a:lnTo>
                  <a:lnTo>
                    <a:pt x="12319" y="4029"/>
                  </a:lnTo>
                  <a:lnTo>
                    <a:pt x="10021"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19"/>
            <p:cNvSpPr/>
            <p:nvPr/>
          </p:nvSpPr>
          <p:spPr>
            <a:xfrm>
              <a:off x="6797461" y="4047047"/>
              <a:ext cx="497387" cy="392344"/>
            </a:xfrm>
            <a:custGeom>
              <a:rect b="b" l="l" r="r" t="t"/>
              <a:pathLst>
                <a:path extrusionOk="0" h="11504" w="14584">
                  <a:moveTo>
                    <a:pt x="11703" y="0"/>
                  </a:moveTo>
                  <a:lnTo>
                    <a:pt x="1998" y="4112"/>
                  </a:lnTo>
                  <a:lnTo>
                    <a:pt x="2864" y="5510"/>
                  </a:lnTo>
                  <a:lnTo>
                    <a:pt x="2514" y="5743"/>
                  </a:lnTo>
                  <a:lnTo>
                    <a:pt x="2181" y="5993"/>
                  </a:lnTo>
                  <a:lnTo>
                    <a:pt x="1882" y="6226"/>
                  </a:lnTo>
                  <a:lnTo>
                    <a:pt x="1615" y="6476"/>
                  </a:lnTo>
                  <a:lnTo>
                    <a:pt x="1366" y="6725"/>
                  </a:lnTo>
                  <a:lnTo>
                    <a:pt x="1149" y="6975"/>
                  </a:lnTo>
                  <a:lnTo>
                    <a:pt x="950" y="7225"/>
                  </a:lnTo>
                  <a:lnTo>
                    <a:pt x="766" y="7491"/>
                  </a:lnTo>
                  <a:lnTo>
                    <a:pt x="617" y="7741"/>
                  </a:lnTo>
                  <a:lnTo>
                    <a:pt x="483" y="7991"/>
                  </a:lnTo>
                  <a:lnTo>
                    <a:pt x="367" y="8240"/>
                  </a:lnTo>
                  <a:lnTo>
                    <a:pt x="284" y="8490"/>
                  </a:lnTo>
                  <a:lnTo>
                    <a:pt x="200" y="8740"/>
                  </a:lnTo>
                  <a:lnTo>
                    <a:pt x="134" y="8973"/>
                  </a:lnTo>
                  <a:lnTo>
                    <a:pt x="84" y="9206"/>
                  </a:lnTo>
                  <a:lnTo>
                    <a:pt x="51" y="9422"/>
                  </a:lnTo>
                  <a:lnTo>
                    <a:pt x="17" y="9655"/>
                  </a:lnTo>
                  <a:lnTo>
                    <a:pt x="17" y="9855"/>
                  </a:lnTo>
                  <a:lnTo>
                    <a:pt x="1" y="10255"/>
                  </a:lnTo>
                  <a:lnTo>
                    <a:pt x="34" y="10604"/>
                  </a:lnTo>
                  <a:lnTo>
                    <a:pt x="84" y="10920"/>
                  </a:lnTo>
                  <a:lnTo>
                    <a:pt x="134" y="11170"/>
                  </a:lnTo>
                  <a:lnTo>
                    <a:pt x="184" y="11353"/>
                  </a:lnTo>
                  <a:lnTo>
                    <a:pt x="234" y="11503"/>
                  </a:lnTo>
                  <a:lnTo>
                    <a:pt x="14583" y="5360"/>
                  </a:lnTo>
                  <a:lnTo>
                    <a:pt x="11703"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19"/>
            <p:cNvSpPr/>
            <p:nvPr/>
          </p:nvSpPr>
          <p:spPr>
            <a:xfrm>
              <a:off x="6822460" y="4272994"/>
              <a:ext cx="86900" cy="7981"/>
            </a:xfrm>
            <a:custGeom>
              <a:rect b="b" l="l" r="r" t="t"/>
              <a:pathLst>
                <a:path extrusionOk="0" h="234" w="2548">
                  <a:moveTo>
                    <a:pt x="0" y="1"/>
                  </a:moveTo>
                  <a:lnTo>
                    <a:pt x="0" y="34"/>
                  </a:lnTo>
                  <a:lnTo>
                    <a:pt x="0" y="50"/>
                  </a:lnTo>
                  <a:lnTo>
                    <a:pt x="649" y="50"/>
                  </a:lnTo>
                  <a:lnTo>
                    <a:pt x="1265" y="84"/>
                  </a:lnTo>
                  <a:lnTo>
                    <a:pt x="1898" y="150"/>
                  </a:lnTo>
                  <a:lnTo>
                    <a:pt x="2514" y="234"/>
                  </a:lnTo>
                  <a:lnTo>
                    <a:pt x="2530" y="217"/>
                  </a:lnTo>
                  <a:lnTo>
                    <a:pt x="2547" y="200"/>
                  </a:lnTo>
                  <a:lnTo>
                    <a:pt x="2547" y="184"/>
                  </a:lnTo>
                  <a:lnTo>
                    <a:pt x="2530" y="184"/>
                  </a:lnTo>
                  <a:lnTo>
                    <a:pt x="1898" y="100"/>
                  </a:lnTo>
                  <a:lnTo>
                    <a:pt x="1282" y="34"/>
                  </a:lnTo>
                  <a:lnTo>
                    <a:pt x="64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19"/>
            <p:cNvSpPr/>
            <p:nvPr/>
          </p:nvSpPr>
          <p:spPr>
            <a:xfrm>
              <a:off x="6849710" y="4248575"/>
              <a:ext cx="80079" cy="11971"/>
            </a:xfrm>
            <a:custGeom>
              <a:rect b="b" l="l" r="r" t="t"/>
              <a:pathLst>
                <a:path extrusionOk="0" h="351" w="2348">
                  <a:moveTo>
                    <a:pt x="17" y="1"/>
                  </a:moveTo>
                  <a:lnTo>
                    <a:pt x="0" y="17"/>
                  </a:lnTo>
                  <a:lnTo>
                    <a:pt x="17" y="34"/>
                  </a:lnTo>
                  <a:lnTo>
                    <a:pt x="33" y="51"/>
                  </a:lnTo>
                  <a:lnTo>
                    <a:pt x="2331" y="350"/>
                  </a:lnTo>
                  <a:lnTo>
                    <a:pt x="2347" y="350"/>
                  </a:lnTo>
                  <a:lnTo>
                    <a:pt x="2347" y="334"/>
                  </a:lnTo>
                  <a:lnTo>
                    <a:pt x="2347" y="317"/>
                  </a:lnTo>
                  <a:lnTo>
                    <a:pt x="2331" y="300"/>
                  </a:lnTo>
                  <a:lnTo>
                    <a:pt x="3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19"/>
            <p:cNvSpPr/>
            <p:nvPr/>
          </p:nvSpPr>
          <p:spPr>
            <a:xfrm>
              <a:off x="6545390" y="2719640"/>
              <a:ext cx="631932" cy="1423952"/>
            </a:xfrm>
            <a:custGeom>
              <a:rect b="b" l="l" r="r" t="t"/>
              <a:pathLst>
                <a:path extrusionOk="0" h="41752" w="18529">
                  <a:moveTo>
                    <a:pt x="4079" y="1"/>
                  </a:moveTo>
                  <a:lnTo>
                    <a:pt x="3463" y="2864"/>
                  </a:lnTo>
                  <a:lnTo>
                    <a:pt x="2830" y="5844"/>
                  </a:lnTo>
                  <a:lnTo>
                    <a:pt x="2098" y="9340"/>
                  </a:lnTo>
                  <a:lnTo>
                    <a:pt x="1366" y="12952"/>
                  </a:lnTo>
                  <a:lnTo>
                    <a:pt x="716" y="16298"/>
                  </a:lnTo>
                  <a:lnTo>
                    <a:pt x="450" y="17730"/>
                  </a:lnTo>
                  <a:lnTo>
                    <a:pt x="234" y="18962"/>
                  </a:lnTo>
                  <a:lnTo>
                    <a:pt x="84" y="19927"/>
                  </a:lnTo>
                  <a:lnTo>
                    <a:pt x="34" y="20310"/>
                  </a:lnTo>
                  <a:lnTo>
                    <a:pt x="17" y="20593"/>
                  </a:lnTo>
                  <a:lnTo>
                    <a:pt x="0" y="20710"/>
                  </a:lnTo>
                  <a:lnTo>
                    <a:pt x="17" y="20876"/>
                  </a:lnTo>
                  <a:lnTo>
                    <a:pt x="84" y="21242"/>
                  </a:lnTo>
                  <a:lnTo>
                    <a:pt x="184" y="21692"/>
                  </a:lnTo>
                  <a:lnTo>
                    <a:pt x="317" y="22224"/>
                  </a:lnTo>
                  <a:lnTo>
                    <a:pt x="500" y="22824"/>
                  </a:lnTo>
                  <a:lnTo>
                    <a:pt x="700" y="23473"/>
                  </a:lnTo>
                  <a:lnTo>
                    <a:pt x="949" y="24189"/>
                  </a:lnTo>
                  <a:lnTo>
                    <a:pt x="1216" y="24971"/>
                  </a:lnTo>
                  <a:lnTo>
                    <a:pt x="1832" y="26619"/>
                  </a:lnTo>
                  <a:lnTo>
                    <a:pt x="2531" y="28400"/>
                  </a:lnTo>
                  <a:lnTo>
                    <a:pt x="3263" y="30265"/>
                  </a:lnTo>
                  <a:lnTo>
                    <a:pt x="4046" y="32129"/>
                  </a:lnTo>
                  <a:lnTo>
                    <a:pt x="4811" y="33977"/>
                  </a:lnTo>
                  <a:lnTo>
                    <a:pt x="5577" y="35742"/>
                  </a:lnTo>
                  <a:lnTo>
                    <a:pt x="6276" y="37373"/>
                  </a:lnTo>
                  <a:lnTo>
                    <a:pt x="6926" y="38821"/>
                  </a:lnTo>
                  <a:lnTo>
                    <a:pt x="7475" y="40036"/>
                  </a:lnTo>
                  <a:lnTo>
                    <a:pt x="7908" y="40969"/>
                  </a:lnTo>
                  <a:lnTo>
                    <a:pt x="8191" y="41551"/>
                  </a:lnTo>
                  <a:lnTo>
                    <a:pt x="8274" y="41701"/>
                  </a:lnTo>
                  <a:lnTo>
                    <a:pt x="8324" y="41751"/>
                  </a:lnTo>
                  <a:lnTo>
                    <a:pt x="18528" y="36874"/>
                  </a:lnTo>
                  <a:lnTo>
                    <a:pt x="17180" y="34443"/>
                  </a:lnTo>
                  <a:lnTo>
                    <a:pt x="15798" y="31913"/>
                  </a:lnTo>
                  <a:lnTo>
                    <a:pt x="14217" y="28983"/>
                  </a:lnTo>
                  <a:lnTo>
                    <a:pt x="13418" y="27468"/>
                  </a:lnTo>
                  <a:lnTo>
                    <a:pt x="12652" y="25970"/>
                  </a:lnTo>
                  <a:lnTo>
                    <a:pt x="11936" y="24555"/>
                  </a:lnTo>
                  <a:lnTo>
                    <a:pt x="11287" y="23240"/>
                  </a:lnTo>
                  <a:lnTo>
                    <a:pt x="10754" y="22091"/>
                  </a:lnTo>
                  <a:lnTo>
                    <a:pt x="10521" y="21575"/>
                  </a:lnTo>
                  <a:lnTo>
                    <a:pt x="10338" y="21126"/>
                  </a:lnTo>
                  <a:lnTo>
                    <a:pt x="10188" y="20743"/>
                  </a:lnTo>
                  <a:lnTo>
                    <a:pt x="10088" y="20410"/>
                  </a:lnTo>
                  <a:lnTo>
                    <a:pt x="10022" y="20160"/>
                  </a:lnTo>
                  <a:lnTo>
                    <a:pt x="10005" y="20060"/>
                  </a:lnTo>
                  <a:lnTo>
                    <a:pt x="10005" y="19977"/>
                  </a:lnTo>
                  <a:lnTo>
                    <a:pt x="10055" y="19611"/>
                  </a:lnTo>
                  <a:lnTo>
                    <a:pt x="10155" y="19078"/>
                  </a:lnTo>
                  <a:lnTo>
                    <a:pt x="10305" y="18396"/>
                  </a:lnTo>
                  <a:lnTo>
                    <a:pt x="10488" y="17597"/>
                  </a:lnTo>
                  <a:lnTo>
                    <a:pt x="10937" y="15782"/>
                  </a:lnTo>
                  <a:lnTo>
                    <a:pt x="11453" y="13801"/>
                  </a:lnTo>
                  <a:lnTo>
                    <a:pt x="12386" y="10289"/>
                  </a:lnTo>
                  <a:lnTo>
                    <a:pt x="12802" y="8740"/>
                  </a:lnTo>
                  <a:lnTo>
                    <a:pt x="12486" y="400"/>
                  </a:lnTo>
                  <a:lnTo>
                    <a:pt x="407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19"/>
            <p:cNvSpPr/>
            <p:nvPr/>
          </p:nvSpPr>
          <p:spPr>
            <a:xfrm>
              <a:off x="7519638" y="3962432"/>
              <a:ext cx="394595" cy="377576"/>
            </a:xfrm>
            <a:custGeom>
              <a:rect b="b" l="l" r="r" t="t"/>
              <a:pathLst>
                <a:path extrusionOk="0" h="11071" w="11570">
                  <a:moveTo>
                    <a:pt x="8440" y="1"/>
                  </a:moveTo>
                  <a:lnTo>
                    <a:pt x="0" y="4479"/>
                  </a:lnTo>
                  <a:lnTo>
                    <a:pt x="3663" y="11071"/>
                  </a:lnTo>
                  <a:lnTo>
                    <a:pt x="11570" y="5278"/>
                  </a:lnTo>
                  <a:lnTo>
                    <a:pt x="8440"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19"/>
            <p:cNvSpPr/>
            <p:nvPr/>
          </p:nvSpPr>
          <p:spPr>
            <a:xfrm>
              <a:off x="7635459" y="4136744"/>
              <a:ext cx="503049" cy="355442"/>
            </a:xfrm>
            <a:custGeom>
              <a:rect b="b" l="l" r="r" t="t"/>
              <a:pathLst>
                <a:path extrusionOk="0" h="10422" w="14750">
                  <a:moveTo>
                    <a:pt x="8091" y="0"/>
                  </a:moveTo>
                  <a:lnTo>
                    <a:pt x="0" y="5477"/>
                  </a:lnTo>
                  <a:lnTo>
                    <a:pt x="2730" y="10421"/>
                  </a:lnTo>
                  <a:lnTo>
                    <a:pt x="14749" y="2348"/>
                  </a:lnTo>
                  <a:lnTo>
                    <a:pt x="14666" y="2214"/>
                  </a:lnTo>
                  <a:lnTo>
                    <a:pt x="14533" y="2098"/>
                  </a:lnTo>
                  <a:lnTo>
                    <a:pt x="14366" y="1931"/>
                  </a:lnTo>
                  <a:lnTo>
                    <a:pt x="14150" y="1732"/>
                  </a:lnTo>
                  <a:lnTo>
                    <a:pt x="13884" y="1548"/>
                  </a:lnTo>
                  <a:lnTo>
                    <a:pt x="13584" y="1349"/>
                  </a:lnTo>
                  <a:lnTo>
                    <a:pt x="13218" y="1149"/>
                  </a:lnTo>
                  <a:lnTo>
                    <a:pt x="13035" y="1066"/>
                  </a:lnTo>
                  <a:lnTo>
                    <a:pt x="12818" y="982"/>
                  </a:lnTo>
                  <a:lnTo>
                    <a:pt x="12602" y="916"/>
                  </a:lnTo>
                  <a:lnTo>
                    <a:pt x="12369" y="849"/>
                  </a:lnTo>
                  <a:lnTo>
                    <a:pt x="12136" y="799"/>
                  </a:lnTo>
                  <a:lnTo>
                    <a:pt x="11886" y="766"/>
                  </a:lnTo>
                  <a:lnTo>
                    <a:pt x="11620" y="749"/>
                  </a:lnTo>
                  <a:lnTo>
                    <a:pt x="11337" y="733"/>
                  </a:lnTo>
                  <a:lnTo>
                    <a:pt x="11054" y="749"/>
                  </a:lnTo>
                  <a:lnTo>
                    <a:pt x="10771" y="766"/>
                  </a:lnTo>
                  <a:lnTo>
                    <a:pt x="10454" y="816"/>
                  </a:lnTo>
                  <a:lnTo>
                    <a:pt x="10138" y="883"/>
                  </a:lnTo>
                  <a:lnTo>
                    <a:pt x="9805" y="966"/>
                  </a:lnTo>
                  <a:lnTo>
                    <a:pt x="9472" y="1082"/>
                  </a:lnTo>
                  <a:lnTo>
                    <a:pt x="9123" y="1216"/>
                  </a:lnTo>
                  <a:lnTo>
                    <a:pt x="8757" y="1382"/>
                  </a:lnTo>
                  <a:lnTo>
                    <a:pt x="809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19"/>
            <p:cNvSpPr/>
            <p:nvPr/>
          </p:nvSpPr>
          <p:spPr>
            <a:xfrm>
              <a:off x="7961333" y="4146396"/>
              <a:ext cx="39766" cy="71007"/>
            </a:xfrm>
            <a:custGeom>
              <a:rect b="b" l="l" r="r" t="t"/>
              <a:pathLst>
                <a:path extrusionOk="0" h="2082" w="1166">
                  <a:moveTo>
                    <a:pt x="1133" y="0"/>
                  </a:moveTo>
                  <a:lnTo>
                    <a:pt x="816" y="500"/>
                  </a:lnTo>
                  <a:lnTo>
                    <a:pt x="533" y="999"/>
                  </a:lnTo>
                  <a:lnTo>
                    <a:pt x="250" y="1515"/>
                  </a:lnTo>
                  <a:lnTo>
                    <a:pt x="1" y="2048"/>
                  </a:lnTo>
                  <a:lnTo>
                    <a:pt x="1" y="2065"/>
                  </a:lnTo>
                  <a:lnTo>
                    <a:pt x="17" y="2081"/>
                  </a:lnTo>
                  <a:lnTo>
                    <a:pt x="34" y="2081"/>
                  </a:lnTo>
                  <a:lnTo>
                    <a:pt x="50" y="2065"/>
                  </a:lnTo>
                  <a:lnTo>
                    <a:pt x="300" y="1548"/>
                  </a:lnTo>
                  <a:lnTo>
                    <a:pt x="567" y="1032"/>
                  </a:lnTo>
                  <a:lnTo>
                    <a:pt x="866" y="516"/>
                  </a:lnTo>
                  <a:lnTo>
                    <a:pt x="1166" y="34"/>
                  </a:lnTo>
                  <a:lnTo>
                    <a:pt x="1166" y="17"/>
                  </a:lnTo>
                  <a:lnTo>
                    <a:pt x="116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19"/>
            <p:cNvSpPr/>
            <p:nvPr/>
          </p:nvSpPr>
          <p:spPr>
            <a:xfrm>
              <a:off x="7935209" y="4155468"/>
              <a:ext cx="32980" cy="68176"/>
            </a:xfrm>
            <a:custGeom>
              <a:rect b="b" l="l" r="r" t="t"/>
              <a:pathLst>
                <a:path extrusionOk="0" h="1999" w="967">
                  <a:moveTo>
                    <a:pt x="916" y="1"/>
                  </a:moveTo>
                  <a:lnTo>
                    <a:pt x="1" y="1948"/>
                  </a:lnTo>
                  <a:lnTo>
                    <a:pt x="1" y="1965"/>
                  </a:lnTo>
                  <a:lnTo>
                    <a:pt x="17" y="1982"/>
                  </a:lnTo>
                  <a:lnTo>
                    <a:pt x="34" y="1998"/>
                  </a:lnTo>
                  <a:lnTo>
                    <a:pt x="34" y="1982"/>
                  </a:lnTo>
                  <a:lnTo>
                    <a:pt x="966" y="34"/>
                  </a:lnTo>
                  <a:lnTo>
                    <a:pt x="966" y="17"/>
                  </a:lnTo>
                  <a:lnTo>
                    <a:pt x="95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19"/>
            <p:cNvSpPr/>
            <p:nvPr/>
          </p:nvSpPr>
          <p:spPr>
            <a:xfrm>
              <a:off x="6857077" y="2576023"/>
              <a:ext cx="1044670" cy="1700987"/>
            </a:xfrm>
            <a:custGeom>
              <a:rect b="b" l="l" r="r" t="t"/>
              <a:pathLst>
                <a:path extrusionOk="0" h="49875" w="30631">
                  <a:moveTo>
                    <a:pt x="8873" y="0"/>
                  </a:moveTo>
                  <a:lnTo>
                    <a:pt x="8474" y="133"/>
                  </a:lnTo>
                  <a:lnTo>
                    <a:pt x="8041" y="300"/>
                  </a:lnTo>
                  <a:lnTo>
                    <a:pt x="7591" y="483"/>
                  </a:lnTo>
                  <a:lnTo>
                    <a:pt x="7109" y="699"/>
                  </a:lnTo>
                  <a:lnTo>
                    <a:pt x="6110" y="1199"/>
                  </a:lnTo>
                  <a:lnTo>
                    <a:pt x="5011" y="1781"/>
                  </a:lnTo>
                  <a:lnTo>
                    <a:pt x="2614" y="3063"/>
                  </a:lnTo>
                  <a:lnTo>
                    <a:pt x="1332" y="3746"/>
                  </a:lnTo>
                  <a:lnTo>
                    <a:pt x="1" y="4412"/>
                  </a:lnTo>
                  <a:lnTo>
                    <a:pt x="866" y="7558"/>
                  </a:lnTo>
                  <a:lnTo>
                    <a:pt x="6643" y="20143"/>
                  </a:lnTo>
                  <a:lnTo>
                    <a:pt x="7059" y="21192"/>
                  </a:lnTo>
                  <a:lnTo>
                    <a:pt x="7492" y="22224"/>
                  </a:lnTo>
                  <a:lnTo>
                    <a:pt x="8374" y="24255"/>
                  </a:lnTo>
                  <a:lnTo>
                    <a:pt x="9289" y="26252"/>
                  </a:lnTo>
                  <a:lnTo>
                    <a:pt x="10205" y="28200"/>
                  </a:lnTo>
                  <a:lnTo>
                    <a:pt x="11137" y="30131"/>
                  </a:lnTo>
                  <a:lnTo>
                    <a:pt x="12086" y="32012"/>
                  </a:lnTo>
                  <a:lnTo>
                    <a:pt x="13052" y="33860"/>
                  </a:lnTo>
                  <a:lnTo>
                    <a:pt x="14001" y="35708"/>
                  </a:lnTo>
                  <a:lnTo>
                    <a:pt x="14983" y="37506"/>
                  </a:lnTo>
                  <a:lnTo>
                    <a:pt x="15948" y="39303"/>
                  </a:lnTo>
                  <a:lnTo>
                    <a:pt x="17879" y="42849"/>
                  </a:lnTo>
                  <a:lnTo>
                    <a:pt x="19794" y="46362"/>
                  </a:lnTo>
                  <a:lnTo>
                    <a:pt x="20742" y="48126"/>
                  </a:lnTo>
                  <a:lnTo>
                    <a:pt x="21675" y="49874"/>
                  </a:lnTo>
                  <a:lnTo>
                    <a:pt x="23040" y="48992"/>
                  </a:lnTo>
                  <a:lnTo>
                    <a:pt x="26053" y="47061"/>
                  </a:lnTo>
                  <a:lnTo>
                    <a:pt x="27684" y="46029"/>
                  </a:lnTo>
                  <a:lnTo>
                    <a:pt x="29132" y="45130"/>
                  </a:lnTo>
                  <a:lnTo>
                    <a:pt x="30181" y="44497"/>
                  </a:lnTo>
                  <a:lnTo>
                    <a:pt x="30497" y="44314"/>
                  </a:lnTo>
                  <a:lnTo>
                    <a:pt x="30631" y="44247"/>
                  </a:lnTo>
                  <a:lnTo>
                    <a:pt x="29632" y="42266"/>
                  </a:lnTo>
                  <a:lnTo>
                    <a:pt x="28583" y="40236"/>
                  </a:lnTo>
                  <a:lnTo>
                    <a:pt x="26402" y="36107"/>
                  </a:lnTo>
                  <a:lnTo>
                    <a:pt x="24155" y="31879"/>
                  </a:lnTo>
                  <a:lnTo>
                    <a:pt x="21891" y="27534"/>
                  </a:lnTo>
                  <a:lnTo>
                    <a:pt x="20742" y="25337"/>
                  </a:lnTo>
                  <a:lnTo>
                    <a:pt x="19610" y="23106"/>
                  </a:lnTo>
                  <a:lnTo>
                    <a:pt x="18495" y="20859"/>
                  </a:lnTo>
                  <a:lnTo>
                    <a:pt x="17380" y="18595"/>
                  </a:lnTo>
                  <a:lnTo>
                    <a:pt x="16298" y="16297"/>
                  </a:lnTo>
                  <a:lnTo>
                    <a:pt x="15232" y="14000"/>
                  </a:lnTo>
                  <a:lnTo>
                    <a:pt x="14217" y="11686"/>
                  </a:lnTo>
                  <a:lnTo>
                    <a:pt x="13718" y="10521"/>
                  </a:lnTo>
                  <a:lnTo>
                    <a:pt x="13218" y="9356"/>
                  </a:lnTo>
                  <a:lnTo>
                    <a:pt x="887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19"/>
            <p:cNvSpPr/>
            <p:nvPr/>
          </p:nvSpPr>
          <p:spPr>
            <a:xfrm>
              <a:off x="6606131" y="2232516"/>
              <a:ext cx="672244" cy="516691"/>
            </a:xfrm>
            <a:custGeom>
              <a:rect b="b" l="l" r="r" t="t"/>
              <a:pathLst>
                <a:path extrusionOk="0" h="15150" w="19711">
                  <a:moveTo>
                    <a:pt x="13568" y="1"/>
                  </a:moveTo>
                  <a:lnTo>
                    <a:pt x="1" y="2814"/>
                  </a:lnTo>
                  <a:lnTo>
                    <a:pt x="983" y="13102"/>
                  </a:lnTo>
                  <a:lnTo>
                    <a:pt x="883" y="13185"/>
                  </a:lnTo>
                  <a:lnTo>
                    <a:pt x="783" y="13285"/>
                  </a:lnTo>
                  <a:lnTo>
                    <a:pt x="667" y="13435"/>
                  </a:lnTo>
                  <a:lnTo>
                    <a:pt x="567" y="13635"/>
                  </a:lnTo>
                  <a:lnTo>
                    <a:pt x="533" y="13751"/>
                  </a:lnTo>
                  <a:lnTo>
                    <a:pt x="483" y="13884"/>
                  </a:lnTo>
                  <a:lnTo>
                    <a:pt x="467" y="14018"/>
                  </a:lnTo>
                  <a:lnTo>
                    <a:pt x="450" y="14184"/>
                  </a:lnTo>
                  <a:lnTo>
                    <a:pt x="450" y="14350"/>
                  </a:lnTo>
                  <a:lnTo>
                    <a:pt x="467" y="14550"/>
                  </a:lnTo>
                  <a:lnTo>
                    <a:pt x="483" y="14600"/>
                  </a:lnTo>
                  <a:lnTo>
                    <a:pt x="517" y="14650"/>
                  </a:lnTo>
                  <a:lnTo>
                    <a:pt x="583" y="14683"/>
                  </a:lnTo>
                  <a:lnTo>
                    <a:pt x="667" y="14733"/>
                  </a:lnTo>
                  <a:lnTo>
                    <a:pt x="883" y="14817"/>
                  </a:lnTo>
                  <a:lnTo>
                    <a:pt x="1166" y="14900"/>
                  </a:lnTo>
                  <a:lnTo>
                    <a:pt x="1516" y="14966"/>
                  </a:lnTo>
                  <a:lnTo>
                    <a:pt x="1915" y="15033"/>
                  </a:lnTo>
                  <a:lnTo>
                    <a:pt x="2348" y="15083"/>
                  </a:lnTo>
                  <a:lnTo>
                    <a:pt x="2797" y="15116"/>
                  </a:lnTo>
                  <a:lnTo>
                    <a:pt x="3280" y="15150"/>
                  </a:lnTo>
                  <a:lnTo>
                    <a:pt x="4279" y="15150"/>
                  </a:lnTo>
                  <a:lnTo>
                    <a:pt x="4762" y="15133"/>
                  </a:lnTo>
                  <a:lnTo>
                    <a:pt x="5244" y="15100"/>
                  </a:lnTo>
                  <a:lnTo>
                    <a:pt x="5694" y="15033"/>
                  </a:lnTo>
                  <a:lnTo>
                    <a:pt x="6110" y="14966"/>
                  </a:lnTo>
                  <a:lnTo>
                    <a:pt x="6493" y="14867"/>
                  </a:lnTo>
                  <a:lnTo>
                    <a:pt x="6826" y="14767"/>
                  </a:lnTo>
                  <a:lnTo>
                    <a:pt x="7175" y="14650"/>
                  </a:lnTo>
                  <a:lnTo>
                    <a:pt x="7808" y="14384"/>
                  </a:lnTo>
                  <a:lnTo>
                    <a:pt x="8441" y="14101"/>
                  </a:lnTo>
                  <a:lnTo>
                    <a:pt x="9057" y="13801"/>
                  </a:lnTo>
                  <a:lnTo>
                    <a:pt x="10272" y="13135"/>
                  </a:lnTo>
                  <a:lnTo>
                    <a:pt x="10888" y="12802"/>
                  </a:lnTo>
                  <a:lnTo>
                    <a:pt x="11520" y="12469"/>
                  </a:lnTo>
                  <a:lnTo>
                    <a:pt x="12186" y="12120"/>
                  </a:lnTo>
                  <a:lnTo>
                    <a:pt x="12852" y="11737"/>
                  </a:lnTo>
                  <a:lnTo>
                    <a:pt x="13535" y="11354"/>
                  </a:lnTo>
                  <a:lnTo>
                    <a:pt x="14234" y="10971"/>
                  </a:lnTo>
                  <a:lnTo>
                    <a:pt x="14933" y="10605"/>
                  </a:lnTo>
                  <a:lnTo>
                    <a:pt x="15282" y="10438"/>
                  </a:lnTo>
                  <a:lnTo>
                    <a:pt x="15649" y="10289"/>
                  </a:lnTo>
                  <a:lnTo>
                    <a:pt x="15998" y="10155"/>
                  </a:lnTo>
                  <a:lnTo>
                    <a:pt x="16348" y="10039"/>
                  </a:lnTo>
                  <a:lnTo>
                    <a:pt x="16714" y="9939"/>
                  </a:lnTo>
                  <a:lnTo>
                    <a:pt x="17080" y="9872"/>
                  </a:lnTo>
                  <a:lnTo>
                    <a:pt x="17263" y="9839"/>
                  </a:lnTo>
                  <a:lnTo>
                    <a:pt x="17929" y="9839"/>
                  </a:lnTo>
                  <a:lnTo>
                    <a:pt x="18146" y="9872"/>
                  </a:lnTo>
                  <a:lnTo>
                    <a:pt x="18379" y="9906"/>
                  </a:lnTo>
                  <a:lnTo>
                    <a:pt x="18578" y="9939"/>
                  </a:lnTo>
                  <a:lnTo>
                    <a:pt x="18762" y="10006"/>
                  </a:lnTo>
                  <a:lnTo>
                    <a:pt x="18828" y="10039"/>
                  </a:lnTo>
                  <a:lnTo>
                    <a:pt x="18911" y="10089"/>
                  </a:lnTo>
                  <a:lnTo>
                    <a:pt x="18978" y="10139"/>
                  </a:lnTo>
                  <a:lnTo>
                    <a:pt x="19028" y="10205"/>
                  </a:lnTo>
                  <a:lnTo>
                    <a:pt x="19128" y="10372"/>
                  </a:lnTo>
                  <a:lnTo>
                    <a:pt x="19194" y="10555"/>
                  </a:lnTo>
                  <a:lnTo>
                    <a:pt x="19244" y="10755"/>
                  </a:lnTo>
                  <a:lnTo>
                    <a:pt x="19278" y="10971"/>
                  </a:lnTo>
                  <a:lnTo>
                    <a:pt x="19294" y="11171"/>
                  </a:lnTo>
                  <a:lnTo>
                    <a:pt x="19294" y="11354"/>
                  </a:lnTo>
                  <a:lnTo>
                    <a:pt x="19427" y="11221"/>
                  </a:lnTo>
                  <a:lnTo>
                    <a:pt x="19527" y="11071"/>
                  </a:lnTo>
                  <a:lnTo>
                    <a:pt x="19611" y="10921"/>
                  </a:lnTo>
                  <a:lnTo>
                    <a:pt x="19661" y="10755"/>
                  </a:lnTo>
                  <a:lnTo>
                    <a:pt x="19710" y="10588"/>
                  </a:lnTo>
                  <a:lnTo>
                    <a:pt x="19710" y="10405"/>
                  </a:lnTo>
                  <a:lnTo>
                    <a:pt x="19710" y="10222"/>
                  </a:lnTo>
                  <a:lnTo>
                    <a:pt x="19694" y="10039"/>
                  </a:lnTo>
                  <a:lnTo>
                    <a:pt x="19644" y="9856"/>
                  </a:lnTo>
                  <a:lnTo>
                    <a:pt x="19594" y="9673"/>
                  </a:lnTo>
                  <a:lnTo>
                    <a:pt x="19511" y="9490"/>
                  </a:lnTo>
                  <a:lnTo>
                    <a:pt x="19427" y="9323"/>
                  </a:lnTo>
                  <a:lnTo>
                    <a:pt x="19311" y="9157"/>
                  </a:lnTo>
                  <a:lnTo>
                    <a:pt x="19194" y="8990"/>
                  </a:lnTo>
                  <a:lnTo>
                    <a:pt x="19061" y="8824"/>
                  </a:lnTo>
                  <a:lnTo>
                    <a:pt x="18911" y="8691"/>
                  </a:lnTo>
                  <a:lnTo>
                    <a:pt x="18795" y="8574"/>
                  </a:lnTo>
                  <a:lnTo>
                    <a:pt x="18662" y="8491"/>
                  </a:lnTo>
                  <a:lnTo>
                    <a:pt x="18512" y="8424"/>
                  </a:lnTo>
                  <a:lnTo>
                    <a:pt x="18362" y="8358"/>
                  </a:lnTo>
                  <a:lnTo>
                    <a:pt x="18046" y="8241"/>
                  </a:lnTo>
                  <a:lnTo>
                    <a:pt x="17713" y="8175"/>
                  </a:lnTo>
                  <a:lnTo>
                    <a:pt x="17380" y="8091"/>
                  </a:lnTo>
                  <a:lnTo>
                    <a:pt x="17047" y="8008"/>
                  </a:lnTo>
                  <a:lnTo>
                    <a:pt x="16897" y="7958"/>
                  </a:lnTo>
                  <a:lnTo>
                    <a:pt x="16731" y="7892"/>
                  </a:lnTo>
                  <a:lnTo>
                    <a:pt x="16581" y="7825"/>
                  </a:lnTo>
                  <a:lnTo>
                    <a:pt x="16448" y="7742"/>
                  </a:lnTo>
                  <a:lnTo>
                    <a:pt x="16315" y="7642"/>
                  </a:lnTo>
                  <a:lnTo>
                    <a:pt x="16198" y="7542"/>
                  </a:lnTo>
                  <a:lnTo>
                    <a:pt x="16081" y="7442"/>
                  </a:lnTo>
                  <a:lnTo>
                    <a:pt x="15982" y="7326"/>
                  </a:lnTo>
                  <a:lnTo>
                    <a:pt x="15798" y="7076"/>
                  </a:lnTo>
                  <a:lnTo>
                    <a:pt x="15632" y="6809"/>
                  </a:lnTo>
                  <a:lnTo>
                    <a:pt x="15499" y="6526"/>
                  </a:lnTo>
                  <a:lnTo>
                    <a:pt x="15366" y="6243"/>
                  </a:lnTo>
                  <a:lnTo>
                    <a:pt x="15149" y="5644"/>
                  </a:lnTo>
                  <a:lnTo>
                    <a:pt x="14933" y="4962"/>
                  </a:lnTo>
                  <a:lnTo>
                    <a:pt x="14733" y="4263"/>
                  </a:lnTo>
                  <a:lnTo>
                    <a:pt x="14367" y="2814"/>
                  </a:lnTo>
                  <a:lnTo>
                    <a:pt x="13984" y="1383"/>
                  </a:lnTo>
                  <a:lnTo>
                    <a:pt x="13784" y="683"/>
                  </a:lnTo>
                  <a:lnTo>
                    <a:pt x="13568"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19"/>
            <p:cNvSpPr/>
            <p:nvPr/>
          </p:nvSpPr>
          <p:spPr>
            <a:xfrm>
              <a:off x="6548220" y="1981024"/>
              <a:ext cx="580262" cy="573441"/>
            </a:xfrm>
            <a:custGeom>
              <a:rect b="b" l="l" r="r" t="t"/>
              <a:pathLst>
                <a:path extrusionOk="0" h="16814" w="17014">
                  <a:moveTo>
                    <a:pt x="5261" y="0"/>
                  </a:moveTo>
                  <a:lnTo>
                    <a:pt x="1" y="650"/>
                  </a:lnTo>
                  <a:lnTo>
                    <a:pt x="2631" y="16814"/>
                  </a:lnTo>
                  <a:lnTo>
                    <a:pt x="14184" y="15732"/>
                  </a:lnTo>
                  <a:lnTo>
                    <a:pt x="14334" y="14749"/>
                  </a:lnTo>
                  <a:lnTo>
                    <a:pt x="14517" y="13551"/>
                  </a:lnTo>
                  <a:lnTo>
                    <a:pt x="14733" y="12036"/>
                  </a:lnTo>
                  <a:lnTo>
                    <a:pt x="14850" y="11120"/>
                  </a:lnTo>
                  <a:lnTo>
                    <a:pt x="14950" y="10105"/>
                  </a:lnTo>
                  <a:lnTo>
                    <a:pt x="17014" y="1948"/>
                  </a:lnTo>
                  <a:lnTo>
                    <a:pt x="16681" y="1748"/>
                  </a:lnTo>
                  <a:lnTo>
                    <a:pt x="16331" y="1549"/>
                  </a:lnTo>
                  <a:lnTo>
                    <a:pt x="15948" y="1332"/>
                  </a:lnTo>
                  <a:lnTo>
                    <a:pt x="15549" y="1116"/>
                  </a:lnTo>
                  <a:lnTo>
                    <a:pt x="15149" y="933"/>
                  </a:lnTo>
                  <a:lnTo>
                    <a:pt x="14766" y="766"/>
                  </a:lnTo>
                  <a:lnTo>
                    <a:pt x="14417" y="616"/>
                  </a:lnTo>
                  <a:lnTo>
                    <a:pt x="14117" y="516"/>
                  </a:lnTo>
                  <a:lnTo>
                    <a:pt x="13751" y="450"/>
                  </a:lnTo>
                  <a:lnTo>
                    <a:pt x="13285" y="367"/>
                  </a:lnTo>
                  <a:lnTo>
                    <a:pt x="12802" y="317"/>
                  </a:lnTo>
                  <a:lnTo>
                    <a:pt x="10405" y="184"/>
                  </a:lnTo>
                  <a:lnTo>
                    <a:pt x="10372" y="333"/>
                  </a:lnTo>
                  <a:lnTo>
                    <a:pt x="10338" y="467"/>
                  </a:lnTo>
                  <a:lnTo>
                    <a:pt x="10272" y="583"/>
                  </a:lnTo>
                  <a:lnTo>
                    <a:pt x="10172" y="683"/>
                  </a:lnTo>
                  <a:lnTo>
                    <a:pt x="10072" y="766"/>
                  </a:lnTo>
                  <a:lnTo>
                    <a:pt x="9955" y="849"/>
                  </a:lnTo>
                  <a:lnTo>
                    <a:pt x="9822" y="916"/>
                  </a:lnTo>
                  <a:lnTo>
                    <a:pt x="9689" y="966"/>
                  </a:lnTo>
                  <a:lnTo>
                    <a:pt x="9523" y="999"/>
                  </a:lnTo>
                  <a:lnTo>
                    <a:pt x="9356" y="1016"/>
                  </a:lnTo>
                  <a:lnTo>
                    <a:pt x="9173" y="1032"/>
                  </a:lnTo>
                  <a:lnTo>
                    <a:pt x="8990" y="1049"/>
                  </a:lnTo>
                  <a:lnTo>
                    <a:pt x="8590" y="1032"/>
                  </a:lnTo>
                  <a:lnTo>
                    <a:pt x="8174" y="983"/>
                  </a:lnTo>
                  <a:lnTo>
                    <a:pt x="7758" y="899"/>
                  </a:lnTo>
                  <a:lnTo>
                    <a:pt x="7325" y="799"/>
                  </a:lnTo>
                  <a:lnTo>
                    <a:pt x="6909" y="683"/>
                  </a:lnTo>
                  <a:lnTo>
                    <a:pt x="6510" y="550"/>
                  </a:lnTo>
                  <a:lnTo>
                    <a:pt x="6127" y="417"/>
                  </a:lnTo>
                  <a:lnTo>
                    <a:pt x="5794" y="267"/>
                  </a:lnTo>
                  <a:lnTo>
                    <a:pt x="5511" y="134"/>
                  </a:lnTo>
                  <a:lnTo>
                    <a:pt x="526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19"/>
            <p:cNvSpPr/>
            <p:nvPr/>
          </p:nvSpPr>
          <p:spPr>
            <a:xfrm>
              <a:off x="6229712" y="1999748"/>
              <a:ext cx="376451" cy="330477"/>
            </a:xfrm>
            <a:custGeom>
              <a:rect b="b" l="l" r="r" t="t"/>
              <a:pathLst>
                <a:path extrusionOk="0" h="9690" w="11038">
                  <a:moveTo>
                    <a:pt x="9989" y="1"/>
                  </a:moveTo>
                  <a:lnTo>
                    <a:pt x="9756" y="34"/>
                  </a:lnTo>
                  <a:lnTo>
                    <a:pt x="9456" y="67"/>
                  </a:lnTo>
                  <a:lnTo>
                    <a:pt x="9123" y="134"/>
                  </a:lnTo>
                  <a:lnTo>
                    <a:pt x="8740" y="234"/>
                  </a:lnTo>
                  <a:lnTo>
                    <a:pt x="8358" y="367"/>
                  </a:lnTo>
                  <a:lnTo>
                    <a:pt x="8158" y="450"/>
                  </a:lnTo>
                  <a:lnTo>
                    <a:pt x="7975" y="550"/>
                  </a:lnTo>
                  <a:lnTo>
                    <a:pt x="7858" y="600"/>
                  </a:lnTo>
                  <a:lnTo>
                    <a:pt x="7708" y="667"/>
                  </a:lnTo>
                  <a:lnTo>
                    <a:pt x="7342" y="783"/>
                  </a:lnTo>
                  <a:lnTo>
                    <a:pt x="6859" y="900"/>
                  </a:lnTo>
                  <a:lnTo>
                    <a:pt x="6293" y="1016"/>
                  </a:lnTo>
                  <a:lnTo>
                    <a:pt x="4995" y="1283"/>
                  </a:lnTo>
                  <a:lnTo>
                    <a:pt x="3597" y="1516"/>
                  </a:lnTo>
                  <a:lnTo>
                    <a:pt x="2248" y="1749"/>
                  </a:lnTo>
                  <a:lnTo>
                    <a:pt x="1100" y="1915"/>
                  </a:lnTo>
                  <a:lnTo>
                    <a:pt x="1" y="2082"/>
                  </a:lnTo>
                  <a:lnTo>
                    <a:pt x="3979" y="9689"/>
                  </a:lnTo>
                  <a:lnTo>
                    <a:pt x="11038" y="7991"/>
                  </a:lnTo>
                  <a:lnTo>
                    <a:pt x="10189"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19"/>
            <p:cNvSpPr/>
            <p:nvPr/>
          </p:nvSpPr>
          <p:spPr>
            <a:xfrm>
              <a:off x="6556747" y="2021882"/>
              <a:ext cx="68722" cy="122130"/>
            </a:xfrm>
            <a:custGeom>
              <a:rect b="b" l="l" r="r" t="t"/>
              <a:pathLst>
                <a:path extrusionOk="0" h="3581" w="2015">
                  <a:moveTo>
                    <a:pt x="17" y="1"/>
                  </a:moveTo>
                  <a:lnTo>
                    <a:pt x="0" y="18"/>
                  </a:lnTo>
                  <a:lnTo>
                    <a:pt x="0" y="34"/>
                  </a:lnTo>
                  <a:lnTo>
                    <a:pt x="17" y="51"/>
                  </a:lnTo>
                  <a:lnTo>
                    <a:pt x="333" y="301"/>
                  </a:lnTo>
                  <a:lnTo>
                    <a:pt x="616" y="584"/>
                  </a:lnTo>
                  <a:lnTo>
                    <a:pt x="883" y="883"/>
                  </a:lnTo>
                  <a:lnTo>
                    <a:pt x="1132" y="1200"/>
                  </a:lnTo>
                  <a:lnTo>
                    <a:pt x="1332" y="1549"/>
                  </a:lnTo>
                  <a:lnTo>
                    <a:pt x="1532" y="1899"/>
                  </a:lnTo>
                  <a:lnTo>
                    <a:pt x="1682" y="2265"/>
                  </a:lnTo>
                  <a:lnTo>
                    <a:pt x="1798" y="2648"/>
                  </a:lnTo>
                  <a:lnTo>
                    <a:pt x="1865" y="2881"/>
                  </a:lnTo>
                  <a:lnTo>
                    <a:pt x="1898" y="3097"/>
                  </a:lnTo>
                  <a:lnTo>
                    <a:pt x="1931" y="3330"/>
                  </a:lnTo>
                  <a:lnTo>
                    <a:pt x="1965" y="3563"/>
                  </a:lnTo>
                  <a:lnTo>
                    <a:pt x="1965" y="3580"/>
                  </a:lnTo>
                  <a:lnTo>
                    <a:pt x="1998" y="3580"/>
                  </a:lnTo>
                  <a:lnTo>
                    <a:pt x="2015" y="3563"/>
                  </a:lnTo>
                  <a:lnTo>
                    <a:pt x="1965" y="3147"/>
                  </a:lnTo>
                  <a:lnTo>
                    <a:pt x="1881" y="2748"/>
                  </a:lnTo>
                  <a:lnTo>
                    <a:pt x="1765" y="2365"/>
                  </a:lnTo>
                  <a:lnTo>
                    <a:pt x="1615" y="1982"/>
                  </a:lnTo>
                  <a:lnTo>
                    <a:pt x="1432" y="1616"/>
                  </a:lnTo>
                  <a:lnTo>
                    <a:pt x="1232" y="1266"/>
                  </a:lnTo>
                  <a:lnTo>
                    <a:pt x="999" y="933"/>
                  </a:lnTo>
                  <a:lnTo>
                    <a:pt x="733" y="617"/>
                  </a:lnTo>
                  <a:lnTo>
                    <a:pt x="566" y="450"/>
                  </a:lnTo>
                  <a:lnTo>
                    <a:pt x="400" y="301"/>
                  </a:lnTo>
                  <a:lnTo>
                    <a:pt x="217" y="151"/>
                  </a:lnTo>
                  <a:lnTo>
                    <a:pt x="34"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19"/>
            <p:cNvSpPr/>
            <p:nvPr/>
          </p:nvSpPr>
          <p:spPr>
            <a:xfrm>
              <a:off x="7038755" y="2008854"/>
              <a:ext cx="232801" cy="355988"/>
            </a:xfrm>
            <a:custGeom>
              <a:rect b="b" l="l" r="r" t="t"/>
              <a:pathLst>
                <a:path extrusionOk="0" h="10438" w="6826">
                  <a:moveTo>
                    <a:pt x="1" y="0"/>
                  </a:moveTo>
                  <a:lnTo>
                    <a:pt x="916" y="8107"/>
                  </a:lnTo>
                  <a:lnTo>
                    <a:pt x="1216" y="8207"/>
                  </a:lnTo>
                  <a:lnTo>
                    <a:pt x="1515" y="8323"/>
                  </a:lnTo>
                  <a:lnTo>
                    <a:pt x="1815" y="8473"/>
                  </a:lnTo>
                  <a:lnTo>
                    <a:pt x="2131" y="8640"/>
                  </a:lnTo>
                  <a:lnTo>
                    <a:pt x="2731" y="9023"/>
                  </a:lnTo>
                  <a:lnTo>
                    <a:pt x="3330" y="9422"/>
                  </a:lnTo>
                  <a:lnTo>
                    <a:pt x="3929" y="9788"/>
                  </a:lnTo>
                  <a:lnTo>
                    <a:pt x="4245" y="9972"/>
                  </a:lnTo>
                  <a:lnTo>
                    <a:pt x="4545" y="10121"/>
                  </a:lnTo>
                  <a:lnTo>
                    <a:pt x="4861" y="10238"/>
                  </a:lnTo>
                  <a:lnTo>
                    <a:pt x="5161" y="10338"/>
                  </a:lnTo>
                  <a:lnTo>
                    <a:pt x="5477" y="10404"/>
                  </a:lnTo>
                  <a:lnTo>
                    <a:pt x="5627" y="10438"/>
                  </a:lnTo>
                  <a:lnTo>
                    <a:pt x="5794" y="10438"/>
                  </a:lnTo>
                  <a:lnTo>
                    <a:pt x="5893" y="9555"/>
                  </a:lnTo>
                  <a:lnTo>
                    <a:pt x="6027" y="8640"/>
                  </a:lnTo>
                  <a:lnTo>
                    <a:pt x="6310" y="6825"/>
                  </a:lnTo>
                  <a:lnTo>
                    <a:pt x="6593" y="5011"/>
                  </a:lnTo>
                  <a:lnTo>
                    <a:pt x="6709" y="4112"/>
                  </a:lnTo>
                  <a:lnTo>
                    <a:pt x="6826" y="3213"/>
                  </a:lnTo>
                  <a:lnTo>
                    <a:pt x="6376" y="3080"/>
                  </a:lnTo>
                  <a:lnTo>
                    <a:pt x="5943" y="2913"/>
                  </a:lnTo>
                  <a:lnTo>
                    <a:pt x="5511" y="2730"/>
                  </a:lnTo>
                  <a:lnTo>
                    <a:pt x="5078" y="2530"/>
                  </a:lnTo>
                  <a:lnTo>
                    <a:pt x="4662" y="2314"/>
                  </a:lnTo>
                  <a:lnTo>
                    <a:pt x="4245" y="2081"/>
                  </a:lnTo>
                  <a:lnTo>
                    <a:pt x="3413" y="1598"/>
                  </a:lnTo>
                  <a:lnTo>
                    <a:pt x="2581" y="1115"/>
                  </a:lnTo>
                  <a:lnTo>
                    <a:pt x="2165" y="899"/>
                  </a:lnTo>
                  <a:lnTo>
                    <a:pt x="1748" y="666"/>
                  </a:lnTo>
                  <a:lnTo>
                    <a:pt x="1316" y="466"/>
                  </a:lnTo>
                  <a:lnTo>
                    <a:pt x="883" y="283"/>
                  </a:lnTo>
                  <a:lnTo>
                    <a:pt x="450" y="1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19"/>
            <p:cNvSpPr/>
            <p:nvPr/>
          </p:nvSpPr>
          <p:spPr>
            <a:xfrm>
              <a:off x="7064300" y="2079247"/>
              <a:ext cx="31274" cy="223729"/>
            </a:xfrm>
            <a:custGeom>
              <a:rect b="b" l="l" r="r" t="t"/>
              <a:pathLst>
                <a:path extrusionOk="0" h="6560" w="917">
                  <a:moveTo>
                    <a:pt x="34" y="0"/>
                  </a:moveTo>
                  <a:lnTo>
                    <a:pt x="17" y="17"/>
                  </a:lnTo>
                  <a:lnTo>
                    <a:pt x="17" y="34"/>
                  </a:lnTo>
                  <a:lnTo>
                    <a:pt x="1" y="666"/>
                  </a:lnTo>
                  <a:lnTo>
                    <a:pt x="17" y="1315"/>
                  </a:lnTo>
                  <a:lnTo>
                    <a:pt x="51" y="1948"/>
                  </a:lnTo>
                  <a:lnTo>
                    <a:pt x="101" y="2597"/>
                  </a:lnTo>
                  <a:lnTo>
                    <a:pt x="167" y="3230"/>
                  </a:lnTo>
                  <a:lnTo>
                    <a:pt x="250" y="3862"/>
                  </a:lnTo>
                  <a:lnTo>
                    <a:pt x="367" y="4495"/>
                  </a:lnTo>
                  <a:lnTo>
                    <a:pt x="500" y="5128"/>
                  </a:lnTo>
                  <a:lnTo>
                    <a:pt x="667" y="5843"/>
                  </a:lnTo>
                  <a:lnTo>
                    <a:pt x="866" y="6542"/>
                  </a:lnTo>
                  <a:lnTo>
                    <a:pt x="883" y="6559"/>
                  </a:lnTo>
                  <a:lnTo>
                    <a:pt x="900" y="6559"/>
                  </a:lnTo>
                  <a:lnTo>
                    <a:pt x="916" y="6542"/>
                  </a:lnTo>
                  <a:lnTo>
                    <a:pt x="916" y="6526"/>
                  </a:lnTo>
                  <a:lnTo>
                    <a:pt x="733" y="5910"/>
                  </a:lnTo>
                  <a:lnTo>
                    <a:pt x="583" y="5277"/>
                  </a:lnTo>
                  <a:lnTo>
                    <a:pt x="450" y="4661"/>
                  </a:lnTo>
                  <a:lnTo>
                    <a:pt x="334" y="4029"/>
                  </a:lnTo>
                  <a:lnTo>
                    <a:pt x="234" y="3380"/>
                  </a:lnTo>
                  <a:lnTo>
                    <a:pt x="167" y="2747"/>
                  </a:lnTo>
                  <a:lnTo>
                    <a:pt x="101" y="2098"/>
                  </a:lnTo>
                  <a:lnTo>
                    <a:pt x="67" y="1465"/>
                  </a:lnTo>
                  <a:lnTo>
                    <a:pt x="51" y="749"/>
                  </a:lnTo>
                  <a:lnTo>
                    <a:pt x="67" y="34"/>
                  </a:lnTo>
                  <a:lnTo>
                    <a:pt x="51" y="17"/>
                  </a:ln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19"/>
            <p:cNvSpPr/>
            <p:nvPr/>
          </p:nvSpPr>
          <p:spPr>
            <a:xfrm>
              <a:off x="6642487" y="2636185"/>
              <a:ext cx="270248" cy="52283"/>
            </a:xfrm>
            <a:custGeom>
              <a:rect b="b" l="l" r="r" t="t"/>
              <a:pathLst>
                <a:path extrusionOk="0" h="1533" w="7924">
                  <a:moveTo>
                    <a:pt x="7891" y="1"/>
                  </a:moveTo>
                  <a:lnTo>
                    <a:pt x="7541" y="184"/>
                  </a:lnTo>
                  <a:lnTo>
                    <a:pt x="7191" y="367"/>
                  </a:lnTo>
                  <a:lnTo>
                    <a:pt x="6825" y="534"/>
                  </a:lnTo>
                  <a:lnTo>
                    <a:pt x="6459" y="700"/>
                  </a:lnTo>
                  <a:lnTo>
                    <a:pt x="6093" y="833"/>
                  </a:lnTo>
                  <a:lnTo>
                    <a:pt x="5710" y="966"/>
                  </a:lnTo>
                  <a:lnTo>
                    <a:pt x="5327" y="1066"/>
                  </a:lnTo>
                  <a:lnTo>
                    <a:pt x="4944" y="1166"/>
                  </a:lnTo>
                  <a:lnTo>
                    <a:pt x="4561" y="1266"/>
                  </a:lnTo>
                  <a:lnTo>
                    <a:pt x="4178" y="1333"/>
                  </a:lnTo>
                  <a:lnTo>
                    <a:pt x="3779" y="1382"/>
                  </a:lnTo>
                  <a:lnTo>
                    <a:pt x="3396" y="1432"/>
                  </a:lnTo>
                  <a:lnTo>
                    <a:pt x="2996" y="1466"/>
                  </a:lnTo>
                  <a:lnTo>
                    <a:pt x="2597" y="1482"/>
                  </a:lnTo>
                  <a:lnTo>
                    <a:pt x="2214" y="1482"/>
                  </a:lnTo>
                  <a:lnTo>
                    <a:pt x="1815" y="1466"/>
                  </a:lnTo>
                  <a:lnTo>
                    <a:pt x="1365" y="1449"/>
                  </a:lnTo>
                  <a:lnTo>
                    <a:pt x="916" y="1399"/>
                  </a:lnTo>
                  <a:lnTo>
                    <a:pt x="483" y="1333"/>
                  </a:lnTo>
                  <a:lnTo>
                    <a:pt x="33" y="1249"/>
                  </a:lnTo>
                  <a:lnTo>
                    <a:pt x="17" y="1249"/>
                  </a:lnTo>
                  <a:lnTo>
                    <a:pt x="0" y="1266"/>
                  </a:lnTo>
                  <a:lnTo>
                    <a:pt x="0" y="1283"/>
                  </a:lnTo>
                  <a:lnTo>
                    <a:pt x="17" y="1283"/>
                  </a:lnTo>
                  <a:lnTo>
                    <a:pt x="416" y="1366"/>
                  </a:lnTo>
                  <a:lnTo>
                    <a:pt x="799" y="1432"/>
                  </a:lnTo>
                  <a:lnTo>
                    <a:pt x="1199" y="1482"/>
                  </a:lnTo>
                  <a:lnTo>
                    <a:pt x="1598" y="1516"/>
                  </a:lnTo>
                  <a:lnTo>
                    <a:pt x="1998" y="1532"/>
                  </a:lnTo>
                  <a:lnTo>
                    <a:pt x="2797" y="1532"/>
                  </a:lnTo>
                  <a:lnTo>
                    <a:pt x="3196" y="1499"/>
                  </a:lnTo>
                  <a:lnTo>
                    <a:pt x="3596" y="1466"/>
                  </a:lnTo>
                  <a:lnTo>
                    <a:pt x="3979" y="1416"/>
                  </a:lnTo>
                  <a:lnTo>
                    <a:pt x="4378" y="1349"/>
                  </a:lnTo>
                  <a:lnTo>
                    <a:pt x="4761" y="1266"/>
                  </a:lnTo>
                  <a:lnTo>
                    <a:pt x="5161" y="1166"/>
                  </a:lnTo>
                  <a:lnTo>
                    <a:pt x="5543" y="1066"/>
                  </a:lnTo>
                  <a:lnTo>
                    <a:pt x="5910" y="950"/>
                  </a:lnTo>
                  <a:lnTo>
                    <a:pt x="6293" y="817"/>
                  </a:lnTo>
                  <a:lnTo>
                    <a:pt x="6709" y="650"/>
                  </a:lnTo>
                  <a:lnTo>
                    <a:pt x="7125" y="467"/>
                  </a:lnTo>
                  <a:lnTo>
                    <a:pt x="7524" y="267"/>
                  </a:lnTo>
                  <a:lnTo>
                    <a:pt x="7907" y="34"/>
                  </a:lnTo>
                  <a:lnTo>
                    <a:pt x="7924" y="34"/>
                  </a:lnTo>
                  <a:lnTo>
                    <a:pt x="792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19"/>
            <p:cNvSpPr/>
            <p:nvPr/>
          </p:nvSpPr>
          <p:spPr>
            <a:xfrm>
              <a:off x="6902505" y="2828094"/>
              <a:ext cx="81784" cy="217488"/>
            </a:xfrm>
            <a:custGeom>
              <a:rect b="b" l="l" r="r" t="t"/>
              <a:pathLst>
                <a:path extrusionOk="0" h="6377" w="2398">
                  <a:moveTo>
                    <a:pt x="17" y="0"/>
                  </a:moveTo>
                  <a:lnTo>
                    <a:pt x="0" y="17"/>
                  </a:lnTo>
                  <a:lnTo>
                    <a:pt x="0" y="34"/>
                  </a:lnTo>
                  <a:lnTo>
                    <a:pt x="167" y="666"/>
                  </a:lnTo>
                  <a:lnTo>
                    <a:pt x="350" y="1316"/>
                  </a:lnTo>
                  <a:lnTo>
                    <a:pt x="533" y="1931"/>
                  </a:lnTo>
                  <a:lnTo>
                    <a:pt x="749" y="2564"/>
                  </a:lnTo>
                  <a:lnTo>
                    <a:pt x="966" y="3180"/>
                  </a:lnTo>
                  <a:lnTo>
                    <a:pt x="1199" y="3796"/>
                  </a:lnTo>
                  <a:lnTo>
                    <a:pt x="1449" y="4412"/>
                  </a:lnTo>
                  <a:lnTo>
                    <a:pt x="1715" y="5028"/>
                  </a:lnTo>
                  <a:lnTo>
                    <a:pt x="2015" y="5694"/>
                  </a:lnTo>
                  <a:lnTo>
                    <a:pt x="2347" y="6360"/>
                  </a:lnTo>
                  <a:lnTo>
                    <a:pt x="2364" y="6376"/>
                  </a:lnTo>
                  <a:lnTo>
                    <a:pt x="2381" y="6376"/>
                  </a:lnTo>
                  <a:lnTo>
                    <a:pt x="2397" y="6360"/>
                  </a:lnTo>
                  <a:lnTo>
                    <a:pt x="2397" y="6343"/>
                  </a:lnTo>
                  <a:lnTo>
                    <a:pt x="2098" y="5744"/>
                  </a:lnTo>
                  <a:lnTo>
                    <a:pt x="1815" y="5161"/>
                  </a:lnTo>
                  <a:lnTo>
                    <a:pt x="1565" y="4545"/>
                  </a:lnTo>
                  <a:lnTo>
                    <a:pt x="1315" y="3946"/>
                  </a:lnTo>
                  <a:lnTo>
                    <a:pt x="1066" y="3330"/>
                  </a:lnTo>
                  <a:lnTo>
                    <a:pt x="849" y="2714"/>
                  </a:lnTo>
                  <a:lnTo>
                    <a:pt x="633" y="2081"/>
                  </a:lnTo>
                  <a:lnTo>
                    <a:pt x="433" y="1449"/>
                  </a:lnTo>
                  <a:lnTo>
                    <a:pt x="233" y="733"/>
                  </a:lnTo>
                  <a:lnTo>
                    <a:pt x="50" y="17"/>
                  </a:ln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9" name="Shape 1549"/>
        <p:cNvGrpSpPr/>
        <p:nvPr/>
      </p:nvGrpSpPr>
      <p:grpSpPr>
        <a:xfrm>
          <a:off x="0" y="0"/>
          <a:ext cx="0" cy="0"/>
          <a:chOff x="0" y="0"/>
          <a:chExt cx="0" cy="0"/>
        </a:xfrm>
      </p:grpSpPr>
      <p:sp>
        <p:nvSpPr>
          <p:cNvPr id="1550" name="Google Shape;1550;p20"/>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KPI DASHBOARD</a:t>
            </a:r>
            <a:endParaRPr/>
          </a:p>
        </p:txBody>
      </p:sp>
      <p:graphicFrame>
        <p:nvGraphicFramePr>
          <p:cNvPr id="1551" name="Google Shape;1551;p20"/>
          <p:cNvGraphicFramePr/>
          <p:nvPr/>
        </p:nvGraphicFramePr>
        <p:xfrm>
          <a:off x="831874" y="1033925"/>
          <a:ext cx="3000000" cy="3000000"/>
        </p:xfrm>
        <a:graphic>
          <a:graphicData uri="http://schemas.openxmlformats.org/drawingml/2006/table">
            <a:tbl>
              <a:tblPr>
                <a:noFill/>
                <a:tableStyleId>{F00F4E0C-ED66-435D-9EEA-1E8C12176BB3}</a:tableStyleId>
              </a:tblPr>
              <a:tblGrid>
                <a:gridCol w="1172100"/>
                <a:gridCol w="1074900"/>
                <a:gridCol w="1123500"/>
              </a:tblGrid>
              <a:tr h="50832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RESOURCE</a:t>
                      </a:r>
                      <a:endParaRPr sz="1100" u="none" cap="none" strike="noStrike">
                        <a:solidFill>
                          <a:schemeClr val="lt1"/>
                        </a:solidFill>
                        <a:latin typeface="Albert Sans ExtraBold"/>
                        <a:ea typeface="Albert Sans ExtraBold"/>
                        <a:cs typeface="Albert Sans ExtraBold"/>
                        <a:sym typeface="Albert Sans ExtraBold"/>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UTILIZATION RATE</a:t>
                      </a:r>
                      <a:endParaRPr sz="1100" u="none" cap="none" strike="noStrike">
                        <a:solidFill>
                          <a:schemeClr val="lt1"/>
                        </a:solidFill>
                        <a:latin typeface="Albert Sans ExtraBold"/>
                        <a:ea typeface="Albert Sans ExtraBold"/>
                        <a:cs typeface="Albert Sans ExtraBold"/>
                        <a:sym typeface="Albert Sans ExtraBold"/>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COST PER UNIT</a:t>
                      </a:r>
                      <a:endParaRPr sz="1100" u="none" cap="none" strike="noStrike">
                        <a:solidFill>
                          <a:schemeClr val="lt1"/>
                        </a:solidFill>
                        <a:latin typeface="Albert Sans ExtraBold"/>
                        <a:ea typeface="Albert Sans ExtraBold"/>
                        <a:cs typeface="Albert Sans ExtraBold"/>
                        <a:sym typeface="Albert Sans ExtraBold"/>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LABOR</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85%</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$50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EQUIPMENT</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70%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$100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MATERIALS</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95%</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$20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RENT</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90%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$1,000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ENERGY</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80%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$80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LICENSES</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80%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$200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975">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Albert Sans ExtraBold"/>
                          <a:ea typeface="Albert Sans ExtraBold"/>
                          <a:cs typeface="Albert Sans ExtraBold"/>
                          <a:sym typeface="Albert Sans ExtraBold"/>
                        </a:rPr>
                        <a:t>ADVERTISING</a:t>
                      </a:r>
                      <a:endParaRPr sz="1100" u="none" cap="none" strike="noStrike">
                        <a:solidFill>
                          <a:schemeClr val="lt1"/>
                        </a:solidFill>
                        <a:latin typeface="Albert Sans ExtraBold"/>
                        <a:ea typeface="Albert Sans ExtraBold"/>
                        <a:cs typeface="Albert Sans ExtraBold"/>
                        <a:sym typeface="Albert Sans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60%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100" u="none" cap="none" strike="noStrike">
                          <a:solidFill>
                            <a:schemeClr val="lt1"/>
                          </a:solidFill>
                          <a:latin typeface="Outfit"/>
                          <a:ea typeface="Outfit"/>
                          <a:cs typeface="Outfit"/>
                          <a:sym typeface="Outfit"/>
                        </a:rPr>
                        <a:t>$500</a:t>
                      </a:r>
                      <a:endParaRPr sz="1100" u="none" cap="none" strike="noStrike">
                        <a:solidFill>
                          <a:schemeClr val="lt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1552" name="Google Shape;1552;p20"/>
          <p:cNvSpPr txBox="1"/>
          <p:nvPr/>
        </p:nvSpPr>
        <p:spPr>
          <a:xfrm>
            <a:off x="4361787" y="1096413"/>
            <a:ext cx="1984200" cy="365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Albert Sans ExtraBold"/>
                <a:ea typeface="Albert Sans ExtraBold"/>
                <a:cs typeface="Albert Sans ExtraBold"/>
                <a:sym typeface="Albert Sans ExtraBold"/>
              </a:rPr>
              <a:t>120 U/DAY</a:t>
            </a:r>
            <a:endParaRPr b="0" i="0" sz="2000" u="none" cap="none" strike="noStrike">
              <a:solidFill>
                <a:schemeClr val="lt1"/>
              </a:solidFill>
              <a:latin typeface="Albert Sans ExtraBold"/>
              <a:ea typeface="Albert Sans ExtraBold"/>
              <a:cs typeface="Albert Sans ExtraBold"/>
              <a:sym typeface="Albert Sans ExtraBold"/>
            </a:endParaRPr>
          </a:p>
        </p:txBody>
      </p:sp>
      <p:sp>
        <p:nvSpPr>
          <p:cNvPr id="1553" name="Google Shape;1553;p20"/>
          <p:cNvSpPr txBox="1"/>
          <p:nvPr/>
        </p:nvSpPr>
        <p:spPr>
          <a:xfrm>
            <a:off x="6327926" y="1096413"/>
            <a:ext cx="1984200" cy="365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Albert Sans ExtraBold"/>
                <a:ea typeface="Albert Sans ExtraBold"/>
                <a:cs typeface="Albert Sans ExtraBold"/>
                <a:sym typeface="Albert Sans ExtraBold"/>
              </a:rPr>
              <a:t>2H</a:t>
            </a:r>
            <a:endParaRPr b="0" i="0" sz="2000" u="none" cap="none" strike="noStrike">
              <a:solidFill>
                <a:schemeClr val="lt1"/>
              </a:solidFill>
              <a:latin typeface="Albert Sans ExtraBold"/>
              <a:ea typeface="Albert Sans ExtraBold"/>
              <a:cs typeface="Albert Sans ExtraBold"/>
              <a:sym typeface="Albert Sans ExtraBold"/>
            </a:endParaRPr>
          </a:p>
        </p:txBody>
      </p:sp>
      <p:sp>
        <p:nvSpPr>
          <p:cNvPr id="1554" name="Google Shape;1554;p20"/>
          <p:cNvSpPr txBox="1"/>
          <p:nvPr/>
        </p:nvSpPr>
        <p:spPr>
          <a:xfrm>
            <a:off x="4361787" y="1363263"/>
            <a:ext cx="1984200" cy="365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lt1"/>
                </a:solidFill>
                <a:latin typeface="Outfit"/>
                <a:ea typeface="Outfit"/>
                <a:cs typeface="Outfit"/>
                <a:sym typeface="Outfit"/>
              </a:rPr>
              <a:t>Output per worker</a:t>
            </a:r>
            <a:endParaRPr b="0" i="0" sz="1200" u="none" cap="none" strike="noStrike">
              <a:solidFill>
                <a:schemeClr val="lt1"/>
              </a:solidFill>
              <a:latin typeface="Outfit"/>
              <a:ea typeface="Outfit"/>
              <a:cs typeface="Outfit"/>
              <a:sym typeface="Outfit"/>
            </a:endParaRPr>
          </a:p>
        </p:txBody>
      </p:sp>
      <p:sp>
        <p:nvSpPr>
          <p:cNvPr id="1555" name="Google Shape;1555;p20"/>
          <p:cNvSpPr txBox="1"/>
          <p:nvPr/>
        </p:nvSpPr>
        <p:spPr>
          <a:xfrm>
            <a:off x="6327926" y="1363263"/>
            <a:ext cx="1984200" cy="365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lt1"/>
                </a:solidFill>
                <a:latin typeface="Outfit"/>
                <a:ea typeface="Outfit"/>
                <a:cs typeface="Outfit"/>
                <a:sym typeface="Outfit"/>
              </a:rPr>
              <a:t>Time to complete a task</a:t>
            </a:r>
            <a:endParaRPr b="0" i="0" sz="1200" u="none" cap="none" strike="noStrike">
              <a:solidFill>
                <a:schemeClr val="lt1"/>
              </a:solidFill>
              <a:latin typeface="Outfit"/>
              <a:ea typeface="Outfit"/>
              <a:cs typeface="Outfit"/>
              <a:sym typeface="Outfit"/>
            </a:endParaRPr>
          </a:p>
        </p:txBody>
      </p:sp>
      <p:sp>
        <p:nvSpPr>
          <p:cNvPr id="1556" name="Google Shape;1556;p20"/>
          <p:cNvSpPr txBox="1"/>
          <p:nvPr/>
        </p:nvSpPr>
        <p:spPr>
          <a:xfrm>
            <a:off x="4361895" y="4130375"/>
            <a:ext cx="3950100" cy="365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lt1"/>
                </a:solidFill>
                <a:latin typeface="Outfit"/>
                <a:ea typeface="Outfit"/>
                <a:cs typeface="Outfit"/>
                <a:sym typeface="Outfit"/>
              </a:rPr>
              <a:t>Follow the link in the graph to modify its data and then paste the new one here. </a:t>
            </a:r>
            <a:r>
              <a:rPr b="1" i="0" lang="en" sz="1000" u="sng" cap="none" strike="noStrike">
                <a:solidFill>
                  <a:schemeClr val="lt1"/>
                </a:solidFill>
                <a:latin typeface="Outfit"/>
                <a:ea typeface="Outfit"/>
                <a:cs typeface="Outfit"/>
                <a:sym typeface="Outfit"/>
                <a:hlinkClick r:id="rId3">
                  <a:extLst>
                    <a:ext uri="{A12FA001-AC4F-418D-AE19-62706E023703}">
                      <ahyp:hlinkClr val="tx"/>
                    </a:ext>
                  </a:extLst>
                </a:hlinkClick>
              </a:rPr>
              <a:t>For more info, click here</a:t>
            </a:r>
            <a:endParaRPr b="1" i="0" sz="1000" u="sng" cap="none" strike="noStrike">
              <a:solidFill>
                <a:schemeClr val="lt1"/>
              </a:solidFill>
              <a:latin typeface="Outfit"/>
              <a:ea typeface="Outfit"/>
              <a:cs typeface="Outfit"/>
              <a:sym typeface="Outfit"/>
            </a:endParaRPr>
          </a:p>
        </p:txBody>
      </p:sp>
      <p:pic>
        <p:nvPicPr>
          <p:cNvPr id="1557" name="Google Shape;1557;p20" title="Gráfico">
            <a:hlinkClick r:id="rId4"/>
          </p:cNvPr>
          <p:cNvPicPr preferRelativeResize="0"/>
          <p:nvPr/>
        </p:nvPicPr>
        <p:blipFill rotWithShape="1">
          <a:blip r:embed="rId5">
            <a:alphaModFix/>
          </a:blip>
          <a:srcRect b="5044" l="0" r="0" t="4881"/>
          <a:stretch/>
        </p:blipFill>
        <p:spPr>
          <a:xfrm>
            <a:off x="4291112" y="1833819"/>
            <a:ext cx="4021014" cy="224028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1" name="Shape 1561"/>
        <p:cNvGrpSpPr/>
        <p:nvPr/>
      </p:nvGrpSpPr>
      <p:grpSpPr>
        <a:xfrm>
          <a:off x="0" y="0"/>
          <a:ext cx="0" cy="0"/>
          <a:chOff x="0" y="0"/>
          <a:chExt cx="0" cy="0"/>
        </a:xfrm>
      </p:grpSpPr>
      <p:sp>
        <p:nvSpPr>
          <p:cNvPr id="1562" name="Google Shape;1562;p21"/>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ICON PACK</a:t>
            </a:r>
            <a:endParaRPr/>
          </a:p>
        </p:txBody>
      </p:sp>
      <p:grpSp>
        <p:nvGrpSpPr>
          <p:cNvPr id="1563" name="Google Shape;1563;p21"/>
          <p:cNvGrpSpPr/>
          <p:nvPr/>
        </p:nvGrpSpPr>
        <p:grpSpPr>
          <a:xfrm>
            <a:off x="1000125" y="1222725"/>
            <a:ext cx="285100" cy="286275"/>
            <a:chOff x="238125" y="1298925"/>
            <a:chExt cx="285100" cy="286275"/>
          </a:xfrm>
        </p:grpSpPr>
        <p:sp>
          <p:nvSpPr>
            <p:cNvPr id="1564" name="Google Shape;1564;p21"/>
            <p:cNvSpPr/>
            <p:nvPr/>
          </p:nvSpPr>
          <p:spPr>
            <a:xfrm>
              <a:off x="341775" y="1568675"/>
              <a:ext cx="106050" cy="16525"/>
            </a:xfrm>
            <a:custGeom>
              <a:rect b="b" l="l" r="r" t="t"/>
              <a:pathLst>
                <a:path extrusionOk="0" h="661" w="4242">
                  <a:moveTo>
                    <a:pt x="95" y="1"/>
                  </a:moveTo>
                  <a:lnTo>
                    <a:pt x="1" y="331"/>
                  </a:lnTo>
                  <a:lnTo>
                    <a:pt x="1" y="425"/>
                  </a:lnTo>
                  <a:lnTo>
                    <a:pt x="48" y="472"/>
                  </a:lnTo>
                  <a:lnTo>
                    <a:pt x="566" y="566"/>
                  </a:lnTo>
                  <a:lnTo>
                    <a:pt x="1132" y="661"/>
                  </a:lnTo>
                  <a:lnTo>
                    <a:pt x="1650" y="661"/>
                  </a:lnTo>
                  <a:lnTo>
                    <a:pt x="2168" y="614"/>
                  </a:lnTo>
                  <a:lnTo>
                    <a:pt x="2734" y="566"/>
                  </a:lnTo>
                  <a:lnTo>
                    <a:pt x="3252" y="425"/>
                  </a:lnTo>
                  <a:lnTo>
                    <a:pt x="3723" y="237"/>
                  </a:lnTo>
                  <a:lnTo>
                    <a:pt x="424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21"/>
            <p:cNvSpPr/>
            <p:nvPr/>
          </p:nvSpPr>
          <p:spPr>
            <a:xfrm>
              <a:off x="238125" y="1407300"/>
              <a:ext cx="129600" cy="164950"/>
            </a:xfrm>
            <a:custGeom>
              <a:rect b="b" l="l" r="r" t="t"/>
              <a:pathLst>
                <a:path extrusionOk="0" h="6598" w="5184">
                  <a:moveTo>
                    <a:pt x="188" y="0"/>
                  </a:moveTo>
                  <a:lnTo>
                    <a:pt x="141" y="94"/>
                  </a:lnTo>
                  <a:lnTo>
                    <a:pt x="47" y="566"/>
                  </a:lnTo>
                  <a:lnTo>
                    <a:pt x="0" y="1084"/>
                  </a:lnTo>
                  <a:lnTo>
                    <a:pt x="0" y="1555"/>
                  </a:lnTo>
                  <a:lnTo>
                    <a:pt x="47" y="2026"/>
                  </a:lnTo>
                  <a:lnTo>
                    <a:pt x="94" y="2498"/>
                  </a:lnTo>
                  <a:lnTo>
                    <a:pt x="236" y="2969"/>
                  </a:lnTo>
                  <a:lnTo>
                    <a:pt x="377" y="3440"/>
                  </a:lnTo>
                  <a:lnTo>
                    <a:pt x="565" y="3864"/>
                  </a:lnTo>
                  <a:lnTo>
                    <a:pt x="801" y="4288"/>
                  </a:lnTo>
                  <a:lnTo>
                    <a:pt x="1037" y="4712"/>
                  </a:lnTo>
                  <a:lnTo>
                    <a:pt x="1367" y="5089"/>
                  </a:lnTo>
                  <a:lnTo>
                    <a:pt x="1696" y="5466"/>
                  </a:lnTo>
                  <a:lnTo>
                    <a:pt x="2026" y="5796"/>
                  </a:lnTo>
                  <a:lnTo>
                    <a:pt x="2450" y="6079"/>
                  </a:lnTo>
                  <a:lnTo>
                    <a:pt x="2827" y="6362"/>
                  </a:lnTo>
                  <a:lnTo>
                    <a:pt x="3299" y="6550"/>
                  </a:lnTo>
                  <a:lnTo>
                    <a:pt x="3346" y="6597"/>
                  </a:lnTo>
                  <a:lnTo>
                    <a:pt x="3440" y="6503"/>
                  </a:lnTo>
                  <a:lnTo>
                    <a:pt x="5183" y="1744"/>
                  </a:lnTo>
                  <a:lnTo>
                    <a:pt x="5183" y="1650"/>
                  </a:lnTo>
                  <a:lnTo>
                    <a:pt x="5136" y="1602"/>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21"/>
            <p:cNvSpPr/>
            <p:nvPr/>
          </p:nvSpPr>
          <p:spPr>
            <a:xfrm>
              <a:off x="351200" y="1528625"/>
              <a:ext cx="143750" cy="21225"/>
            </a:xfrm>
            <a:custGeom>
              <a:rect b="b" l="l" r="r" t="t"/>
              <a:pathLst>
                <a:path extrusionOk="0" h="849" w="5750">
                  <a:moveTo>
                    <a:pt x="331" y="1"/>
                  </a:moveTo>
                  <a:lnTo>
                    <a:pt x="1" y="849"/>
                  </a:lnTo>
                  <a:lnTo>
                    <a:pt x="4949" y="849"/>
                  </a:lnTo>
                  <a:lnTo>
                    <a:pt x="5373" y="472"/>
                  </a:lnTo>
                  <a:lnTo>
                    <a:pt x="575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21"/>
            <p:cNvSpPr/>
            <p:nvPr/>
          </p:nvSpPr>
          <p:spPr>
            <a:xfrm>
              <a:off x="249900" y="1298925"/>
              <a:ext cx="121350" cy="128425"/>
            </a:xfrm>
            <a:custGeom>
              <a:rect b="b" l="l" r="r" t="t"/>
              <a:pathLst>
                <a:path extrusionOk="0" h="5137" w="4854">
                  <a:moveTo>
                    <a:pt x="4760" y="0"/>
                  </a:moveTo>
                  <a:lnTo>
                    <a:pt x="4241" y="94"/>
                  </a:lnTo>
                  <a:lnTo>
                    <a:pt x="3770" y="188"/>
                  </a:lnTo>
                  <a:lnTo>
                    <a:pt x="3299" y="330"/>
                  </a:lnTo>
                  <a:lnTo>
                    <a:pt x="2828" y="518"/>
                  </a:lnTo>
                  <a:lnTo>
                    <a:pt x="2403" y="754"/>
                  </a:lnTo>
                  <a:lnTo>
                    <a:pt x="1979" y="1037"/>
                  </a:lnTo>
                  <a:lnTo>
                    <a:pt x="1555" y="1319"/>
                  </a:lnTo>
                  <a:lnTo>
                    <a:pt x="1178" y="1696"/>
                  </a:lnTo>
                  <a:lnTo>
                    <a:pt x="848" y="2073"/>
                  </a:lnTo>
                  <a:lnTo>
                    <a:pt x="519" y="2545"/>
                  </a:lnTo>
                  <a:lnTo>
                    <a:pt x="236" y="2969"/>
                  </a:lnTo>
                  <a:lnTo>
                    <a:pt x="0" y="3487"/>
                  </a:lnTo>
                  <a:lnTo>
                    <a:pt x="0" y="3581"/>
                  </a:lnTo>
                  <a:lnTo>
                    <a:pt x="47" y="3628"/>
                  </a:lnTo>
                  <a:lnTo>
                    <a:pt x="4712" y="5136"/>
                  </a:lnTo>
                  <a:lnTo>
                    <a:pt x="4807" y="5136"/>
                  </a:lnTo>
                  <a:lnTo>
                    <a:pt x="4854" y="5042"/>
                  </a:lnTo>
                  <a:lnTo>
                    <a:pt x="4854" y="141"/>
                  </a:lnTo>
                  <a:lnTo>
                    <a:pt x="4854" y="47"/>
                  </a:lnTo>
                  <a:lnTo>
                    <a:pt x="476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21"/>
            <p:cNvSpPr/>
            <p:nvPr/>
          </p:nvSpPr>
          <p:spPr>
            <a:xfrm>
              <a:off x="366525" y="1490925"/>
              <a:ext cx="149625" cy="18875"/>
            </a:xfrm>
            <a:custGeom>
              <a:rect b="b" l="l" r="r" t="t"/>
              <a:pathLst>
                <a:path extrusionOk="0" h="755" w="5985">
                  <a:moveTo>
                    <a:pt x="283" y="1"/>
                  </a:moveTo>
                  <a:lnTo>
                    <a:pt x="0" y="755"/>
                  </a:lnTo>
                  <a:lnTo>
                    <a:pt x="5608" y="755"/>
                  </a:lnTo>
                  <a:lnTo>
                    <a:pt x="5796" y="378"/>
                  </a:lnTo>
                  <a:lnTo>
                    <a:pt x="598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21"/>
            <p:cNvSpPr/>
            <p:nvPr/>
          </p:nvSpPr>
          <p:spPr>
            <a:xfrm>
              <a:off x="380650" y="1452050"/>
              <a:ext cx="142575" cy="20050"/>
            </a:xfrm>
            <a:custGeom>
              <a:rect b="b" l="l" r="r" t="t"/>
              <a:pathLst>
                <a:path extrusionOk="0" h="802" w="5703">
                  <a:moveTo>
                    <a:pt x="284" y="1"/>
                  </a:moveTo>
                  <a:lnTo>
                    <a:pt x="1" y="802"/>
                  </a:lnTo>
                  <a:lnTo>
                    <a:pt x="5608" y="802"/>
                  </a:lnTo>
                  <a:lnTo>
                    <a:pt x="5703" y="95"/>
                  </a:lnTo>
                  <a:lnTo>
                    <a:pt x="570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21"/>
            <p:cNvSpPr/>
            <p:nvPr/>
          </p:nvSpPr>
          <p:spPr>
            <a:xfrm>
              <a:off x="406575" y="1370775"/>
              <a:ext cx="17700" cy="47150"/>
            </a:xfrm>
            <a:custGeom>
              <a:rect b="b" l="l" r="r" t="t"/>
              <a:pathLst>
                <a:path extrusionOk="0" h="1886" w="708">
                  <a:moveTo>
                    <a:pt x="236" y="0"/>
                  </a:moveTo>
                  <a:lnTo>
                    <a:pt x="142" y="95"/>
                  </a:lnTo>
                  <a:lnTo>
                    <a:pt x="48" y="189"/>
                  </a:lnTo>
                  <a:lnTo>
                    <a:pt x="0" y="330"/>
                  </a:lnTo>
                  <a:lnTo>
                    <a:pt x="0" y="1555"/>
                  </a:lnTo>
                  <a:lnTo>
                    <a:pt x="48" y="1697"/>
                  </a:lnTo>
                  <a:lnTo>
                    <a:pt x="142" y="1791"/>
                  </a:lnTo>
                  <a:lnTo>
                    <a:pt x="236" y="1885"/>
                  </a:lnTo>
                  <a:lnTo>
                    <a:pt x="472" y="1885"/>
                  </a:lnTo>
                  <a:lnTo>
                    <a:pt x="613" y="1791"/>
                  </a:lnTo>
                  <a:lnTo>
                    <a:pt x="660" y="1697"/>
                  </a:lnTo>
                  <a:lnTo>
                    <a:pt x="707" y="1555"/>
                  </a:lnTo>
                  <a:lnTo>
                    <a:pt x="707" y="330"/>
                  </a:lnTo>
                  <a:lnTo>
                    <a:pt x="660" y="189"/>
                  </a:lnTo>
                  <a:lnTo>
                    <a:pt x="566" y="95"/>
                  </a:lnTo>
                  <a:lnTo>
                    <a:pt x="47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21"/>
            <p:cNvSpPr/>
            <p:nvPr/>
          </p:nvSpPr>
          <p:spPr>
            <a:xfrm>
              <a:off x="440750" y="1351925"/>
              <a:ext cx="16500" cy="66000"/>
            </a:xfrm>
            <a:custGeom>
              <a:rect b="b" l="l" r="r" t="t"/>
              <a:pathLst>
                <a:path extrusionOk="0" h="2640" w="660">
                  <a:moveTo>
                    <a:pt x="236" y="0"/>
                  </a:moveTo>
                  <a:lnTo>
                    <a:pt x="141" y="48"/>
                  </a:lnTo>
                  <a:lnTo>
                    <a:pt x="47" y="189"/>
                  </a:lnTo>
                  <a:lnTo>
                    <a:pt x="0" y="330"/>
                  </a:lnTo>
                  <a:lnTo>
                    <a:pt x="0" y="2309"/>
                  </a:lnTo>
                  <a:lnTo>
                    <a:pt x="47" y="2451"/>
                  </a:lnTo>
                  <a:lnTo>
                    <a:pt x="94" y="2545"/>
                  </a:lnTo>
                  <a:lnTo>
                    <a:pt x="236" y="2639"/>
                  </a:lnTo>
                  <a:lnTo>
                    <a:pt x="471" y="2639"/>
                  </a:lnTo>
                  <a:lnTo>
                    <a:pt x="566" y="2545"/>
                  </a:lnTo>
                  <a:lnTo>
                    <a:pt x="660" y="2451"/>
                  </a:lnTo>
                  <a:lnTo>
                    <a:pt x="660" y="2309"/>
                  </a:lnTo>
                  <a:lnTo>
                    <a:pt x="660" y="330"/>
                  </a:lnTo>
                  <a:lnTo>
                    <a:pt x="660" y="189"/>
                  </a:lnTo>
                  <a:lnTo>
                    <a:pt x="566" y="48"/>
                  </a:lnTo>
                  <a:lnTo>
                    <a:pt x="47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21"/>
            <p:cNvSpPr/>
            <p:nvPr/>
          </p:nvSpPr>
          <p:spPr>
            <a:xfrm>
              <a:off x="474900" y="1326000"/>
              <a:ext cx="16525" cy="91925"/>
            </a:xfrm>
            <a:custGeom>
              <a:rect b="b" l="l" r="r" t="t"/>
              <a:pathLst>
                <a:path extrusionOk="0" h="3677" w="661">
                  <a:moveTo>
                    <a:pt x="236" y="1"/>
                  </a:moveTo>
                  <a:lnTo>
                    <a:pt x="95" y="48"/>
                  </a:lnTo>
                  <a:lnTo>
                    <a:pt x="48" y="189"/>
                  </a:lnTo>
                  <a:lnTo>
                    <a:pt x="1" y="331"/>
                  </a:lnTo>
                  <a:lnTo>
                    <a:pt x="1" y="3346"/>
                  </a:lnTo>
                  <a:lnTo>
                    <a:pt x="48" y="3488"/>
                  </a:lnTo>
                  <a:lnTo>
                    <a:pt x="95" y="3582"/>
                  </a:lnTo>
                  <a:lnTo>
                    <a:pt x="189" y="3676"/>
                  </a:lnTo>
                  <a:lnTo>
                    <a:pt x="472" y="3676"/>
                  </a:lnTo>
                  <a:lnTo>
                    <a:pt x="566" y="3582"/>
                  </a:lnTo>
                  <a:lnTo>
                    <a:pt x="660" y="3488"/>
                  </a:lnTo>
                  <a:lnTo>
                    <a:pt x="660" y="3346"/>
                  </a:lnTo>
                  <a:lnTo>
                    <a:pt x="660" y="331"/>
                  </a:lnTo>
                  <a:lnTo>
                    <a:pt x="660" y="189"/>
                  </a:lnTo>
                  <a:lnTo>
                    <a:pt x="566" y="48"/>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3" name="Google Shape;1573;p21"/>
          <p:cNvGrpSpPr/>
          <p:nvPr/>
        </p:nvGrpSpPr>
        <p:grpSpPr>
          <a:xfrm>
            <a:off x="1770575" y="1222725"/>
            <a:ext cx="268600" cy="286275"/>
            <a:chOff x="1008575" y="1298925"/>
            <a:chExt cx="268600" cy="286275"/>
          </a:xfrm>
        </p:grpSpPr>
        <p:sp>
          <p:nvSpPr>
            <p:cNvPr id="1574" name="Google Shape;1574;p21"/>
            <p:cNvSpPr/>
            <p:nvPr/>
          </p:nvSpPr>
          <p:spPr>
            <a:xfrm>
              <a:off x="1008575" y="1298925"/>
              <a:ext cx="268600" cy="177900"/>
            </a:xfrm>
            <a:custGeom>
              <a:rect b="b" l="l" r="r" t="t"/>
              <a:pathLst>
                <a:path extrusionOk="0" h="7116" w="10744">
                  <a:moveTo>
                    <a:pt x="5372" y="0"/>
                  </a:moveTo>
                  <a:lnTo>
                    <a:pt x="5136" y="47"/>
                  </a:lnTo>
                  <a:lnTo>
                    <a:pt x="4901" y="94"/>
                  </a:lnTo>
                  <a:lnTo>
                    <a:pt x="4712" y="141"/>
                  </a:lnTo>
                  <a:lnTo>
                    <a:pt x="4477" y="236"/>
                  </a:lnTo>
                  <a:lnTo>
                    <a:pt x="4288" y="377"/>
                  </a:lnTo>
                  <a:lnTo>
                    <a:pt x="4100" y="565"/>
                  </a:lnTo>
                  <a:lnTo>
                    <a:pt x="3958" y="754"/>
                  </a:lnTo>
                  <a:lnTo>
                    <a:pt x="3817" y="990"/>
                  </a:lnTo>
                  <a:lnTo>
                    <a:pt x="3723" y="1084"/>
                  </a:lnTo>
                  <a:lnTo>
                    <a:pt x="3628" y="1178"/>
                  </a:lnTo>
                  <a:lnTo>
                    <a:pt x="3393" y="1178"/>
                  </a:lnTo>
                  <a:lnTo>
                    <a:pt x="3063" y="1084"/>
                  </a:lnTo>
                  <a:lnTo>
                    <a:pt x="2780" y="1084"/>
                  </a:lnTo>
                  <a:lnTo>
                    <a:pt x="2403" y="1131"/>
                  </a:lnTo>
                  <a:lnTo>
                    <a:pt x="2121" y="1225"/>
                  </a:lnTo>
                  <a:lnTo>
                    <a:pt x="1838" y="1367"/>
                  </a:lnTo>
                  <a:lnTo>
                    <a:pt x="1555" y="1602"/>
                  </a:lnTo>
                  <a:lnTo>
                    <a:pt x="1367" y="1838"/>
                  </a:lnTo>
                  <a:lnTo>
                    <a:pt x="1178" y="2120"/>
                  </a:lnTo>
                  <a:lnTo>
                    <a:pt x="1084" y="2450"/>
                  </a:lnTo>
                  <a:lnTo>
                    <a:pt x="1084" y="2780"/>
                  </a:lnTo>
                  <a:lnTo>
                    <a:pt x="1084" y="3110"/>
                  </a:lnTo>
                  <a:lnTo>
                    <a:pt x="1178" y="3393"/>
                  </a:lnTo>
                  <a:lnTo>
                    <a:pt x="1225" y="3534"/>
                  </a:lnTo>
                  <a:lnTo>
                    <a:pt x="1178" y="3676"/>
                  </a:lnTo>
                  <a:lnTo>
                    <a:pt x="1084" y="3770"/>
                  </a:lnTo>
                  <a:lnTo>
                    <a:pt x="990" y="3864"/>
                  </a:lnTo>
                  <a:lnTo>
                    <a:pt x="707" y="4005"/>
                  </a:lnTo>
                  <a:lnTo>
                    <a:pt x="471" y="4241"/>
                  </a:lnTo>
                  <a:lnTo>
                    <a:pt x="283" y="4477"/>
                  </a:lnTo>
                  <a:lnTo>
                    <a:pt x="141" y="4712"/>
                  </a:lnTo>
                  <a:lnTo>
                    <a:pt x="47" y="4995"/>
                  </a:lnTo>
                  <a:lnTo>
                    <a:pt x="0" y="5231"/>
                  </a:lnTo>
                  <a:lnTo>
                    <a:pt x="0" y="5513"/>
                  </a:lnTo>
                  <a:lnTo>
                    <a:pt x="47" y="5796"/>
                  </a:lnTo>
                  <a:lnTo>
                    <a:pt x="141" y="6032"/>
                  </a:lnTo>
                  <a:lnTo>
                    <a:pt x="283" y="6314"/>
                  </a:lnTo>
                  <a:lnTo>
                    <a:pt x="424" y="6503"/>
                  </a:lnTo>
                  <a:lnTo>
                    <a:pt x="613" y="6738"/>
                  </a:lnTo>
                  <a:lnTo>
                    <a:pt x="848" y="6880"/>
                  </a:lnTo>
                  <a:lnTo>
                    <a:pt x="1131" y="7021"/>
                  </a:lnTo>
                  <a:lnTo>
                    <a:pt x="1414" y="7115"/>
                  </a:lnTo>
                  <a:lnTo>
                    <a:pt x="3251" y="7115"/>
                  </a:lnTo>
                  <a:lnTo>
                    <a:pt x="3628" y="7068"/>
                  </a:lnTo>
                  <a:lnTo>
                    <a:pt x="3958" y="6974"/>
                  </a:lnTo>
                  <a:lnTo>
                    <a:pt x="4241" y="6833"/>
                  </a:lnTo>
                  <a:lnTo>
                    <a:pt x="4477" y="6597"/>
                  </a:lnTo>
                  <a:lnTo>
                    <a:pt x="4618" y="6361"/>
                  </a:lnTo>
                  <a:lnTo>
                    <a:pt x="4759" y="6126"/>
                  </a:lnTo>
                  <a:lnTo>
                    <a:pt x="4807" y="5843"/>
                  </a:lnTo>
                  <a:lnTo>
                    <a:pt x="4854" y="5560"/>
                  </a:lnTo>
                  <a:lnTo>
                    <a:pt x="4807" y="5278"/>
                  </a:lnTo>
                  <a:lnTo>
                    <a:pt x="4759" y="4995"/>
                  </a:lnTo>
                  <a:lnTo>
                    <a:pt x="4618" y="4712"/>
                  </a:lnTo>
                  <a:lnTo>
                    <a:pt x="4477" y="4477"/>
                  </a:lnTo>
                  <a:lnTo>
                    <a:pt x="4241" y="4288"/>
                  </a:lnTo>
                  <a:lnTo>
                    <a:pt x="3958" y="4100"/>
                  </a:lnTo>
                  <a:lnTo>
                    <a:pt x="3628" y="4005"/>
                  </a:lnTo>
                  <a:lnTo>
                    <a:pt x="3251" y="3958"/>
                  </a:lnTo>
                  <a:lnTo>
                    <a:pt x="3110" y="3911"/>
                  </a:lnTo>
                  <a:lnTo>
                    <a:pt x="3016" y="3864"/>
                  </a:lnTo>
                  <a:lnTo>
                    <a:pt x="2922" y="3723"/>
                  </a:lnTo>
                  <a:lnTo>
                    <a:pt x="2922" y="3581"/>
                  </a:lnTo>
                  <a:lnTo>
                    <a:pt x="2922" y="3440"/>
                  </a:lnTo>
                  <a:lnTo>
                    <a:pt x="3016" y="3346"/>
                  </a:lnTo>
                  <a:lnTo>
                    <a:pt x="3110" y="3251"/>
                  </a:lnTo>
                  <a:lnTo>
                    <a:pt x="3251" y="3251"/>
                  </a:lnTo>
                  <a:lnTo>
                    <a:pt x="3676" y="3299"/>
                  </a:lnTo>
                  <a:lnTo>
                    <a:pt x="4100" y="3393"/>
                  </a:lnTo>
                  <a:lnTo>
                    <a:pt x="4430" y="3581"/>
                  </a:lnTo>
                  <a:lnTo>
                    <a:pt x="4759" y="3817"/>
                  </a:lnTo>
                  <a:lnTo>
                    <a:pt x="5042" y="4100"/>
                  </a:lnTo>
                  <a:lnTo>
                    <a:pt x="5278" y="4429"/>
                  </a:lnTo>
                  <a:lnTo>
                    <a:pt x="5466" y="4806"/>
                  </a:lnTo>
                  <a:lnTo>
                    <a:pt x="5560" y="5183"/>
                  </a:lnTo>
                  <a:lnTo>
                    <a:pt x="7210" y="5183"/>
                  </a:lnTo>
                  <a:lnTo>
                    <a:pt x="7445" y="5136"/>
                  </a:lnTo>
                  <a:lnTo>
                    <a:pt x="7634" y="4995"/>
                  </a:lnTo>
                  <a:lnTo>
                    <a:pt x="7728" y="4854"/>
                  </a:lnTo>
                  <a:lnTo>
                    <a:pt x="7775" y="4618"/>
                  </a:lnTo>
                  <a:lnTo>
                    <a:pt x="7728" y="4382"/>
                  </a:lnTo>
                  <a:lnTo>
                    <a:pt x="7634" y="4194"/>
                  </a:lnTo>
                  <a:lnTo>
                    <a:pt x="7445" y="4053"/>
                  </a:lnTo>
                  <a:lnTo>
                    <a:pt x="7210" y="4053"/>
                  </a:lnTo>
                  <a:lnTo>
                    <a:pt x="7068" y="4005"/>
                  </a:lnTo>
                  <a:lnTo>
                    <a:pt x="6927" y="3911"/>
                  </a:lnTo>
                  <a:lnTo>
                    <a:pt x="6880" y="3817"/>
                  </a:lnTo>
                  <a:lnTo>
                    <a:pt x="6833" y="3676"/>
                  </a:lnTo>
                  <a:lnTo>
                    <a:pt x="6880" y="3534"/>
                  </a:lnTo>
                  <a:lnTo>
                    <a:pt x="6927" y="3440"/>
                  </a:lnTo>
                  <a:lnTo>
                    <a:pt x="7068" y="3346"/>
                  </a:lnTo>
                  <a:lnTo>
                    <a:pt x="7210" y="3299"/>
                  </a:lnTo>
                  <a:lnTo>
                    <a:pt x="7492" y="3346"/>
                  </a:lnTo>
                  <a:lnTo>
                    <a:pt x="7775" y="3440"/>
                  </a:lnTo>
                  <a:lnTo>
                    <a:pt x="8011" y="3581"/>
                  </a:lnTo>
                  <a:lnTo>
                    <a:pt x="8152" y="3723"/>
                  </a:lnTo>
                  <a:lnTo>
                    <a:pt x="8294" y="3911"/>
                  </a:lnTo>
                  <a:lnTo>
                    <a:pt x="8388" y="4147"/>
                  </a:lnTo>
                  <a:lnTo>
                    <a:pt x="8482" y="4382"/>
                  </a:lnTo>
                  <a:lnTo>
                    <a:pt x="8482" y="4618"/>
                  </a:lnTo>
                  <a:lnTo>
                    <a:pt x="8482" y="4854"/>
                  </a:lnTo>
                  <a:lnTo>
                    <a:pt x="8388" y="5089"/>
                  </a:lnTo>
                  <a:lnTo>
                    <a:pt x="8294" y="5278"/>
                  </a:lnTo>
                  <a:lnTo>
                    <a:pt x="8152" y="5466"/>
                  </a:lnTo>
                  <a:lnTo>
                    <a:pt x="8011" y="5655"/>
                  </a:lnTo>
                  <a:lnTo>
                    <a:pt x="7775" y="5749"/>
                  </a:lnTo>
                  <a:lnTo>
                    <a:pt x="7492" y="5843"/>
                  </a:lnTo>
                  <a:lnTo>
                    <a:pt x="7210" y="5890"/>
                  </a:lnTo>
                  <a:lnTo>
                    <a:pt x="5560" y="5890"/>
                  </a:lnTo>
                  <a:lnTo>
                    <a:pt x="5466" y="6267"/>
                  </a:lnTo>
                  <a:lnTo>
                    <a:pt x="5325" y="6550"/>
                  </a:lnTo>
                  <a:lnTo>
                    <a:pt x="5136" y="6880"/>
                  </a:lnTo>
                  <a:lnTo>
                    <a:pt x="4948" y="7115"/>
                  </a:lnTo>
                  <a:lnTo>
                    <a:pt x="9330" y="7115"/>
                  </a:lnTo>
                  <a:lnTo>
                    <a:pt x="9660" y="7021"/>
                  </a:lnTo>
                  <a:lnTo>
                    <a:pt x="9943" y="6833"/>
                  </a:lnTo>
                  <a:lnTo>
                    <a:pt x="10226" y="6597"/>
                  </a:lnTo>
                  <a:lnTo>
                    <a:pt x="10461" y="6361"/>
                  </a:lnTo>
                  <a:lnTo>
                    <a:pt x="10603" y="6032"/>
                  </a:lnTo>
                  <a:lnTo>
                    <a:pt x="10697" y="5702"/>
                  </a:lnTo>
                  <a:lnTo>
                    <a:pt x="10744" y="5372"/>
                  </a:lnTo>
                  <a:lnTo>
                    <a:pt x="10697" y="5136"/>
                  </a:lnTo>
                  <a:lnTo>
                    <a:pt x="10650" y="4901"/>
                  </a:lnTo>
                  <a:lnTo>
                    <a:pt x="10603" y="4665"/>
                  </a:lnTo>
                  <a:lnTo>
                    <a:pt x="10461" y="4477"/>
                  </a:lnTo>
                  <a:lnTo>
                    <a:pt x="10367" y="4288"/>
                  </a:lnTo>
                  <a:lnTo>
                    <a:pt x="10178" y="4100"/>
                  </a:lnTo>
                  <a:lnTo>
                    <a:pt x="9990" y="3958"/>
                  </a:lnTo>
                  <a:lnTo>
                    <a:pt x="9801" y="3864"/>
                  </a:lnTo>
                  <a:lnTo>
                    <a:pt x="9707" y="3770"/>
                  </a:lnTo>
                  <a:lnTo>
                    <a:pt x="9660" y="3676"/>
                  </a:lnTo>
                  <a:lnTo>
                    <a:pt x="9613" y="3534"/>
                  </a:lnTo>
                  <a:lnTo>
                    <a:pt x="9660" y="3393"/>
                  </a:lnTo>
                  <a:lnTo>
                    <a:pt x="9707" y="3204"/>
                  </a:lnTo>
                  <a:lnTo>
                    <a:pt x="9754" y="2969"/>
                  </a:lnTo>
                  <a:lnTo>
                    <a:pt x="9754" y="2592"/>
                  </a:lnTo>
                  <a:lnTo>
                    <a:pt x="9660" y="2168"/>
                  </a:lnTo>
                  <a:lnTo>
                    <a:pt x="9472" y="1838"/>
                  </a:lnTo>
                  <a:lnTo>
                    <a:pt x="9189" y="1508"/>
                  </a:lnTo>
                  <a:lnTo>
                    <a:pt x="8859" y="1272"/>
                  </a:lnTo>
                  <a:lnTo>
                    <a:pt x="8482" y="1131"/>
                  </a:lnTo>
                  <a:lnTo>
                    <a:pt x="8294" y="1084"/>
                  </a:lnTo>
                  <a:lnTo>
                    <a:pt x="7728" y="1084"/>
                  </a:lnTo>
                  <a:lnTo>
                    <a:pt x="7398" y="1178"/>
                  </a:lnTo>
                  <a:lnTo>
                    <a:pt x="7257" y="1225"/>
                  </a:lnTo>
                  <a:lnTo>
                    <a:pt x="7116" y="1178"/>
                  </a:lnTo>
                  <a:lnTo>
                    <a:pt x="7021" y="1131"/>
                  </a:lnTo>
                  <a:lnTo>
                    <a:pt x="6927" y="1037"/>
                  </a:lnTo>
                  <a:lnTo>
                    <a:pt x="6786" y="801"/>
                  </a:lnTo>
                  <a:lnTo>
                    <a:pt x="6644" y="565"/>
                  </a:lnTo>
                  <a:lnTo>
                    <a:pt x="6456" y="424"/>
                  </a:lnTo>
                  <a:lnTo>
                    <a:pt x="6267" y="283"/>
                  </a:lnTo>
                  <a:lnTo>
                    <a:pt x="6079" y="141"/>
                  </a:lnTo>
                  <a:lnTo>
                    <a:pt x="5843" y="94"/>
                  </a:lnTo>
                  <a:lnTo>
                    <a:pt x="5608" y="47"/>
                  </a:lnTo>
                  <a:lnTo>
                    <a:pt x="537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21"/>
            <p:cNvSpPr/>
            <p:nvPr/>
          </p:nvSpPr>
          <p:spPr>
            <a:xfrm>
              <a:off x="1191150" y="1547475"/>
              <a:ext cx="35375" cy="37725"/>
            </a:xfrm>
            <a:custGeom>
              <a:rect b="b" l="l" r="r" t="t"/>
              <a:pathLst>
                <a:path extrusionOk="0" h="1509" w="1415">
                  <a:moveTo>
                    <a:pt x="1" y="1"/>
                  </a:moveTo>
                  <a:lnTo>
                    <a:pt x="1" y="802"/>
                  </a:lnTo>
                  <a:lnTo>
                    <a:pt x="1" y="943"/>
                  </a:lnTo>
                  <a:lnTo>
                    <a:pt x="48" y="1085"/>
                  </a:lnTo>
                  <a:lnTo>
                    <a:pt x="189" y="1320"/>
                  </a:lnTo>
                  <a:lnTo>
                    <a:pt x="425" y="1462"/>
                  </a:lnTo>
                  <a:lnTo>
                    <a:pt x="566" y="1509"/>
                  </a:lnTo>
                  <a:lnTo>
                    <a:pt x="1273" y="1509"/>
                  </a:lnTo>
                  <a:lnTo>
                    <a:pt x="1368" y="1462"/>
                  </a:lnTo>
                  <a:lnTo>
                    <a:pt x="1415" y="1320"/>
                  </a:lnTo>
                  <a:lnTo>
                    <a:pt x="141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21"/>
            <p:cNvSpPr/>
            <p:nvPr/>
          </p:nvSpPr>
          <p:spPr>
            <a:xfrm>
              <a:off x="1145225" y="1490925"/>
              <a:ext cx="109575" cy="38900"/>
            </a:xfrm>
            <a:custGeom>
              <a:rect b="b" l="l" r="r" t="t"/>
              <a:pathLst>
                <a:path extrusionOk="0" h="1556" w="4383">
                  <a:moveTo>
                    <a:pt x="4383" y="1"/>
                  </a:moveTo>
                  <a:lnTo>
                    <a:pt x="3958" y="142"/>
                  </a:lnTo>
                  <a:lnTo>
                    <a:pt x="0" y="142"/>
                  </a:lnTo>
                  <a:lnTo>
                    <a:pt x="94" y="472"/>
                  </a:lnTo>
                  <a:lnTo>
                    <a:pt x="236" y="708"/>
                  </a:lnTo>
                  <a:lnTo>
                    <a:pt x="424" y="943"/>
                  </a:lnTo>
                  <a:lnTo>
                    <a:pt x="613" y="1179"/>
                  </a:lnTo>
                  <a:lnTo>
                    <a:pt x="848" y="1320"/>
                  </a:lnTo>
                  <a:lnTo>
                    <a:pt x="1131" y="1462"/>
                  </a:lnTo>
                  <a:lnTo>
                    <a:pt x="1414" y="1556"/>
                  </a:lnTo>
                  <a:lnTo>
                    <a:pt x="3487" y="1556"/>
                  </a:lnTo>
                  <a:lnTo>
                    <a:pt x="3676" y="1462"/>
                  </a:lnTo>
                  <a:lnTo>
                    <a:pt x="3864" y="1367"/>
                  </a:lnTo>
                  <a:lnTo>
                    <a:pt x="4053" y="1226"/>
                  </a:lnTo>
                  <a:lnTo>
                    <a:pt x="4194" y="1085"/>
                  </a:lnTo>
                  <a:lnTo>
                    <a:pt x="4288" y="896"/>
                  </a:lnTo>
                  <a:lnTo>
                    <a:pt x="4335" y="661"/>
                  </a:lnTo>
                  <a:lnTo>
                    <a:pt x="4383" y="425"/>
                  </a:lnTo>
                  <a:lnTo>
                    <a:pt x="438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7" name="Google Shape;1577;p21"/>
          <p:cNvGrpSpPr/>
          <p:nvPr/>
        </p:nvGrpSpPr>
        <p:grpSpPr>
          <a:xfrm>
            <a:off x="2523350" y="1223900"/>
            <a:ext cx="286275" cy="285100"/>
            <a:chOff x="1761350" y="1300100"/>
            <a:chExt cx="286275" cy="285100"/>
          </a:xfrm>
        </p:grpSpPr>
        <p:sp>
          <p:nvSpPr>
            <p:cNvPr id="1578" name="Google Shape;1578;p21"/>
            <p:cNvSpPr/>
            <p:nvPr/>
          </p:nvSpPr>
          <p:spPr>
            <a:xfrm>
              <a:off x="1797875" y="1324825"/>
              <a:ext cx="170825" cy="170850"/>
            </a:xfrm>
            <a:custGeom>
              <a:rect b="b" l="l" r="r" t="t"/>
              <a:pathLst>
                <a:path extrusionOk="0" h="6834" w="6833">
                  <a:moveTo>
                    <a:pt x="3958" y="1838"/>
                  </a:moveTo>
                  <a:lnTo>
                    <a:pt x="4100" y="1886"/>
                  </a:lnTo>
                  <a:lnTo>
                    <a:pt x="4241" y="1933"/>
                  </a:lnTo>
                  <a:lnTo>
                    <a:pt x="4288" y="2027"/>
                  </a:lnTo>
                  <a:lnTo>
                    <a:pt x="4335" y="2168"/>
                  </a:lnTo>
                  <a:lnTo>
                    <a:pt x="4288" y="2310"/>
                  </a:lnTo>
                  <a:lnTo>
                    <a:pt x="4241" y="2451"/>
                  </a:lnTo>
                  <a:lnTo>
                    <a:pt x="4100" y="2498"/>
                  </a:lnTo>
                  <a:lnTo>
                    <a:pt x="3958" y="2545"/>
                  </a:lnTo>
                  <a:lnTo>
                    <a:pt x="3723" y="2592"/>
                  </a:lnTo>
                  <a:lnTo>
                    <a:pt x="3487" y="2687"/>
                  </a:lnTo>
                  <a:lnTo>
                    <a:pt x="3299" y="2828"/>
                  </a:lnTo>
                  <a:lnTo>
                    <a:pt x="3157" y="3064"/>
                  </a:lnTo>
                  <a:lnTo>
                    <a:pt x="3958" y="3064"/>
                  </a:lnTo>
                  <a:lnTo>
                    <a:pt x="4147" y="3111"/>
                  </a:lnTo>
                  <a:lnTo>
                    <a:pt x="4241" y="3158"/>
                  </a:lnTo>
                  <a:lnTo>
                    <a:pt x="4288" y="3299"/>
                  </a:lnTo>
                  <a:lnTo>
                    <a:pt x="4335" y="3393"/>
                  </a:lnTo>
                  <a:lnTo>
                    <a:pt x="4288" y="3535"/>
                  </a:lnTo>
                  <a:lnTo>
                    <a:pt x="4241" y="3629"/>
                  </a:lnTo>
                  <a:lnTo>
                    <a:pt x="4147" y="3723"/>
                  </a:lnTo>
                  <a:lnTo>
                    <a:pt x="3958" y="3770"/>
                  </a:lnTo>
                  <a:lnTo>
                    <a:pt x="3157" y="3770"/>
                  </a:lnTo>
                  <a:lnTo>
                    <a:pt x="3299" y="3959"/>
                  </a:lnTo>
                  <a:lnTo>
                    <a:pt x="3487" y="4147"/>
                  </a:lnTo>
                  <a:lnTo>
                    <a:pt x="3723" y="4242"/>
                  </a:lnTo>
                  <a:lnTo>
                    <a:pt x="3958" y="4289"/>
                  </a:lnTo>
                  <a:lnTo>
                    <a:pt x="4100" y="4289"/>
                  </a:lnTo>
                  <a:lnTo>
                    <a:pt x="4241" y="4383"/>
                  </a:lnTo>
                  <a:lnTo>
                    <a:pt x="4288" y="4477"/>
                  </a:lnTo>
                  <a:lnTo>
                    <a:pt x="4335" y="4619"/>
                  </a:lnTo>
                  <a:lnTo>
                    <a:pt x="4288" y="4760"/>
                  </a:lnTo>
                  <a:lnTo>
                    <a:pt x="4241" y="4854"/>
                  </a:lnTo>
                  <a:lnTo>
                    <a:pt x="4100" y="4949"/>
                  </a:lnTo>
                  <a:lnTo>
                    <a:pt x="3958" y="4996"/>
                  </a:lnTo>
                  <a:lnTo>
                    <a:pt x="3723" y="4949"/>
                  </a:lnTo>
                  <a:lnTo>
                    <a:pt x="3440" y="4901"/>
                  </a:lnTo>
                  <a:lnTo>
                    <a:pt x="3204" y="4760"/>
                  </a:lnTo>
                  <a:lnTo>
                    <a:pt x="3016" y="4619"/>
                  </a:lnTo>
                  <a:lnTo>
                    <a:pt x="2827" y="4430"/>
                  </a:lnTo>
                  <a:lnTo>
                    <a:pt x="2639" y="4242"/>
                  </a:lnTo>
                  <a:lnTo>
                    <a:pt x="2545" y="4006"/>
                  </a:lnTo>
                  <a:lnTo>
                    <a:pt x="2450" y="3770"/>
                  </a:lnTo>
                  <a:lnTo>
                    <a:pt x="2309" y="3770"/>
                  </a:lnTo>
                  <a:lnTo>
                    <a:pt x="2168" y="3723"/>
                  </a:lnTo>
                  <a:lnTo>
                    <a:pt x="2073" y="3629"/>
                  </a:lnTo>
                  <a:lnTo>
                    <a:pt x="1979" y="3535"/>
                  </a:lnTo>
                  <a:lnTo>
                    <a:pt x="1979" y="3393"/>
                  </a:lnTo>
                  <a:lnTo>
                    <a:pt x="1979" y="3299"/>
                  </a:lnTo>
                  <a:lnTo>
                    <a:pt x="2073" y="3158"/>
                  </a:lnTo>
                  <a:lnTo>
                    <a:pt x="2168" y="3111"/>
                  </a:lnTo>
                  <a:lnTo>
                    <a:pt x="2309" y="3064"/>
                  </a:lnTo>
                  <a:lnTo>
                    <a:pt x="2450" y="3064"/>
                  </a:lnTo>
                  <a:lnTo>
                    <a:pt x="2545" y="2828"/>
                  </a:lnTo>
                  <a:lnTo>
                    <a:pt x="2639" y="2592"/>
                  </a:lnTo>
                  <a:lnTo>
                    <a:pt x="2827" y="2357"/>
                  </a:lnTo>
                  <a:lnTo>
                    <a:pt x="3016" y="2168"/>
                  </a:lnTo>
                  <a:lnTo>
                    <a:pt x="3204" y="2027"/>
                  </a:lnTo>
                  <a:lnTo>
                    <a:pt x="3440" y="1933"/>
                  </a:lnTo>
                  <a:lnTo>
                    <a:pt x="3723" y="1838"/>
                  </a:lnTo>
                  <a:close/>
                  <a:moveTo>
                    <a:pt x="3063" y="1"/>
                  </a:moveTo>
                  <a:lnTo>
                    <a:pt x="2497" y="95"/>
                  </a:lnTo>
                  <a:lnTo>
                    <a:pt x="1932" y="283"/>
                  </a:lnTo>
                  <a:lnTo>
                    <a:pt x="1461" y="613"/>
                  </a:lnTo>
                  <a:lnTo>
                    <a:pt x="990" y="990"/>
                  </a:lnTo>
                  <a:lnTo>
                    <a:pt x="613" y="1414"/>
                  </a:lnTo>
                  <a:lnTo>
                    <a:pt x="330" y="1933"/>
                  </a:lnTo>
                  <a:lnTo>
                    <a:pt x="141" y="2451"/>
                  </a:lnTo>
                  <a:lnTo>
                    <a:pt x="0" y="3064"/>
                  </a:lnTo>
                  <a:lnTo>
                    <a:pt x="660" y="3064"/>
                  </a:lnTo>
                  <a:lnTo>
                    <a:pt x="801" y="3158"/>
                  </a:lnTo>
                  <a:lnTo>
                    <a:pt x="848" y="3252"/>
                  </a:lnTo>
                  <a:lnTo>
                    <a:pt x="895" y="3393"/>
                  </a:lnTo>
                  <a:lnTo>
                    <a:pt x="848" y="3535"/>
                  </a:lnTo>
                  <a:lnTo>
                    <a:pt x="801" y="3629"/>
                  </a:lnTo>
                  <a:lnTo>
                    <a:pt x="660" y="3723"/>
                  </a:lnTo>
                  <a:lnTo>
                    <a:pt x="0" y="3723"/>
                  </a:lnTo>
                  <a:lnTo>
                    <a:pt x="141" y="4336"/>
                  </a:lnTo>
                  <a:lnTo>
                    <a:pt x="330" y="4901"/>
                  </a:lnTo>
                  <a:lnTo>
                    <a:pt x="613" y="5373"/>
                  </a:lnTo>
                  <a:lnTo>
                    <a:pt x="990" y="5844"/>
                  </a:lnTo>
                  <a:lnTo>
                    <a:pt x="1461" y="6221"/>
                  </a:lnTo>
                  <a:lnTo>
                    <a:pt x="1932" y="6504"/>
                  </a:lnTo>
                  <a:lnTo>
                    <a:pt x="2497" y="6692"/>
                  </a:lnTo>
                  <a:lnTo>
                    <a:pt x="3063" y="6833"/>
                  </a:lnTo>
                  <a:lnTo>
                    <a:pt x="3063" y="6315"/>
                  </a:lnTo>
                  <a:lnTo>
                    <a:pt x="3110" y="6127"/>
                  </a:lnTo>
                  <a:lnTo>
                    <a:pt x="3204" y="6032"/>
                  </a:lnTo>
                  <a:lnTo>
                    <a:pt x="3299" y="5985"/>
                  </a:lnTo>
                  <a:lnTo>
                    <a:pt x="3440" y="5938"/>
                  </a:lnTo>
                  <a:lnTo>
                    <a:pt x="3534" y="5985"/>
                  </a:lnTo>
                  <a:lnTo>
                    <a:pt x="3676" y="6032"/>
                  </a:lnTo>
                  <a:lnTo>
                    <a:pt x="3723" y="6127"/>
                  </a:lnTo>
                  <a:lnTo>
                    <a:pt x="3770" y="6315"/>
                  </a:lnTo>
                  <a:lnTo>
                    <a:pt x="3770" y="6833"/>
                  </a:lnTo>
                  <a:lnTo>
                    <a:pt x="4382" y="6692"/>
                  </a:lnTo>
                  <a:lnTo>
                    <a:pt x="4901" y="6504"/>
                  </a:lnTo>
                  <a:lnTo>
                    <a:pt x="5419" y="6221"/>
                  </a:lnTo>
                  <a:lnTo>
                    <a:pt x="5843" y="5844"/>
                  </a:lnTo>
                  <a:lnTo>
                    <a:pt x="6220" y="5373"/>
                  </a:lnTo>
                  <a:lnTo>
                    <a:pt x="6550" y="4901"/>
                  </a:lnTo>
                  <a:lnTo>
                    <a:pt x="6739" y="4336"/>
                  </a:lnTo>
                  <a:lnTo>
                    <a:pt x="6833" y="3723"/>
                  </a:lnTo>
                  <a:lnTo>
                    <a:pt x="6173" y="3723"/>
                  </a:lnTo>
                  <a:lnTo>
                    <a:pt x="6079" y="3629"/>
                  </a:lnTo>
                  <a:lnTo>
                    <a:pt x="6032" y="3535"/>
                  </a:lnTo>
                  <a:lnTo>
                    <a:pt x="5985" y="3393"/>
                  </a:lnTo>
                  <a:lnTo>
                    <a:pt x="6032" y="3252"/>
                  </a:lnTo>
                  <a:lnTo>
                    <a:pt x="6079" y="3158"/>
                  </a:lnTo>
                  <a:lnTo>
                    <a:pt x="6173" y="3064"/>
                  </a:lnTo>
                  <a:lnTo>
                    <a:pt x="6833" y="3064"/>
                  </a:lnTo>
                  <a:lnTo>
                    <a:pt x="6739" y="2451"/>
                  </a:lnTo>
                  <a:lnTo>
                    <a:pt x="6550" y="1933"/>
                  </a:lnTo>
                  <a:lnTo>
                    <a:pt x="6220" y="1414"/>
                  </a:lnTo>
                  <a:lnTo>
                    <a:pt x="5843" y="990"/>
                  </a:lnTo>
                  <a:lnTo>
                    <a:pt x="5419" y="613"/>
                  </a:lnTo>
                  <a:lnTo>
                    <a:pt x="4901" y="283"/>
                  </a:lnTo>
                  <a:lnTo>
                    <a:pt x="4382" y="95"/>
                  </a:lnTo>
                  <a:lnTo>
                    <a:pt x="3770" y="1"/>
                  </a:lnTo>
                  <a:lnTo>
                    <a:pt x="3770" y="519"/>
                  </a:lnTo>
                  <a:lnTo>
                    <a:pt x="3723" y="660"/>
                  </a:lnTo>
                  <a:lnTo>
                    <a:pt x="3676" y="755"/>
                  </a:lnTo>
                  <a:lnTo>
                    <a:pt x="3534" y="802"/>
                  </a:lnTo>
                  <a:lnTo>
                    <a:pt x="3440" y="849"/>
                  </a:lnTo>
                  <a:lnTo>
                    <a:pt x="3299" y="802"/>
                  </a:lnTo>
                  <a:lnTo>
                    <a:pt x="3204" y="755"/>
                  </a:lnTo>
                  <a:lnTo>
                    <a:pt x="3110" y="660"/>
                  </a:lnTo>
                  <a:lnTo>
                    <a:pt x="3063" y="519"/>
                  </a:lnTo>
                  <a:lnTo>
                    <a:pt x="306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21"/>
            <p:cNvSpPr/>
            <p:nvPr/>
          </p:nvSpPr>
          <p:spPr>
            <a:xfrm>
              <a:off x="1761350" y="1300100"/>
              <a:ext cx="286275" cy="285100"/>
            </a:xfrm>
            <a:custGeom>
              <a:rect b="b" l="l" r="r" t="t"/>
              <a:pathLst>
                <a:path extrusionOk="0" h="11404" w="11451">
                  <a:moveTo>
                    <a:pt x="236" y="0"/>
                  </a:moveTo>
                  <a:lnTo>
                    <a:pt x="142" y="47"/>
                  </a:lnTo>
                  <a:lnTo>
                    <a:pt x="47" y="141"/>
                  </a:lnTo>
                  <a:lnTo>
                    <a:pt x="0" y="330"/>
                  </a:lnTo>
                  <a:lnTo>
                    <a:pt x="0" y="11074"/>
                  </a:lnTo>
                  <a:lnTo>
                    <a:pt x="47" y="11215"/>
                  </a:lnTo>
                  <a:lnTo>
                    <a:pt x="142" y="11309"/>
                  </a:lnTo>
                  <a:lnTo>
                    <a:pt x="236" y="11357"/>
                  </a:lnTo>
                  <a:lnTo>
                    <a:pt x="377" y="11404"/>
                  </a:lnTo>
                  <a:lnTo>
                    <a:pt x="11121" y="11404"/>
                  </a:lnTo>
                  <a:lnTo>
                    <a:pt x="11262" y="11357"/>
                  </a:lnTo>
                  <a:lnTo>
                    <a:pt x="11357" y="11309"/>
                  </a:lnTo>
                  <a:lnTo>
                    <a:pt x="11451" y="11168"/>
                  </a:lnTo>
                  <a:lnTo>
                    <a:pt x="11451" y="11074"/>
                  </a:lnTo>
                  <a:lnTo>
                    <a:pt x="11451" y="10932"/>
                  </a:lnTo>
                  <a:lnTo>
                    <a:pt x="11357" y="10838"/>
                  </a:lnTo>
                  <a:lnTo>
                    <a:pt x="11262" y="10744"/>
                  </a:lnTo>
                  <a:lnTo>
                    <a:pt x="707" y="10744"/>
                  </a:lnTo>
                  <a:lnTo>
                    <a:pt x="707" y="9990"/>
                  </a:lnTo>
                  <a:lnTo>
                    <a:pt x="4665" y="9990"/>
                  </a:lnTo>
                  <a:lnTo>
                    <a:pt x="5278" y="9943"/>
                  </a:lnTo>
                  <a:lnTo>
                    <a:pt x="5843" y="9849"/>
                  </a:lnTo>
                  <a:lnTo>
                    <a:pt x="6409" y="9707"/>
                  </a:lnTo>
                  <a:lnTo>
                    <a:pt x="6927" y="9519"/>
                  </a:lnTo>
                  <a:lnTo>
                    <a:pt x="7446" y="9283"/>
                  </a:lnTo>
                  <a:lnTo>
                    <a:pt x="7917" y="9048"/>
                  </a:lnTo>
                  <a:lnTo>
                    <a:pt x="8388" y="8718"/>
                  </a:lnTo>
                  <a:lnTo>
                    <a:pt x="8765" y="8341"/>
                  </a:lnTo>
                  <a:lnTo>
                    <a:pt x="9189" y="7964"/>
                  </a:lnTo>
                  <a:lnTo>
                    <a:pt x="9519" y="7493"/>
                  </a:lnTo>
                  <a:lnTo>
                    <a:pt x="9802" y="7021"/>
                  </a:lnTo>
                  <a:lnTo>
                    <a:pt x="10084" y="6550"/>
                  </a:lnTo>
                  <a:lnTo>
                    <a:pt x="10320" y="6032"/>
                  </a:lnTo>
                  <a:lnTo>
                    <a:pt x="10461" y="5466"/>
                  </a:lnTo>
                  <a:lnTo>
                    <a:pt x="10603" y="4901"/>
                  </a:lnTo>
                  <a:lnTo>
                    <a:pt x="10650" y="4335"/>
                  </a:lnTo>
                  <a:lnTo>
                    <a:pt x="10744" y="2733"/>
                  </a:lnTo>
                  <a:lnTo>
                    <a:pt x="10885" y="2922"/>
                  </a:lnTo>
                  <a:lnTo>
                    <a:pt x="10980" y="2969"/>
                  </a:lnTo>
                  <a:lnTo>
                    <a:pt x="11121" y="3016"/>
                  </a:lnTo>
                  <a:lnTo>
                    <a:pt x="11215" y="3016"/>
                  </a:lnTo>
                  <a:lnTo>
                    <a:pt x="11357" y="2922"/>
                  </a:lnTo>
                  <a:lnTo>
                    <a:pt x="11404" y="2827"/>
                  </a:lnTo>
                  <a:lnTo>
                    <a:pt x="11451" y="2686"/>
                  </a:lnTo>
                  <a:lnTo>
                    <a:pt x="11451" y="2592"/>
                  </a:lnTo>
                  <a:lnTo>
                    <a:pt x="11357" y="2450"/>
                  </a:lnTo>
                  <a:lnTo>
                    <a:pt x="10697" y="1697"/>
                  </a:lnTo>
                  <a:lnTo>
                    <a:pt x="10603" y="1649"/>
                  </a:lnTo>
                  <a:lnTo>
                    <a:pt x="10461" y="1602"/>
                  </a:lnTo>
                  <a:lnTo>
                    <a:pt x="10320" y="1602"/>
                  </a:lnTo>
                  <a:lnTo>
                    <a:pt x="10226" y="1697"/>
                  </a:lnTo>
                  <a:lnTo>
                    <a:pt x="9519" y="2309"/>
                  </a:lnTo>
                  <a:lnTo>
                    <a:pt x="9425" y="2450"/>
                  </a:lnTo>
                  <a:lnTo>
                    <a:pt x="9378" y="2592"/>
                  </a:lnTo>
                  <a:lnTo>
                    <a:pt x="9425" y="2686"/>
                  </a:lnTo>
                  <a:lnTo>
                    <a:pt x="9472" y="2780"/>
                  </a:lnTo>
                  <a:lnTo>
                    <a:pt x="9566" y="2875"/>
                  </a:lnTo>
                  <a:lnTo>
                    <a:pt x="9707" y="2922"/>
                  </a:lnTo>
                  <a:lnTo>
                    <a:pt x="9802" y="2875"/>
                  </a:lnTo>
                  <a:lnTo>
                    <a:pt x="9943" y="2827"/>
                  </a:lnTo>
                  <a:lnTo>
                    <a:pt x="10084" y="2733"/>
                  </a:lnTo>
                  <a:lnTo>
                    <a:pt x="9990" y="4288"/>
                  </a:lnTo>
                  <a:lnTo>
                    <a:pt x="9943" y="4807"/>
                  </a:lnTo>
                  <a:lnTo>
                    <a:pt x="9802" y="5325"/>
                  </a:lnTo>
                  <a:lnTo>
                    <a:pt x="9660" y="5796"/>
                  </a:lnTo>
                  <a:lnTo>
                    <a:pt x="9472" y="6267"/>
                  </a:lnTo>
                  <a:lnTo>
                    <a:pt x="9236" y="6691"/>
                  </a:lnTo>
                  <a:lnTo>
                    <a:pt x="8953" y="7116"/>
                  </a:lnTo>
                  <a:lnTo>
                    <a:pt x="8671" y="7493"/>
                  </a:lnTo>
                  <a:lnTo>
                    <a:pt x="8341" y="7870"/>
                  </a:lnTo>
                  <a:lnTo>
                    <a:pt x="7964" y="8199"/>
                  </a:lnTo>
                  <a:lnTo>
                    <a:pt x="7540" y="8482"/>
                  </a:lnTo>
                  <a:lnTo>
                    <a:pt x="7116" y="8718"/>
                  </a:lnTo>
                  <a:lnTo>
                    <a:pt x="6692" y="8906"/>
                  </a:lnTo>
                  <a:lnTo>
                    <a:pt x="6220" y="9095"/>
                  </a:lnTo>
                  <a:lnTo>
                    <a:pt x="5702" y="9189"/>
                  </a:lnTo>
                  <a:lnTo>
                    <a:pt x="5184" y="9283"/>
                  </a:lnTo>
                  <a:lnTo>
                    <a:pt x="4665" y="9330"/>
                  </a:lnTo>
                  <a:lnTo>
                    <a:pt x="707" y="9330"/>
                  </a:lnTo>
                  <a:lnTo>
                    <a:pt x="707" y="330"/>
                  </a:lnTo>
                  <a:lnTo>
                    <a:pt x="660" y="189"/>
                  </a:lnTo>
                  <a:lnTo>
                    <a:pt x="566" y="47"/>
                  </a:lnTo>
                  <a:lnTo>
                    <a:pt x="47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0" name="Google Shape;1580;p21"/>
          <p:cNvGrpSpPr/>
          <p:nvPr/>
        </p:nvGrpSpPr>
        <p:grpSpPr>
          <a:xfrm>
            <a:off x="3326775" y="1222725"/>
            <a:ext cx="205000" cy="286275"/>
            <a:chOff x="2564775" y="1298925"/>
            <a:chExt cx="205000" cy="286275"/>
          </a:xfrm>
        </p:grpSpPr>
        <p:sp>
          <p:nvSpPr>
            <p:cNvPr id="1581" name="Google Shape;1581;p21"/>
            <p:cNvSpPr/>
            <p:nvPr/>
          </p:nvSpPr>
          <p:spPr>
            <a:xfrm>
              <a:off x="2587150" y="1424975"/>
              <a:ext cx="160250" cy="160225"/>
            </a:xfrm>
            <a:custGeom>
              <a:rect b="b" l="l" r="r" t="t"/>
              <a:pathLst>
                <a:path extrusionOk="0" h="6409" w="6410">
                  <a:moveTo>
                    <a:pt x="3865" y="1602"/>
                  </a:moveTo>
                  <a:lnTo>
                    <a:pt x="3959" y="1696"/>
                  </a:lnTo>
                  <a:lnTo>
                    <a:pt x="4054" y="1791"/>
                  </a:lnTo>
                  <a:lnTo>
                    <a:pt x="4054" y="1932"/>
                  </a:lnTo>
                  <a:lnTo>
                    <a:pt x="4054" y="2073"/>
                  </a:lnTo>
                  <a:lnTo>
                    <a:pt x="3959" y="2168"/>
                  </a:lnTo>
                  <a:lnTo>
                    <a:pt x="3865" y="2262"/>
                  </a:lnTo>
                  <a:lnTo>
                    <a:pt x="3724" y="2262"/>
                  </a:lnTo>
                  <a:lnTo>
                    <a:pt x="3441" y="2309"/>
                  </a:lnTo>
                  <a:lnTo>
                    <a:pt x="3205" y="2450"/>
                  </a:lnTo>
                  <a:lnTo>
                    <a:pt x="3017" y="2639"/>
                  </a:lnTo>
                  <a:lnTo>
                    <a:pt x="2875" y="2875"/>
                  </a:lnTo>
                  <a:lnTo>
                    <a:pt x="3865" y="2875"/>
                  </a:lnTo>
                  <a:lnTo>
                    <a:pt x="3959" y="2969"/>
                  </a:lnTo>
                  <a:lnTo>
                    <a:pt x="4054" y="3063"/>
                  </a:lnTo>
                  <a:lnTo>
                    <a:pt x="4054" y="3204"/>
                  </a:lnTo>
                  <a:lnTo>
                    <a:pt x="4054" y="3299"/>
                  </a:lnTo>
                  <a:lnTo>
                    <a:pt x="3959" y="3440"/>
                  </a:lnTo>
                  <a:lnTo>
                    <a:pt x="3865" y="3487"/>
                  </a:lnTo>
                  <a:lnTo>
                    <a:pt x="3724" y="3534"/>
                  </a:lnTo>
                  <a:lnTo>
                    <a:pt x="2875" y="3534"/>
                  </a:lnTo>
                  <a:lnTo>
                    <a:pt x="3017" y="3770"/>
                  </a:lnTo>
                  <a:lnTo>
                    <a:pt x="3205" y="3958"/>
                  </a:lnTo>
                  <a:lnTo>
                    <a:pt x="3441" y="4100"/>
                  </a:lnTo>
                  <a:lnTo>
                    <a:pt x="3724" y="4100"/>
                  </a:lnTo>
                  <a:lnTo>
                    <a:pt x="3865" y="4147"/>
                  </a:lnTo>
                  <a:lnTo>
                    <a:pt x="3959" y="4241"/>
                  </a:lnTo>
                  <a:lnTo>
                    <a:pt x="4054" y="4335"/>
                  </a:lnTo>
                  <a:lnTo>
                    <a:pt x="4054" y="4477"/>
                  </a:lnTo>
                  <a:lnTo>
                    <a:pt x="4054" y="4618"/>
                  </a:lnTo>
                  <a:lnTo>
                    <a:pt x="3959" y="4712"/>
                  </a:lnTo>
                  <a:lnTo>
                    <a:pt x="3865" y="4807"/>
                  </a:lnTo>
                  <a:lnTo>
                    <a:pt x="3441" y="4807"/>
                  </a:lnTo>
                  <a:lnTo>
                    <a:pt x="3158" y="4712"/>
                  </a:lnTo>
                  <a:lnTo>
                    <a:pt x="2923" y="4618"/>
                  </a:lnTo>
                  <a:lnTo>
                    <a:pt x="2687" y="4430"/>
                  </a:lnTo>
                  <a:lnTo>
                    <a:pt x="2498" y="4241"/>
                  </a:lnTo>
                  <a:lnTo>
                    <a:pt x="2357" y="4053"/>
                  </a:lnTo>
                  <a:lnTo>
                    <a:pt x="2216" y="3817"/>
                  </a:lnTo>
                  <a:lnTo>
                    <a:pt x="2169" y="3534"/>
                  </a:lnTo>
                  <a:lnTo>
                    <a:pt x="2027" y="3534"/>
                  </a:lnTo>
                  <a:lnTo>
                    <a:pt x="1839" y="3487"/>
                  </a:lnTo>
                  <a:lnTo>
                    <a:pt x="1745" y="3440"/>
                  </a:lnTo>
                  <a:lnTo>
                    <a:pt x="1697" y="3299"/>
                  </a:lnTo>
                  <a:lnTo>
                    <a:pt x="1650" y="3204"/>
                  </a:lnTo>
                  <a:lnTo>
                    <a:pt x="1697" y="3063"/>
                  </a:lnTo>
                  <a:lnTo>
                    <a:pt x="1745" y="2969"/>
                  </a:lnTo>
                  <a:lnTo>
                    <a:pt x="1839" y="2875"/>
                  </a:lnTo>
                  <a:lnTo>
                    <a:pt x="2169" y="2875"/>
                  </a:lnTo>
                  <a:lnTo>
                    <a:pt x="2216" y="2592"/>
                  </a:lnTo>
                  <a:lnTo>
                    <a:pt x="2357" y="2356"/>
                  </a:lnTo>
                  <a:lnTo>
                    <a:pt x="2498" y="2121"/>
                  </a:lnTo>
                  <a:lnTo>
                    <a:pt x="2687" y="1932"/>
                  </a:lnTo>
                  <a:lnTo>
                    <a:pt x="2923" y="1791"/>
                  </a:lnTo>
                  <a:lnTo>
                    <a:pt x="3158" y="1696"/>
                  </a:lnTo>
                  <a:lnTo>
                    <a:pt x="3441" y="1602"/>
                  </a:lnTo>
                  <a:close/>
                  <a:moveTo>
                    <a:pt x="2828" y="0"/>
                  </a:moveTo>
                  <a:lnTo>
                    <a:pt x="2310" y="94"/>
                  </a:lnTo>
                  <a:lnTo>
                    <a:pt x="1792" y="330"/>
                  </a:lnTo>
                  <a:lnTo>
                    <a:pt x="1320" y="566"/>
                  </a:lnTo>
                  <a:lnTo>
                    <a:pt x="896" y="943"/>
                  </a:lnTo>
                  <a:lnTo>
                    <a:pt x="566" y="1319"/>
                  </a:lnTo>
                  <a:lnTo>
                    <a:pt x="284" y="1791"/>
                  </a:lnTo>
                  <a:lnTo>
                    <a:pt x="95" y="2309"/>
                  </a:lnTo>
                  <a:lnTo>
                    <a:pt x="1" y="2875"/>
                  </a:lnTo>
                  <a:lnTo>
                    <a:pt x="331" y="2875"/>
                  </a:lnTo>
                  <a:lnTo>
                    <a:pt x="425" y="2969"/>
                  </a:lnTo>
                  <a:lnTo>
                    <a:pt x="519" y="3063"/>
                  </a:lnTo>
                  <a:lnTo>
                    <a:pt x="519" y="3204"/>
                  </a:lnTo>
                  <a:lnTo>
                    <a:pt x="519" y="3346"/>
                  </a:lnTo>
                  <a:lnTo>
                    <a:pt x="425" y="3440"/>
                  </a:lnTo>
                  <a:lnTo>
                    <a:pt x="331" y="3534"/>
                  </a:lnTo>
                  <a:lnTo>
                    <a:pt x="1" y="3534"/>
                  </a:lnTo>
                  <a:lnTo>
                    <a:pt x="95" y="4100"/>
                  </a:lnTo>
                  <a:lnTo>
                    <a:pt x="284" y="4618"/>
                  </a:lnTo>
                  <a:lnTo>
                    <a:pt x="566" y="5089"/>
                  </a:lnTo>
                  <a:lnTo>
                    <a:pt x="896" y="5466"/>
                  </a:lnTo>
                  <a:lnTo>
                    <a:pt x="1320" y="5843"/>
                  </a:lnTo>
                  <a:lnTo>
                    <a:pt x="1792" y="6126"/>
                  </a:lnTo>
                  <a:lnTo>
                    <a:pt x="2310" y="6314"/>
                  </a:lnTo>
                  <a:lnTo>
                    <a:pt x="2828" y="6409"/>
                  </a:lnTo>
                  <a:lnTo>
                    <a:pt x="2828" y="6220"/>
                  </a:lnTo>
                  <a:lnTo>
                    <a:pt x="2875" y="6079"/>
                  </a:lnTo>
                  <a:lnTo>
                    <a:pt x="2970" y="5985"/>
                  </a:lnTo>
                  <a:lnTo>
                    <a:pt x="3064" y="5890"/>
                  </a:lnTo>
                  <a:lnTo>
                    <a:pt x="3300" y="5890"/>
                  </a:lnTo>
                  <a:lnTo>
                    <a:pt x="3441" y="5985"/>
                  </a:lnTo>
                  <a:lnTo>
                    <a:pt x="3488" y="6079"/>
                  </a:lnTo>
                  <a:lnTo>
                    <a:pt x="3535" y="6220"/>
                  </a:lnTo>
                  <a:lnTo>
                    <a:pt x="3535" y="6409"/>
                  </a:lnTo>
                  <a:lnTo>
                    <a:pt x="4101" y="6314"/>
                  </a:lnTo>
                  <a:lnTo>
                    <a:pt x="4572" y="6126"/>
                  </a:lnTo>
                  <a:lnTo>
                    <a:pt x="5043" y="5843"/>
                  </a:lnTo>
                  <a:lnTo>
                    <a:pt x="5467" y="5466"/>
                  </a:lnTo>
                  <a:lnTo>
                    <a:pt x="5797" y="5089"/>
                  </a:lnTo>
                  <a:lnTo>
                    <a:pt x="6080" y="4618"/>
                  </a:lnTo>
                  <a:lnTo>
                    <a:pt x="6268" y="4100"/>
                  </a:lnTo>
                  <a:lnTo>
                    <a:pt x="6410" y="3534"/>
                  </a:lnTo>
                  <a:lnTo>
                    <a:pt x="6033" y="3534"/>
                  </a:lnTo>
                  <a:lnTo>
                    <a:pt x="5938" y="3440"/>
                  </a:lnTo>
                  <a:lnTo>
                    <a:pt x="5891" y="3346"/>
                  </a:lnTo>
                  <a:lnTo>
                    <a:pt x="5844" y="3204"/>
                  </a:lnTo>
                  <a:lnTo>
                    <a:pt x="5891" y="3063"/>
                  </a:lnTo>
                  <a:lnTo>
                    <a:pt x="5938" y="2969"/>
                  </a:lnTo>
                  <a:lnTo>
                    <a:pt x="6033" y="2875"/>
                  </a:lnTo>
                  <a:lnTo>
                    <a:pt x="6410" y="2875"/>
                  </a:lnTo>
                  <a:lnTo>
                    <a:pt x="6268" y="2309"/>
                  </a:lnTo>
                  <a:lnTo>
                    <a:pt x="6080" y="1791"/>
                  </a:lnTo>
                  <a:lnTo>
                    <a:pt x="5797" y="1319"/>
                  </a:lnTo>
                  <a:lnTo>
                    <a:pt x="5467" y="943"/>
                  </a:lnTo>
                  <a:lnTo>
                    <a:pt x="5043" y="566"/>
                  </a:lnTo>
                  <a:lnTo>
                    <a:pt x="4572" y="330"/>
                  </a:lnTo>
                  <a:lnTo>
                    <a:pt x="4101" y="94"/>
                  </a:lnTo>
                  <a:lnTo>
                    <a:pt x="3535" y="0"/>
                  </a:lnTo>
                  <a:lnTo>
                    <a:pt x="3535" y="189"/>
                  </a:lnTo>
                  <a:lnTo>
                    <a:pt x="3488" y="330"/>
                  </a:lnTo>
                  <a:lnTo>
                    <a:pt x="3441" y="471"/>
                  </a:lnTo>
                  <a:lnTo>
                    <a:pt x="3300" y="518"/>
                  </a:lnTo>
                  <a:lnTo>
                    <a:pt x="3064" y="518"/>
                  </a:lnTo>
                  <a:lnTo>
                    <a:pt x="2970" y="471"/>
                  </a:lnTo>
                  <a:lnTo>
                    <a:pt x="2875" y="330"/>
                  </a:lnTo>
                  <a:lnTo>
                    <a:pt x="2828" y="189"/>
                  </a:lnTo>
                  <a:lnTo>
                    <a:pt x="282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21"/>
            <p:cNvSpPr/>
            <p:nvPr/>
          </p:nvSpPr>
          <p:spPr>
            <a:xfrm>
              <a:off x="2564775" y="1298925"/>
              <a:ext cx="205000" cy="127250"/>
            </a:xfrm>
            <a:custGeom>
              <a:rect b="b" l="l" r="r" t="t"/>
              <a:pathLst>
                <a:path extrusionOk="0" h="5090" w="8200">
                  <a:moveTo>
                    <a:pt x="4053" y="0"/>
                  </a:moveTo>
                  <a:lnTo>
                    <a:pt x="3912" y="47"/>
                  </a:lnTo>
                  <a:lnTo>
                    <a:pt x="189" y="1838"/>
                  </a:lnTo>
                  <a:lnTo>
                    <a:pt x="48" y="1979"/>
                  </a:lnTo>
                  <a:lnTo>
                    <a:pt x="1" y="2168"/>
                  </a:lnTo>
                  <a:lnTo>
                    <a:pt x="1" y="3157"/>
                  </a:lnTo>
                  <a:lnTo>
                    <a:pt x="1" y="3299"/>
                  </a:lnTo>
                  <a:lnTo>
                    <a:pt x="95" y="3440"/>
                  </a:lnTo>
                  <a:lnTo>
                    <a:pt x="189" y="3487"/>
                  </a:lnTo>
                  <a:lnTo>
                    <a:pt x="331" y="3534"/>
                  </a:lnTo>
                  <a:lnTo>
                    <a:pt x="1791" y="3534"/>
                  </a:lnTo>
                  <a:lnTo>
                    <a:pt x="1791" y="5089"/>
                  </a:lnTo>
                  <a:lnTo>
                    <a:pt x="2310" y="4759"/>
                  </a:lnTo>
                  <a:lnTo>
                    <a:pt x="2875" y="4524"/>
                  </a:lnTo>
                  <a:lnTo>
                    <a:pt x="3441" y="4382"/>
                  </a:lnTo>
                  <a:lnTo>
                    <a:pt x="4053" y="4335"/>
                  </a:lnTo>
                  <a:lnTo>
                    <a:pt x="4666" y="4382"/>
                  </a:lnTo>
                  <a:lnTo>
                    <a:pt x="5278" y="4524"/>
                  </a:lnTo>
                  <a:lnTo>
                    <a:pt x="5844" y="4759"/>
                  </a:lnTo>
                  <a:lnTo>
                    <a:pt x="6362" y="5089"/>
                  </a:lnTo>
                  <a:lnTo>
                    <a:pt x="6362" y="3534"/>
                  </a:lnTo>
                  <a:lnTo>
                    <a:pt x="7823" y="3534"/>
                  </a:lnTo>
                  <a:lnTo>
                    <a:pt x="7964" y="3487"/>
                  </a:lnTo>
                  <a:lnTo>
                    <a:pt x="8106" y="3440"/>
                  </a:lnTo>
                  <a:lnTo>
                    <a:pt x="8153" y="3299"/>
                  </a:lnTo>
                  <a:lnTo>
                    <a:pt x="8200" y="3157"/>
                  </a:lnTo>
                  <a:lnTo>
                    <a:pt x="8200" y="2168"/>
                  </a:lnTo>
                  <a:lnTo>
                    <a:pt x="8153" y="1979"/>
                  </a:lnTo>
                  <a:lnTo>
                    <a:pt x="8011" y="1838"/>
                  </a:lnTo>
                  <a:lnTo>
                    <a:pt x="4242" y="47"/>
                  </a:lnTo>
                  <a:lnTo>
                    <a:pt x="405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 name="Google Shape;1583;p21"/>
          <p:cNvGrpSpPr/>
          <p:nvPr/>
        </p:nvGrpSpPr>
        <p:grpSpPr>
          <a:xfrm>
            <a:off x="4047750" y="1222725"/>
            <a:ext cx="286300" cy="286275"/>
            <a:chOff x="3285750" y="1298925"/>
            <a:chExt cx="286300" cy="286275"/>
          </a:xfrm>
        </p:grpSpPr>
        <p:sp>
          <p:nvSpPr>
            <p:cNvPr id="1584" name="Google Shape;1584;p21"/>
            <p:cNvSpPr/>
            <p:nvPr/>
          </p:nvSpPr>
          <p:spPr>
            <a:xfrm>
              <a:off x="3358800" y="1514500"/>
              <a:ext cx="61275" cy="70700"/>
            </a:xfrm>
            <a:custGeom>
              <a:rect b="b" l="l" r="r" t="t"/>
              <a:pathLst>
                <a:path extrusionOk="0" h="2828" w="2451">
                  <a:moveTo>
                    <a:pt x="424" y="0"/>
                  </a:moveTo>
                  <a:lnTo>
                    <a:pt x="236" y="47"/>
                  </a:lnTo>
                  <a:lnTo>
                    <a:pt x="94" y="142"/>
                  </a:lnTo>
                  <a:lnTo>
                    <a:pt x="0" y="283"/>
                  </a:lnTo>
                  <a:lnTo>
                    <a:pt x="0" y="472"/>
                  </a:lnTo>
                  <a:lnTo>
                    <a:pt x="0" y="2356"/>
                  </a:lnTo>
                  <a:lnTo>
                    <a:pt x="0" y="2545"/>
                  </a:lnTo>
                  <a:lnTo>
                    <a:pt x="94" y="2686"/>
                  </a:lnTo>
                  <a:lnTo>
                    <a:pt x="236" y="2781"/>
                  </a:lnTo>
                  <a:lnTo>
                    <a:pt x="424" y="2828"/>
                  </a:lnTo>
                  <a:lnTo>
                    <a:pt x="2451" y="2828"/>
                  </a:lnTo>
                  <a:lnTo>
                    <a:pt x="245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21"/>
            <p:cNvSpPr/>
            <p:nvPr/>
          </p:nvSpPr>
          <p:spPr>
            <a:xfrm>
              <a:off x="3437725" y="1514500"/>
              <a:ext cx="62450" cy="70700"/>
            </a:xfrm>
            <a:custGeom>
              <a:rect b="b" l="l" r="r" t="t"/>
              <a:pathLst>
                <a:path extrusionOk="0" h="2828" w="2498">
                  <a:moveTo>
                    <a:pt x="0" y="0"/>
                  </a:moveTo>
                  <a:lnTo>
                    <a:pt x="0" y="2828"/>
                  </a:lnTo>
                  <a:lnTo>
                    <a:pt x="2074" y="2828"/>
                  </a:lnTo>
                  <a:lnTo>
                    <a:pt x="2215" y="2781"/>
                  </a:lnTo>
                  <a:lnTo>
                    <a:pt x="2356" y="2686"/>
                  </a:lnTo>
                  <a:lnTo>
                    <a:pt x="2451" y="2545"/>
                  </a:lnTo>
                  <a:lnTo>
                    <a:pt x="2498" y="2356"/>
                  </a:lnTo>
                  <a:lnTo>
                    <a:pt x="2498" y="472"/>
                  </a:lnTo>
                  <a:lnTo>
                    <a:pt x="2451" y="283"/>
                  </a:lnTo>
                  <a:lnTo>
                    <a:pt x="2356" y="142"/>
                  </a:lnTo>
                  <a:lnTo>
                    <a:pt x="2215" y="47"/>
                  </a:lnTo>
                  <a:lnTo>
                    <a:pt x="207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21"/>
            <p:cNvSpPr/>
            <p:nvPr/>
          </p:nvSpPr>
          <p:spPr>
            <a:xfrm>
              <a:off x="3356425" y="1442625"/>
              <a:ext cx="122550" cy="36550"/>
            </a:xfrm>
            <a:custGeom>
              <a:rect b="b" l="l" r="r" t="t"/>
              <a:pathLst>
                <a:path extrusionOk="0" h="1462" w="4902">
                  <a:moveTo>
                    <a:pt x="1" y="1"/>
                  </a:moveTo>
                  <a:lnTo>
                    <a:pt x="1" y="1462"/>
                  </a:lnTo>
                  <a:lnTo>
                    <a:pt x="4902" y="1462"/>
                  </a:lnTo>
                  <a:lnTo>
                    <a:pt x="49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21"/>
            <p:cNvSpPr/>
            <p:nvPr/>
          </p:nvSpPr>
          <p:spPr>
            <a:xfrm>
              <a:off x="3495450" y="1442625"/>
              <a:ext cx="76600" cy="36550"/>
            </a:xfrm>
            <a:custGeom>
              <a:rect b="b" l="l" r="r" t="t"/>
              <a:pathLst>
                <a:path extrusionOk="0" h="1462" w="3064">
                  <a:moveTo>
                    <a:pt x="0" y="1"/>
                  </a:moveTo>
                  <a:lnTo>
                    <a:pt x="0" y="1462"/>
                  </a:lnTo>
                  <a:lnTo>
                    <a:pt x="1178" y="1462"/>
                  </a:lnTo>
                  <a:lnTo>
                    <a:pt x="1414" y="1415"/>
                  </a:lnTo>
                  <a:lnTo>
                    <a:pt x="1697" y="1320"/>
                  </a:lnTo>
                  <a:lnTo>
                    <a:pt x="1932" y="1179"/>
                  </a:lnTo>
                  <a:lnTo>
                    <a:pt x="2168" y="1085"/>
                  </a:lnTo>
                  <a:lnTo>
                    <a:pt x="2733" y="1085"/>
                  </a:lnTo>
                  <a:lnTo>
                    <a:pt x="2875" y="1038"/>
                  </a:lnTo>
                  <a:lnTo>
                    <a:pt x="2969" y="943"/>
                  </a:lnTo>
                  <a:lnTo>
                    <a:pt x="3016" y="849"/>
                  </a:lnTo>
                  <a:lnTo>
                    <a:pt x="3063" y="755"/>
                  </a:lnTo>
                  <a:lnTo>
                    <a:pt x="3016" y="613"/>
                  </a:lnTo>
                  <a:lnTo>
                    <a:pt x="2969" y="519"/>
                  </a:lnTo>
                  <a:lnTo>
                    <a:pt x="2875" y="425"/>
                  </a:lnTo>
                  <a:lnTo>
                    <a:pt x="2733" y="378"/>
                  </a:lnTo>
                  <a:lnTo>
                    <a:pt x="2121" y="378"/>
                  </a:lnTo>
                  <a:lnTo>
                    <a:pt x="1932" y="284"/>
                  </a:lnTo>
                  <a:lnTo>
                    <a:pt x="1697" y="142"/>
                  </a:lnTo>
                  <a:lnTo>
                    <a:pt x="1414" y="48"/>
                  </a:lnTo>
                  <a:lnTo>
                    <a:pt x="113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21"/>
            <p:cNvSpPr/>
            <p:nvPr/>
          </p:nvSpPr>
          <p:spPr>
            <a:xfrm>
              <a:off x="3285750" y="1442625"/>
              <a:ext cx="54225" cy="36550"/>
            </a:xfrm>
            <a:custGeom>
              <a:rect b="b" l="l" r="r" t="t"/>
              <a:pathLst>
                <a:path extrusionOk="0" h="1462" w="2169">
                  <a:moveTo>
                    <a:pt x="1084" y="1"/>
                  </a:moveTo>
                  <a:lnTo>
                    <a:pt x="990" y="48"/>
                  </a:lnTo>
                  <a:lnTo>
                    <a:pt x="943" y="142"/>
                  </a:lnTo>
                  <a:lnTo>
                    <a:pt x="943" y="378"/>
                  </a:lnTo>
                  <a:lnTo>
                    <a:pt x="330" y="378"/>
                  </a:lnTo>
                  <a:lnTo>
                    <a:pt x="189" y="425"/>
                  </a:lnTo>
                  <a:lnTo>
                    <a:pt x="95" y="519"/>
                  </a:lnTo>
                  <a:lnTo>
                    <a:pt x="48" y="613"/>
                  </a:lnTo>
                  <a:lnTo>
                    <a:pt x="1" y="755"/>
                  </a:lnTo>
                  <a:lnTo>
                    <a:pt x="48" y="849"/>
                  </a:lnTo>
                  <a:lnTo>
                    <a:pt x="95" y="943"/>
                  </a:lnTo>
                  <a:lnTo>
                    <a:pt x="189" y="1038"/>
                  </a:lnTo>
                  <a:lnTo>
                    <a:pt x="330" y="1085"/>
                  </a:lnTo>
                  <a:lnTo>
                    <a:pt x="943" y="1085"/>
                  </a:lnTo>
                  <a:lnTo>
                    <a:pt x="943" y="1320"/>
                  </a:lnTo>
                  <a:lnTo>
                    <a:pt x="990" y="1415"/>
                  </a:lnTo>
                  <a:lnTo>
                    <a:pt x="1084" y="1462"/>
                  </a:lnTo>
                  <a:lnTo>
                    <a:pt x="2168" y="1462"/>
                  </a:lnTo>
                  <a:lnTo>
                    <a:pt x="216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21"/>
            <p:cNvSpPr/>
            <p:nvPr/>
          </p:nvSpPr>
          <p:spPr>
            <a:xfrm>
              <a:off x="3285750" y="1298925"/>
              <a:ext cx="286300" cy="108400"/>
            </a:xfrm>
            <a:custGeom>
              <a:rect b="b" l="l" r="r" t="t"/>
              <a:pathLst>
                <a:path extrusionOk="0" h="4336" w="11452">
                  <a:moveTo>
                    <a:pt x="4713" y="1649"/>
                  </a:moveTo>
                  <a:lnTo>
                    <a:pt x="4854" y="1744"/>
                  </a:lnTo>
                  <a:lnTo>
                    <a:pt x="4854" y="2120"/>
                  </a:lnTo>
                  <a:lnTo>
                    <a:pt x="4807" y="2497"/>
                  </a:lnTo>
                  <a:lnTo>
                    <a:pt x="4383" y="2262"/>
                  </a:lnTo>
                  <a:lnTo>
                    <a:pt x="4289" y="2168"/>
                  </a:lnTo>
                  <a:lnTo>
                    <a:pt x="4194" y="2026"/>
                  </a:lnTo>
                  <a:lnTo>
                    <a:pt x="4194" y="1932"/>
                  </a:lnTo>
                  <a:lnTo>
                    <a:pt x="4242" y="1791"/>
                  </a:lnTo>
                  <a:lnTo>
                    <a:pt x="4336" y="1696"/>
                  </a:lnTo>
                  <a:lnTo>
                    <a:pt x="4430" y="1649"/>
                  </a:lnTo>
                  <a:close/>
                  <a:moveTo>
                    <a:pt x="7069" y="1649"/>
                  </a:moveTo>
                  <a:lnTo>
                    <a:pt x="7210" y="1696"/>
                  </a:lnTo>
                  <a:lnTo>
                    <a:pt x="7257" y="1791"/>
                  </a:lnTo>
                  <a:lnTo>
                    <a:pt x="7305" y="1885"/>
                  </a:lnTo>
                  <a:lnTo>
                    <a:pt x="7305" y="2026"/>
                  </a:lnTo>
                  <a:lnTo>
                    <a:pt x="7257" y="2168"/>
                  </a:lnTo>
                  <a:lnTo>
                    <a:pt x="7163" y="2262"/>
                  </a:lnTo>
                  <a:lnTo>
                    <a:pt x="6645" y="2545"/>
                  </a:lnTo>
                  <a:lnTo>
                    <a:pt x="6598" y="2356"/>
                  </a:lnTo>
                  <a:lnTo>
                    <a:pt x="6598" y="2120"/>
                  </a:lnTo>
                  <a:lnTo>
                    <a:pt x="6598" y="1791"/>
                  </a:lnTo>
                  <a:lnTo>
                    <a:pt x="6833" y="1649"/>
                  </a:lnTo>
                  <a:close/>
                  <a:moveTo>
                    <a:pt x="1885" y="0"/>
                  </a:moveTo>
                  <a:lnTo>
                    <a:pt x="1650" y="47"/>
                  </a:lnTo>
                  <a:lnTo>
                    <a:pt x="1461" y="94"/>
                  </a:lnTo>
                  <a:lnTo>
                    <a:pt x="1273" y="188"/>
                  </a:lnTo>
                  <a:lnTo>
                    <a:pt x="1131" y="330"/>
                  </a:lnTo>
                  <a:lnTo>
                    <a:pt x="990" y="471"/>
                  </a:lnTo>
                  <a:lnTo>
                    <a:pt x="896" y="660"/>
                  </a:lnTo>
                  <a:lnTo>
                    <a:pt x="849" y="895"/>
                  </a:lnTo>
                  <a:lnTo>
                    <a:pt x="802" y="1084"/>
                  </a:lnTo>
                  <a:lnTo>
                    <a:pt x="802" y="1508"/>
                  </a:lnTo>
                  <a:lnTo>
                    <a:pt x="330" y="1508"/>
                  </a:lnTo>
                  <a:lnTo>
                    <a:pt x="189" y="1555"/>
                  </a:lnTo>
                  <a:lnTo>
                    <a:pt x="95" y="1602"/>
                  </a:lnTo>
                  <a:lnTo>
                    <a:pt x="48" y="1744"/>
                  </a:lnTo>
                  <a:lnTo>
                    <a:pt x="1" y="1838"/>
                  </a:lnTo>
                  <a:lnTo>
                    <a:pt x="48" y="1979"/>
                  </a:lnTo>
                  <a:lnTo>
                    <a:pt x="95" y="2073"/>
                  </a:lnTo>
                  <a:lnTo>
                    <a:pt x="189" y="2120"/>
                  </a:lnTo>
                  <a:lnTo>
                    <a:pt x="330" y="2168"/>
                  </a:lnTo>
                  <a:lnTo>
                    <a:pt x="802" y="2168"/>
                  </a:lnTo>
                  <a:lnTo>
                    <a:pt x="849" y="2592"/>
                  </a:lnTo>
                  <a:lnTo>
                    <a:pt x="990" y="3016"/>
                  </a:lnTo>
                  <a:lnTo>
                    <a:pt x="1179" y="3393"/>
                  </a:lnTo>
                  <a:lnTo>
                    <a:pt x="1461" y="3723"/>
                  </a:lnTo>
                  <a:lnTo>
                    <a:pt x="1791" y="3958"/>
                  </a:lnTo>
                  <a:lnTo>
                    <a:pt x="2168" y="4194"/>
                  </a:lnTo>
                  <a:lnTo>
                    <a:pt x="2592" y="4288"/>
                  </a:lnTo>
                  <a:lnTo>
                    <a:pt x="3016" y="4335"/>
                  </a:lnTo>
                  <a:lnTo>
                    <a:pt x="3299" y="4335"/>
                  </a:lnTo>
                  <a:lnTo>
                    <a:pt x="3770" y="4288"/>
                  </a:lnTo>
                  <a:lnTo>
                    <a:pt x="4147" y="4147"/>
                  </a:lnTo>
                  <a:lnTo>
                    <a:pt x="4524" y="3958"/>
                  </a:lnTo>
                  <a:lnTo>
                    <a:pt x="4854" y="3676"/>
                  </a:lnTo>
                  <a:lnTo>
                    <a:pt x="5137" y="3346"/>
                  </a:lnTo>
                  <a:lnTo>
                    <a:pt x="5325" y="2969"/>
                  </a:lnTo>
                  <a:lnTo>
                    <a:pt x="5467" y="2592"/>
                  </a:lnTo>
                  <a:lnTo>
                    <a:pt x="5514" y="2120"/>
                  </a:lnTo>
                  <a:lnTo>
                    <a:pt x="5514" y="1979"/>
                  </a:lnTo>
                  <a:lnTo>
                    <a:pt x="5608" y="1838"/>
                  </a:lnTo>
                  <a:lnTo>
                    <a:pt x="5702" y="1791"/>
                  </a:lnTo>
                  <a:lnTo>
                    <a:pt x="5844" y="1791"/>
                  </a:lnTo>
                  <a:lnTo>
                    <a:pt x="5938" y="1932"/>
                  </a:lnTo>
                  <a:lnTo>
                    <a:pt x="5938" y="2120"/>
                  </a:lnTo>
                  <a:lnTo>
                    <a:pt x="5985" y="2592"/>
                  </a:lnTo>
                  <a:lnTo>
                    <a:pt x="6126" y="2969"/>
                  </a:lnTo>
                  <a:lnTo>
                    <a:pt x="6315" y="3346"/>
                  </a:lnTo>
                  <a:lnTo>
                    <a:pt x="6598" y="3676"/>
                  </a:lnTo>
                  <a:lnTo>
                    <a:pt x="6928" y="3958"/>
                  </a:lnTo>
                  <a:lnTo>
                    <a:pt x="7305" y="4147"/>
                  </a:lnTo>
                  <a:lnTo>
                    <a:pt x="7682" y="4288"/>
                  </a:lnTo>
                  <a:lnTo>
                    <a:pt x="8153" y="4335"/>
                  </a:lnTo>
                  <a:lnTo>
                    <a:pt x="8435" y="4335"/>
                  </a:lnTo>
                  <a:lnTo>
                    <a:pt x="8860" y="4288"/>
                  </a:lnTo>
                  <a:lnTo>
                    <a:pt x="9284" y="4194"/>
                  </a:lnTo>
                  <a:lnTo>
                    <a:pt x="9661" y="3958"/>
                  </a:lnTo>
                  <a:lnTo>
                    <a:pt x="9990" y="3723"/>
                  </a:lnTo>
                  <a:lnTo>
                    <a:pt x="10273" y="3393"/>
                  </a:lnTo>
                  <a:lnTo>
                    <a:pt x="10462" y="3016"/>
                  </a:lnTo>
                  <a:lnTo>
                    <a:pt x="10603" y="2592"/>
                  </a:lnTo>
                  <a:lnTo>
                    <a:pt x="10650" y="2168"/>
                  </a:lnTo>
                  <a:lnTo>
                    <a:pt x="11121" y="2168"/>
                  </a:lnTo>
                  <a:lnTo>
                    <a:pt x="11263" y="2120"/>
                  </a:lnTo>
                  <a:lnTo>
                    <a:pt x="11357" y="2073"/>
                  </a:lnTo>
                  <a:lnTo>
                    <a:pt x="11404" y="1979"/>
                  </a:lnTo>
                  <a:lnTo>
                    <a:pt x="11451" y="1838"/>
                  </a:lnTo>
                  <a:lnTo>
                    <a:pt x="11404" y="1744"/>
                  </a:lnTo>
                  <a:lnTo>
                    <a:pt x="11357" y="1602"/>
                  </a:lnTo>
                  <a:lnTo>
                    <a:pt x="11263" y="1555"/>
                  </a:lnTo>
                  <a:lnTo>
                    <a:pt x="11121" y="1508"/>
                  </a:lnTo>
                  <a:lnTo>
                    <a:pt x="10650" y="1508"/>
                  </a:lnTo>
                  <a:lnTo>
                    <a:pt x="10650" y="1084"/>
                  </a:lnTo>
                  <a:lnTo>
                    <a:pt x="10650" y="895"/>
                  </a:lnTo>
                  <a:lnTo>
                    <a:pt x="10556" y="660"/>
                  </a:lnTo>
                  <a:lnTo>
                    <a:pt x="10462" y="471"/>
                  </a:lnTo>
                  <a:lnTo>
                    <a:pt x="10320" y="330"/>
                  </a:lnTo>
                  <a:lnTo>
                    <a:pt x="10179" y="188"/>
                  </a:lnTo>
                  <a:lnTo>
                    <a:pt x="9990" y="94"/>
                  </a:lnTo>
                  <a:lnTo>
                    <a:pt x="9802" y="47"/>
                  </a:lnTo>
                  <a:lnTo>
                    <a:pt x="9566" y="0"/>
                  </a:lnTo>
                  <a:lnTo>
                    <a:pt x="7022" y="0"/>
                  </a:lnTo>
                  <a:lnTo>
                    <a:pt x="6786" y="47"/>
                  </a:lnTo>
                  <a:lnTo>
                    <a:pt x="6598" y="94"/>
                  </a:lnTo>
                  <a:lnTo>
                    <a:pt x="6409" y="188"/>
                  </a:lnTo>
                  <a:lnTo>
                    <a:pt x="6268" y="330"/>
                  </a:lnTo>
                  <a:lnTo>
                    <a:pt x="6126" y="471"/>
                  </a:lnTo>
                  <a:lnTo>
                    <a:pt x="6032" y="660"/>
                  </a:lnTo>
                  <a:lnTo>
                    <a:pt x="5938" y="895"/>
                  </a:lnTo>
                  <a:lnTo>
                    <a:pt x="5938" y="1084"/>
                  </a:lnTo>
                  <a:lnTo>
                    <a:pt x="5938" y="1131"/>
                  </a:lnTo>
                  <a:lnTo>
                    <a:pt x="5514" y="1131"/>
                  </a:lnTo>
                  <a:lnTo>
                    <a:pt x="5514" y="1084"/>
                  </a:lnTo>
                  <a:lnTo>
                    <a:pt x="5514" y="895"/>
                  </a:lnTo>
                  <a:lnTo>
                    <a:pt x="5420" y="660"/>
                  </a:lnTo>
                  <a:lnTo>
                    <a:pt x="5325" y="471"/>
                  </a:lnTo>
                  <a:lnTo>
                    <a:pt x="5184" y="330"/>
                  </a:lnTo>
                  <a:lnTo>
                    <a:pt x="5043" y="188"/>
                  </a:lnTo>
                  <a:lnTo>
                    <a:pt x="4854" y="94"/>
                  </a:lnTo>
                  <a:lnTo>
                    <a:pt x="4666" y="47"/>
                  </a:lnTo>
                  <a:lnTo>
                    <a:pt x="443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0" name="Google Shape;1590;p21"/>
          <p:cNvGrpSpPr/>
          <p:nvPr/>
        </p:nvGrpSpPr>
        <p:grpSpPr>
          <a:xfrm>
            <a:off x="4809950" y="1222725"/>
            <a:ext cx="286300" cy="286275"/>
            <a:chOff x="4047950" y="1298925"/>
            <a:chExt cx="286300" cy="286275"/>
          </a:xfrm>
        </p:grpSpPr>
        <p:sp>
          <p:nvSpPr>
            <p:cNvPr id="1591" name="Google Shape;1591;p21"/>
            <p:cNvSpPr/>
            <p:nvPr/>
          </p:nvSpPr>
          <p:spPr>
            <a:xfrm>
              <a:off x="4267075" y="1298925"/>
              <a:ext cx="67175" cy="63625"/>
            </a:xfrm>
            <a:custGeom>
              <a:rect b="b" l="l" r="r" t="t"/>
              <a:pathLst>
                <a:path extrusionOk="0" h="2545" w="2687">
                  <a:moveTo>
                    <a:pt x="1367" y="0"/>
                  </a:moveTo>
                  <a:lnTo>
                    <a:pt x="1226" y="47"/>
                  </a:lnTo>
                  <a:lnTo>
                    <a:pt x="1131" y="141"/>
                  </a:lnTo>
                  <a:lnTo>
                    <a:pt x="896" y="660"/>
                  </a:lnTo>
                  <a:lnTo>
                    <a:pt x="802" y="754"/>
                  </a:lnTo>
                  <a:lnTo>
                    <a:pt x="236" y="801"/>
                  </a:lnTo>
                  <a:lnTo>
                    <a:pt x="95" y="848"/>
                  </a:lnTo>
                  <a:lnTo>
                    <a:pt x="48" y="990"/>
                  </a:lnTo>
                  <a:lnTo>
                    <a:pt x="0" y="1084"/>
                  </a:lnTo>
                  <a:lnTo>
                    <a:pt x="95" y="1225"/>
                  </a:lnTo>
                  <a:lnTo>
                    <a:pt x="519" y="1602"/>
                  </a:lnTo>
                  <a:lnTo>
                    <a:pt x="566" y="1696"/>
                  </a:lnTo>
                  <a:lnTo>
                    <a:pt x="425" y="2309"/>
                  </a:lnTo>
                  <a:lnTo>
                    <a:pt x="425" y="2403"/>
                  </a:lnTo>
                  <a:lnTo>
                    <a:pt x="472" y="2497"/>
                  </a:lnTo>
                  <a:lnTo>
                    <a:pt x="613" y="2545"/>
                  </a:lnTo>
                  <a:lnTo>
                    <a:pt x="754" y="2545"/>
                  </a:lnTo>
                  <a:lnTo>
                    <a:pt x="1320" y="2262"/>
                  </a:lnTo>
                  <a:lnTo>
                    <a:pt x="1414" y="2262"/>
                  </a:lnTo>
                  <a:lnTo>
                    <a:pt x="1933" y="2545"/>
                  </a:lnTo>
                  <a:lnTo>
                    <a:pt x="2168" y="2545"/>
                  </a:lnTo>
                  <a:lnTo>
                    <a:pt x="2215" y="2450"/>
                  </a:lnTo>
                  <a:lnTo>
                    <a:pt x="2262" y="2309"/>
                  </a:lnTo>
                  <a:lnTo>
                    <a:pt x="2168" y="1696"/>
                  </a:lnTo>
                  <a:lnTo>
                    <a:pt x="2168" y="1602"/>
                  </a:lnTo>
                  <a:lnTo>
                    <a:pt x="2592" y="1225"/>
                  </a:lnTo>
                  <a:lnTo>
                    <a:pt x="2686" y="1084"/>
                  </a:lnTo>
                  <a:lnTo>
                    <a:pt x="2639" y="942"/>
                  </a:lnTo>
                  <a:lnTo>
                    <a:pt x="2592" y="848"/>
                  </a:lnTo>
                  <a:lnTo>
                    <a:pt x="2498" y="801"/>
                  </a:lnTo>
                  <a:lnTo>
                    <a:pt x="1885" y="754"/>
                  </a:lnTo>
                  <a:lnTo>
                    <a:pt x="1791" y="660"/>
                  </a:lnTo>
                  <a:lnTo>
                    <a:pt x="1556" y="141"/>
                  </a:lnTo>
                  <a:lnTo>
                    <a:pt x="1461" y="47"/>
                  </a:lnTo>
                  <a:lnTo>
                    <a:pt x="136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21"/>
            <p:cNvSpPr/>
            <p:nvPr/>
          </p:nvSpPr>
          <p:spPr>
            <a:xfrm>
              <a:off x="4257650" y="1512150"/>
              <a:ext cx="76600" cy="73050"/>
            </a:xfrm>
            <a:custGeom>
              <a:rect b="b" l="l" r="r" t="t"/>
              <a:pathLst>
                <a:path extrusionOk="0" h="2922" w="3064">
                  <a:moveTo>
                    <a:pt x="1414" y="0"/>
                  </a:moveTo>
                  <a:lnTo>
                    <a:pt x="1320" y="94"/>
                  </a:lnTo>
                  <a:lnTo>
                    <a:pt x="990" y="754"/>
                  </a:lnTo>
                  <a:lnTo>
                    <a:pt x="896" y="848"/>
                  </a:lnTo>
                  <a:lnTo>
                    <a:pt x="189" y="943"/>
                  </a:lnTo>
                  <a:lnTo>
                    <a:pt x="95" y="990"/>
                  </a:lnTo>
                  <a:lnTo>
                    <a:pt x="1" y="1037"/>
                  </a:lnTo>
                  <a:lnTo>
                    <a:pt x="1" y="1178"/>
                  </a:lnTo>
                  <a:lnTo>
                    <a:pt x="48" y="1320"/>
                  </a:lnTo>
                  <a:lnTo>
                    <a:pt x="566" y="1838"/>
                  </a:lnTo>
                  <a:lnTo>
                    <a:pt x="613" y="1932"/>
                  </a:lnTo>
                  <a:lnTo>
                    <a:pt x="472" y="2639"/>
                  </a:lnTo>
                  <a:lnTo>
                    <a:pt x="472" y="2733"/>
                  </a:lnTo>
                  <a:lnTo>
                    <a:pt x="519" y="2827"/>
                  </a:lnTo>
                  <a:lnTo>
                    <a:pt x="660" y="2922"/>
                  </a:lnTo>
                  <a:lnTo>
                    <a:pt x="802" y="2875"/>
                  </a:lnTo>
                  <a:lnTo>
                    <a:pt x="1461" y="2545"/>
                  </a:lnTo>
                  <a:lnTo>
                    <a:pt x="1556" y="2545"/>
                  </a:lnTo>
                  <a:lnTo>
                    <a:pt x="2215" y="2875"/>
                  </a:lnTo>
                  <a:lnTo>
                    <a:pt x="2357" y="2922"/>
                  </a:lnTo>
                  <a:lnTo>
                    <a:pt x="2498" y="2827"/>
                  </a:lnTo>
                  <a:lnTo>
                    <a:pt x="2545" y="2733"/>
                  </a:lnTo>
                  <a:lnTo>
                    <a:pt x="2545" y="2639"/>
                  </a:lnTo>
                  <a:lnTo>
                    <a:pt x="2404" y="1932"/>
                  </a:lnTo>
                  <a:lnTo>
                    <a:pt x="2451" y="1838"/>
                  </a:lnTo>
                  <a:lnTo>
                    <a:pt x="2969" y="1320"/>
                  </a:lnTo>
                  <a:lnTo>
                    <a:pt x="3063" y="1178"/>
                  </a:lnTo>
                  <a:lnTo>
                    <a:pt x="3016" y="1037"/>
                  </a:lnTo>
                  <a:lnTo>
                    <a:pt x="2922" y="990"/>
                  </a:lnTo>
                  <a:lnTo>
                    <a:pt x="2828" y="943"/>
                  </a:lnTo>
                  <a:lnTo>
                    <a:pt x="2121" y="848"/>
                  </a:lnTo>
                  <a:lnTo>
                    <a:pt x="2027" y="754"/>
                  </a:lnTo>
                  <a:lnTo>
                    <a:pt x="1697" y="94"/>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21"/>
            <p:cNvSpPr/>
            <p:nvPr/>
          </p:nvSpPr>
          <p:spPr>
            <a:xfrm>
              <a:off x="4047950" y="1346025"/>
              <a:ext cx="42450" cy="27125"/>
            </a:xfrm>
            <a:custGeom>
              <a:rect b="b" l="l" r="r" t="t"/>
              <a:pathLst>
                <a:path extrusionOk="0" h="1085" w="1698">
                  <a:moveTo>
                    <a:pt x="189" y="1"/>
                  </a:moveTo>
                  <a:lnTo>
                    <a:pt x="95" y="95"/>
                  </a:lnTo>
                  <a:lnTo>
                    <a:pt x="48" y="189"/>
                  </a:lnTo>
                  <a:lnTo>
                    <a:pt x="1" y="331"/>
                  </a:lnTo>
                  <a:lnTo>
                    <a:pt x="48" y="472"/>
                  </a:lnTo>
                  <a:lnTo>
                    <a:pt x="95" y="566"/>
                  </a:lnTo>
                  <a:lnTo>
                    <a:pt x="189" y="613"/>
                  </a:lnTo>
                  <a:lnTo>
                    <a:pt x="1226" y="1038"/>
                  </a:lnTo>
                  <a:lnTo>
                    <a:pt x="1367" y="1085"/>
                  </a:lnTo>
                  <a:lnTo>
                    <a:pt x="1509" y="1038"/>
                  </a:lnTo>
                  <a:lnTo>
                    <a:pt x="1603" y="990"/>
                  </a:lnTo>
                  <a:lnTo>
                    <a:pt x="1697" y="849"/>
                  </a:lnTo>
                  <a:lnTo>
                    <a:pt x="1697" y="708"/>
                  </a:lnTo>
                  <a:lnTo>
                    <a:pt x="1697" y="613"/>
                  </a:lnTo>
                  <a:lnTo>
                    <a:pt x="1603" y="519"/>
                  </a:lnTo>
                  <a:lnTo>
                    <a:pt x="1509" y="425"/>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21"/>
            <p:cNvSpPr/>
            <p:nvPr/>
          </p:nvSpPr>
          <p:spPr>
            <a:xfrm>
              <a:off x="4080950" y="1298925"/>
              <a:ext cx="35350" cy="37700"/>
            </a:xfrm>
            <a:custGeom>
              <a:rect b="b" l="l" r="r" t="t"/>
              <a:pathLst>
                <a:path extrusionOk="0" h="1508" w="1414">
                  <a:moveTo>
                    <a:pt x="330" y="0"/>
                  </a:moveTo>
                  <a:lnTo>
                    <a:pt x="189" y="47"/>
                  </a:lnTo>
                  <a:lnTo>
                    <a:pt x="94" y="94"/>
                  </a:lnTo>
                  <a:lnTo>
                    <a:pt x="0" y="236"/>
                  </a:lnTo>
                  <a:lnTo>
                    <a:pt x="0" y="330"/>
                  </a:lnTo>
                  <a:lnTo>
                    <a:pt x="0" y="471"/>
                  </a:lnTo>
                  <a:lnTo>
                    <a:pt x="94" y="565"/>
                  </a:lnTo>
                  <a:lnTo>
                    <a:pt x="848" y="1414"/>
                  </a:lnTo>
                  <a:lnTo>
                    <a:pt x="943" y="1461"/>
                  </a:lnTo>
                  <a:lnTo>
                    <a:pt x="1084" y="1508"/>
                  </a:lnTo>
                  <a:lnTo>
                    <a:pt x="1225" y="1461"/>
                  </a:lnTo>
                  <a:lnTo>
                    <a:pt x="1320" y="1414"/>
                  </a:lnTo>
                  <a:lnTo>
                    <a:pt x="1414" y="1319"/>
                  </a:lnTo>
                  <a:lnTo>
                    <a:pt x="1414" y="1178"/>
                  </a:lnTo>
                  <a:lnTo>
                    <a:pt x="1414" y="1037"/>
                  </a:lnTo>
                  <a:lnTo>
                    <a:pt x="1320" y="942"/>
                  </a:lnTo>
                  <a:lnTo>
                    <a:pt x="566" y="141"/>
                  </a:lnTo>
                  <a:lnTo>
                    <a:pt x="471" y="47"/>
                  </a:lnTo>
                  <a:lnTo>
                    <a:pt x="33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21"/>
            <p:cNvSpPr/>
            <p:nvPr/>
          </p:nvSpPr>
          <p:spPr>
            <a:xfrm>
              <a:off x="4241150" y="1374300"/>
              <a:ext cx="23600" cy="69550"/>
            </a:xfrm>
            <a:custGeom>
              <a:rect b="b" l="l" r="r" t="t"/>
              <a:pathLst>
                <a:path extrusionOk="0" h="2782" w="944">
                  <a:moveTo>
                    <a:pt x="284" y="1"/>
                  </a:moveTo>
                  <a:lnTo>
                    <a:pt x="95" y="95"/>
                  </a:lnTo>
                  <a:lnTo>
                    <a:pt x="1" y="284"/>
                  </a:lnTo>
                  <a:lnTo>
                    <a:pt x="1" y="425"/>
                  </a:lnTo>
                  <a:lnTo>
                    <a:pt x="1" y="2310"/>
                  </a:lnTo>
                  <a:lnTo>
                    <a:pt x="1" y="2498"/>
                  </a:lnTo>
                  <a:lnTo>
                    <a:pt x="95" y="2640"/>
                  </a:lnTo>
                  <a:lnTo>
                    <a:pt x="284" y="2734"/>
                  </a:lnTo>
                  <a:lnTo>
                    <a:pt x="425" y="2781"/>
                  </a:lnTo>
                  <a:lnTo>
                    <a:pt x="472" y="2781"/>
                  </a:lnTo>
                  <a:lnTo>
                    <a:pt x="661" y="2734"/>
                  </a:lnTo>
                  <a:lnTo>
                    <a:pt x="802" y="2640"/>
                  </a:lnTo>
                  <a:lnTo>
                    <a:pt x="896" y="2498"/>
                  </a:lnTo>
                  <a:lnTo>
                    <a:pt x="943" y="2310"/>
                  </a:lnTo>
                  <a:lnTo>
                    <a:pt x="943" y="2263"/>
                  </a:lnTo>
                  <a:lnTo>
                    <a:pt x="943" y="425"/>
                  </a:lnTo>
                  <a:lnTo>
                    <a:pt x="896" y="284"/>
                  </a:lnTo>
                  <a:lnTo>
                    <a:pt x="802" y="95"/>
                  </a:lnTo>
                  <a:lnTo>
                    <a:pt x="66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21"/>
            <p:cNvSpPr/>
            <p:nvPr/>
          </p:nvSpPr>
          <p:spPr>
            <a:xfrm>
              <a:off x="4198750" y="1347225"/>
              <a:ext cx="23575" cy="54200"/>
            </a:xfrm>
            <a:custGeom>
              <a:rect b="b" l="l" r="r" t="t"/>
              <a:pathLst>
                <a:path extrusionOk="0" h="2168" w="943">
                  <a:moveTo>
                    <a:pt x="330" y="0"/>
                  </a:moveTo>
                  <a:lnTo>
                    <a:pt x="189" y="94"/>
                  </a:lnTo>
                  <a:lnTo>
                    <a:pt x="48" y="236"/>
                  </a:lnTo>
                  <a:lnTo>
                    <a:pt x="0" y="424"/>
                  </a:lnTo>
                  <a:lnTo>
                    <a:pt x="0" y="471"/>
                  </a:lnTo>
                  <a:lnTo>
                    <a:pt x="0" y="2168"/>
                  </a:lnTo>
                  <a:lnTo>
                    <a:pt x="943" y="2168"/>
                  </a:lnTo>
                  <a:lnTo>
                    <a:pt x="943" y="471"/>
                  </a:lnTo>
                  <a:lnTo>
                    <a:pt x="896" y="283"/>
                  </a:lnTo>
                  <a:lnTo>
                    <a:pt x="801" y="94"/>
                  </a:lnTo>
                  <a:lnTo>
                    <a:pt x="66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21"/>
            <p:cNvSpPr/>
            <p:nvPr/>
          </p:nvSpPr>
          <p:spPr>
            <a:xfrm>
              <a:off x="4156325" y="1347225"/>
              <a:ext cx="24775" cy="54200"/>
            </a:xfrm>
            <a:custGeom>
              <a:rect b="b" l="l" r="r" t="t"/>
              <a:pathLst>
                <a:path extrusionOk="0" h="2168" w="991">
                  <a:moveTo>
                    <a:pt x="331" y="0"/>
                  </a:moveTo>
                  <a:lnTo>
                    <a:pt x="189" y="94"/>
                  </a:lnTo>
                  <a:lnTo>
                    <a:pt x="48" y="236"/>
                  </a:lnTo>
                  <a:lnTo>
                    <a:pt x="1" y="424"/>
                  </a:lnTo>
                  <a:lnTo>
                    <a:pt x="1" y="471"/>
                  </a:lnTo>
                  <a:lnTo>
                    <a:pt x="1" y="2168"/>
                  </a:lnTo>
                  <a:lnTo>
                    <a:pt x="991" y="2168"/>
                  </a:lnTo>
                  <a:lnTo>
                    <a:pt x="991" y="471"/>
                  </a:lnTo>
                  <a:lnTo>
                    <a:pt x="991" y="424"/>
                  </a:lnTo>
                  <a:lnTo>
                    <a:pt x="896" y="236"/>
                  </a:lnTo>
                  <a:lnTo>
                    <a:pt x="802" y="94"/>
                  </a:ln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21"/>
            <p:cNvSpPr/>
            <p:nvPr/>
          </p:nvSpPr>
          <p:spPr>
            <a:xfrm>
              <a:off x="4113925" y="1347225"/>
              <a:ext cx="24775" cy="54200"/>
            </a:xfrm>
            <a:custGeom>
              <a:rect b="b" l="l" r="r" t="t"/>
              <a:pathLst>
                <a:path extrusionOk="0" h="2168" w="991">
                  <a:moveTo>
                    <a:pt x="330" y="0"/>
                  </a:moveTo>
                  <a:lnTo>
                    <a:pt x="189" y="94"/>
                  </a:lnTo>
                  <a:lnTo>
                    <a:pt x="48" y="283"/>
                  </a:lnTo>
                  <a:lnTo>
                    <a:pt x="1" y="471"/>
                  </a:lnTo>
                  <a:lnTo>
                    <a:pt x="1" y="2168"/>
                  </a:lnTo>
                  <a:lnTo>
                    <a:pt x="990" y="2168"/>
                  </a:lnTo>
                  <a:lnTo>
                    <a:pt x="990" y="471"/>
                  </a:lnTo>
                  <a:lnTo>
                    <a:pt x="990" y="424"/>
                  </a:lnTo>
                  <a:lnTo>
                    <a:pt x="943" y="236"/>
                  </a:lnTo>
                  <a:lnTo>
                    <a:pt x="802" y="94"/>
                  </a:lnTo>
                  <a:lnTo>
                    <a:pt x="66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21"/>
            <p:cNvSpPr/>
            <p:nvPr/>
          </p:nvSpPr>
          <p:spPr>
            <a:xfrm>
              <a:off x="4150450" y="1560450"/>
              <a:ext cx="78950" cy="24750"/>
            </a:xfrm>
            <a:custGeom>
              <a:rect b="b" l="l" r="r" t="t"/>
              <a:pathLst>
                <a:path extrusionOk="0" h="990" w="3158">
                  <a:moveTo>
                    <a:pt x="0" y="0"/>
                  </a:moveTo>
                  <a:lnTo>
                    <a:pt x="0" y="707"/>
                  </a:lnTo>
                  <a:lnTo>
                    <a:pt x="47" y="801"/>
                  </a:lnTo>
                  <a:lnTo>
                    <a:pt x="95" y="895"/>
                  </a:lnTo>
                  <a:lnTo>
                    <a:pt x="189" y="990"/>
                  </a:lnTo>
                  <a:lnTo>
                    <a:pt x="2781" y="990"/>
                  </a:lnTo>
                  <a:lnTo>
                    <a:pt x="2922" y="943"/>
                  </a:lnTo>
                  <a:lnTo>
                    <a:pt x="3016" y="895"/>
                  </a:lnTo>
                  <a:lnTo>
                    <a:pt x="3110" y="754"/>
                  </a:lnTo>
                  <a:lnTo>
                    <a:pt x="3158" y="613"/>
                  </a:lnTo>
                  <a:lnTo>
                    <a:pt x="315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21"/>
            <p:cNvSpPr/>
            <p:nvPr/>
          </p:nvSpPr>
          <p:spPr>
            <a:xfrm>
              <a:off x="4113925" y="1419075"/>
              <a:ext cx="150825" cy="124900"/>
            </a:xfrm>
            <a:custGeom>
              <a:rect b="b" l="l" r="r" t="t"/>
              <a:pathLst>
                <a:path extrusionOk="0" h="4996" w="6033">
                  <a:moveTo>
                    <a:pt x="519" y="0"/>
                  </a:moveTo>
                  <a:lnTo>
                    <a:pt x="330" y="48"/>
                  </a:lnTo>
                  <a:lnTo>
                    <a:pt x="142" y="142"/>
                  </a:lnTo>
                  <a:lnTo>
                    <a:pt x="48" y="330"/>
                  </a:lnTo>
                  <a:lnTo>
                    <a:pt x="1" y="519"/>
                  </a:lnTo>
                  <a:lnTo>
                    <a:pt x="1" y="1603"/>
                  </a:lnTo>
                  <a:lnTo>
                    <a:pt x="189" y="1932"/>
                  </a:lnTo>
                  <a:lnTo>
                    <a:pt x="802" y="2027"/>
                  </a:lnTo>
                  <a:lnTo>
                    <a:pt x="990" y="2074"/>
                  </a:lnTo>
                  <a:lnTo>
                    <a:pt x="1132" y="2215"/>
                  </a:lnTo>
                  <a:lnTo>
                    <a:pt x="1226" y="2309"/>
                  </a:lnTo>
                  <a:lnTo>
                    <a:pt x="1320" y="2498"/>
                  </a:lnTo>
                  <a:lnTo>
                    <a:pt x="1367" y="2686"/>
                  </a:lnTo>
                  <a:lnTo>
                    <a:pt x="1367" y="2875"/>
                  </a:lnTo>
                  <a:lnTo>
                    <a:pt x="1273" y="3016"/>
                  </a:lnTo>
                  <a:lnTo>
                    <a:pt x="1179" y="3158"/>
                  </a:lnTo>
                  <a:lnTo>
                    <a:pt x="755" y="3582"/>
                  </a:lnTo>
                  <a:lnTo>
                    <a:pt x="755" y="3676"/>
                  </a:lnTo>
                  <a:lnTo>
                    <a:pt x="990" y="3959"/>
                  </a:lnTo>
                  <a:lnTo>
                    <a:pt x="1179" y="4289"/>
                  </a:lnTo>
                  <a:lnTo>
                    <a:pt x="1320" y="4618"/>
                  </a:lnTo>
                  <a:lnTo>
                    <a:pt x="1414" y="4995"/>
                  </a:lnTo>
                  <a:lnTo>
                    <a:pt x="4666" y="4995"/>
                  </a:lnTo>
                  <a:lnTo>
                    <a:pt x="4760" y="4666"/>
                  </a:lnTo>
                  <a:lnTo>
                    <a:pt x="4901" y="4289"/>
                  </a:lnTo>
                  <a:lnTo>
                    <a:pt x="5043" y="4006"/>
                  </a:lnTo>
                  <a:lnTo>
                    <a:pt x="5278" y="3723"/>
                  </a:lnTo>
                  <a:lnTo>
                    <a:pt x="5608" y="3252"/>
                  </a:lnTo>
                  <a:lnTo>
                    <a:pt x="5844" y="2781"/>
                  </a:lnTo>
                  <a:lnTo>
                    <a:pt x="5985" y="2262"/>
                  </a:lnTo>
                  <a:lnTo>
                    <a:pt x="6032" y="1697"/>
                  </a:lnTo>
                  <a:lnTo>
                    <a:pt x="6032" y="1603"/>
                  </a:lnTo>
                  <a:lnTo>
                    <a:pt x="5797" y="1650"/>
                  </a:lnTo>
                  <a:lnTo>
                    <a:pt x="5561" y="1697"/>
                  </a:lnTo>
                  <a:lnTo>
                    <a:pt x="5514" y="1697"/>
                  </a:lnTo>
                  <a:lnTo>
                    <a:pt x="5278" y="1650"/>
                  </a:lnTo>
                  <a:lnTo>
                    <a:pt x="4996" y="1555"/>
                  </a:lnTo>
                  <a:lnTo>
                    <a:pt x="4807" y="1414"/>
                  </a:lnTo>
                  <a:lnTo>
                    <a:pt x="4619" y="1226"/>
                  </a:lnTo>
                  <a:lnTo>
                    <a:pt x="4336" y="1508"/>
                  </a:lnTo>
                  <a:lnTo>
                    <a:pt x="3959" y="1697"/>
                  </a:lnTo>
                  <a:lnTo>
                    <a:pt x="3535" y="1838"/>
                  </a:lnTo>
                  <a:lnTo>
                    <a:pt x="3016" y="1885"/>
                  </a:lnTo>
                  <a:lnTo>
                    <a:pt x="3111" y="2168"/>
                  </a:lnTo>
                  <a:lnTo>
                    <a:pt x="3158" y="2451"/>
                  </a:lnTo>
                  <a:lnTo>
                    <a:pt x="3158" y="3158"/>
                  </a:lnTo>
                  <a:lnTo>
                    <a:pt x="3111" y="3299"/>
                  </a:lnTo>
                  <a:lnTo>
                    <a:pt x="3064" y="3393"/>
                  </a:lnTo>
                  <a:lnTo>
                    <a:pt x="2969" y="3440"/>
                  </a:lnTo>
                  <a:lnTo>
                    <a:pt x="2828" y="3487"/>
                  </a:lnTo>
                  <a:lnTo>
                    <a:pt x="2734" y="3487"/>
                  </a:lnTo>
                  <a:lnTo>
                    <a:pt x="2592" y="3393"/>
                  </a:lnTo>
                  <a:lnTo>
                    <a:pt x="2545" y="3299"/>
                  </a:lnTo>
                  <a:lnTo>
                    <a:pt x="2498" y="3158"/>
                  </a:lnTo>
                  <a:lnTo>
                    <a:pt x="2498" y="2451"/>
                  </a:lnTo>
                  <a:lnTo>
                    <a:pt x="2451" y="2215"/>
                  </a:lnTo>
                  <a:lnTo>
                    <a:pt x="2357" y="2074"/>
                  </a:lnTo>
                  <a:lnTo>
                    <a:pt x="2215" y="1980"/>
                  </a:lnTo>
                  <a:lnTo>
                    <a:pt x="2027" y="1932"/>
                  </a:lnTo>
                  <a:lnTo>
                    <a:pt x="1933" y="1932"/>
                  </a:lnTo>
                  <a:lnTo>
                    <a:pt x="1838" y="1885"/>
                  </a:lnTo>
                  <a:lnTo>
                    <a:pt x="1697" y="1744"/>
                  </a:lnTo>
                  <a:lnTo>
                    <a:pt x="1650" y="1650"/>
                  </a:lnTo>
                  <a:lnTo>
                    <a:pt x="1650" y="1555"/>
                  </a:lnTo>
                  <a:lnTo>
                    <a:pt x="1650" y="1414"/>
                  </a:lnTo>
                  <a:lnTo>
                    <a:pt x="1744" y="1320"/>
                  </a:lnTo>
                  <a:lnTo>
                    <a:pt x="1838" y="1226"/>
                  </a:lnTo>
                  <a:lnTo>
                    <a:pt x="1980" y="1179"/>
                  </a:lnTo>
                  <a:lnTo>
                    <a:pt x="3205" y="1179"/>
                  </a:lnTo>
                  <a:lnTo>
                    <a:pt x="3582" y="1084"/>
                  </a:lnTo>
                  <a:lnTo>
                    <a:pt x="3865" y="943"/>
                  </a:lnTo>
                  <a:lnTo>
                    <a:pt x="4053" y="754"/>
                  </a:lnTo>
                  <a:lnTo>
                    <a:pt x="4194" y="566"/>
                  </a:lnTo>
                  <a:lnTo>
                    <a:pt x="4289" y="236"/>
                  </a:lnTo>
                  <a:lnTo>
                    <a:pt x="4289" y="142"/>
                  </a:lnTo>
                  <a:lnTo>
                    <a:pt x="4242" y="95"/>
                  </a:lnTo>
                  <a:lnTo>
                    <a:pt x="4194" y="48"/>
                  </a:lnTo>
                  <a:lnTo>
                    <a:pt x="410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21"/>
            <p:cNvSpPr/>
            <p:nvPr/>
          </p:nvSpPr>
          <p:spPr>
            <a:xfrm>
              <a:off x="4047950" y="1457950"/>
              <a:ext cx="81325" cy="77775"/>
            </a:xfrm>
            <a:custGeom>
              <a:rect b="b" l="l" r="r" t="t"/>
              <a:pathLst>
                <a:path extrusionOk="0" h="3111" w="3253">
                  <a:moveTo>
                    <a:pt x="1650" y="0"/>
                  </a:moveTo>
                  <a:lnTo>
                    <a:pt x="1556" y="48"/>
                  </a:lnTo>
                  <a:lnTo>
                    <a:pt x="1462" y="95"/>
                  </a:lnTo>
                  <a:lnTo>
                    <a:pt x="1132" y="849"/>
                  </a:lnTo>
                  <a:lnTo>
                    <a:pt x="1037" y="896"/>
                  </a:lnTo>
                  <a:lnTo>
                    <a:pt x="990" y="943"/>
                  </a:lnTo>
                  <a:lnTo>
                    <a:pt x="189" y="1037"/>
                  </a:lnTo>
                  <a:lnTo>
                    <a:pt x="95" y="1084"/>
                  </a:lnTo>
                  <a:lnTo>
                    <a:pt x="1" y="1179"/>
                  </a:lnTo>
                  <a:lnTo>
                    <a:pt x="1" y="1273"/>
                  </a:lnTo>
                  <a:lnTo>
                    <a:pt x="95" y="1367"/>
                  </a:lnTo>
                  <a:lnTo>
                    <a:pt x="660" y="1932"/>
                  </a:lnTo>
                  <a:lnTo>
                    <a:pt x="708" y="2027"/>
                  </a:lnTo>
                  <a:lnTo>
                    <a:pt x="708" y="2121"/>
                  </a:lnTo>
                  <a:lnTo>
                    <a:pt x="566" y="2875"/>
                  </a:lnTo>
                  <a:lnTo>
                    <a:pt x="566" y="3016"/>
                  </a:lnTo>
                  <a:lnTo>
                    <a:pt x="660" y="3063"/>
                  </a:lnTo>
                  <a:lnTo>
                    <a:pt x="755" y="3111"/>
                  </a:lnTo>
                  <a:lnTo>
                    <a:pt x="849" y="3111"/>
                  </a:lnTo>
                  <a:lnTo>
                    <a:pt x="1556" y="2734"/>
                  </a:lnTo>
                  <a:lnTo>
                    <a:pt x="1650" y="2686"/>
                  </a:lnTo>
                  <a:lnTo>
                    <a:pt x="1744" y="2734"/>
                  </a:lnTo>
                  <a:lnTo>
                    <a:pt x="2451" y="3111"/>
                  </a:lnTo>
                  <a:lnTo>
                    <a:pt x="2545" y="3111"/>
                  </a:lnTo>
                  <a:lnTo>
                    <a:pt x="2640" y="3063"/>
                  </a:lnTo>
                  <a:lnTo>
                    <a:pt x="2687" y="3016"/>
                  </a:lnTo>
                  <a:lnTo>
                    <a:pt x="2734" y="2875"/>
                  </a:lnTo>
                  <a:lnTo>
                    <a:pt x="2592" y="2121"/>
                  </a:lnTo>
                  <a:lnTo>
                    <a:pt x="2592" y="2027"/>
                  </a:lnTo>
                  <a:lnTo>
                    <a:pt x="2640" y="1932"/>
                  </a:lnTo>
                  <a:lnTo>
                    <a:pt x="3205" y="1367"/>
                  </a:lnTo>
                  <a:lnTo>
                    <a:pt x="3252" y="1273"/>
                  </a:lnTo>
                  <a:lnTo>
                    <a:pt x="3252" y="1179"/>
                  </a:lnTo>
                  <a:lnTo>
                    <a:pt x="3205" y="1084"/>
                  </a:lnTo>
                  <a:lnTo>
                    <a:pt x="3111" y="1037"/>
                  </a:lnTo>
                  <a:lnTo>
                    <a:pt x="2310" y="943"/>
                  </a:lnTo>
                  <a:lnTo>
                    <a:pt x="2215" y="896"/>
                  </a:lnTo>
                  <a:lnTo>
                    <a:pt x="2168" y="849"/>
                  </a:lnTo>
                  <a:lnTo>
                    <a:pt x="1791" y="95"/>
                  </a:lnTo>
                  <a:lnTo>
                    <a:pt x="1744" y="48"/>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2" name="Google Shape;1602;p21"/>
          <p:cNvGrpSpPr/>
          <p:nvPr/>
        </p:nvGrpSpPr>
        <p:grpSpPr>
          <a:xfrm>
            <a:off x="5580400" y="1222725"/>
            <a:ext cx="269800" cy="286275"/>
            <a:chOff x="4818400" y="1298925"/>
            <a:chExt cx="269800" cy="286275"/>
          </a:xfrm>
        </p:grpSpPr>
        <p:sp>
          <p:nvSpPr>
            <p:cNvPr id="1603" name="Google Shape;1603;p21"/>
            <p:cNvSpPr/>
            <p:nvPr/>
          </p:nvSpPr>
          <p:spPr>
            <a:xfrm>
              <a:off x="4818400" y="1298925"/>
              <a:ext cx="150825" cy="109575"/>
            </a:xfrm>
            <a:custGeom>
              <a:rect b="b" l="l" r="r" t="t"/>
              <a:pathLst>
                <a:path extrusionOk="0" h="4383" w="6033">
                  <a:moveTo>
                    <a:pt x="3865" y="0"/>
                  </a:moveTo>
                  <a:lnTo>
                    <a:pt x="3488" y="47"/>
                  </a:lnTo>
                  <a:lnTo>
                    <a:pt x="3158" y="141"/>
                  </a:lnTo>
                  <a:lnTo>
                    <a:pt x="2875" y="283"/>
                  </a:lnTo>
                  <a:lnTo>
                    <a:pt x="2592" y="471"/>
                  </a:lnTo>
                  <a:lnTo>
                    <a:pt x="2310" y="707"/>
                  </a:lnTo>
                  <a:lnTo>
                    <a:pt x="2074" y="942"/>
                  </a:lnTo>
                  <a:lnTo>
                    <a:pt x="1886" y="1272"/>
                  </a:lnTo>
                  <a:lnTo>
                    <a:pt x="1744" y="1602"/>
                  </a:lnTo>
                  <a:lnTo>
                    <a:pt x="1650" y="1979"/>
                  </a:lnTo>
                  <a:lnTo>
                    <a:pt x="1650" y="2073"/>
                  </a:lnTo>
                  <a:lnTo>
                    <a:pt x="1556" y="2168"/>
                  </a:lnTo>
                  <a:lnTo>
                    <a:pt x="1509" y="2215"/>
                  </a:lnTo>
                  <a:lnTo>
                    <a:pt x="1367" y="2262"/>
                  </a:lnTo>
                  <a:lnTo>
                    <a:pt x="1037" y="2403"/>
                  </a:lnTo>
                  <a:lnTo>
                    <a:pt x="755" y="2545"/>
                  </a:lnTo>
                  <a:lnTo>
                    <a:pt x="519" y="2780"/>
                  </a:lnTo>
                  <a:lnTo>
                    <a:pt x="283" y="3063"/>
                  </a:lnTo>
                  <a:lnTo>
                    <a:pt x="142" y="3346"/>
                  </a:lnTo>
                  <a:lnTo>
                    <a:pt x="48" y="3676"/>
                  </a:lnTo>
                  <a:lnTo>
                    <a:pt x="1" y="4053"/>
                  </a:lnTo>
                  <a:lnTo>
                    <a:pt x="48" y="4382"/>
                  </a:lnTo>
                  <a:lnTo>
                    <a:pt x="378" y="4005"/>
                  </a:lnTo>
                  <a:lnTo>
                    <a:pt x="613" y="3864"/>
                  </a:lnTo>
                  <a:lnTo>
                    <a:pt x="849" y="3770"/>
                  </a:lnTo>
                  <a:lnTo>
                    <a:pt x="1085" y="3628"/>
                  </a:lnTo>
                  <a:lnTo>
                    <a:pt x="1320" y="3581"/>
                  </a:lnTo>
                  <a:lnTo>
                    <a:pt x="1603" y="3534"/>
                  </a:lnTo>
                  <a:lnTo>
                    <a:pt x="1886" y="3487"/>
                  </a:lnTo>
                  <a:lnTo>
                    <a:pt x="1933" y="3487"/>
                  </a:lnTo>
                  <a:lnTo>
                    <a:pt x="2074" y="3157"/>
                  </a:lnTo>
                  <a:lnTo>
                    <a:pt x="2263" y="2874"/>
                  </a:lnTo>
                  <a:lnTo>
                    <a:pt x="2545" y="2639"/>
                  </a:lnTo>
                  <a:lnTo>
                    <a:pt x="2875" y="2450"/>
                  </a:lnTo>
                  <a:lnTo>
                    <a:pt x="3205" y="2309"/>
                  </a:lnTo>
                  <a:lnTo>
                    <a:pt x="3535" y="2262"/>
                  </a:lnTo>
                  <a:lnTo>
                    <a:pt x="3912" y="2262"/>
                  </a:lnTo>
                  <a:lnTo>
                    <a:pt x="4242" y="2356"/>
                  </a:lnTo>
                  <a:lnTo>
                    <a:pt x="4289" y="2356"/>
                  </a:lnTo>
                  <a:lnTo>
                    <a:pt x="4619" y="1932"/>
                  </a:lnTo>
                  <a:lnTo>
                    <a:pt x="5043" y="1555"/>
                  </a:lnTo>
                  <a:lnTo>
                    <a:pt x="5514" y="1319"/>
                  </a:lnTo>
                  <a:lnTo>
                    <a:pt x="6032" y="1131"/>
                  </a:lnTo>
                  <a:lnTo>
                    <a:pt x="5797" y="801"/>
                  </a:lnTo>
                  <a:lnTo>
                    <a:pt x="5514" y="565"/>
                  </a:lnTo>
                  <a:lnTo>
                    <a:pt x="5184" y="330"/>
                  </a:lnTo>
                  <a:lnTo>
                    <a:pt x="4854" y="188"/>
                  </a:lnTo>
                  <a:lnTo>
                    <a:pt x="4524" y="94"/>
                  </a:lnTo>
                  <a:lnTo>
                    <a:pt x="4195" y="47"/>
                  </a:lnTo>
                  <a:lnTo>
                    <a:pt x="386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21"/>
            <p:cNvSpPr/>
            <p:nvPr/>
          </p:nvSpPr>
          <p:spPr>
            <a:xfrm>
              <a:off x="4823125" y="1342500"/>
              <a:ext cx="265075" cy="147275"/>
            </a:xfrm>
            <a:custGeom>
              <a:rect b="b" l="l" r="r" t="t"/>
              <a:pathLst>
                <a:path extrusionOk="0" h="5891" w="10603">
                  <a:moveTo>
                    <a:pt x="6362" y="1"/>
                  </a:moveTo>
                  <a:lnTo>
                    <a:pt x="6032" y="48"/>
                  </a:lnTo>
                  <a:lnTo>
                    <a:pt x="5749" y="142"/>
                  </a:lnTo>
                  <a:lnTo>
                    <a:pt x="5419" y="283"/>
                  </a:lnTo>
                  <a:lnTo>
                    <a:pt x="5137" y="472"/>
                  </a:lnTo>
                  <a:lnTo>
                    <a:pt x="4901" y="707"/>
                  </a:lnTo>
                  <a:lnTo>
                    <a:pt x="4665" y="990"/>
                  </a:lnTo>
                  <a:lnTo>
                    <a:pt x="4477" y="1179"/>
                  </a:lnTo>
                  <a:lnTo>
                    <a:pt x="4288" y="1273"/>
                  </a:lnTo>
                  <a:lnTo>
                    <a:pt x="4053" y="1320"/>
                  </a:lnTo>
                  <a:lnTo>
                    <a:pt x="3817" y="1273"/>
                  </a:lnTo>
                  <a:lnTo>
                    <a:pt x="3629" y="1226"/>
                  </a:lnTo>
                  <a:lnTo>
                    <a:pt x="3157" y="1226"/>
                  </a:lnTo>
                  <a:lnTo>
                    <a:pt x="2969" y="1320"/>
                  </a:lnTo>
                  <a:lnTo>
                    <a:pt x="2780" y="1414"/>
                  </a:lnTo>
                  <a:lnTo>
                    <a:pt x="2592" y="1603"/>
                  </a:lnTo>
                  <a:lnTo>
                    <a:pt x="2451" y="1744"/>
                  </a:lnTo>
                  <a:lnTo>
                    <a:pt x="2356" y="1980"/>
                  </a:lnTo>
                  <a:lnTo>
                    <a:pt x="2262" y="2168"/>
                  </a:lnTo>
                  <a:lnTo>
                    <a:pt x="2121" y="2310"/>
                  </a:lnTo>
                  <a:lnTo>
                    <a:pt x="1932" y="2404"/>
                  </a:lnTo>
                  <a:lnTo>
                    <a:pt x="1697" y="2451"/>
                  </a:lnTo>
                  <a:lnTo>
                    <a:pt x="1320" y="2498"/>
                  </a:lnTo>
                  <a:lnTo>
                    <a:pt x="943" y="2639"/>
                  </a:lnTo>
                  <a:lnTo>
                    <a:pt x="660" y="2781"/>
                  </a:lnTo>
                  <a:lnTo>
                    <a:pt x="424" y="3016"/>
                  </a:lnTo>
                  <a:lnTo>
                    <a:pt x="236" y="3252"/>
                  </a:lnTo>
                  <a:lnTo>
                    <a:pt x="94" y="3535"/>
                  </a:lnTo>
                  <a:lnTo>
                    <a:pt x="0" y="3865"/>
                  </a:lnTo>
                  <a:lnTo>
                    <a:pt x="0" y="4194"/>
                  </a:lnTo>
                  <a:lnTo>
                    <a:pt x="0" y="4477"/>
                  </a:lnTo>
                  <a:lnTo>
                    <a:pt x="94" y="4807"/>
                  </a:lnTo>
                  <a:lnTo>
                    <a:pt x="236" y="5090"/>
                  </a:lnTo>
                  <a:lnTo>
                    <a:pt x="424" y="5325"/>
                  </a:lnTo>
                  <a:lnTo>
                    <a:pt x="660" y="5561"/>
                  </a:lnTo>
                  <a:lnTo>
                    <a:pt x="943" y="5702"/>
                  </a:lnTo>
                  <a:lnTo>
                    <a:pt x="1320" y="5844"/>
                  </a:lnTo>
                  <a:lnTo>
                    <a:pt x="1697" y="5891"/>
                  </a:lnTo>
                  <a:lnTo>
                    <a:pt x="3487" y="5891"/>
                  </a:lnTo>
                  <a:lnTo>
                    <a:pt x="3487" y="4194"/>
                  </a:lnTo>
                  <a:lnTo>
                    <a:pt x="3534" y="4006"/>
                  </a:lnTo>
                  <a:lnTo>
                    <a:pt x="3582" y="3912"/>
                  </a:lnTo>
                  <a:lnTo>
                    <a:pt x="3723" y="3865"/>
                  </a:lnTo>
                  <a:lnTo>
                    <a:pt x="3817" y="3817"/>
                  </a:lnTo>
                  <a:lnTo>
                    <a:pt x="3959" y="3865"/>
                  </a:lnTo>
                  <a:lnTo>
                    <a:pt x="4053" y="3912"/>
                  </a:lnTo>
                  <a:lnTo>
                    <a:pt x="4147" y="4006"/>
                  </a:lnTo>
                  <a:lnTo>
                    <a:pt x="4194" y="4194"/>
                  </a:lnTo>
                  <a:lnTo>
                    <a:pt x="4194" y="4666"/>
                  </a:lnTo>
                  <a:lnTo>
                    <a:pt x="6409" y="4666"/>
                  </a:lnTo>
                  <a:lnTo>
                    <a:pt x="6409" y="4194"/>
                  </a:lnTo>
                  <a:lnTo>
                    <a:pt x="6409" y="4006"/>
                  </a:lnTo>
                  <a:lnTo>
                    <a:pt x="6503" y="3912"/>
                  </a:lnTo>
                  <a:lnTo>
                    <a:pt x="6597" y="3865"/>
                  </a:lnTo>
                  <a:lnTo>
                    <a:pt x="6739" y="3817"/>
                  </a:lnTo>
                  <a:lnTo>
                    <a:pt x="6880" y="3865"/>
                  </a:lnTo>
                  <a:lnTo>
                    <a:pt x="6974" y="3912"/>
                  </a:lnTo>
                  <a:lnTo>
                    <a:pt x="7021" y="4006"/>
                  </a:lnTo>
                  <a:lnTo>
                    <a:pt x="7069" y="4194"/>
                  </a:lnTo>
                  <a:lnTo>
                    <a:pt x="7069" y="5891"/>
                  </a:lnTo>
                  <a:lnTo>
                    <a:pt x="8859" y="5891"/>
                  </a:lnTo>
                  <a:lnTo>
                    <a:pt x="9236" y="5844"/>
                  </a:lnTo>
                  <a:lnTo>
                    <a:pt x="9566" y="5749"/>
                  </a:lnTo>
                  <a:lnTo>
                    <a:pt x="9849" y="5608"/>
                  </a:lnTo>
                  <a:lnTo>
                    <a:pt x="10084" y="5420"/>
                  </a:lnTo>
                  <a:lnTo>
                    <a:pt x="10273" y="5184"/>
                  </a:lnTo>
                  <a:lnTo>
                    <a:pt x="10414" y="4948"/>
                  </a:lnTo>
                  <a:lnTo>
                    <a:pt x="10509" y="4666"/>
                  </a:lnTo>
                  <a:lnTo>
                    <a:pt x="10556" y="4383"/>
                  </a:lnTo>
                  <a:lnTo>
                    <a:pt x="10603" y="4100"/>
                  </a:lnTo>
                  <a:lnTo>
                    <a:pt x="10556" y="3770"/>
                  </a:lnTo>
                  <a:lnTo>
                    <a:pt x="10461" y="3488"/>
                  </a:lnTo>
                  <a:lnTo>
                    <a:pt x="10320" y="3252"/>
                  </a:lnTo>
                  <a:lnTo>
                    <a:pt x="10132" y="3016"/>
                  </a:lnTo>
                  <a:lnTo>
                    <a:pt x="9896" y="2781"/>
                  </a:lnTo>
                  <a:lnTo>
                    <a:pt x="9613" y="2639"/>
                  </a:lnTo>
                  <a:lnTo>
                    <a:pt x="9283" y="2498"/>
                  </a:lnTo>
                  <a:lnTo>
                    <a:pt x="9095" y="2404"/>
                  </a:lnTo>
                  <a:lnTo>
                    <a:pt x="8906" y="2262"/>
                  </a:lnTo>
                  <a:lnTo>
                    <a:pt x="8812" y="2121"/>
                  </a:lnTo>
                  <a:lnTo>
                    <a:pt x="8718" y="1933"/>
                  </a:lnTo>
                  <a:lnTo>
                    <a:pt x="8671" y="1556"/>
                  </a:lnTo>
                  <a:lnTo>
                    <a:pt x="8529" y="1226"/>
                  </a:lnTo>
                  <a:lnTo>
                    <a:pt x="8341" y="943"/>
                  </a:lnTo>
                  <a:lnTo>
                    <a:pt x="8152" y="660"/>
                  </a:lnTo>
                  <a:lnTo>
                    <a:pt x="7870" y="472"/>
                  </a:lnTo>
                  <a:lnTo>
                    <a:pt x="7634" y="283"/>
                  </a:lnTo>
                  <a:lnTo>
                    <a:pt x="7304" y="142"/>
                  </a:lnTo>
                  <a:lnTo>
                    <a:pt x="7021" y="48"/>
                  </a:lnTo>
                  <a:lnTo>
                    <a:pt x="669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21"/>
            <p:cNvSpPr/>
            <p:nvPr/>
          </p:nvSpPr>
          <p:spPr>
            <a:xfrm>
              <a:off x="4910300" y="1475625"/>
              <a:ext cx="89550" cy="109575"/>
            </a:xfrm>
            <a:custGeom>
              <a:rect b="b" l="l" r="r" t="t"/>
              <a:pathLst>
                <a:path extrusionOk="0" h="4383" w="3582">
                  <a:moveTo>
                    <a:pt x="2922" y="1273"/>
                  </a:moveTo>
                  <a:lnTo>
                    <a:pt x="2922" y="1791"/>
                  </a:lnTo>
                  <a:lnTo>
                    <a:pt x="707" y="1791"/>
                  </a:lnTo>
                  <a:lnTo>
                    <a:pt x="707" y="1273"/>
                  </a:lnTo>
                  <a:close/>
                  <a:moveTo>
                    <a:pt x="2922" y="2451"/>
                  </a:moveTo>
                  <a:lnTo>
                    <a:pt x="2922" y="3016"/>
                  </a:lnTo>
                  <a:lnTo>
                    <a:pt x="707" y="3016"/>
                  </a:lnTo>
                  <a:lnTo>
                    <a:pt x="707" y="2451"/>
                  </a:lnTo>
                  <a:close/>
                  <a:moveTo>
                    <a:pt x="707" y="0"/>
                  </a:moveTo>
                  <a:lnTo>
                    <a:pt x="707" y="566"/>
                  </a:lnTo>
                  <a:lnTo>
                    <a:pt x="0" y="566"/>
                  </a:lnTo>
                  <a:lnTo>
                    <a:pt x="0" y="4053"/>
                  </a:lnTo>
                  <a:lnTo>
                    <a:pt x="47" y="4194"/>
                  </a:lnTo>
                  <a:lnTo>
                    <a:pt x="95" y="4288"/>
                  </a:lnTo>
                  <a:lnTo>
                    <a:pt x="236" y="4383"/>
                  </a:lnTo>
                  <a:lnTo>
                    <a:pt x="472" y="4383"/>
                  </a:lnTo>
                  <a:lnTo>
                    <a:pt x="566" y="4288"/>
                  </a:lnTo>
                  <a:lnTo>
                    <a:pt x="660" y="4194"/>
                  </a:lnTo>
                  <a:lnTo>
                    <a:pt x="707" y="4053"/>
                  </a:lnTo>
                  <a:lnTo>
                    <a:pt x="707" y="3676"/>
                  </a:lnTo>
                  <a:lnTo>
                    <a:pt x="2922" y="3676"/>
                  </a:lnTo>
                  <a:lnTo>
                    <a:pt x="2922" y="4053"/>
                  </a:lnTo>
                  <a:lnTo>
                    <a:pt x="2922" y="4194"/>
                  </a:lnTo>
                  <a:lnTo>
                    <a:pt x="3016" y="4288"/>
                  </a:lnTo>
                  <a:lnTo>
                    <a:pt x="3110" y="4383"/>
                  </a:lnTo>
                  <a:lnTo>
                    <a:pt x="3393" y="4383"/>
                  </a:lnTo>
                  <a:lnTo>
                    <a:pt x="3487" y="4288"/>
                  </a:lnTo>
                  <a:lnTo>
                    <a:pt x="3534" y="4194"/>
                  </a:lnTo>
                  <a:lnTo>
                    <a:pt x="3582" y="4053"/>
                  </a:lnTo>
                  <a:lnTo>
                    <a:pt x="3582" y="566"/>
                  </a:lnTo>
                  <a:lnTo>
                    <a:pt x="2922" y="566"/>
                  </a:lnTo>
                  <a:lnTo>
                    <a:pt x="292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6" name="Google Shape;1606;p21"/>
          <p:cNvGrpSpPr/>
          <p:nvPr/>
        </p:nvGrpSpPr>
        <p:grpSpPr>
          <a:xfrm>
            <a:off x="6334375" y="1222725"/>
            <a:ext cx="285100" cy="286275"/>
            <a:chOff x="5572375" y="1298925"/>
            <a:chExt cx="285100" cy="286275"/>
          </a:xfrm>
        </p:grpSpPr>
        <p:sp>
          <p:nvSpPr>
            <p:cNvPr id="1607" name="Google Shape;1607;p21"/>
            <p:cNvSpPr/>
            <p:nvPr/>
          </p:nvSpPr>
          <p:spPr>
            <a:xfrm>
              <a:off x="5678400" y="1338975"/>
              <a:ext cx="140200" cy="140200"/>
            </a:xfrm>
            <a:custGeom>
              <a:rect b="b" l="l" r="r" t="t"/>
              <a:pathLst>
                <a:path extrusionOk="0" h="5608" w="5608">
                  <a:moveTo>
                    <a:pt x="2780" y="2451"/>
                  </a:moveTo>
                  <a:lnTo>
                    <a:pt x="2969" y="2498"/>
                  </a:lnTo>
                  <a:lnTo>
                    <a:pt x="3063" y="2592"/>
                  </a:lnTo>
                  <a:lnTo>
                    <a:pt x="3110" y="2686"/>
                  </a:lnTo>
                  <a:lnTo>
                    <a:pt x="3157" y="2827"/>
                  </a:lnTo>
                  <a:lnTo>
                    <a:pt x="3110" y="2969"/>
                  </a:lnTo>
                  <a:lnTo>
                    <a:pt x="3063" y="3063"/>
                  </a:lnTo>
                  <a:lnTo>
                    <a:pt x="2969" y="3157"/>
                  </a:lnTo>
                  <a:lnTo>
                    <a:pt x="2639" y="3157"/>
                  </a:lnTo>
                  <a:lnTo>
                    <a:pt x="2498" y="3063"/>
                  </a:lnTo>
                  <a:lnTo>
                    <a:pt x="2450" y="2969"/>
                  </a:lnTo>
                  <a:lnTo>
                    <a:pt x="2450" y="2827"/>
                  </a:lnTo>
                  <a:lnTo>
                    <a:pt x="2450" y="2686"/>
                  </a:lnTo>
                  <a:lnTo>
                    <a:pt x="2498" y="2592"/>
                  </a:lnTo>
                  <a:lnTo>
                    <a:pt x="2639" y="2498"/>
                  </a:lnTo>
                  <a:lnTo>
                    <a:pt x="2780" y="2451"/>
                  </a:lnTo>
                  <a:close/>
                  <a:moveTo>
                    <a:pt x="2450" y="0"/>
                  </a:moveTo>
                  <a:lnTo>
                    <a:pt x="1979" y="94"/>
                  </a:lnTo>
                  <a:lnTo>
                    <a:pt x="1555" y="283"/>
                  </a:lnTo>
                  <a:lnTo>
                    <a:pt x="1131" y="518"/>
                  </a:lnTo>
                  <a:lnTo>
                    <a:pt x="801" y="801"/>
                  </a:lnTo>
                  <a:lnTo>
                    <a:pt x="471" y="1178"/>
                  </a:lnTo>
                  <a:lnTo>
                    <a:pt x="236" y="1602"/>
                  </a:lnTo>
                  <a:lnTo>
                    <a:pt x="94" y="2026"/>
                  </a:lnTo>
                  <a:lnTo>
                    <a:pt x="0" y="2451"/>
                  </a:lnTo>
                  <a:lnTo>
                    <a:pt x="1178" y="2451"/>
                  </a:lnTo>
                  <a:lnTo>
                    <a:pt x="1319" y="2498"/>
                  </a:lnTo>
                  <a:lnTo>
                    <a:pt x="1461" y="2592"/>
                  </a:lnTo>
                  <a:lnTo>
                    <a:pt x="1508" y="2686"/>
                  </a:lnTo>
                  <a:lnTo>
                    <a:pt x="1555" y="2827"/>
                  </a:lnTo>
                  <a:lnTo>
                    <a:pt x="1508" y="2969"/>
                  </a:lnTo>
                  <a:lnTo>
                    <a:pt x="1461" y="3063"/>
                  </a:lnTo>
                  <a:lnTo>
                    <a:pt x="1319" y="3157"/>
                  </a:lnTo>
                  <a:lnTo>
                    <a:pt x="1178" y="3204"/>
                  </a:lnTo>
                  <a:lnTo>
                    <a:pt x="0" y="3204"/>
                  </a:lnTo>
                  <a:lnTo>
                    <a:pt x="94" y="3629"/>
                  </a:lnTo>
                  <a:lnTo>
                    <a:pt x="236" y="4053"/>
                  </a:lnTo>
                  <a:lnTo>
                    <a:pt x="471" y="4477"/>
                  </a:lnTo>
                  <a:lnTo>
                    <a:pt x="801" y="4807"/>
                  </a:lnTo>
                  <a:lnTo>
                    <a:pt x="1131" y="5136"/>
                  </a:lnTo>
                  <a:lnTo>
                    <a:pt x="1555" y="5372"/>
                  </a:lnTo>
                  <a:lnTo>
                    <a:pt x="1979" y="5513"/>
                  </a:lnTo>
                  <a:lnTo>
                    <a:pt x="2403" y="5608"/>
                  </a:lnTo>
                  <a:lnTo>
                    <a:pt x="2403" y="4430"/>
                  </a:lnTo>
                  <a:lnTo>
                    <a:pt x="2450" y="4288"/>
                  </a:lnTo>
                  <a:lnTo>
                    <a:pt x="2545" y="4147"/>
                  </a:lnTo>
                  <a:lnTo>
                    <a:pt x="2639" y="4100"/>
                  </a:lnTo>
                  <a:lnTo>
                    <a:pt x="2780" y="4053"/>
                  </a:lnTo>
                  <a:lnTo>
                    <a:pt x="2922" y="4100"/>
                  </a:lnTo>
                  <a:lnTo>
                    <a:pt x="3063" y="4147"/>
                  </a:lnTo>
                  <a:lnTo>
                    <a:pt x="3110" y="4288"/>
                  </a:lnTo>
                  <a:lnTo>
                    <a:pt x="3157" y="4430"/>
                  </a:lnTo>
                  <a:lnTo>
                    <a:pt x="3157" y="5608"/>
                  </a:lnTo>
                  <a:lnTo>
                    <a:pt x="3581" y="5513"/>
                  </a:lnTo>
                  <a:lnTo>
                    <a:pt x="4053" y="5372"/>
                  </a:lnTo>
                  <a:lnTo>
                    <a:pt x="4430" y="5136"/>
                  </a:lnTo>
                  <a:lnTo>
                    <a:pt x="4807" y="4807"/>
                  </a:lnTo>
                  <a:lnTo>
                    <a:pt x="5089" y="4477"/>
                  </a:lnTo>
                  <a:lnTo>
                    <a:pt x="5325" y="4053"/>
                  </a:lnTo>
                  <a:lnTo>
                    <a:pt x="5513" y="3629"/>
                  </a:lnTo>
                  <a:lnTo>
                    <a:pt x="5608" y="3157"/>
                  </a:lnTo>
                  <a:lnTo>
                    <a:pt x="4241" y="3157"/>
                  </a:lnTo>
                  <a:lnTo>
                    <a:pt x="4147" y="3063"/>
                  </a:lnTo>
                  <a:lnTo>
                    <a:pt x="4053" y="2969"/>
                  </a:lnTo>
                  <a:lnTo>
                    <a:pt x="4053" y="2827"/>
                  </a:lnTo>
                  <a:lnTo>
                    <a:pt x="4053" y="2686"/>
                  </a:lnTo>
                  <a:lnTo>
                    <a:pt x="4147" y="2592"/>
                  </a:lnTo>
                  <a:lnTo>
                    <a:pt x="4241" y="2498"/>
                  </a:lnTo>
                  <a:lnTo>
                    <a:pt x="4382" y="2451"/>
                  </a:lnTo>
                  <a:lnTo>
                    <a:pt x="5608" y="2451"/>
                  </a:lnTo>
                  <a:lnTo>
                    <a:pt x="5513" y="2026"/>
                  </a:lnTo>
                  <a:lnTo>
                    <a:pt x="5325" y="1555"/>
                  </a:lnTo>
                  <a:lnTo>
                    <a:pt x="5089" y="1178"/>
                  </a:lnTo>
                  <a:lnTo>
                    <a:pt x="4807" y="801"/>
                  </a:lnTo>
                  <a:lnTo>
                    <a:pt x="4430" y="518"/>
                  </a:lnTo>
                  <a:lnTo>
                    <a:pt x="4053" y="283"/>
                  </a:lnTo>
                  <a:lnTo>
                    <a:pt x="3628" y="94"/>
                  </a:lnTo>
                  <a:lnTo>
                    <a:pt x="3157" y="0"/>
                  </a:lnTo>
                  <a:lnTo>
                    <a:pt x="3157" y="1225"/>
                  </a:lnTo>
                  <a:lnTo>
                    <a:pt x="3110" y="1367"/>
                  </a:lnTo>
                  <a:lnTo>
                    <a:pt x="3063" y="1461"/>
                  </a:lnTo>
                  <a:lnTo>
                    <a:pt x="2922" y="1555"/>
                  </a:lnTo>
                  <a:lnTo>
                    <a:pt x="2639" y="1555"/>
                  </a:lnTo>
                  <a:lnTo>
                    <a:pt x="2545" y="1461"/>
                  </a:lnTo>
                  <a:lnTo>
                    <a:pt x="2450" y="1367"/>
                  </a:lnTo>
                  <a:lnTo>
                    <a:pt x="2450" y="1225"/>
                  </a:lnTo>
                  <a:lnTo>
                    <a:pt x="24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21"/>
            <p:cNvSpPr/>
            <p:nvPr/>
          </p:nvSpPr>
          <p:spPr>
            <a:xfrm>
              <a:off x="5572375" y="1513325"/>
              <a:ext cx="70700" cy="71875"/>
            </a:xfrm>
            <a:custGeom>
              <a:rect b="b" l="l" r="r" t="t"/>
              <a:pathLst>
                <a:path extrusionOk="0" h="2875" w="2828">
                  <a:moveTo>
                    <a:pt x="1602" y="0"/>
                  </a:moveTo>
                  <a:lnTo>
                    <a:pt x="236" y="1320"/>
                  </a:lnTo>
                  <a:lnTo>
                    <a:pt x="141" y="1461"/>
                  </a:lnTo>
                  <a:lnTo>
                    <a:pt x="47" y="1649"/>
                  </a:lnTo>
                  <a:lnTo>
                    <a:pt x="0" y="1791"/>
                  </a:lnTo>
                  <a:lnTo>
                    <a:pt x="0" y="1979"/>
                  </a:lnTo>
                  <a:lnTo>
                    <a:pt x="0" y="2168"/>
                  </a:lnTo>
                  <a:lnTo>
                    <a:pt x="47" y="2309"/>
                  </a:lnTo>
                  <a:lnTo>
                    <a:pt x="141" y="2451"/>
                  </a:lnTo>
                  <a:lnTo>
                    <a:pt x="236" y="2592"/>
                  </a:lnTo>
                  <a:lnTo>
                    <a:pt x="377" y="2733"/>
                  </a:lnTo>
                  <a:lnTo>
                    <a:pt x="566" y="2828"/>
                  </a:lnTo>
                  <a:lnTo>
                    <a:pt x="707" y="2875"/>
                  </a:lnTo>
                  <a:lnTo>
                    <a:pt x="1037" y="2875"/>
                  </a:lnTo>
                  <a:lnTo>
                    <a:pt x="1225" y="2828"/>
                  </a:lnTo>
                  <a:lnTo>
                    <a:pt x="1367" y="2733"/>
                  </a:lnTo>
                  <a:lnTo>
                    <a:pt x="1508" y="2592"/>
                  </a:lnTo>
                  <a:lnTo>
                    <a:pt x="2827" y="1273"/>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21"/>
            <p:cNvSpPr/>
            <p:nvPr/>
          </p:nvSpPr>
          <p:spPr>
            <a:xfrm>
              <a:off x="5638325" y="1298925"/>
              <a:ext cx="219150" cy="220300"/>
            </a:xfrm>
            <a:custGeom>
              <a:rect b="b" l="l" r="r" t="t"/>
              <a:pathLst>
                <a:path extrusionOk="0" h="8812" w="8766">
                  <a:moveTo>
                    <a:pt x="4383" y="848"/>
                  </a:moveTo>
                  <a:lnTo>
                    <a:pt x="4996" y="895"/>
                  </a:lnTo>
                  <a:lnTo>
                    <a:pt x="5514" y="1037"/>
                  </a:lnTo>
                  <a:lnTo>
                    <a:pt x="6033" y="1272"/>
                  </a:lnTo>
                  <a:lnTo>
                    <a:pt x="6457" y="1508"/>
                  </a:lnTo>
                  <a:lnTo>
                    <a:pt x="6834" y="1838"/>
                  </a:lnTo>
                  <a:lnTo>
                    <a:pt x="7164" y="2215"/>
                  </a:lnTo>
                  <a:lnTo>
                    <a:pt x="7446" y="2639"/>
                  </a:lnTo>
                  <a:lnTo>
                    <a:pt x="7682" y="3110"/>
                  </a:lnTo>
                  <a:lnTo>
                    <a:pt x="7823" y="3581"/>
                  </a:lnTo>
                  <a:lnTo>
                    <a:pt x="7917" y="4053"/>
                  </a:lnTo>
                  <a:lnTo>
                    <a:pt x="7917" y="4571"/>
                  </a:lnTo>
                  <a:lnTo>
                    <a:pt x="7870" y="5042"/>
                  </a:lnTo>
                  <a:lnTo>
                    <a:pt x="7776" y="5560"/>
                  </a:lnTo>
                  <a:lnTo>
                    <a:pt x="7540" y="6032"/>
                  </a:lnTo>
                  <a:lnTo>
                    <a:pt x="7258" y="6503"/>
                  </a:lnTo>
                  <a:lnTo>
                    <a:pt x="6881" y="6927"/>
                  </a:lnTo>
                  <a:lnTo>
                    <a:pt x="6645" y="7163"/>
                  </a:lnTo>
                  <a:lnTo>
                    <a:pt x="6315" y="7398"/>
                  </a:lnTo>
                  <a:lnTo>
                    <a:pt x="6033" y="7587"/>
                  </a:lnTo>
                  <a:lnTo>
                    <a:pt x="5703" y="7728"/>
                  </a:lnTo>
                  <a:lnTo>
                    <a:pt x="5373" y="7822"/>
                  </a:lnTo>
                  <a:lnTo>
                    <a:pt x="5043" y="7917"/>
                  </a:lnTo>
                  <a:lnTo>
                    <a:pt x="4713" y="7964"/>
                  </a:lnTo>
                  <a:lnTo>
                    <a:pt x="4006" y="7964"/>
                  </a:lnTo>
                  <a:lnTo>
                    <a:pt x="3676" y="7917"/>
                  </a:lnTo>
                  <a:lnTo>
                    <a:pt x="3347" y="7822"/>
                  </a:lnTo>
                  <a:lnTo>
                    <a:pt x="3017" y="7681"/>
                  </a:lnTo>
                  <a:lnTo>
                    <a:pt x="2734" y="7540"/>
                  </a:lnTo>
                  <a:lnTo>
                    <a:pt x="2404" y="7398"/>
                  </a:lnTo>
                  <a:lnTo>
                    <a:pt x="2121" y="7163"/>
                  </a:lnTo>
                  <a:lnTo>
                    <a:pt x="1886" y="6927"/>
                  </a:lnTo>
                  <a:lnTo>
                    <a:pt x="1650" y="6644"/>
                  </a:lnTo>
                  <a:lnTo>
                    <a:pt x="1415" y="6409"/>
                  </a:lnTo>
                  <a:lnTo>
                    <a:pt x="1273" y="6079"/>
                  </a:lnTo>
                  <a:lnTo>
                    <a:pt x="1132" y="5796"/>
                  </a:lnTo>
                  <a:lnTo>
                    <a:pt x="990" y="5466"/>
                  </a:lnTo>
                  <a:lnTo>
                    <a:pt x="896" y="5136"/>
                  </a:lnTo>
                  <a:lnTo>
                    <a:pt x="849" y="4806"/>
                  </a:lnTo>
                  <a:lnTo>
                    <a:pt x="849" y="4477"/>
                  </a:lnTo>
                  <a:lnTo>
                    <a:pt x="849" y="4429"/>
                  </a:lnTo>
                  <a:lnTo>
                    <a:pt x="849" y="4382"/>
                  </a:lnTo>
                  <a:lnTo>
                    <a:pt x="849" y="4053"/>
                  </a:lnTo>
                  <a:lnTo>
                    <a:pt x="896" y="3676"/>
                  </a:lnTo>
                  <a:lnTo>
                    <a:pt x="990" y="3346"/>
                  </a:lnTo>
                  <a:lnTo>
                    <a:pt x="1132" y="3063"/>
                  </a:lnTo>
                  <a:lnTo>
                    <a:pt x="1273" y="2733"/>
                  </a:lnTo>
                  <a:lnTo>
                    <a:pt x="1462" y="2450"/>
                  </a:lnTo>
                  <a:lnTo>
                    <a:pt x="1650" y="2168"/>
                  </a:lnTo>
                  <a:lnTo>
                    <a:pt x="1886" y="1885"/>
                  </a:lnTo>
                  <a:lnTo>
                    <a:pt x="2169" y="1696"/>
                  </a:lnTo>
                  <a:lnTo>
                    <a:pt x="2404" y="1461"/>
                  </a:lnTo>
                  <a:lnTo>
                    <a:pt x="2734" y="1272"/>
                  </a:lnTo>
                  <a:lnTo>
                    <a:pt x="3017" y="1131"/>
                  </a:lnTo>
                  <a:lnTo>
                    <a:pt x="3347" y="1037"/>
                  </a:lnTo>
                  <a:lnTo>
                    <a:pt x="3676" y="942"/>
                  </a:lnTo>
                  <a:lnTo>
                    <a:pt x="4053" y="895"/>
                  </a:lnTo>
                  <a:lnTo>
                    <a:pt x="4383" y="848"/>
                  </a:lnTo>
                  <a:close/>
                  <a:moveTo>
                    <a:pt x="4383" y="0"/>
                  </a:moveTo>
                  <a:lnTo>
                    <a:pt x="3959" y="47"/>
                  </a:lnTo>
                  <a:lnTo>
                    <a:pt x="3535" y="94"/>
                  </a:lnTo>
                  <a:lnTo>
                    <a:pt x="3111" y="188"/>
                  </a:lnTo>
                  <a:lnTo>
                    <a:pt x="2734" y="330"/>
                  </a:lnTo>
                  <a:lnTo>
                    <a:pt x="2310" y="518"/>
                  </a:lnTo>
                  <a:lnTo>
                    <a:pt x="1933" y="754"/>
                  </a:lnTo>
                  <a:lnTo>
                    <a:pt x="1603" y="990"/>
                  </a:lnTo>
                  <a:lnTo>
                    <a:pt x="1273" y="1319"/>
                  </a:lnTo>
                  <a:lnTo>
                    <a:pt x="802" y="1838"/>
                  </a:lnTo>
                  <a:lnTo>
                    <a:pt x="472" y="2403"/>
                  </a:lnTo>
                  <a:lnTo>
                    <a:pt x="237" y="3016"/>
                  </a:lnTo>
                  <a:lnTo>
                    <a:pt x="48" y="3628"/>
                  </a:lnTo>
                  <a:lnTo>
                    <a:pt x="1" y="4288"/>
                  </a:lnTo>
                  <a:lnTo>
                    <a:pt x="48" y="4901"/>
                  </a:lnTo>
                  <a:lnTo>
                    <a:pt x="142" y="5513"/>
                  </a:lnTo>
                  <a:lnTo>
                    <a:pt x="331" y="6079"/>
                  </a:lnTo>
                  <a:lnTo>
                    <a:pt x="614" y="6644"/>
                  </a:lnTo>
                  <a:lnTo>
                    <a:pt x="990" y="7163"/>
                  </a:lnTo>
                  <a:lnTo>
                    <a:pt x="1415" y="7634"/>
                  </a:lnTo>
                  <a:lnTo>
                    <a:pt x="1886" y="8058"/>
                  </a:lnTo>
                  <a:lnTo>
                    <a:pt x="2404" y="8388"/>
                  </a:lnTo>
                  <a:lnTo>
                    <a:pt x="3017" y="8623"/>
                  </a:lnTo>
                  <a:lnTo>
                    <a:pt x="3676" y="8765"/>
                  </a:lnTo>
                  <a:lnTo>
                    <a:pt x="4383" y="8812"/>
                  </a:lnTo>
                  <a:lnTo>
                    <a:pt x="5090" y="8765"/>
                  </a:lnTo>
                  <a:lnTo>
                    <a:pt x="5750" y="8623"/>
                  </a:lnTo>
                  <a:lnTo>
                    <a:pt x="6362" y="8388"/>
                  </a:lnTo>
                  <a:lnTo>
                    <a:pt x="6928" y="8058"/>
                  </a:lnTo>
                  <a:lnTo>
                    <a:pt x="7399" y="7634"/>
                  </a:lnTo>
                  <a:lnTo>
                    <a:pt x="7823" y="7163"/>
                  </a:lnTo>
                  <a:lnTo>
                    <a:pt x="8153" y="6644"/>
                  </a:lnTo>
                  <a:lnTo>
                    <a:pt x="8436" y="6079"/>
                  </a:lnTo>
                  <a:lnTo>
                    <a:pt x="8624" y="5513"/>
                  </a:lnTo>
                  <a:lnTo>
                    <a:pt x="8766" y="4901"/>
                  </a:lnTo>
                  <a:lnTo>
                    <a:pt x="8766" y="4288"/>
                  </a:lnTo>
                  <a:lnTo>
                    <a:pt x="8719" y="3628"/>
                  </a:lnTo>
                  <a:lnTo>
                    <a:pt x="8577" y="3016"/>
                  </a:lnTo>
                  <a:lnTo>
                    <a:pt x="8294" y="2403"/>
                  </a:lnTo>
                  <a:lnTo>
                    <a:pt x="7965" y="1838"/>
                  </a:lnTo>
                  <a:lnTo>
                    <a:pt x="7493" y="1319"/>
                  </a:lnTo>
                  <a:lnTo>
                    <a:pt x="7164" y="990"/>
                  </a:lnTo>
                  <a:lnTo>
                    <a:pt x="6834" y="754"/>
                  </a:lnTo>
                  <a:lnTo>
                    <a:pt x="6457" y="518"/>
                  </a:lnTo>
                  <a:lnTo>
                    <a:pt x="6080" y="330"/>
                  </a:lnTo>
                  <a:lnTo>
                    <a:pt x="5656" y="188"/>
                  </a:lnTo>
                  <a:lnTo>
                    <a:pt x="5231" y="94"/>
                  </a:lnTo>
                  <a:lnTo>
                    <a:pt x="4807" y="47"/>
                  </a:lnTo>
                  <a:lnTo>
                    <a:pt x="43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21"/>
            <p:cNvSpPr/>
            <p:nvPr/>
          </p:nvSpPr>
          <p:spPr>
            <a:xfrm>
              <a:off x="5624200" y="1482700"/>
              <a:ext cx="50675" cy="49500"/>
            </a:xfrm>
            <a:custGeom>
              <a:rect b="b" l="l" r="r" t="t"/>
              <a:pathLst>
                <a:path extrusionOk="0" h="1980" w="2027">
                  <a:moveTo>
                    <a:pt x="754" y="0"/>
                  </a:moveTo>
                  <a:lnTo>
                    <a:pt x="0" y="707"/>
                  </a:lnTo>
                  <a:lnTo>
                    <a:pt x="1273" y="1979"/>
                  </a:lnTo>
                  <a:lnTo>
                    <a:pt x="2027" y="1272"/>
                  </a:lnTo>
                  <a:lnTo>
                    <a:pt x="1650" y="990"/>
                  </a:lnTo>
                  <a:lnTo>
                    <a:pt x="1320" y="660"/>
                  </a:lnTo>
                  <a:lnTo>
                    <a:pt x="1037" y="330"/>
                  </a:lnTo>
                  <a:lnTo>
                    <a:pt x="75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 name="Google Shape;1611;p21"/>
          <p:cNvGrpSpPr/>
          <p:nvPr/>
        </p:nvGrpSpPr>
        <p:grpSpPr>
          <a:xfrm>
            <a:off x="7096575" y="1222725"/>
            <a:ext cx="285100" cy="286275"/>
            <a:chOff x="6334575" y="1298925"/>
            <a:chExt cx="285100" cy="286275"/>
          </a:xfrm>
        </p:grpSpPr>
        <p:sp>
          <p:nvSpPr>
            <p:cNvPr id="1612" name="Google Shape;1612;p21"/>
            <p:cNvSpPr/>
            <p:nvPr/>
          </p:nvSpPr>
          <p:spPr>
            <a:xfrm>
              <a:off x="6388750" y="1463850"/>
              <a:ext cx="41275" cy="20050"/>
            </a:xfrm>
            <a:custGeom>
              <a:rect b="b" l="l" r="r" t="t"/>
              <a:pathLst>
                <a:path extrusionOk="0" h="802" w="1651">
                  <a:moveTo>
                    <a:pt x="1" y="0"/>
                  </a:moveTo>
                  <a:lnTo>
                    <a:pt x="1" y="801"/>
                  </a:lnTo>
                  <a:lnTo>
                    <a:pt x="1650" y="801"/>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21"/>
            <p:cNvSpPr/>
            <p:nvPr/>
          </p:nvSpPr>
          <p:spPr>
            <a:xfrm>
              <a:off x="6388750" y="1426150"/>
              <a:ext cx="41275" cy="20050"/>
            </a:xfrm>
            <a:custGeom>
              <a:rect b="b" l="l" r="r" t="t"/>
              <a:pathLst>
                <a:path extrusionOk="0" h="802" w="1651">
                  <a:moveTo>
                    <a:pt x="1" y="0"/>
                  </a:moveTo>
                  <a:lnTo>
                    <a:pt x="1" y="801"/>
                  </a:lnTo>
                  <a:lnTo>
                    <a:pt x="1650" y="801"/>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21"/>
            <p:cNvSpPr/>
            <p:nvPr/>
          </p:nvSpPr>
          <p:spPr>
            <a:xfrm>
              <a:off x="6388750" y="1501525"/>
              <a:ext cx="41275" cy="21250"/>
            </a:xfrm>
            <a:custGeom>
              <a:rect b="b" l="l" r="r" t="t"/>
              <a:pathLst>
                <a:path extrusionOk="0" h="850" w="1651">
                  <a:moveTo>
                    <a:pt x="1" y="1"/>
                  </a:moveTo>
                  <a:lnTo>
                    <a:pt x="1" y="849"/>
                  </a:lnTo>
                  <a:lnTo>
                    <a:pt x="1650" y="849"/>
                  </a:lnTo>
                  <a:lnTo>
                    <a:pt x="165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21"/>
            <p:cNvSpPr/>
            <p:nvPr/>
          </p:nvSpPr>
          <p:spPr>
            <a:xfrm>
              <a:off x="6492425" y="1407300"/>
              <a:ext cx="12975" cy="11800"/>
            </a:xfrm>
            <a:custGeom>
              <a:rect b="b" l="l" r="r" t="t"/>
              <a:pathLst>
                <a:path extrusionOk="0" h="472" w="519">
                  <a:moveTo>
                    <a:pt x="189" y="0"/>
                  </a:moveTo>
                  <a:lnTo>
                    <a:pt x="142" y="47"/>
                  </a:lnTo>
                  <a:lnTo>
                    <a:pt x="48" y="142"/>
                  </a:lnTo>
                  <a:lnTo>
                    <a:pt x="1" y="283"/>
                  </a:lnTo>
                  <a:lnTo>
                    <a:pt x="95" y="424"/>
                  </a:lnTo>
                  <a:lnTo>
                    <a:pt x="236" y="471"/>
                  </a:lnTo>
                  <a:lnTo>
                    <a:pt x="330" y="471"/>
                  </a:lnTo>
                  <a:lnTo>
                    <a:pt x="425" y="424"/>
                  </a:lnTo>
                  <a:lnTo>
                    <a:pt x="519" y="330"/>
                  </a:lnTo>
                  <a:lnTo>
                    <a:pt x="519" y="189"/>
                  </a:lnTo>
                  <a:lnTo>
                    <a:pt x="425" y="47"/>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21"/>
            <p:cNvSpPr/>
            <p:nvPr/>
          </p:nvSpPr>
          <p:spPr>
            <a:xfrm>
              <a:off x="6334575" y="1298925"/>
              <a:ext cx="285100" cy="61275"/>
            </a:xfrm>
            <a:custGeom>
              <a:rect b="b" l="l" r="r" t="t"/>
              <a:pathLst>
                <a:path extrusionOk="0" h="2451" w="11404">
                  <a:moveTo>
                    <a:pt x="1414" y="1084"/>
                  </a:moveTo>
                  <a:lnTo>
                    <a:pt x="1555" y="1131"/>
                  </a:lnTo>
                  <a:lnTo>
                    <a:pt x="1650" y="1178"/>
                  </a:lnTo>
                  <a:lnTo>
                    <a:pt x="1744" y="1319"/>
                  </a:lnTo>
                  <a:lnTo>
                    <a:pt x="1791" y="1461"/>
                  </a:lnTo>
                  <a:lnTo>
                    <a:pt x="1744" y="1602"/>
                  </a:lnTo>
                  <a:lnTo>
                    <a:pt x="1650" y="1696"/>
                  </a:lnTo>
                  <a:lnTo>
                    <a:pt x="1555" y="1791"/>
                  </a:lnTo>
                  <a:lnTo>
                    <a:pt x="1273" y="1791"/>
                  </a:lnTo>
                  <a:lnTo>
                    <a:pt x="1178" y="1696"/>
                  </a:lnTo>
                  <a:lnTo>
                    <a:pt x="1084" y="1602"/>
                  </a:lnTo>
                  <a:lnTo>
                    <a:pt x="1037" y="1461"/>
                  </a:lnTo>
                  <a:lnTo>
                    <a:pt x="1084" y="1319"/>
                  </a:lnTo>
                  <a:lnTo>
                    <a:pt x="1178" y="1178"/>
                  </a:lnTo>
                  <a:lnTo>
                    <a:pt x="1273" y="1131"/>
                  </a:lnTo>
                  <a:lnTo>
                    <a:pt x="1414" y="1084"/>
                  </a:lnTo>
                  <a:close/>
                  <a:moveTo>
                    <a:pt x="2875" y="1084"/>
                  </a:moveTo>
                  <a:lnTo>
                    <a:pt x="3016" y="1131"/>
                  </a:lnTo>
                  <a:lnTo>
                    <a:pt x="3110" y="1178"/>
                  </a:lnTo>
                  <a:lnTo>
                    <a:pt x="3205" y="1319"/>
                  </a:lnTo>
                  <a:lnTo>
                    <a:pt x="3205" y="1461"/>
                  </a:lnTo>
                  <a:lnTo>
                    <a:pt x="3205" y="1602"/>
                  </a:lnTo>
                  <a:lnTo>
                    <a:pt x="3110" y="1696"/>
                  </a:lnTo>
                  <a:lnTo>
                    <a:pt x="3016" y="1791"/>
                  </a:lnTo>
                  <a:lnTo>
                    <a:pt x="2733" y="1791"/>
                  </a:lnTo>
                  <a:lnTo>
                    <a:pt x="2639" y="1696"/>
                  </a:lnTo>
                  <a:lnTo>
                    <a:pt x="2545" y="1602"/>
                  </a:lnTo>
                  <a:lnTo>
                    <a:pt x="2498" y="1461"/>
                  </a:lnTo>
                  <a:lnTo>
                    <a:pt x="2545" y="1319"/>
                  </a:lnTo>
                  <a:lnTo>
                    <a:pt x="2592" y="1178"/>
                  </a:lnTo>
                  <a:lnTo>
                    <a:pt x="2733" y="1131"/>
                  </a:lnTo>
                  <a:lnTo>
                    <a:pt x="2875" y="1084"/>
                  </a:lnTo>
                  <a:close/>
                  <a:moveTo>
                    <a:pt x="4383" y="1084"/>
                  </a:moveTo>
                  <a:lnTo>
                    <a:pt x="4524" y="1131"/>
                  </a:lnTo>
                  <a:lnTo>
                    <a:pt x="4665" y="1178"/>
                  </a:lnTo>
                  <a:lnTo>
                    <a:pt x="4712" y="1319"/>
                  </a:lnTo>
                  <a:lnTo>
                    <a:pt x="4760" y="1461"/>
                  </a:lnTo>
                  <a:lnTo>
                    <a:pt x="4712" y="1602"/>
                  </a:lnTo>
                  <a:lnTo>
                    <a:pt x="4618" y="1696"/>
                  </a:lnTo>
                  <a:lnTo>
                    <a:pt x="4524" y="1791"/>
                  </a:lnTo>
                  <a:lnTo>
                    <a:pt x="4241" y="1791"/>
                  </a:lnTo>
                  <a:lnTo>
                    <a:pt x="4147" y="1696"/>
                  </a:lnTo>
                  <a:lnTo>
                    <a:pt x="4053" y="1602"/>
                  </a:lnTo>
                  <a:lnTo>
                    <a:pt x="4053" y="1461"/>
                  </a:lnTo>
                  <a:lnTo>
                    <a:pt x="4053" y="1319"/>
                  </a:lnTo>
                  <a:lnTo>
                    <a:pt x="4147" y="1178"/>
                  </a:lnTo>
                  <a:lnTo>
                    <a:pt x="4241" y="1131"/>
                  </a:lnTo>
                  <a:lnTo>
                    <a:pt x="4383" y="1084"/>
                  </a:lnTo>
                  <a:close/>
                  <a:moveTo>
                    <a:pt x="801" y="0"/>
                  </a:moveTo>
                  <a:lnTo>
                    <a:pt x="660" y="47"/>
                  </a:lnTo>
                  <a:lnTo>
                    <a:pt x="471" y="94"/>
                  </a:lnTo>
                  <a:lnTo>
                    <a:pt x="330" y="141"/>
                  </a:lnTo>
                  <a:lnTo>
                    <a:pt x="236" y="283"/>
                  </a:lnTo>
                  <a:lnTo>
                    <a:pt x="142" y="377"/>
                  </a:lnTo>
                  <a:lnTo>
                    <a:pt x="47" y="518"/>
                  </a:lnTo>
                  <a:lnTo>
                    <a:pt x="0" y="660"/>
                  </a:lnTo>
                  <a:lnTo>
                    <a:pt x="0" y="848"/>
                  </a:lnTo>
                  <a:lnTo>
                    <a:pt x="0" y="2450"/>
                  </a:lnTo>
                  <a:lnTo>
                    <a:pt x="11404" y="2450"/>
                  </a:lnTo>
                  <a:lnTo>
                    <a:pt x="11404" y="848"/>
                  </a:lnTo>
                  <a:lnTo>
                    <a:pt x="11404" y="660"/>
                  </a:lnTo>
                  <a:lnTo>
                    <a:pt x="11357" y="518"/>
                  </a:lnTo>
                  <a:lnTo>
                    <a:pt x="11262" y="377"/>
                  </a:lnTo>
                  <a:lnTo>
                    <a:pt x="11168" y="283"/>
                  </a:lnTo>
                  <a:lnTo>
                    <a:pt x="11074" y="141"/>
                  </a:lnTo>
                  <a:lnTo>
                    <a:pt x="10933" y="94"/>
                  </a:lnTo>
                  <a:lnTo>
                    <a:pt x="10744" y="47"/>
                  </a:lnTo>
                  <a:lnTo>
                    <a:pt x="1060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21"/>
            <p:cNvSpPr/>
            <p:nvPr/>
          </p:nvSpPr>
          <p:spPr>
            <a:xfrm>
              <a:off x="6556050" y="1532175"/>
              <a:ext cx="12975" cy="12975"/>
            </a:xfrm>
            <a:custGeom>
              <a:rect b="b" l="l" r="r" t="t"/>
              <a:pathLst>
                <a:path extrusionOk="0" h="519" w="519">
                  <a:moveTo>
                    <a:pt x="189" y="0"/>
                  </a:moveTo>
                  <a:lnTo>
                    <a:pt x="94" y="47"/>
                  </a:lnTo>
                  <a:lnTo>
                    <a:pt x="47" y="142"/>
                  </a:lnTo>
                  <a:lnTo>
                    <a:pt x="0" y="236"/>
                  </a:lnTo>
                  <a:lnTo>
                    <a:pt x="0" y="330"/>
                  </a:lnTo>
                  <a:lnTo>
                    <a:pt x="47" y="377"/>
                  </a:lnTo>
                  <a:lnTo>
                    <a:pt x="142" y="471"/>
                  </a:lnTo>
                  <a:lnTo>
                    <a:pt x="236" y="519"/>
                  </a:lnTo>
                  <a:lnTo>
                    <a:pt x="330" y="519"/>
                  </a:lnTo>
                  <a:lnTo>
                    <a:pt x="377" y="471"/>
                  </a:lnTo>
                  <a:lnTo>
                    <a:pt x="471" y="377"/>
                  </a:lnTo>
                  <a:lnTo>
                    <a:pt x="519" y="283"/>
                  </a:lnTo>
                  <a:lnTo>
                    <a:pt x="519" y="189"/>
                  </a:lnTo>
                  <a:lnTo>
                    <a:pt x="471" y="142"/>
                  </a:lnTo>
                  <a:lnTo>
                    <a:pt x="377" y="47"/>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21"/>
            <p:cNvSpPr/>
            <p:nvPr/>
          </p:nvSpPr>
          <p:spPr>
            <a:xfrm>
              <a:off x="6334575" y="1377850"/>
              <a:ext cx="285100" cy="207350"/>
            </a:xfrm>
            <a:custGeom>
              <a:rect b="b" l="l" r="r" t="t"/>
              <a:pathLst>
                <a:path extrusionOk="0" h="8294" w="11404">
                  <a:moveTo>
                    <a:pt x="4147" y="1178"/>
                  </a:moveTo>
                  <a:lnTo>
                    <a:pt x="4288" y="1225"/>
                  </a:lnTo>
                  <a:lnTo>
                    <a:pt x="4430" y="1320"/>
                  </a:lnTo>
                  <a:lnTo>
                    <a:pt x="4477" y="1414"/>
                  </a:lnTo>
                  <a:lnTo>
                    <a:pt x="4524" y="1555"/>
                  </a:lnTo>
                  <a:lnTo>
                    <a:pt x="4524" y="6126"/>
                  </a:lnTo>
                  <a:lnTo>
                    <a:pt x="4477" y="6267"/>
                  </a:lnTo>
                  <a:lnTo>
                    <a:pt x="4430" y="6409"/>
                  </a:lnTo>
                  <a:lnTo>
                    <a:pt x="4288" y="6456"/>
                  </a:lnTo>
                  <a:lnTo>
                    <a:pt x="4147" y="6503"/>
                  </a:lnTo>
                  <a:lnTo>
                    <a:pt x="1791" y="6503"/>
                  </a:lnTo>
                  <a:lnTo>
                    <a:pt x="1697" y="6456"/>
                  </a:lnTo>
                  <a:lnTo>
                    <a:pt x="1555" y="6409"/>
                  </a:lnTo>
                  <a:lnTo>
                    <a:pt x="1461" y="6267"/>
                  </a:lnTo>
                  <a:lnTo>
                    <a:pt x="1461" y="6126"/>
                  </a:lnTo>
                  <a:lnTo>
                    <a:pt x="1461" y="1555"/>
                  </a:lnTo>
                  <a:lnTo>
                    <a:pt x="1461" y="1414"/>
                  </a:lnTo>
                  <a:lnTo>
                    <a:pt x="1555" y="1320"/>
                  </a:lnTo>
                  <a:lnTo>
                    <a:pt x="1697" y="1225"/>
                  </a:lnTo>
                  <a:lnTo>
                    <a:pt x="1791" y="1178"/>
                  </a:lnTo>
                  <a:close/>
                  <a:moveTo>
                    <a:pt x="6739" y="471"/>
                  </a:moveTo>
                  <a:lnTo>
                    <a:pt x="7021" y="566"/>
                  </a:lnTo>
                  <a:lnTo>
                    <a:pt x="7257" y="754"/>
                  </a:lnTo>
                  <a:lnTo>
                    <a:pt x="7398" y="943"/>
                  </a:lnTo>
                  <a:lnTo>
                    <a:pt x="7540" y="1225"/>
                  </a:lnTo>
                  <a:lnTo>
                    <a:pt x="8388" y="1367"/>
                  </a:lnTo>
                  <a:lnTo>
                    <a:pt x="8482" y="1272"/>
                  </a:lnTo>
                  <a:lnTo>
                    <a:pt x="8624" y="1131"/>
                  </a:lnTo>
                  <a:lnTo>
                    <a:pt x="8765" y="1037"/>
                  </a:lnTo>
                  <a:lnTo>
                    <a:pt x="8953" y="990"/>
                  </a:lnTo>
                  <a:lnTo>
                    <a:pt x="9330" y="990"/>
                  </a:lnTo>
                  <a:lnTo>
                    <a:pt x="9519" y="1037"/>
                  </a:lnTo>
                  <a:lnTo>
                    <a:pt x="9660" y="1131"/>
                  </a:lnTo>
                  <a:lnTo>
                    <a:pt x="9802" y="1225"/>
                  </a:lnTo>
                  <a:lnTo>
                    <a:pt x="9943" y="1367"/>
                  </a:lnTo>
                  <a:lnTo>
                    <a:pt x="10037" y="1555"/>
                  </a:lnTo>
                  <a:lnTo>
                    <a:pt x="10084" y="1744"/>
                  </a:lnTo>
                  <a:lnTo>
                    <a:pt x="10132" y="1932"/>
                  </a:lnTo>
                  <a:lnTo>
                    <a:pt x="10084" y="2121"/>
                  </a:lnTo>
                  <a:lnTo>
                    <a:pt x="10037" y="2262"/>
                  </a:lnTo>
                  <a:lnTo>
                    <a:pt x="9990" y="2451"/>
                  </a:lnTo>
                  <a:lnTo>
                    <a:pt x="9849" y="2592"/>
                  </a:lnTo>
                  <a:lnTo>
                    <a:pt x="9707" y="2733"/>
                  </a:lnTo>
                  <a:lnTo>
                    <a:pt x="9566" y="2828"/>
                  </a:lnTo>
                  <a:lnTo>
                    <a:pt x="9378" y="2875"/>
                  </a:lnTo>
                  <a:lnTo>
                    <a:pt x="9001" y="2875"/>
                  </a:lnTo>
                  <a:lnTo>
                    <a:pt x="8435" y="3676"/>
                  </a:lnTo>
                  <a:lnTo>
                    <a:pt x="8529" y="3817"/>
                  </a:lnTo>
                  <a:lnTo>
                    <a:pt x="8576" y="4006"/>
                  </a:lnTo>
                  <a:lnTo>
                    <a:pt x="8576" y="4194"/>
                  </a:lnTo>
                  <a:lnTo>
                    <a:pt x="8576" y="4383"/>
                  </a:lnTo>
                  <a:lnTo>
                    <a:pt x="8482" y="4618"/>
                  </a:lnTo>
                  <a:lnTo>
                    <a:pt x="8388" y="4807"/>
                  </a:lnTo>
                  <a:lnTo>
                    <a:pt x="8859" y="5513"/>
                  </a:lnTo>
                  <a:lnTo>
                    <a:pt x="9048" y="5466"/>
                  </a:lnTo>
                  <a:lnTo>
                    <a:pt x="9283" y="5513"/>
                  </a:lnTo>
                  <a:lnTo>
                    <a:pt x="9566" y="5608"/>
                  </a:lnTo>
                  <a:lnTo>
                    <a:pt x="9802" y="5749"/>
                  </a:lnTo>
                  <a:lnTo>
                    <a:pt x="9943" y="5985"/>
                  </a:lnTo>
                  <a:lnTo>
                    <a:pt x="10037" y="6220"/>
                  </a:lnTo>
                  <a:lnTo>
                    <a:pt x="10084" y="6503"/>
                  </a:lnTo>
                  <a:lnTo>
                    <a:pt x="10037" y="6786"/>
                  </a:lnTo>
                  <a:lnTo>
                    <a:pt x="9896" y="7021"/>
                  </a:lnTo>
                  <a:lnTo>
                    <a:pt x="9660" y="7210"/>
                  </a:lnTo>
                  <a:lnTo>
                    <a:pt x="9519" y="7304"/>
                  </a:lnTo>
                  <a:lnTo>
                    <a:pt x="9330" y="7351"/>
                  </a:lnTo>
                  <a:lnTo>
                    <a:pt x="9142" y="7398"/>
                  </a:lnTo>
                  <a:lnTo>
                    <a:pt x="8953" y="7398"/>
                  </a:lnTo>
                  <a:lnTo>
                    <a:pt x="8718" y="7304"/>
                  </a:lnTo>
                  <a:lnTo>
                    <a:pt x="8529" y="7210"/>
                  </a:lnTo>
                  <a:lnTo>
                    <a:pt x="8341" y="7021"/>
                  </a:lnTo>
                  <a:lnTo>
                    <a:pt x="8247" y="6833"/>
                  </a:lnTo>
                  <a:lnTo>
                    <a:pt x="8152" y="6597"/>
                  </a:lnTo>
                  <a:lnTo>
                    <a:pt x="8152" y="6409"/>
                  </a:lnTo>
                  <a:lnTo>
                    <a:pt x="8200" y="6173"/>
                  </a:lnTo>
                  <a:lnTo>
                    <a:pt x="8294" y="5938"/>
                  </a:lnTo>
                  <a:lnTo>
                    <a:pt x="7728" y="5136"/>
                  </a:lnTo>
                  <a:lnTo>
                    <a:pt x="7446" y="5136"/>
                  </a:lnTo>
                  <a:lnTo>
                    <a:pt x="7257" y="5089"/>
                  </a:lnTo>
                  <a:lnTo>
                    <a:pt x="7116" y="4995"/>
                  </a:lnTo>
                  <a:lnTo>
                    <a:pt x="6974" y="4901"/>
                  </a:lnTo>
                  <a:lnTo>
                    <a:pt x="6833" y="4760"/>
                  </a:lnTo>
                  <a:lnTo>
                    <a:pt x="6739" y="4571"/>
                  </a:lnTo>
                  <a:lnTo>
                    <a:pt x="6692" y="4430"/>
                  </a:lnTo>
                  <a:lnTo>
                    <a:pt x="6644" y="4241"/>
                  </a:lnTo>
                  <a:lnTo>
                    <a:pt x="6692" y="4053"/>
                  </a:lnTo>
                  <a:lnTo>
                    <a:pt x="6739" y="3864"/>
                  </a:lnTo>
                  <a:lnTo>
                    <a:pt x="6833" y="3676"/>
                  </a:lnTo>
                  <a:lnTo>
                    <a:pt x="6927" y="3534"/>
                  </a:lnTo>
                  <a:lnTo>
                    <a:pt x="7069" y="3440"/>
                  </a:lnTo>
                  <a:lnTo>
                    <a:pt x="7257" y="3346"/>
                  </a:lnTo>
                  <a:lnTo>
                    <a:pt x="7398" y="3252"/>
                  </a:lnTo>
                  <a:lnTo>
                    <a:pt x="7823" y="3252"/>
                  </a:lnTo>
                  <a:lnTo>
                    <a:pt x="8388" y="2498"/>
                  </a:lnTo>
                  <a:lnTo>
                    <a:pt x="8294" y="2309"/>
                  </a:lnTo>
                  <a:lnTo>
                    <a:pt x="8200" y="2074"/>
                  </a:lnTo>
                  <a:lnTo>
                    <a:pt x="7398" y="1932"/>
                  </a:lnTo>
                  <a:lnTo>
                    <a:pt x="7210" y="2168"/>
                  </a:lnTo>
                  <a:lnTo>
                    <a:pt x="6974" y="2309"/>
                  </a:lnTo>
                  <a:lnTo>
                    <a:pt x="6692" y="2356"/>
                  </a:lnTo>
                  <a:lnTo>
                    <a:pt x="6409" y="2356"/>
                  </a:lnTo>
                  <a:lnTo>
                    <a:pt x="6220" y="2309"/>
                  </a:lnTo>
                  <a:lnTo>
                    <a:pt x="6079" y="2215"/>
                  </a:lnTo>
                  <a:lnTo>
                    <a:pt x="5891" y="2121"/>
                  </a:lnTo>
                  <a:lnTo>
                    <a:pt x="5796" y="1979"/>
                  </a:lnTo>
                  <a:lnTo>
                    <a:pt x="5702" y="1791"/>
                  </a:lnTo>
                  <a:lnTo>
                    <a:pt x="5655" y="1649"/>
                  </a:lnTo>
                  <a:lnTo>
                    <a:pt x="5608" y="1461"/>
                  </a:lnTo>
                  <a:lnTo>
                    <a:pt x="5655" y="1272"/>
                  </a:lnTo>
                  <a:lnTo>
                    <a:pt x="5702" y="1084"/>
                  </a:lnTo>
                  <a:lnTo>
                    <a:pt x="5749" y="896"/>
                  </a:lnTo>
                  <a:lnTo>
                    <a:pt x="5891" y="754"/>
                  </a:lnTo>
                  <a:lnTo>
                    <a:pt x="6032" y="660"/>
                  </a:lnTo>
                  <a:lnTo>
                    <a:pt x="6173" y="566"/>
                  </a:lnTo>
                  <a:lnTo>
                    <a:pt x="6362" y="471"/>
                  </a:lnTo>
                  <a:close/>
                  <a:moveTo>
                    <a:pt x="0" y="0"/>
                  </a:moveTo>
                  <a:lnTo>
                    <a:pt x="0" y="7493"/>
                  </a:lnTo>
                  <a:lnTo>
                    <a:pt x="0" y="7634"/>
                  </a:lnTo>
                  <a:lnTo>
                    <a:pt x="47" y="7775"/>
                  </a:lnTo>
                  <a:lnTo>
                    <a:pt x="142" y="7917"/>
                  </a:lnTo>
                  <a:lnTo>
                    <a:pt x="236" y="8058"/>
                  </a:lnTo>
                  <a:lnTo>
                    <a:pt x="330" y="8152"/>
                  </a:lnTo>
                  <a:lnTo>
                    <a:pt x="471" y="8247"/>
                  </a:lnTo>
                  <a:lnTo>
                    <a:pt x="660" y="8294"/>
                  </a:lnTo>
                  <a:lnTo>
                    <a:pt x="10744" y="8294"/>
                  </a:lnTo>
                  <a:lnTo>
                    <a:pt x="10933" y="8247"/>
                  </a:lnTo>
                  <a:lnTo>
                    <a:pt x="11074" y="8152"/>
                  </a:lnTo>
                  <a:lnTo>
                    <a:pt x="11168" y="8058"/>
                  </a:lnTo>
                  <a:lnTo>
                    <a:pt x="11262" y="7917"/>
                  </a:lnTo>
                  <a:lnTo>
                    <a:pt x="11357" y="7775"/>
                  </a:lnTo>
                  <a:lnTo>
                    <a:pt x="11404" y="7634"/>
                  </a:lnTo>
                  <a:lnTo>
                    <a:pt x="11404" y="7493"/>
                  </a:lnTo>
                  <a:lnTo>
                    <a:pt x="1140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21"/>
            <p:cNvSpPr/>
            <p:nvPr/>
          </p:nvSpPr>
          <p:spPr>
            <a:xfrm>
              <a:off x="6557225" y="1420250"/>
              <a:ext cx="11800" cy="11800"/>
            </a:xfrm>
            <a:custGeom>
              <a:rect b="b" l="l" r="r" t="t"/>
              <a:pathLst>
                <a:path extrusionOk="0" h="472" w="472">
                  <a:moveTo>
                    <a:pt x="189" y="1"/>
                  </a:moveTo>
                  <a:lnTo>
                    <a:pt x="95" y="48"/>
                  </a:lnTo>
                  <a:lnTo>
                    <a:pt x="47" y="95"/>
                  </a:lnTo>
                  <a:lnTo>
                    <a:pt x="0" y="189"/>
                  </a:lnTo>
                  <a:lnTo>
                    <a:pt x="47" y="330"/>
                  </a:lnTo>
                  <a:lnTo>
                    <a:pt x="142" y="472"/>
                  </a:lnTo>
                  <a:lnTo>
                    <a:pt x="330" y="472"/>
                  </a:lnTo>
                  <a:lnTo>
                    <a:pt x="377" y="425"/>
                  </a:lnTo>
                  <a:lnTo>
                    <a:pt x="472" y="378"/>
                  </a:lnTo>
                  <a:lnTo>
                    <a:pt x="472" y="283"/>
                  </a:lnTo>
                  <a:lnTo>
                    <a:pt x="472" y="189"/>
                  </a:lnTo>
                  <a:lnTo>
                    <a:pt x="472" y="95"/>
                  </a:lnTo>
                  <a:lnTo>
                    <a:pt x="377" y="48"/>
                  </a:lnTo>
                  <a:lnTo>
                    <a:pt x="28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21"/>
            <p:cNvSpPr/>
            <p:nvPr/>
          </p:nvSpPr>
          <p:spPr>
            <a:xfrm>
              <a:off x="6519525" y="1476800"/>
              <a:ext cx="11800" cy="11800"/>
            </a:xfrm>
            <a:custGeom>
              <a:rect b="b" l="l" r="r" t="t"/>
              <a:pathLst>
                <a:path extrusionOk="0" h="472" w="472">
                  <a:moveTo>
                    <a:pt x="189" y="0"/>
                  </a:moveTo>
                  <a:lnTo>
                    <a:pt x="95" y="48"/>
                  </a:lnTo>
                  <a:lnTo>
                    <a:pt x="0" y="142"/>
                  </a:lnTo>
                  <a:lnTo>
                    <a:pt x="0" y="283"/>
                  </a:lnTo>
                  <a:lnTo>
                    <a:pt x="48" y="425"/>
                  </a:lnTo>
                  <a:lnTo>
                    <a:pt x="189" y="472"/>
                  </a:lnTo>
                  <a:lnTo>
                    <a:pt x="377" y="472"/>
                  </a:lnTo>
                  <a:lnTo>
                    <a:pt x="377" y="425"/>
                  </a:lnTo>
                  <a:lnTo>
                    <a:pt x="472" y="330"/>
                  </a:lnTo>
                  <a:lnTo>
                    <a:pt x="472" y="189"/>
                  </a:lnTo>
                  <a:lnTo>
                    <a:pt x="377" y="48"/>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 name="Google Shape;1621;p21"/>
          <p:cNvGrpSpPr/>
          <p:nvPr/>
        </p:nvGrpSpPr>
        <p:grpSpPr>
          <a:xfrm>
            <a:off x="7857600" y="1235675"/>
            <a:ext cx="286275" cy="260375"/>
            <a:chOff x="7095600" y="1311875"/>
            <a:chExt cx="286275" cy="260375"/>
          </a:xfrm>
        </p:grpSpPr>
        <p:sp>
          <p:nvSpPr>
            <p:cNvPr id="1622" name="Google Shape;1622;p21"/>
            <p:cNvSpPr/>
            <p:nvPr/>
          </p:nvSpPr>
          <p:spPr>
            <a:xfrm>
              <a:off x="7095600" y="1552200"/>
              <a:ext cx="90725" cy="20050"/>
            </a:xfrm>
            <a:custGeom>
              <a:rect b="b" l="l" r="r" t="t"/>
              <a:pathLst>
                <a:path extrusionOk="0" h="802" w="3629">
                  <a:moveTo>
                    <a:pt x="0" y="0"/>
                  </a:moveTo>
                  <a:lnTo>
                    <a:pt x="0" y="377"/>
                  </a:lnTo>
                  <a:lnTo>
                    <a:pt x="47" y="566"/>
                  </a:lnTo>
                  <a:lnTo>
                    <a:pt x="142" y="660"/>
                  </a:lnTo>
                  <a:lnTo>
                    <a:pt x="283" y="754"/>
                  </a:lnTo>
                  <a:lnTo>
                    <a:pt x="424" y="801"/>
                  </a:lnTo>
                  <a:lnTo>
                    <a:pt x="3629" y="801"/>
                  </a:lnTo>
                  <a:lnTo>
                    <a:pt x="3629" y="660"/>
                  </a:lnTo>
                  <a:lnTo>
                    <a:pt x="362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21"/>
            <p:cNvSpPr/>
            <p:nvPr/>
          </p:nvSpPr>
          <p:spPr>
            <a:xfrm>
              <a:off x="7205150" y="1552200"/>
              <a:ext cx="68350" cy="20050"/>
            </a:xfrm>
            <a:custGeom>
              <a:rect b="b" l="l" r="r" t="t"/>
              <a:pathLst>
                <a:path extrusionOk="0" h="802" w="2734">
                  <a:moveTo>
                    <a:pt x="1" y="0"/>
                  </a:moveTo>
                  <a:lnTo>
                    <a:pt x="1" y="660"/>
                  </a:lnTo>
                  <a:lnTo>
                    <a:pt x="48" y="754"/>
                  </a:lnTo>
                  <a:lnTo>
                    <a:pt x="142" y="801"/>
                  </a:lnTo>
                  <a:lnTo>
                    <a:pt x="2592" y="801"/>
                  </a:lnTo>
                  <a:lnTo>
                    <a:pt x="2687" y="754"/>
                  </a:lnTo>
                  <a:lnTo>
                    <a:pt x="2734" y="660"/>
                  </a:lnTo>
                  <a:lnTo>
                    <a:pt x="273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21"/>
            <p:cNvSpPr/>
            <p:nvPr/>
          </p:nvSpPr>
          <p:spPr>
            <a:xfrm>
              <a:off x="7095600" y="1338975"/>
              <a:ext cx="286275" cy="194400"/>
            </a:xfrm>
            <a:custGeom>
              <a:rect b="b" l="l" r="r" t="t"/>
              <a:pathLst>
                <a:path extrusionOk="0" h="7776" w="11451">
                  <a:moveTo>
                    <a:pt x="142" y="0"/>
                  </a:moveTo>
                  <a:lnTo>
                    <a:pt x="95" y="47"/>
                  </a:lnTo>
                  <a:lnTo>
                    <a:pt x="47" y="94"/>
                  </a:lnTo>
                  <a:lnTo>
                    <a:pt x="0" y="189"/>
                  </a:lnTo>
                  <a:lnTo>
                    <a:pt x="0" y="7775"/>
                  </a:lnTo>
                  <a:lnTo>
                    <a:pt x="11451" y="7775"/>
                  </a:lnTo>
                  <a:lnTo>
                    <a:pt x="11451" y="189"/>
                  </a:lnTo>
                  <a:lnTo>
                    <a:pt x="11451" y="94"/>
                  </a:lnTo>
                  <a:lnTo>
                    <a:pt x="11404" y="47"/>
                  </a:lnTo>
                  <a:lnTo>
                    <a:pt x="11357" y="0"/>
                  </a:lnTo>
                  <a:lnTo>
                    <a:pt x="9236" y="0"/>
                  </a:lnTo>
                  <a:lnTo>
                    <a:pt x="9236" y="4288"/>
                  </a:lnTo>
                  <a:lnTo>
                    <a:pt x="9378" y="4335"/>
                  </a:lnTo>
                  <a:lnTo>
                    <a:pt x="9472" y="4430"/>
                  </a:lnTo>
                  <a:lnTo>
                    <a:pt x="9519" y="4571"/>
                  </a:lnTo>
                  <a:lnTo>
                    <a:pt x="9519" y="4712"/>
                  </a:lnTo>
                  <a:lnTo>
                    <a:pt x="9472" y="4854"/>
                  </a:lnTo>
                  <a:lnTo>
                    <a:pt x="9425" y="4948"/>
                  </a:lnTo>
                  <a:lnTo>
                    <a:pt x="9283" y="4995"/>
                  </a:lnTo>
                  <a:lnTo>
                    <a:pt x="9142" y="5042"/>
                  </a:lnTo>
                  <a:lnTo>
                    <a:pt x="2121" y="5042"/>
                  </a:lnTo>
                  <a:lnTo>
                    <a:pt x="1932" y="4995"/>
                  </a:lnTo>
                  <a:lnTo>
                    <a:pt x="1838" y="4948"/>
                  </a:lnTo>
                  <a:lnTo>
                    <a:pt x="1744" y="4807"/>
                  </a:lnTo>
                  <a:lnTo>
                    <a:pt x="1697" y="4665"/>
                  </a:lnTo>
                  <a:lnTo>
                    <a:pt x="1744" y="4524"/>
                  </a:lnTo>
                  <a:lnTo>
                    <a:pt x="1838" y="4383"/>
                  </a:lnTo>
                  <a:lnTo>
                    <a:pt x="1932" y="4335"/>
                  </a:lnTo>
                  <a:lnTo>
                    <a:pt x="2074" y="4288"/>
                  </a:lnTo>
                  <a:lnTo>
                    <a:pt x="2262" y="4288"/>
                  </a:lnTo>
                  <a:lnTo>
                    <a:pt x="226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21"/>
            <p:cNvSpPr/>
            <p:nvPr/>
          </p:nvSpPr>
          <p:spPr>
            <a:xfrm>
              <a:off x="7171000" y="1311875"/>
              <a:ext cx="136675" cy="134325"/>
            </a:xfrm>
            <a:custGeom>
              <a:rect b="b" l="l" r="r" t="t"/>
              <a:pathLst>
                <a:path extrusionOk="0" h="5373" w="5467">
                  <a:moveTo>
                    <a:pt x="189" y="0"/>
                  </a:moveTo>
                  <a:lnTo>
                    <a:pt x="94" y="47"/>
                  </a:lnTo>
                  <a:lnTo>
                    <a:pt x="47" y="95"/>
                  </a:lnTo>
                  <a:lnTo>
                    <a:pt x="0" y="142"/>
                  </a:lnTo>
                  <a:lnTo>
                    <a:pt x="0" y="236"/>
                  </a:lnTo>
                  <a:lnTo>
                    <a:pt x="0" y="660"/>
                  </a:lnTo>
                  <a:lnTo>
                    <a:pt x="0" y="707"/>
                  </a:lnTo>
                  <a:lnTo>
                    <a:pt x="0" y="5372"/>
                  </a:lnTo>
                  <a:lnTo>
                    <a:pt x="801" y="5372"/>
                  </a:lnTo>
                  <a:lnTo>
                    <a:pt x="801" y="1178"/>
                  </a:lnTo>
                  <a:lnTo>
                    <a:pt x="848" y="990"/>
                  </a:lnTo>
                  <a:lnTo>
                    <a:pt x="895" y="896"/>
                  </a:lnTo>
                  <a:lnTo>
                    <a:pt x="1037" y="801"/>
                  </a:lnTo>
                  <a:lnTo>
                    <a:pt x="1178" y="754"/>
                  </a:lnTo>
                  <a:lnTo>
                    <a:pt x="4241" y="754"/>
                  </a:lnTo>
                  <a:lnTo>
                    <a:pt x="4430" y="801"/>
                  </a:lnTo>
                  <a:lnTo>
                    <a:pt x="4524" y="896"/>
                  </a:lnTo>
                  <a:lnTo>
                    <a:pt x="4618" y="990"/>
                  </a:lnTo>
                  <a:lnTo>
                    <a:pt x="4618" y="1178"/>
                  </a:lnTo>
                  <a:lnTo>
                    <a:pt x="4618" y="5372"/>
                  </a:lnTo>
                  <a:lnTo>
                    <a:pt x="5466" y="5372"/>
                  </a:lnTo>
                  <a:lnTo>
                    <a:pt x="5466" y="236"/>
                  </a:lnTo>
                  <a:lnTo>
                    <a:pt x="5419" y="142"/>
                  </a:lnTo>
                  <a:lnTo>
                    <a:pt x="5372" y="95"/>
                  </a:lnTo>
                  <a:lnTo>
                    <a:pt x="5325" y="47"/>
                  </a:lnTo>
                  <a:lnTo>
                    <a:pt x="52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21"/>
            <p:cNvSpPr/>
            <p:nvPr/>
          </p:nvSpPr>
          <p:spPr>
            <a:xfrm>
              <a:off x="7212225" y="1427325"/>
              <a:ext cx="54200" cy="18875"/>
            </a:xfrm>
            <a:custGeom>
              <a:rect b="b" l="l" r="r" t="t"/>
              <a:pathLst>
                <a:path extrusionOk="0" h="755" w="2168">
                  <a:moveTo>
                    <a:pt x="1084" y="0"/>
                  </a:moveTo>
                  <a:lnTo>
                    <a:pt x="754" y="47"/>
                  </a:lnTo>
                  <a:lnTo>
                    <a:pt x="424" y="189"/>
                  </a:lnTo>
                  <a:lnTo>
                    <a:pt x="283" y="283"/>
                  </a:lnTo>
                  <a:lnTo>
                    <a:pt x="142" y="424"/>
                  </a:lnTo>
                  <a:lnTo>
                    <a:pt x="48" y="566"/>
                  </a:lnTo>
                  <a:lnTo>
                    <a:pt x="0" y="754"/>
                  </a:lnTo>
                  <a:lnTo>
                    <a:pt x="2168" y="754"/>
                  </a:lnTo>
                  <a:lnTo>
                    <a:pt x="2074" y="566"/>
                  </a:lnTo>
                  <a:lnTo>
                    <a:pt x="1980" y="424"/>
                  </a:lnTo>
                  <a:lnTo>
                    <a:pt x="1885" y="283"/>
                  </a:lnTo>
                  <a:lnTo>
                    <a:pt x="1744" y="189"/>
                  </a:lnTo>
                  <a:lnTo>
                    <a:pt x="1414" y="47"/>
                  </a:lnTo>
                  <a:lnTo>
                    <a:pt x="108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21"/>
            <p:cNvSpPr/>
            <p:nvPr/>
          </p:nvSpPr>
          <p:spPr>
            <a:xfrm>
              <a:off x="7292325" y="1552200"/>
              <a:ext cx="89550" cy="20050"/>
            </a:xfrm>
            <a:custGeom>
              <a:rect b="b" l="l" r="r" t="t"/>
              <a:pathLst>
                <a:path extrusionOk="0" h="802" w="3582">
                  <a:moveTo>
                    <a:pt x="1" y="0"/>
                  </a:moveTo>
                  <a:lnTo>
                    <a:pt x="1" y="660"/>
                  </a:lnTo>
                  <a:lnTo>
                    <a:pt x="1" y="801"/>
                  </a:lnTo>
                  <a:lnTo>
                    <a:pt x="3158" y="801"/>
                  </a:lnTo>
                  <a:lnTo>
                    <a:pt x="3346" y="754"/>
                  </a:lnTo>
                  <a:lnTo>
                    <a:pt x="3488" y="660"/>
                  </a:lnTo>
                  <a:lnTo>
                    <a:pt x="3535" y="566"/>
                  </a:lnTo>
                  <a:lnTo>
                    <a:pt x="3582" y="377"/>
                  </a:lnTo>
                  <a:lnTo>
                    <a:pt x="358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21"/>
            <p:cNvSpPr/>
            <p:nvPr/>
          </p:nvSpPr>
          <p:spPr>
            <a:xfrm>
              <a:off x="7209875" y="1350750"/>
              <a:ext cx="57750" cy="67175"/>
            </a:xfrm>
            <a:custGeom>
              <a:rect b="b" l="l" r="r" t="t"/>
              <a:pathLst>
                <a:path extrusionOk="0" h="2687" w="2310">
                  <a:moveTo>
                    <a:pt x="1178" y="754"/>
                  </a:moveTo>
                  <a:lnTo>
                    <a:pt x="1320" y="801"/>
                  </a:lnTo>
                  <a:lnTo>
                    <a:pt x="1414" y="849"/>
                  </a:lnTo>
                  <a:lnTo>
                    <a:pt x="1508" y="990"/>
                  </a:lnTo>
                  <a:lnTo>
                    <a:pt x="1555" y="1131"/>
                  </a:lnTo>
                  <a:lnTo>
                    <a:pt x="1508" y="1273"/>
                  </a:lnTo>
                  <a:lnTo>
                    <a:pt x="1414" y="1414"/>
                  </a:lnTo>
                  <a:lnTo>
                    <a:pt x="1320" y="1508"/>
                  </a:lnTo>
                  <a:lnTo>
                    <a:pt x="1037" y="1508"/>
                  </a:lnTo>
                  <a:lnTo>
                    <a:pt x="895" y="1414"/>
                  </a:lnTo>
                  <a:lnTo>
                    <a:pt x="801" y="1273"/>
                  </a:lnTo>
                  <a:lnTo>
                    <a:pt x="801" y="1131"/>
                  </a:lnTo>
                  <a:lnTo>
                    <a:pt x="848" y="990"/>
                  </a:lnTo>
                  <a:lnTo>
                    <a:pt x="895" y="849"/>
                  </a:lnTo>
                  <a:lnTo>
                    <a:pt x="1037" y="801"/>
                  </a:lnTo>
                  <a:lnTo>
                    <a:pt x="1178" y="754"/>
                  </a:lnTo>
                  <a:close/>
                  <a:moveTo>
                    <a:pt x="0" y="0"/>
                  </a:moveTo>
                  <a:lnTo>
                    <a:pt x="0" y="2686"/>
                  </a:lnTo>
                  <a:lnTo>
                    <a:pt x="283" y="2498"/>
                  </a:lnTo>
                  <a:lnTo>
                    <a:pt x="566" y="2356"/>
                  </a:lnTo>
                  <a:lnTo>
                    <a:pt x="848" y="2309"/>
                  </a:lnTo>
                  <a:lnTo>
                    <a:pt x="1178" y="2262"/>
                  </a:lnTo>
                  <a:lnTo>
                    <a:pt x="1461" y="2309"/>
                  </a:lnTo>
                  <a:lnTo>
                    <a:pt x="1791" y="2356"/>
                  </a:lnTo>
                  <a:lnTo>
                    <a:pt x="2074" y="2498"/>
                  </a:lnTo>
                  <a:lnTo>
                    <a:pt x="2309" y="2686"/>
                  </a:lnTo>
                  <a:lnTo>
                    <a:pt x="230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 name="Google Shape;1629;p21"/>
          <p:cNvGrpSpPr/>
          <p:nvPr/>
        </p:nvGrpSpPr>
        <p:grpSpPr>
          <a:xfrm>
            <a:off x="1000125" y="1938975"/>
            <a:ext cx="285100" cy="285100"/>
            <a:chOff x="238125" y="2015175"/>
            <a:chExt cx="285100" cy="285100"/>
          </a:xfrm>
        </p:grpSpPr>
        <p:sp>
          <p:nvSpPr>
            <p:cNvPr id="1630" name="Google Shape;1630;p21"/>
            <p:cNvSpPr/>
            <p:nvPr/>
          </p:nvSpPr>
          <p:spPr>
            <a:xfrm>
              <a:off x="335900" y="2072900"/>
              <a:ext cx="90725" cy="14150"/>
            </a:xfrm>
            <a:custGeom>
              <a:rect b="b" l="l" r="r" t="t"/>
              <a:pathLst>
                <a:path extrusionOk="0" h="566" w="3629">
                  <a:moveTo>
                    <a:pt x="0" y="0"/>
                  </a:moveTo>
                  <a:lnTo>
                    <a:pt x="0" y="566"/>
                  </a:lnTo>
                  <a:lnTo>
                    <a:pt x="3629" y="566"/>
                  </a:lnTo>
                  <a:lnTo>
                    <a:pt x="362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21"/>
            <p:cNvSpPr/>
            <p:nvPr/>
          </p:nvSpPr>
          <p:spPr>
            <a:xfrm>
              <a:off x="335900" y="2103525"/>
              <a:ext cx="90725" cy="14150"/>
            </a:xfrm>
            <a:custGeom>
              <a:rect b="b" l="l" r="r" t="t"/>
              <a:pathLst>
                <a:path extrusionOk="0" h="566" w="3629">
                  <a:moveTo>
                    <a:pt x="0" y="0"/>
                  </a:moveTo>
                  <a:lnTo>
                    <a:pt x="0" y="566"/>
                  </a:lnTo>
                  <a:lnTo>
                    <a:pt x="3629" y="566"/>
                  </a:lnTo>
                  <a:lnTo>
                    <a:pt x="362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21"/>
            <p:cNvSpPr/>
            <p:nvPr/>
          </p:nvSpPr>
          <p:spPr>
            <a:xfrm>
              <a:off x="474900" y="2210725"/>
              <a:ext cx="48325" cy="28300"/>
            </a:xfrm>
            <a:custGeom>
              <a:rect b="b" l="l" r="r" t="t"/>
              <a:pathLst>
                <a:path extrusionOk="0" h="1132" w="1933">
                  <a:moveTo>
                    <a:pt x="1" y="0"/>
                  </a:moveTo>
                  <a:lnTo>
                    <a:pt x="1" y="1131"/>
                  </a:lnTo>
                  <a:lnTo>
                    <a:pt x="896" y="1131"/>
                  </a:lnTo>
                  <a:lnTo>
                    <a:pt x="1132" y="1084"/>
                  </a:lnTo>
                  <a:lnTo>
                    <a:pt x="1367" y="990"/>
                  </a:lnTo>
                  <a:lnTo>
                    <a:pt x="1603" y="896"/>
                  </a:lnTo>
                  <a:lnTo>
                    <a:pt x="1885" y="707"/>
                  </a:lnTo>
                  <a:lnTo>
                    <a:pt x="1933" y="660"/>
                  </a:lnTo>
                  <a:lnTo>
                    <a:pt x="1933" y="566"/>
                  </a:lnTo>
                  <a:lnTo>
                    <a:pt x="1933" y="519"/>
                  </a:lnTo>
                  <a:lnTo>
                    <a:pt x="1885" y="472"/>
                  </a:lnTo>
                  <a:lnTo>
                    <a:pt x="1603" y="283"/>
                  </a:lnTo>
                  <a:lnTo>
                    <a:pt x="1367" y="142"/>
                  </a:lnTo>
                  <a:lnTo>
                    <a:pt x="1132" y="95"/>
                  </a:lnTo>
                  <a:lnTo>
                    <a:pt x="896" y="48"/>
                  </a:lnTo>
                  <a:lnTo>
                    <a:pt x="61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21"/>
            <p:cNvSpPr/>
            <p:nvPr/>
          </p:nvSpPr>
          <p:spPr>
            <a:xfrm>
              <a:off x="280525" y="2255500"/>
              <a:ext cx="200300" cy="44775"/>
            </a:xfrm>
            <a:custGeom>
              <a:rect b="b" l="l" r="r" t="t"/>
              <a:pathLst>
                <a:path extrusionOk="0" h="1791" w="8012">
                  <a:moveTo>
                    <a:pt x="0" y="0"/>
                  </a:moveTo>
                  <a:lnTo>
                    <a:pt x="0" y="1461"/>
                  </a:lnTo>
                  <a:lnTo>
                    <a:pt x="48" y="1602"/>
                  </a:lnTo>
                  <a:lnTo>
                    <a:pt x="95" y="1697"/>
                  </a:lnTo>
                  <a:lnTo>
                    <a:pt x="189" y="1791"/>
                  </a:lnTo>
                  <a:lnTo>
                    <a:pt x="7823" y="1791"/>
                  </a:lnTo>
                  <a:lnTo>
                    <a:pt x="7917" y="1697"/>
                  </a:lnTo>
                  <a:lnTo>
                    <a:pt x="8011" y="1602"/>
                  </a:lnTo>
                  <a:lnTo>
                    <a:pt x="8011" y="1461"/>
                  </a:lnTo>
                  <a:lnTo>
                    <a:pt x="801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21"/>
            <p:cNvSpPr/>
            <p:nvPr/>
          </p:nvSpPr>
          <p:spPr>
            <a:xfrm>
              <a:off x="238125" y="2210725"/>
              <a:ext cx="113100" cy="28300"/>
            </a:xfrm>
            <a:custGeom>
              <a:rect b="b" l="l" r="r" t="t"/>
              <a:pathLst>
                <a:path extrusionOk="0" h="1132" w="4524">
                  <a:moveTo>
                    <a:pt x="0" y="0"/>
                  </a:moveTo>
                  <a:lnTo>
                    <a:pt x="0" y="896"/>
                  </a:lnTo>
                  <a:lnTo>
                    <a:pt x="0" y="990"/>
                  </a:lnTo>
                  <a:lnTo>
                    <a:pt x="47" y="1084"/>
                  </a:lnTo>
                  <a:lnTo>
                    <a:pt x="141" y="1131"/>
                  </a:lnTo>
                  <a:lnTo>
                    <a:pt x="4524" y="1131"/>
                  </a:lnTo>
                  <a:lnTo>
                    <a:pt x="452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21"/>
            <p:cNvSpPr/>
            <p:nvPr/>
          </p:nvSpPr>
          <p:spPr>
            <a:xfrm>
              <a:off x="367700" y="2210725"/>
              <a:ext cx="89550" cy="28300"/>
            </a:xfrm>
            <a:custGeom>
              <a:rect b="b" l="l" r="r" t="t"/>
              <a:pathLst>
                <a:path extrusionOk="0" h="1132" w="3582">
                  <a:moveTo>
                    <a:pt x="0" y="0"/>
                  </a:moveTo>
                  <a:lnTo>
                    <a:pt x="0" y="1131"/>
                  </a:lnTo>
                  <a:lnTo>
                    <a:pt x="3582" y="1131"/>
                  </a:lnTo>
                  <a:lnTo>
                    <a:pt x="358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21"/>
            <p:cNvSpPr/>
            <p:nvPr/>
          </p:nvSpPr>
          <p:spPr>
            <a:xfrm>
              <a:off x="238125" y="2163600"/>
              <a:ext cx="42425" cy="31825"/>
            </a:xfrm>
            <a:custGeom>
              <a:rect b="b" l="l" r="r" t="t"/>
              <a:pathLst>
                <a:path extrusionOk="0" h="1273" w="1697">
                  <a:moveTo>
                    <a:pt x="801" y="1"/>
                  </a:moveTo>
                  <a:lnTo>
                    <a:pt x="613" y="95"/>
                  </a:lnTo>
                  <a:lnTo>
                    <a:pt x="471" y="189"/>
                  </a:lnTo>
                  <a:lnTo>
                    <a:pt x="283" y="283"/>
                  </a:lnTo>
                  <a:lnTo>
                    <a:pt x="188" y="425"/>
                  </a:lnTo>
                  <a:lnTo>
                    <a:pt x="94" y="613"/>
                  </a:lnTo>
                  <a:lnTo>
                    <a:pt x="0" y="802"/>
                  </a:lnTo>
                  <a:lnTo>
                    <a:pt x="0" y="990"/>
                  </a:lnTo>
                  <a:lnTo>
                    <a:pt x="0" y="1273"/>
                  </a:lnTo>
                  <a:lnTo>
                    <a:pt x="660" y="1273"/>
                  </a:lnTo>
                  <a:lnTo>
                    <a:pt x="660" y="1037"/>
                  </a:lnTo>
                  <a:lnTo>
                    <a:pt x="707" y="896"/>
                  </a:lnTo>
                  <a:lnTo>
                    <a:pt x="754" y="755"/>
                  </a:lnTo>
                  <a:lnTo>
                    <a:pt x="895" y="707"/>
                  </a:lnTo>
                  <a:lnTo>
                    <a:pt x="1037" y="660"/>
                  </a:lnTo>
                  <a:lnTo>
                    <a:pt x="1696" y="660"/>
                  </a:lnTo>
                  <a:lnTo>
                    <a:pt x="169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21"/>
            <p:cNvSpPr/>
            <p:nvPr/>
          </p:nvSpPr>
          <p:spPr>
            <a:xfrm>
              <a:off x="280525" y="2015175"/>
              <a:ext cx="200300" cy="180250"/>
            </a:xfrm>
            <a:custGeom>
              <a:rect b="b" l="l" r="r" t="t"/>
              <a:pathLst>
                <a:path extrusionOk="0" h="7210" w="8012">
                  <a:moveTo>
                    <a:pt x="6173" y="1602"/>
                  </a:moveTo>
                  <a:lnTo>
                    <a:pt x="6315" y="1649"/>
                  </a:lnTo>
                  <a:lnTo>
                    <a:pt x="6409" y="1697"/>
                  </a:lnTo>
                  <a:lnTo>
                    <a:pt x="6456" y="1838"/>
                  </a:lnTo>
                  <a:lnTo>
                    <a:pt x="6503" y="1932"/>
                  </a:lnTo>
                  <a:lnTo>
                    <a:pt x="6503" y="4430"/>
                  </a:lnTo>
                  <a:lnTo>
                    <a:pt x="6456" y="4571"/>
                  </a:lnTo>
                  <a:lnTo>
                    <a:pt x="6409" y="4665"/>
                  </a:lnTo>
                  <a:lnTo>
                    <a:pt x="6315" y="4760"/>
                  </a:lnTo>
                  <a:lnTo>
                    <a:pt x="1744" y="4760"/>
                  </a:lnTo>
                  <a:lnTo>
                    <a:pt x="1603" y="4665"/>
                  </a:lnTo>
                  <a:lnTo>
                    <a:pt x="1555" y="4571"/>
                  </a:lnTo>
                  <a:lnTo>
                    <a:pt x="1508" y="4430"/>
                  </a:lnTo>
                  <a:lnTo>
                    <a:pt x="1508" y="1932"/>
                  </a:lnTo>
                  <a:lnTo>
                    <a:pt x="1555" y="1838"/>
                  </a:lnTo>
                  <a:lnTo>
                    <a:pt x="1603" y="1697"/>
                  </a:lnTo>
                  <a:lnTo>
                    <a:pt x="1744" y="1649"/>
                  </a:lnTo>
                  <a:lnTo>
                    <a:pt x="1838" y="1602"/>
                  </a:lnTo>
                  <a:close/>
                  <a:moveTo>
                    <a:pt x="189" y="0"/>
                  </a:moveTo>
                  <a:lnTo>
                    <a:pt x="95" y="94"/>
                  </a:lnTo>
                  <a:lnTo>
                    <a:pt x="48" y="189"/>
                  </a:lnTo>
                  <a:lnTo>
                    <a:pt x="0" y="330"/>
                  </a:lnTo>
                  <a:lnTo>
                    <a:pt x="0" y="5938"/>
                  </a:lnTo>
                  <a:lnTo>
                    <a:pt x="2828" y="5938"/>
                  </a:lnTo>
                  <a:lnTo>
                    <a:pt x="2922" y="6032"/>
                  </a:lnTo>
                  <a:lnTo>
                    <a:pt x="3016" y="6126"/>
                  </a:lnTo>
                  <a:lnTo>
                    <a:pt x="3016" y="6267"/>
                  </a:lnTo>
                  <a:lnTo>
                    <a:pt x="3016" y="6409"/>
                  </a:lnTo>
                  <a:lnTo>
                    <a:pt x="2922" y="6503"/>
                  </a:lnTo>
                  <a:lnTo>
                    <a:pt x="2828" y="6597"/>
                  </a:lnTo>
                  <a:lnTo>
                    <a:pt x="0" y="6597"/>
                  </a:lnTo>
                  <a:lnTo>
                    <a:pt x="0" y="7163"/>
                  </a:lnTo>
                  <a:lnTo>
                    <a:pt x="7634" y="7163"/>
                  </a:lnTo>
                  <a:lnTo>
                    <a:pt x="8011" y="7210"/>
                  </a:lnTo>
                  <a:lnTo>
                    <a:pt x="8011" y="330"/>
                  </a:lnTo>
                  <a:lnTo>
                    <a:pt x="8011" y="189"/>
                  </a:lnTo>
                  <a:lnTo>
                    <a:pt x="7917" y="94"/>
                  </a:lnTo>
                  <a:lnTo>
                    <a:pt x="782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8" name="Google Shape;1638;p21"/>
          <p:cNvGrpSpPr/>
          <p:nvPr/>
        </p:nvGrpSpPr>
        <p:grpSpPr>
          <a:xfrm>
            <a:off x="1762325" y="1954275"/>
            <a:ext cx="285100" cy="254500"/>
            <a:chOff x="1000325" y="2030475"/>
            <a:chExt cx="285100" cy="254500"/>
          </a:xfrm>
        </p:grpSpPr>
        <p:sp>
          <p:nvSpPr>
            <p:cNvPr id="1639" name="Google Shape;1639;p21"/>
            <p:cNvSpPr/>
            <p:nvPr/>
          </p:nvSpPr>
          <p:spPr>
            <a:xfrm>
              <a:off x="1113400" y="2050500"/>
              <a:ext cx="58950" cy="27125"/>
            </a:xfrm>
            <a:custGeom>
              <a:rect b="b" l="l" r="r" t="t"/>
              <a:pathLst>
                <a:path extrusionOk="0" h="1085" w="2358">
                  <a:moveTo>
                    <a:pt x="896" y="1"/>
                  </a:moveTo>
                  <a:lnTo>
                    <a:pt x="614" y="95"/>
                  </a:lnTo>
                  <a:lnTo>
                    <a:pt x="331" y="189"/>
                  </a:lnTo>
                  <a:lnTo>
                    <a:pt x="142" y="425"/>
                  </a:lnTo>
                  <a:lnTo>
                    <a:pt x="1" y="661"/>
                  </a:lnTo>
                  <a:lnTo>
                    <a:pt x="48" y="661"/>
                  </a:lnTo>
                  <a:lnTo>
                    <a:pt x="2357" y="1085"/>
                  </a:lnTo>
                  <a:lnTo>
                    <a:pt x="2357" y="943"/>
                  </a:lnTo>
                  <a:lnTo>
                    <a:pt x="2357" y="755"/>
                  </a:lnTo>
                  <a:lnTo>
                    <a:pt x="2310" y="566"/>
                  </a:lnTo>
                  <a:lnTo>
                    <a:pt x="2216" y="425"/>
                  </a:lnTo>
                  <a:lnTo>
                    <a:pt x="2121" y="284"/>
                  </a:lnTo>
                  <a:lnTo>
                    <a:pt x="1980" y="189"/>
                  </a:lnTo>
                  <a:lnTo>
                    <a:pt x="1839" y="95"/>
                  </a:lnTo>
                  <a:lnTo>
                    <a:pt x="1650" y="48"/>
                  </a:lnTo>
                  <a:lnTo>
                    <a:pt x="146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21"/>
            <p:cNvSpPr/>
            <p:nvPr/>
          </p:nvSpPr>
          <p:spPr>
            <a:xfrm>
              <a:off x="1208825" y="2052875"/>
              <a:ext cx="58925" cy="22400"/>
            </a:xfrm>
            <a:custGeom>
              <a:rect b="b" l="l" r="r" t="t"/>
              <a:pathLst>
                <a:path extrusionOk="0" h="896" w="2357">
                  <a:moveTo>
                    <a:pt x="708" y="0"/>
                  </a:moveTo>
                  <a:lnTo>
                    <a:pt x="566" y="47"/>
                  </a:lnTo>
                  <a:lnTo>
                    <a:pt x="378" y="141"/>
                  </a:lnTo>
                  <a:lnTo>
                    <a:pt x="284" y="236"/>
                  </a:lnTo>
                  <a:lnTo>
                    <a:pt x="142" y="377"/>
                  </a:lnTo>
                  <a:lnTo>
                    <a:pt x="95" y="518"/>
                  </a:lnTo>
                  <a:lnTo>
                    <a:pt x="1" y="707"/>
                  </a:lnTo>
                  <a:lnTo>
                    <a:pt x="1" y="895"/>
                  </a:lnTo>
                  <a:lnTo>
                    <a:pt x="2357" y="895"/>
                  </a:lnTo>
                  <a:lnTo>
                    <a:pt x="2357" y="707"/>
                  </a:lnTo>
                  <a:lnTo>
                    <a:pt x="2310" y="518"/>
                  </a:lnTo>
                  <a:lnTo>
                    <a:pt x="2216" y="377"/>
                  </a:lnTo>
                  <a:lnTo>
                    <a:pt x="2121" y="236"/>
                  </a:lnTo>
                  <a:lnTo>
                    <a:pt x="1980" y="141"/>
                  </a:lnTo>
                  <a:lnTo>
                    <a:pt x="1839" y="47"/>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21"/>
            <p:cNvSpPr/>
            <p:nvPr/>
          </p:nvSpPr>
          <p:spPr>
            <a:xfrm>
              <a:off x="1000325" y="2084675"/>
              <a:ext cx="285100" cy="81300"/>
            </a:xfrm>
            <a:custGeom>
              <a:rect b="b" l="l" r="r" t="t"/>
              <a:pathLst>
                <a:path extrusionOk="0" h="3252" w="11404">
                  <a:moveTo>
                    <a:pt x="4477" y="0"/>
                  </a:moveTo>
                  <a:lnTo>
                    <a:pt x="4477" y="425"/>
                  </a:lnTo>
                  <a:lnTo>
                    <a:pt x="4524" y="613"/>
                  </a:lnTo>
                  <a:lnTo>
                    <a:pt x="4571" y="802"/>
                  </a:lnTo>
                  <a:lnTo>
                    <a:pt x="4712" y="1084"/>
                  </a:lnTo>
                  <a:lnTo>
                    <a:pt x="4948" y="1367"/>
                  </a:lnTo>
                  <a:lnTo>
                    <a:pt x="5231" y="1508"/>
                  </a:lnTo>
                  <a:lnTo>
                    <a:pt x="4901" y="1508"/>
                  </a:lnTo>
                  <a:lnTo>
                    <a:pt x="4665" y="1555"/>
                  </a:lnTo>
                  <a:lnTo>
                    <a:pt x="4477" y="1603"/>
                  </a:lnTo>
                  <a:lnTo>
                    <a:pt x="4288" y="1744"/>
                  </a:lnTo>
                  <a:lnTo>
                    <a:pt x="4100" y="1885"/>
                  </a:lnTo>
                  <a:lnTo>
                    <a:pt x="3958" y="2027"/>
                  </a:lnTo>
                  <a:lnTo>
                    <a:pt x="3864" y="2215"/>
                  </a:lnTo>
                  <a:lnTo>
                    <a:pt x="3817" y="2451"/>
                  </a:lnTo>
                  <a:lnTo>
                    <a:pt x="3770" y="2686"/>
                  </a:lnTo>
                  <a:lnTo>
                    <a:pt x="3770" y="2545"/>
                  </a:lnTo>
                  <a:lnTo>
                    <a:pt x="3676" y="2309"/>
                  </a:lnTo>
                  <a:lnTo>
                    <a:pt x="3581" y="2121"/>
                  </a:lnTo>
                  <a:lnTo>
                    <a:pt x="3440" y="1932"/>
                  </a:lnTo>
                  <a:lnTo>
                    <a:pt x="3252" y="1791"/>
                  </a:lnTo>
                  <a:lnTo>
                    <a:pt x="3063" y="1697"/>
                  </a:lnTo>
                  <a:lnTo>
                    <a:pt x="2875" y="1650"/>
                  </a:lnTo>
                  <a:lnTo>
                    <a:pt x="2639" y="1603"/>
                  </a:lnTo>
                  <a:lnTo>
                    <a:pt x="2309" y="1603"/>
                  </a:lnTo>
                  <a:lnTo>
                    <a:pt x="2639" y="1414"/>
                  </a:lnTo>
                  <a:lnTo>
                    <a:pt x="2875" y="1178"/>
                  </a:lnTo>
                  <a:lnTo>
                    <a:pt x="3016" y="896"/>
                  </a:lnTo>
                  <a:lnTo>
                    <a:pt x="3063" y="519"/>
                  </a:lnTo>
                  <a:lnTo>
                    <a:pt x="3063" y="330"/>
                  </a:lnTo>
                  <a:lnTo>
                    <a:pt x="707" y="330"/>
                  </a:lnTo>
                  <a:lnTo>
                    <a:pt x="707" y="519"/>
                  </a:lnTo>
                  <a:lnTo>
                    <a:pt x="754" y="896"/>
                  </a:lnTo>
                  <a:lnTo>
                    <a:pt x="895" y="1178"/>
                  </a:lnTo>
                  <a:lnTo>
                    <a:pt x="1131" y="1414"/>
                  </a:lnTo>
                  <a:lnTo>
                    <a:pt x="1414" y="1603"/>
                  </a:lnTo>
                  <a:lnTo>
                    <a:pt x="1131" y="1603"/>
                  </a:lnTo>
                  <a:lnTo>
                    <a:pt x="895" y="1650"/>
                  </a:lnTo>
                  <a:lnTo>
                    <a:pt x="660" y="1697"/>
                  </a:lnTo>
                  <a:lnTo>
                    <a:pt x="471" y="1791"/>
                  </a:lnTo>
                  <a:lnTo>
                    <a:pt x="330" y="1932"/>
                  </a:lnTo>
                  <a:lnTo>
                    <a:pt x="189" y="2121"/>
                  </a:lnTo>
                  <a:lnTo>
                    <a:pt x="94" y="2309"/>
                  </a:lnTo>
                  <a:lnTo>
                    <a:pt x="0" y="2545"/>
                  </a:lnTo>
                  <a:lnTo>
                    <a:pt x="0" y="2734"/>
                  </a:lnTo>
                  <a:lnTo>
                    <a:pt x="0" y="2969"/>
                  </a:lnTo>
                  <a:lnTo>
                    <a:pt x="0" y="3110"/>
                  </a:lnTo>
                  <a:lnTo>
                    <a:pt x="47" y="3205"/>
                  </a:lnTo>
                  <a:lnTo>
                    <a:pt x="142" y="3252"/>
                  </a:lnTo>
                  <a:lnTo>
                    <a:pt x="3581" y="3252"/>
                  </a:lnTo>
                  <a:lnTo>
                    <a:pt x="3676" y="3205"/>
                  </a:lnTo>
                  <a:lnTo>
                    <a:pt x="3770" y="3110"/>
                  </a:lnTo>
                  <a:lnTo>
                    <a:pt x="3864" y="3205"/>
                  </a:lnTo>
                  <a:lnTo>
                    <a:pt x="3958" y="3252"/>
                  </a:lnTo>
                  <a:lnTo>
                    <a:pt x="7446" y="3252"/>
                  </a:lnTo>
                  <a:lnTo>
                    <a:pt x="7540" y="3205"/>
                  </a:lnTo>
                  <a:lnTo>
                    <a:pt x="7587" y="3110"/>
                  </a:lnTo>
                  <a:lnTo>
                    <a:pt x="7634" y="2969"/>
                  </a:lnTo>
                  <a:lnTo>
                    <a:pt x="7634" y="3110"/>
                  </a:lnTo>
                  <a:lnTo>
                    <a:pt x="7728" y="3205"/>
                  </a:lnTo>
                  <a:lnTo>
                    <a:pt x="7822" y="3252"/>
                  </a:lnTo>
                  <a:lnTo>
                    <a:pt x="11262" y="3252"/>
                  </a:lnTo>
                  <a:lnTo>
                    <a:pt x="11357" y="3205"/>
                  </a:lnTo>
                  <a:lnTo>
                    <a:pt x="11404" y="3110"/>
                  </a:lnTo>
                  <a:lnTo>
                    <a:pt x="11404" y="2969"/>
                  </a:lnTo>
                  <a:lnTo>
                    <a:pt x="11404" y="2686"/>
                  </a:lnTo>
                  <a:lnTo>
                    <a:pt x="11404" y="2451"/>
                  </a:lnTo>
                  <a:lnTo>
                    <a:pt x="11310" y="2215"/>
                  </a:lnTo>
                  <a:lnTo>
                    <a:pt x="11215" y="2027"/>
                  </a:lnTo>
                  <a:lnTo>
                    <a:pt x="11074" y="1885"/>
                  </a:lnTo>
                  <a:lnTo>
                    <a:pt x="10933" y="1744"/>
                  </a:lnTo>
                  <a:lnTo>
                    <a:pt x="10744" y="1603"/>
                  </a:lnTo>
                  <a:lnTo>
                    <a:pt x="10508" y="1555"/>
                  </a:lnTo>
                  <a:lnTo>
                    <a:pt x="9990" y="1555"/>
                  </a:lnTo>
                  <a:lnTo>
                    <a:pt x="10273" y="1367"/>
                  </a:lnTo>
                  <a:lnTo>
                    <a:pt x="10508" y="1084"/>
                  </a:lnTo>
                  <a:lnTo>
                    <a:pt x="10650" y="802"/>
                  </a:lnTo>
                  <a:lnTo>
                    <a:pt x="10697" y="425"/>
                  </a:lnTo>
                  <a:lnTo>
                    <a:pt x="10697" y="330"/>
                  </a:lnTo>
                  <a:lnTo>
                    <a:pt x="8341" y="330"/>
                  </a:lnTo>
                  <a:lnTo>
                    <a:pt x="8341" y="425"/>
                  </a:lnTo>
                  <a:lnTo>
                    <a:pt x="8388" y="802"/>
                  </a:lnTo>
                  <a:lnTo>
                    <a:pt x="8529" y="1084"/>
                  </a:lnTo>
                  <a:lnTo>
                    <a:pt x="8765" y="1367"/>
                  </a:lnTo>
                  <a:lnTo>
                    <a:pt x="9095" y="1555"/>
                  </a:lnTo>
                  <a:lnTo>
                    <a:pt x="8529" y="1555"/>
                  </a:lnTo>
                  <a:lnTo>
                    <a:pt x="8341" y="1603"/>
                  </a:lnTo>
                  <a:lnTo>
                    <a:pt x="8152" y="1744"/>
                  </a:lnTo>
                  <a:lnTo>
                    <a:pt x="7964" y="1885"/>
                  </a:lnTo>
                  <a:lnTo>
                    <a:pt x="7822" y="2027"/>
                  </a:lnTo>
                  <a:lnTo>
                    <a:pt x="7728" y="2215"/>
                  </a:lnTo>
                  <a:lnTo>
                    <a:pt x="7634" y="2451"/>
                  </a:lnTo>
                  <a:lnTo>
                    <a:pt x="7634" y="2686"/>
                  </a:lnTo>
                  <a:lnTo>
                    <a:pt x="7587" y="2451"/>
                  </a:lnTo>
                  <a:lnTo>
                    <a:pt x="7540" y="2215"/>
                  </a:lnTo>
                  <a:lnTo>
                    <a:pt x="7446" y="2027"/>
                  </a:lnTo>
                  <a:lnTo>
                    <a:pt x="7304" y="1885"/>
                  </a:lnTo>
                  <a:lnTo>
                    <a:pt x="7116" y="1744"/>
                  </a:lnTo>
                  <a:lnTo>
                    <a:pt x="6927" y="1603"/>
                  </a:lnTo>
                  <a:lnTo>
                    <a:pt x="6739" y="1555"/>
                  </a:lnTo>
                  <a:lnTo>
                    <a:pt x="6503" y="1508"/>
                  </a:lnTo>
                  <a:lnTo>
                    <a:pt x="6173" y="1508"/>
                  </a:lnTo>
                  <a:lnTo>
                    <a:pt x="6456" y="1367"/>
                  </a:lnTo>
                  <a:lnTo>
                    <a:pt x="6692" y="1084"/>
                  </a:lnTo>
                  <a:lnTo>
                    <a:pt x="6833" y="802"/>
                  </a:lnTo>
                  <a:lnTo>
                    <a:pt x="6880" y="425"/>
                  </a:lnTo>
                  <a:lnTo>
                    <a:pt x="6833" y="425"/>
                  </a:lnTo>
                  <a:lnTo>
                    <a:pt x="447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21"/>
            <p:cNvSpPr/>
            <p:nvPr/>
          </p:nvSpPr>
          <p:spPr>
            <a:xfrm>
              <a:off x="1018000" y="2030475"/>
              <a:ext cx="58925" cy="44800"/>
            </a:xfrm>
            <a:custGeom>
              <a:rect b="b" l="l" r="r" t="t"/>
              <a:pathLst>
                <a:path extrusionOk="0" h="1792" w="2357">
                  <a:moveTo>
                    <a:pt x="942" y="1"/>
                  </a:moveTo>
                  <a:lnTo>
                    <a:pt x="754" y="95"/>
                  </a:lnTo>
                  <a:lnTo>
                    <a:pt x="565" y="189"/>
                  </a:lnTo>
                  <a:lnTo>
                    <a:pt x="424" y="378"/>
                  </a:lnTo>
                  <a:lnTo>
                    <a:pt x="330" y="566"/>
                  </a:lnTo>
                  <a:lnTo>
                    <a:pt x="236" y="755"/>
                  </a:lnTo>
                  <a:lnTo>
                    <a:pt x="236" y="990"/>
                  </a:lnTo>
                  <a:lnTo>
                    <a:pt x="283" y="1179"/>
                  </a:lnTo>
                  <a:lnTo>
                    <a:pt x="188" y="1320"/>
                  </a:lnTo>
                  <a:lnTo>
                    <a:pt x="94" y="1462"/>
                  </a:lnTo>
                  <a:lnTo>
                    <a:pt x="0" y="1603"/>
                  </a:lnTo>
                  <a:lnTo>
                    <a:pt x="0" y="1791"/>
                  </a:lnTo>
                  <a:lnTo>
                    <a:pt x="2356" y="1791"/>
                  </a:lnTo>
                  <a:lnTo>
                    <a:pt x="2309" y="1603"/>
                  </a:lnTo>
                  <a:lnTo>
                    <a:pt x="2262" y="1462"/>
                  </a:lnTo>
                  <a:lnTo>
                    <a:pt x="2168" y="1273"/>
                  </a:lnTo>
                  <a:lnTo>
                    <a:pt x="2026" y="1179"/>
                  </a:lnTo>
                  <a:lnTo>
                    <a:pt x="2073" y="1037"/>
                  </a:lnTo>
                  <a:lnTo>
                    <a:pt x="2073" y="896"/>
                  </a:lnTo>
                  <a:lnTo>
                    <a:pt x="2026" y="708"/>
                  </a:lnTo>
                  <a:lnTo>
                    <a:pt x="1979" y="566"/>
                  </a:lnTo>
                  <a:lnTo>
                    <a:pt x="1885" y="378"/>
                  </a:lnTo>
                  <a:lnTo>
                    <a:pt x="1791" y="236"/>
                  </a:lnTo>
                  <a:lnTo>
                    <a:pt x="1649" y="142"/>
                  </a:lnTo>
                  <a:lnTo>
                    <a:pt x="1508" y="48"/>
                  </a:lnTo>
                  <a:lnTo>
                    <a:pt x="131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21"/>
            <p:cNvSpPr/>
            <p:nvPr/>
          </p:nvSpPr>
          <p:spPr>
            <a:xfrm>
              <a:off x="1000325" y="2189525"/>
              <a:ext cx="285100" cy="95450"/>
            </a:xfrm>
            <a:custGeom>
              <a:rect b="b" l="l" r="r" t="t"/>
              <a:pathLst>
                <a:path extrusionOk="0" h="3818" w="11404">
                  <a:moveTo>
                    <a:pt x="4241" y="0"/>
                  </a:moveTo>
                  <a:lnTo>
                    <a:pt x="3911" y="47"/>
                  </a:lnTo>
                  <a:lnTo>
                    <a:pt x="3629" y="95"/>
                  </a:lnTo>
                  <a:lnTo>
                    <a:pt x="3346" y="189"/>
                  </a:lnTo>
                  <a:lnTo>
                    <a:pt x="3063" y="330"/>
                  </a:lnTo>
                  <a:lnTo>
                    <a:pt x="2780" y="519"/>
                  </a:lnTo>
                  <a:lnTo>
                    <a:pt x="2403" y="896"/>
                  </a:lnTo>
                  <a:lnTo>
                    <a:pt x="2168" y="1037"/>
                  </a:lnTo>
                  <a:lnTo>
                    <a:pt x="519" y="1037"/>
                  </a:lnTo>
                  <a:lnTo>
                    <a:pt x="283" y="1084"/>
                  </a:lnTo>
                  <a:lnTo>
                    <a:pt x="142" y="1178"/>
                  </a:lnTo>
                  <a:lnTo>
                    <a:pt x="0" y="1367"/>
                  </a:lnTo>
                  <a:lnTo>
                    <a:pt x="0" y="1555"/>
                  </a:lnTo>
                  <a:lnTo>
                    <a:pt x="0" y="3440"/>
                  </a:lnTo>
                  <a:lnTo>
                    <a:pt x="0" y="3582"/>
                  </a:lnTo>
                  <a:lnTo>
                    <a:pt x="94" y="3723"/>
                  </a:lnTo>
                  <a:lnTo>
                    <a:pt x="236" y="3817"/>
                  </a:lnTo>
                  <a:lnTo>
                    <a:pt x="8482" y="3817"/>
                  </a:lnTo>
                  <a:lnTo>
                    <a:pt x="8812" y="3770"/>
                  </a:lnTo>
                  <a:lnTo>
                    <a:pt x="9142" y="3676"/>
                  </a:lnTo>
                  <a:lnTo>
                    <a:pt x="9425" y="3487"/>
                  </a:lnTo>
                  <a:lnTo>
                    <a:pt x="9660" y="3252"/>
                  </a:lnTo>
                  <a:lnTo>
                    <a:pt x="11215" y="1367"/>
                  </a:lnTo>
                  <a:lnTo>
                    <a:pt x="11357" y="1131"/>
                  </a:lnTo>
                  <a:lnTo>
                    <a:pt x="11404" y="896"/>
                  </a:lnTo>
                  <a:lnTo>
                    <a:pt x="11404" y="754"/>
                  </a:lnTo>
                  <a:lnTo>
                    <a:pt x="11357" y="660"/>
                  </a:lnTo>
                  <a:lnTo>
                    <a:pt x="11262" y="519"/>
                  </a:lnTo>
                  <a:lnTo>
                    <a:pt x="11168" y="424"/>
                  </a:lnTo>
                  <a:lnTo>
                    <a:pt x="10885" y="283"/>
                  </a:lnTo>
                  <a:lnTo>
                    <a:pt x="10650" y="283"/>
                  </a:lnTo>
                  <a:lnTo>
                    <a:pt x="10461" y="330"/>
                  </a:lnTo>
                  <a:lnTo>
                    <a:pt x="10320" y="472"/>
                  </a:lnTo>
                  <a:lnTo>
                    <a:pt x="8765" y="2309"/>
                  </a:lnTo>
                  <a:lnTo>
                    <a:pt x="8671" y="2404"/>
                  </a:lnTo>
                  <a:lnTo>
                    <a:pt x="5042" y="2404"/>
                  </a:lnTo>
                  <a:lnTo>
                    <a:pt x="4948" y="2356"/>
                  </a:lnTo>
                  <a:lnTo>
                    <a:pt x="4901" y="2215"/>
                  </a:lnTo>
                  <a:lnTo>
                    <a:pt x="4854" y="2121"/>
                  </a:lnTo>
                  <a:lnTo>
                    <a:pt x="4854" y="2027"/>
                  </a:lnTo>
                  <a:lnTo>
                    <a:pt x="4901" y="1932"/>
                  </a:lnTo>
                  <a:lnTo>
                    <a:pt x="4995" y="1744"/>
                  </a:lnTo>
                  <a:lnTo>
                    <a:pt x="5089" y="1744"/>
                  </a:lnTo>
                  <a:lnTo>
                    <a:pt x="5184" y="1697"/>
                  </a:lnTo>
                  <a:lnTo>
                    <a:pt x="7870" y="1697"/>
                  </a:lnTo>
                  <a:lnTo>
                    <a:pt x="8105" y="1650"/>
                  </a:lnTo>
                  <a:lnTo>
                    <a:pt x="8294" y="1508"/>
                  </a:lnTo>
                  <a:lnTo>
                    <a:pt x="8388" y="1367"/>
                  </a:lnTo>
                  <a:lnTo>
                    <a:pt x="8435" y="1178"/>
                  </a:lnTo>
                  <a:lnTo>
                    <a:pt x="8388" y="943"/>
                  </a:lnTo>
                  <a:lnTo>
                    <a:pt x="8294" y="801"/>
                  </a:lnTo>
                  <a:lnTo>
                    <a:pt x="8105" y="660"/>
                  </a:lnTo>
                  <a:lnTo>
                    <a:pt x="7870" y="613"/>
                  </a:lnTo>
                  <a:lnTo>
                    <a:pt x="5985" y="613"/>
                  </a:lnTo>
                  <a:lnTo>
                    <a:pt x="5843" y="519"/>
                  </a:lnTo>
                  <a:lnTo>
                    <a:pt x="5796" y="519"/>
                  </a:lnTo>
                  <a:lnTo>
                    <a:pt x="5184" y="236"/>
                  </a:lnTo>
                  <a:lnTo>
                    <a:pt x="4901" y="142"/>
                  </a:lnTo>
                  <a:lnTo>
                    <a:pt x="4571" y="47"/>
                  </a:lnTo>
                  <a:lnTo>
                    <a:pt x="424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4" name="Google Shape;1644;p21"/>
          <p:cNvGrpSpPr/>
          <p:nvPr/>
        </p:nvGrpSpPr>
        <p:grpSpPr>
          <a:xfrm>
            <a:off x="2523350" y="1938975"/>
            <a:ext cx="286275" cy="285100"/>
            <a:chOff x="1761350" y="2015175"/>
            <a:chExt cx="286275" cy="285100"/>
          </a:xfrm>
        </p:grpSpPr>
        <p:sp>
          <p:nvSpPr>
            <p:cNvPr id="1645" name="Google Shape;1645;p21"/>
            <p:cNvSpPr/>
            <p:nvPr/>
          </p:nvSpPr>
          <p:spPr>
            <a:xfrm>
              <a:off x="1962800" y="2185975"/>
              <a:ext cx="61275" cy="28300"/>
            </a:xfrm>
            <a:custGeom>
              <a:rect b="b" l="l" r="r" t="t"/>
              <a:pathLst>
                <a:path extrusionOk="0" h="1132" w="2451">
                  <a:moveTo>
                    <a:pt x="895" y="1"/>
                  </a:moveTo>
                  <a:lnTo>
                    <a:pt x="566" y="48"/>
                  </a:lnTo>
                  <a:lnTo>
                    <a:pt x="330" y="189"/>
                  </a:lnTo>
                  <a:lnTo>
                    <a:pt x="94" y="425"/>
                  </a:lnTo>
                  <a:lnTo>
                    <a:pt x="0" y="661"/>
                  </a:lnTo>
                  <a:lnTo>
                    <a:pt x="47" y="708"/>
                  </a:lnTo>
                  <a:lnTo>
                    <a:pt x="2451" y="1132"/>
                  </a:lnTo>
                  <a:lnTo>
                    <a:pt x="2451" y="943"/>
                  </a:lnTo>
                  <a:lnTo>
                    <a:pt x="2403" y="755"/>
                  </a:lnTo>
                  <a:lnTo>
                    <a:pt x="2356" y="566"/>
                  </a:lnTo>
                  <a:lnTo>
                    <a:pt x="2262" y="425"/>
                  </a:lnTo>
                  <a:lnTo>
                    <a:pt x="2168" y="284"/>
                  </a:lnTo>
                  <a:lnTo>
                    <a:pt x="2026" y="142"/>
                  </a:lnTo>
                  <a:lnTo>
                    <a:pt x="1885" y="48"/>
                  </a:lnTo>
                  <a:lnTo>
                    <a:pt x="169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21"/>
            <p:cNvSpPr/>
            <p:nvPr/>
          </p:nvSpPr>
          <p:spPr>
            <a:xfrm>
              <a:off x="1938050" y="2220150"/>
              <a:ext cx="109575" cy="80125"/>
            </a:xfrm>
            <a:custGeom>
              <a:rect b="b" l="l" r="r" t="t"/>
              <a:pathLst>
                <a:path extrusionOk="0" h="3205" w="4383">
                  <a:moveTo>
                    <a:pt x="943" y="0"/>
                  </a:moveTo>
                  <a:lnTo>
                    <a:pt x="943" y="519"/>
                  </a:lnTo>
                  <a:lnTo>
                    <a:pt x="943" y="707"/>
                  </a:lnTo>
                  <a:lnTo>
                    <a:pt x="990" y="943"/>
                  </a:lnTo>
                  <a:lnTo>
                    <a:pt x="1084" y="1131"/>
                  </a:lnTo>
                  <a:lnTo>
                    <a:pt x="1179" y="1273"/>
                  </a:lnTo>
                  <a:lnTo>
                    <a:pt x="1320" y="1414"/>
                  </a:lnTo>
                  <a:lnTo>
                    <a:pt x="1461" y="1555"/>
                  </a:lnTo>
                  <a:lnTo>
                    <a:pt x="1650" y="1650"/>
                  </a:lnTo>
                  <a:lnTo>
                    <a:pt x="1838" y="1744"/>
                  </a:lnTo>
                  <a:lnTo>
                    <a:pt x="990" y="1744"/>
                  </a:lnTo>
                  <a:lnTo>
                    <a:pt x="755" y="1838"/>
                  </a:lnTo>
                  <a:lnTo>
                    <a:pt x="519" y="1932"/>
                  </a:lnTo>
                  <a:lnTo>
                    <a:pt x="330" y="2121"/>
                  </a:lnTo>
                  <a:lnTo>
                    <a:pt x="189" y="2309"/>
                  </a:lnTo>
                  <a:lnTo>
                    <a:pt x="95" y="2545"/>
                  </a:lnTo>
                  <a:lnTo>
                    <a:pt x="1" y="2781"/>
                  </a:lnTo>
                  <a:lnTo>
                    <a:pt x="1" y="3016"/>
                  </a:lnTo>
                  <a:lnTo>
                    <a:pt x="1" y="3063"/>
                  </a:lnTo>
                  <a:lnTo>
                    <a:pt x="48" y="3158"/>
                  </a:lnTo>
                  <a:lnTo>
                    <a:pt x="142" y="3205"/>
                  </a:lnTo>
                  <a:lnTo>
                    <a:pt x="4242" y="3205"/>
                  </a:lnTo>
                  <a:lnTo>
                    <a:pt x="4336" y="3158"/>
                  </a:lnTo>
                  <a:lnTo>
                    <a:pt x="4383" y="3063"/>
                  </a:lnTo>
                  <a:lnTo>
                    <a:pt x="4383" y="3016"/>
                  </a:lnTo>
                  <a:lnTo>
                    <a:pt x="4383" y="2781"/>
                  </a:lnTo>
                  <a:lnTo>
                    <a:pt x="4289" y="2545"/>
                  </a:lnTo>
                  <a:lnTo>
                    <a:pt x="4194" y="2309"/>
                  </a:lnTo>
                  <a:lnTo>
                    <a:pt x="4006" y="2121"/>
                  </a:lnTo>
                  <a:lnTo>
                    <a:pt x="3817" y="1932"/>
                  </a:lnTo>
                  <a:lnTo>
                    <a:pt x="3629" y="1838"/>
                  </a:lnTo>
                  <a:lnTo>
                    <a:pt x="3393" y="1744"/>
                  </a:lnTo>
                  <a:lnTo>
                    <a:pt x="2545" y="1744"/>
                  </a:lnTo>
                  <a:lnTo>
                    <a:pt x="2734" y="1650"/>
                  </a:lnTo>
                  <a:lnTo>
                    <a:pt x="2875" y="1555"/>
                  </a:lnTo>
                  <a:lnTo>
                    <a:pt x="3064" y="1414"/>
                  </a:lnTo>
                  <a:lnTo>
                    <a:pt x="3158" y="1273"/>
                  </a:lnTo>
                  <a:lnTo>
                    <a:pt x="3299" y="1131"/>
                  </a:lnTo>
                  <a:lnTo>
                    <a:pt x="3346" y="943"/>
                  </a:lnTo>
                  <a:lnTo>
                    <a:pt x="3393" y="707"/>
                  </a:lnTo>
                  <a:lnTo>
                    <a:pt x="3441" y="519"/>
                  </a:lnTo>
                  <a:lnTo>
                    <a:pt x="3441" y="472"/>
                  </a:lnTo>
                  <a:lnTo>
                    <a:pt x="94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21"/>
            <p:cNvSpPr/>
            <p:nvPr/>
          </p:nvSpPr>
          <p:spPr>
            <a:xfrm>
              <a:off x="1784900" y="2163600"/>
              <a:ext cx="61300" cy="48325"/>
            </a:xfrm>
            <a:custGeom>
              <a:rect b="b" l="l" r="r" t="t"/>
              <a:pathLst>
                <a:path extrusionOk="0" h="1933" w="2452">
                  <a:moveTo>
                    <a:pt x="990" y="1"/>
                  </a:moveTo>
                  <a:lnTo>
                    <a:pt x="802" y="95"/>
                  </a:lnTo>
                  <a:lnTo>
                    <a:pt x="613" y="236"/>
                  </a:lnTo>
                  <a:lnTo>
                    <a:pt x="472" y="378"/>
                  </a:lnTo>
                  <a:lnTo>
                    <a:pt x="331" y="613"/>
                  </a:lnTo>
                  <a:lnTo>
                    <a:pt x="283" y="802"/>
                  </a:lnTo>
                  <a:lnTo>
                    <a:pt x="283" y="1037"/>
                  </a:lnTo>
                  <a:lnTo>
                    <a:pt x="331" y="1273"/>
                  </a:lnTo>
                  <a:lnTo>
                    <a:pt x="189" y="1414"/>
                  </a:lnTo>
                  <a:lnTo>
                    <a:pt x="95" y="1556"/>
                  </a:lnTo>
                  <a:lnTo>
                    <a:pt x="48" y="1744"/>
                  </a:lnTo>
                  <a:lnTo>
                    <a:pt x="1" y="1933"/>
                  </a:lnTo>
                  <a:lnTo>
                    <a:pt x="2451" y="1933"/>
                  </a:lnTo>
                  <a:lnTo>
                    <a:pt x="2404" y="1744"/>
                  </a:lnTo>
                  <a:lnTo>
                    <a:pt x="2357" y="1556"/>
                  </a:lnTo>
                  <a:lnTo>
                    <a:pt x="2215" y="1367"/>
                  </a:lnTo>
                  <a:lnTo>
                    <a:pt x="2074" y="1226"/>
                  </a:lnTo>
                  <a:lnTo>
                    <a:pt x="2121" y="1084"/>
                  </a:lnTo>
                  <a:lnTo>
                    <a:pt x="2121" y="943"/>
                  </a:lnTo>
                  <a:lnTo>
                    <a:pt x="2121" y="755"/>
                  </a:lnTo>
                  <a:lnTo>
                    <a:pt x="2074" y="566"/>
                  </a:lnTo>
                  <a:lnTo>
                    <a:pt x="1980" y="425"/>
                  </a:lnTo>
                  <a:lnTo>
                    <a:pt x="1886" y="283"/>
                  </a:lnTo>
                  <a:lnTo>
                    <a:pt x="1744" y="142"/>
                  </a:lnTo>
                  <a:lnTo>
                    <a:pt x="1556" y="95"/>
                  </a:lnTo>
                  <a:lnTo>
                    <a:pt x="14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21"/>
            <p:cNvSpPr/>
            <p:nvPr/>
          </p:nvSpPr>
          <p:spPr>
            <a:xfrm>
              <a:off x="1761350" y="2229575"/>
              <a:ext cx="108400" cy="70700"/>
            </a:xfrm>
            <a:custGeom>
              <a:rect b="b" l="l" r="r" t="t"/>
              <a:pathLst>
                <a:path extrusionOk="0" h="2828" w="4336">
                  <a:moveTo>
                    <a:pt x="943" y="0"/>
                  </a:moveTo>
                  <a:lnTo>
                    <a:pt x="943" y="189"/>
                  </a:lnTo>
                  <a:lnTo>
                    <a:pt x="990" y="425"/>
                  </a:lnTo>
                  <a:lnTo>
                    <a:pt x="1037" y="613"/>
                  </a:lnTo>
                  <a:lnTo>
                    <a:pt x="1131" y="802"/>
                  </a:lnTo>
                  <a:lnTo>
                    <a:pt x="1225" y="943"/>
                  </a:lnTo>
                  <a:lnTo>
                    <a:pt x="1320" y="1084"/>
                  </a:lnTo>
                  <a:lnTo>
                    <a:pt x="1508" y="1226"/>
                  </a:lnTo>
                  <a:lnTo>
                    <a:pt x="1649" y="1320"/>
                  </a:lnTo>
                  <a:lnTo>
                    <a:pt x="1838" y="1414"/>
                  </a:lnTo>
                  <a:lnTo>
                    <a:pt x="1037" y="1414"/>
                  </a:lnTo>
                  <a:lnTo>
                    <a:pt x="801" y="1508"/>
                  </a:lnTo>
                  <a:lnTo>
                    <a:pt x="566" y="1603"/>
                  </a:lnTo>
                  <a:lnTo>
                    <a:pt x="377" y="1791"/>
                  </a:lnTo>
                  <a:lnTo>
                    <a:pt x="236" y="1980"/>
                  </a:lnTo>
                  <a:lnTo>
                    <a:pt x="142" y="2168"/>
                  </a:lnTo>
                  <a:lnTo>
                    <a:pt x="47" y="2404"/>
                  </a:lnTo>
                  <a:lnTo>
                    <a:pt x="0" y="2686"/>
                  </a:lnTo>
                  <a:lnTo>
                    <a:pt x="47" y="2781"/>
                  </a:lnTo>
                  <a:lnTo>
                    <a:pt x="189" y="2828"/>
                  </a:lnTo>
                  <a:lnTo>
                    <a:pt x="4147" y="2828"/>
                  </a:lnTo>
                  <a:lnTo>
                    <a:pt x="4288" y="2781"/>
                  </a:lnTo>
                  <a:lnTo>
                    <a:pt x="4335" y="2686"/>
                  </a:lnTo>
                  <a:lnTo>
                    <a:pt x="4288" y="2404"/>
                  </a:lnTo>
                  <a:lnTo>
                    <a:pt x="4194" y="2168"/>
                  </a:lnTo>
                  <a:lnTo>
                    <a:pt x="4100" y="1980"/>
                  </a:lnTo>
                  <a:lnTo>
                    <a:pt x="3958" y="1791"/>
                  </a:lnTo>
                  <a:lnTo>
                    <a:pt x="3770" y="1603"/>
                  </a:lnTo>
                  <a:lnTo>
                    <a:pt x="3534" y="1508"/>
                  </a:lnTo>
                  <a:lnTo>
                    <a:pt x="3299" y="1414"/>
                  </a:lnTo>
                  <a:lnTo>
                    <a:pt x="2498" y="1414"/>
                  </a:lnTo>
                  <a:lnTo>
                    <a:pt x="2686" y="1320"/>
                  </a:lnTo>
                  <a:lnTo>
                    <a:pt x="2828" y="1226"/>
                  </a:lnTo>
                  <a:lnTo>
                    <a:pt x="3016" y="1084"/>
                  </a:lnTo>
                  <a:lnTo>
                    <a:pt x="3110" y="943"/>
                  </a:lnTo>
                  <a:lnTo>
                    <a:pt x="3252" y="802"/>
                  </a:lnTo>
                  <a:lnTo>
                    <a:pt x="3299" y="613"/>
                  </a:lnTo>
                  <a:lnTo>
                    <a:pt x="3346" y="425"/>
                  </a:lnTo>
                  <a:lnTo>
                    <a:pt x="3393" y="189"/>
                  </a:lnTo>
                  <a:lnTo>
                    <a:pt x="339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21"/>
            <p:cNvSpPr/>
            <p:nvPr/>
          </p:nvSpPr>
          <p:spPr>
            <a:xfrm>
              <a:off x="1872075" y="2015175"/>
              <a:ext cx="67175" cy="31825"/>
            </a:xfrm>
            <a:custGeom>
              <a:rect b="b" l="l" r="r" t="t"/>
              <a:pathLst>
                <a:path extrusionOk="0" h="1273" w="2687">
                  <a:moveTo>
                    <a:pt x="849" y="0"/>
                  </a:moveTo>
                  <a:lnTo>
                    <a:pt x="660" y="47"/>
                  </a:lnTo>
                  <a:lnTo>
                    <a:pt x="378" y="189"/>
                  </a:lnTo>
                  <a:lnTo>
                    <a:pt x="142" y="424"/>
                  </a:lnTo>
                  <a:lnTo>
                    <a:pt x="1" y="754"/>
                  </a:lnTo>
                  <a:lnTo>
                    <a:pt x="189" y="848"/>
                  </a:lnTo>
                  <a:lnTo>
                    <a:pt x="708" y="1084"/>
                  </a:lnTo>
                  <a:lnTo>
                    <a:pt x="1085" y="1178"/>
                  </a:lnTo>
                  <a:lnTo>
                    <a:pt x="1556" y="1225"/>
                  </a:lnTo>
                  <a:lnTo>
                    <a:pt x="2074" y="1273"/>
                  </a:lnTo>
                  <a:lnTo>
                    <a:pt x="2640" y="1225"/>
                  </a:lnTo>
                  <a:lnTo>
                    <a:pt x="2687" y="1225"/>
                  </a:lnTo>
                  <a:lnTo>
                    <a:pt x="2687" y="1131"/>
                  </a:lnTo>
                  <a:lnTo>
                    <a:pt x="2640" y="896"/>
                  </a:lnTo>
                  <a:lnTo>
                    <a:pt x="2592" y="660"/>
                  </a:lnTo>
                  <a:lnTo>
                    <a:pt x="2498" y="471"/>
                  </a:lnTo>
                  <a:lnTo>
                    <a:pt x="2357" y="330"/>
                  </a:lnTo>
                  <a:lnTo>
                    <a:pt x="2215" y="189"/>
                  </a:lnTo>
                  <a:lnTo>
                    <a:pt x="2027" y="94"/>
                  </a:lnTo>
                  <a:lnTo>
                    <a:pt x="179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21"/>
            <p:cNvSpPr/>
            <p:nvPr/>
          </p:nvSpPr>
          <p:spPr>
            <a:xfrm>
              <a:off x="1846175" y="2052875"/>
              <a:ext cx="115475" cy="83650"/>
            </a:xfrm>
            <a:custGeom>
              <a:rect b="b" l="l" r="r" t="t"/>
              <a:pathLst>
                <a:path extrusionOk="0" h="3346" w="4619">
                  <a:moveTo>
                    <a:pt x="942" y="0"/>
                  </a:moveTo>
                  <a:lnTo>
                    <a:pt x="942" y="566"/>
                  </a:lnTo>
                  <a:lnTo>
                    <a:pt x="990" y="801"/>
                  </a:lnTo>
                  <a:lnTo>
                    <a:pt x="1037" y="1037"/>
                  </a:lnTo>
                  <a:lnTo>
                    <a:pt x="1131" y="1225"/>
                  </a:lnTo>
                  <a:lnTo>
                    <a:pt x="1272" y="1414"/>
                  </a:lnTo>
                  <a:lnTo>
                    <a:pt x="1414" y="1602"/>
                  </a:lnTo>
                  <a:lnTo>
                    <a:pt x="1555" y="1744"/>
                  </a:lnTo>
                  <a:lnTo>
                    <a:pt x="1791" y="1838"/>
                  </a:lnTo>
                  <a:lnTo>
                    <a:pt x="1979" y="1932"/>
                  </a:lnTo>
                  <a:lnTo>
                    <a:pt x="1272" y="1932"/>
                  </a:lnTo>
                  <a:lnTo>
                    <a:pt x="1037" y="1979"/>
                  </a:lnTo>
                  <a:lnTo>
                    <a:pt x="801" y="2026"/>
                  </a:lnTo>
                  <a:lnTo>
                    <a:pt x="565" y="2168"/>
                  </a:lnTo>
                  <a:lnTo>
                    <a:pt x="377" y="2309"/>
                  </a:lnTo>
                  <a:lnTo>
                    <a:pt x="236" y="2498"/>
                  </a:lnTo>
                  <a:lnTo>
                    <a:pt x="94" y="2733"/>
                  </a:lnTo>
                  <a:lnTo>
                    <a:pt x="47" y="2969"/>
                  </a:lnTo>
                  <a:lnTo>
                    <a:pt x="0" y="3252"/>
                  </a:lnTo>
                  <a:lnTo>
                    <a:pt x="47" y="3346"/>
                  </a:lnTo>
                  <a:lnTo>
                    <a:pt x="4571" y="3346"/>
                  </a:lnTo>
                  <a:lnTo>
                    <a:pt x="4618" y="3252"/>
                  </a:lnTo>
                  <a:lnTo>
                    <a:pt x="4618" y="3204"/>
                  </a:lnTo>
                  <a:lnTo>
                    <a:pt x="4571" y="2969"/>
                  </a:lnTo>
                  <a:lnTo>
                    <a:pt x="4524" y="2733"/>
                  </a:lnTo>
                  <a:lnTo>
                    <a:pt x="4382" y="2498"/>
                  </a:lnTo>
                  <a:lnTo>
                    <a:pt x="4241" y="2309"/>
                  </a:lnTo>
                  <a:lnTo>
                    <a:pt x="4053" y="2168"/>
                  </a:lnTo>
                  <a:lnTo>
                    <a:pt x="3864" y="2026"/>
                  </a:lnTo>
                  <a:lnTo>
                    <a:pt x="3628" y="1979"/>
                  </a:lnTo>
                  <a:lnTo>
                    <a:pt x="3393" y="1932"/>
                  </a:lnTo>
                  <a:lnTo>
                    <a:pt x="2686" y="1932"/>
                  </a:lnTo>
                  <a:lnTo>
                    <a:pt x="2922" y="1838"/>
                  </a:lnTo>
                  <a:lnTo>
                    <a:pt x="3110" y="1744"/>
                  </a:lnTo>
                  <a:lnTo>
                    <a:pt x="3251" y="1602"/>
                  </a:lnTo>
                  <a:lnTo>
                    <a:pt x="3440" y="1414"/>
                  </a:lnTo>
                  <a:lnTo>
                    <a:pt x="3534" y="1225"/>
                  </a:lnTo>
                  <a:lnTo>
                    <a:pt x="3628" y="1037"/>
                  </a:lnTo>
                  <a:lnTo>
                    <a:pt x="3676" y="801"/>
                  </a:lnTo>
                  <a:lnTo>
                    <a:pt x="3723" y="566"/>
                  </a:lnTo>
                  <a:lnTo>
                    <a:pt x="3723" y="424"/>
                  </a:lnTo>
                  <a:lnTo>
                    <a:pt x="3299" y="471"/>
                  </a:lnTo>
                  <a:lnTo>
                    <a:pt x="2922" y="471"/>
                  </a:lnTo>
                  <a:lnTo>
                    <a:pt x="2121" y="377"/>
                  </a:lnTo>
                  <a:lnTo>
                    <a:pt x="1461" y="189"/>
                  </a:lnTo>
                  <a:lnTo>
                    <a:pt x="94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21"/>
            <p:cNvSpPr/>
            <p:nvPr/>
          </p:nvSpPr>
          <p:spPr>
            <a:xfrm>
              <a:off x="1865000" y="2153000"/>
              <a:ext cx="76600" cy="117825"/>
            </a:xfrm>
            <a:custGeom>
              <a:rect b="b" l="l" r="r" t="t"/>
              <a:pathLst>
                <a:path extrusionOk="0" h="4713" w="3064">
                  <a:moveTo>
                    <a:pt x="1226" y="1"/>
                  </a:moveTo>
                  <a:lnTo>
                    <a:pt x="1226" y="3488"/>
                  </a:lnTo>
                  <a:lnTo>
                    <a:pt x="1" y="4194"/>
                  </a:lnTo>
                  <a:lnTo>
                    <a:pt x="284" y="4430"/>
                  </a:lnTo>
                  <a:lnTo>
                    <a:pt x="472" y="4713"/>
                  </a:lnTo>
                  <a:lnTo>
                    <a:pt x="1603" y="4100"/>
                  </a:lnTo>
                  <a:lnTo>
                    <a:pt x="2593" y="4666"/>
                  </a:lnTo>
                  <a:lnTo>
                    <a:pt x="2781" y="4383"/>
                  </a:lnTo>
                  <a:lnTo>
                    <a:pt x="3064" y="4147"/>
                  </a:lnTo>
                  <a:lnTo>
                    <a:pt x="1933" y="3440"/>
                  </a:lnTo>
                  <a:lnTo>
                    <a:pt x="193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2" name="Google Shape;1652;p21"/>
          <p:cNvGrpSpPr/>
          <p:nvPr/>
        </p:nvGrpSpPr>
        <p:grpSpPr>
          <a:xfrm>
            <a:off x="3285550" y="1938975"/>
            <a:ext cx="286300" cy="285100"/>
            <a:chOff x="2523550" y="2015175"/>
            <a:chExt cx="286300" cy="285100"/>
          </a:xfrm>
        </p:grpSpPr>
        <p:sp>
          <p:nvSpPr>
            <p:cNvPr id="1653" name="Google Shape;1653;p21"/>
            <p:cNvSpPr/>
            <p:nvPr/>
          </p:nvSpPr>
          <p:spPr>
            <a:xfrm>
              <a:off x="2603650" y="2201300"/>
              <a:ext cx="18875" cy="18875"/>
            </a:xfrm>
            <a:custGeom>
              <a:rect b="b" l="l" r="r" t="t"/>
              <a:pathLst>
                <a:path extrusionOk="0" h="755" w="755">
                  <a:moveTo>
                    <a:pt x="1" y="1"/>
                  </a:moveTo>
                  <a:lnTo>
                    <a:pt x="1" y="754"/>
                  </a:lnTo>
                  <a:lnTo>
                    <a:pt x="755" y="754"/>
                  </a:lnTo>
                  <a:lnTo>
                    <a:pt x="75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21"/>
            <p:cNvSpPr/>
            <p:nvPr/>
          </p:nvSpPr>
          <p:spPr>
            <a:xfrm>
              <a:off x="2603650" y="2128250"/>
              <a:ext cx="18875" cy="18875"/>
            </a:xfrm>
            <a:custGeom>
              <a:rect b="b" l="l" r="r" t="t"/>
              <a:pathLst>
                <a:path extrusionOk="0" h="755" w="755">
                  <a:moveTo>
                    <a:pt x="1" y="1"/>
                  </a:moveTo>
                  <a:lnTo>
                    <a:pt x="1" y="755"/>
                  </a:lnTo>
                  <a:lnTo>
                    <a:pt x="755" y="755"/>
                  </a:lnTo>
                  <a:lnTo>
                    <a:pt x="75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21"/>
            <p:cNvSpPr/>
            <p:nvPr/>
          </p:nvSpPr>
          <p:spPr>
            <a:xfrm>
              <a:off x="2603650" y="2237825"/>
              <a:ext cx="18875" cy="17700"/>
            </a:xfrm>
            <a:custGeom>
              <a:rect b="b" l="l" r="r" t="t"/>
              <a:pathLst>
                <a:path extrusionOk="0" h="708" w="755">
                  <a:moveTo>
                    <a:pt x="1" y="0"/>
                  </a:moveTo>
                  <a:lnTo>
                    <a:pt x="1" y="707"/>
                  </a:lnTo>
                  <a:lnTo>
                    <a:pt x="755" y="707"/>
                  </a:lnTo>
                  <a:lnTo>
                    <a:pt x="75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21"/>
            <p:cNvSpPr/>
            <p:nvPr/>
          </p:nvSpPr>
          <p:spPr>
            <a:xfrm>
              <a:off x="2603650" y="2164775"/>
              <a:ext cx="18875" cy="18875"/>
            </a:xfrm>
            <a:custGeom>
              <a:rect b="b" l="l" r="r" t="t"/>
              <a:pathLst>
                <a:path extrusionOk="0" h="755" w="755">
                  <a:moveTo>
                    <a:pt x="1" y="1"/>
                  </a:moveTo>
                  <a:lnTo>
                    <a:pt x="1" y="755"/>
                  </a:lnTo>
                  <a:lnTo>
                    <a:pt x="755" y="755"/>
                  </a:lnTo>
                  <a:lnTo>
                    <a:pt x="75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21"/>
            <p:cNvSpPr/>
            <p:nvPr/>
          </p:nvSpPr>
          <p:spPr>
            <a:xfrm>
              <a:off x="2568325" y="2164775"/>
              <a:ext cx="17675" cy="18875"/>
            </a:xfrm>
            <a:custGeom>
              <a:rect b="b" l="l" r="r" t="t"/>
              <a:pathLst>
                <a:path extrusionOk="0" h="755" w="707">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21"/>
            <p:cNvSpPr/>
            <p:nvPr/>
          </p:nvSpPr>
          <p:spPr>
            <a:xfrm>
              <a:off x="2568325" y="2128250"/>
              <a:ext cx="17675" cy="18875"/>
            </a:xfrm>
            <a:custGeom>
              <a:rect b="b" l="l" r="r" t="t"/>
              <a:pathLst>
                <a:path extrusionOk="0" h="755" w="707">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21"/>
            <p:cNvSpPr/>
            <p:nvPr/>
          </p:nvSpPr>
          <p:spPr>
            <a:xfrm>
              <a:off x="2568325" y="2201300"/>
              <a:ext cx="17675" cy="18875"/>
            </a:xfrm>
            <a:custGeom>
              <a:rect b="b" l="l" r="r" t="t"/>
              <a:pathLst>
                <a:path extrusionOk="0" h="755" w="707">
                  <a:moveTo>
                    <a:pt x="0" y="1"/>
                  </a:moveTo>
                  <a:lnTo>
                    <a:pt x="0" y="754"/>
                  </a:lnTo>
                  <a:lnTo>
                    <a:pt x="707" y="754"/>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21"/>
            <p:cNvSpPr/>
            <p:nvPr/>
          </p:nvSpPr>
          <p:spPr>
            <a:xfrm>
              <a:off x="2568325" y="2237825"/>
              <a:ext cx="17675" cy="17700"/>
            </a:xfrm>
            <a:custGeom>
              <a:rect b="b" l="l" r="r" t="t"/>
              <a:pathLst>
                <a:path extrusionOk="0" h="708" w="707">
                  <a:moveTo>
                    <a:pt x="0" y="0"/>
                  </a:moveTo>
                  <a:lnTo>
                    <a:pt x="0" y="707"/>
                  </a:lnTo>
                  <a:lnTo>
                    <a:pt x="707" y="707"/>
                  </a:lnTo>
                  <a:lnTo>
                    <a:pt x="70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21"/>
            <p:cNvSpPr/>
            <p:nvPr/>
          </p:nvSpPr>
          <p:spPr>
            <a:xfrm>
              <a:off x="2640175" y="2237825"/>
              <a:ext cx="17700" cy="17700"/>
            </a:xfrm>
            <a:custGeom>
              <a:rect b="b" l="l" r="r" t="t"/>
              <a:pathLst>
                <a:path extrusionOk="0" h="708" w="708">
                  <a:moveTo>
                    <a:pt x="0" y="0"/>
                  </a:moveTo>
                  <a:lnTo>
                    <a:pt x="0" y="707"/>
                  </a:lnTo>
                  <a:lnTo>
                    <a:pt x="707" y="707"/>
                  </a:lnTo>
                  <a:lnTo>
                    <a:pt x="70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21"/>
            <p:cNvSpPr/>
            <p:nvPr/>
          </p:nvSpPr>
          <p:spPr>
            <a:xfrm>
              <a:off x="2568325" y="2058750"/>
              <a:ext cx="124875" cy="51875"/>
            </a:xfrm>
            <a:custGeom>
              <a:rect b="b" l="l" r="r" t="t"/>
              <a:pathLst>
                <a:path extrusionOk="0" h="2075" w="4995">
                  <a:moveTo>
                    <a:pt x="0" y="1"/>
                  </a:moveTo>
                  <a:lnTo>
                    <a:pt x="0" y="2074"/>
                  </a:lnTo>
                  <a:lnTo>
                    <a:pt x="4995" y="2074"/>
                  </a:lnTo>
                  <a:lnTo>
                    <a:pt x="499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21"/>
            <p:cNvSpPr/>
            <p:nvPr/>
          </p:nvSpPr>
          <p:spPr>
            <a:xfrm>
              <a:off x="2675525" y="2164775"/>
              <a:ext cx="17675" cy="18875"/>
            </a:xfrm>
            <a:custGeom>
              <a:rect b="b" l="l" r="r" t="t"/>
              <a:pathLst>
                <a:path extrusionOk="0" h="755" w="707">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21"/>
            <p:cNvSpPr/>
            <p:nvPr/>
          </p:nvSpPr>
          <p:spPr>
            <a:xfrm>
              <a:off x="2675525" y="2128250"/>
              <a:ext cx="17675" cy="18875"/>
            </a:xfrm>
            <a:custGeom>
              <a:rect b="b" l="l" r="r" t="t"/>
              <a:pathLst>
                <a:path extrusionOk="0" h="755" w="707">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21"/>
            <p:cNvSpPr/>
            <p:nvPr/>
          </p:nvSpPr>
          <p:spPr>
            <a:xfrm>
              <a:off x="2523550" y="2015175"/>
              <a:ext cx="214425" cy="285100"/>
            </a:xfrm>
            <a:custGeom>
              <a:rect b="b" l="l" r="r" t="t"/>
              <a:pathLst>
                <a:path extrusionOk="0" h="11404" w="8577">
                  <a:moveTo>
                    <a:pt x="7163" y="1037"/>
                  </a:moveTo>
                  <a:lnTo>
                    <a:pt x="7304" y="1084"/>
                  </a:lnTo>
                  <a:lnTo>
                    <a:pt x="7399" y="1178"/>
                  </a:lnTo>
                  <a:lnTo>
                    <a:pt x="7493" y="1273"/>
                  </a:lnTo>
                  <a:lnTo>
                    <a:pt x="7493" y="1414"/>
                  </a:lnTo>
                  <a:lnTo>
                    <a:pt x="7493" y="9990"/>
                  </a:lnTo>
                  <a:lnTo>
                    <a:pt x="7493" y="10131"/>
                  </a:lnTo>
                  <a:lnTo>
                    <a:pt x="7399" y="10226"/>
                  </a:lnTo>
                  <a:lnTo>
                    <a:pt x="7304" y="10320"/>
                  </a:lnTo>
                  <a:lnTo>
                    <a:pt x="7163" y="10367"/>
                  </a:lnTo>
                  <a:lnTo>
                    <a:pt x="1414" y="10367"/>
                  </a:lnTo>
                  <a:lnTo>
                    <a:pt x="1320" y="10320"/>
                  </a:lnTo>
                  <a:lnTo>
                    <a:pt x="1178" y="10226"/>
                  </a:lnTo>
                  <a:lnTo>
                    <a:pt x="1131" y="10131"/>
                  </a:lnTo>
                  <a:lnTo>
                    <a:pt x="1084" y="9990"/>
                  </a:lnTo>
                  <a:lnTo>
                    <a:pt x="1084" y="1414"/>
                  </a:lnTo>
                  <a:lnTo>
                    <a:pt x="1131" y="1273"/>
                  </a:lnTo>
                  <a:lnTo>
                    <a:pt x="1178" y="1178"/>
                  </a:lnTo>
                  <a:lnTo>
                    <a:pt x="1320" y="1084"/>
                  </a:lnTo>
                  <a:lnTo>
                    <a:pt x="1414" y="1037"/>
                  </a:lnTo>
                  <a:close/>
                  <a:moveTo>
                    <a:pt x="236" y="0"/>
                  </a:moveTo>
                  <a:lnTo>
                    <a:pt x="95" y="94"/>
                  </a:lnTo>
                  <a:lnTo>
                    <a:pt x="48" y="189"/>
                  </a:lnTo>
                  <a:lnTo>
                    <a:pt x="0" y="330"/>
                  </a:lnTo>
                  <a:lnTo>
                    <a:pt x="0" y="11074"/>
                  </a:lnTo>
                  <a:lnTo>
                    <a:pt x="48" y="11215"/>
                  </a:lnTo>
                  <a:lnTo>
                    <a:pt x="95" y="11310"/>
                  </a:lnTo>
                  <a:lnTo>
                    <a:pt x="236" y="11404"/>
                  </a:lnTo>
                  <a:lnTo>
                    <a:pt x="8341" y="11404"/>
                  </a:lnTo>
                  <a:lnTo>
                    <a:pt x="8482" y="11310"/>
                  </a:lnTo>
                  <a:lnTo>
                    <a:pt x="8530" y="11215"/>
                  </a:lnTo>
                  <a:lnTo>
                    <a:pt x="8577" y="11074"/>
                  </a:lnTo>
                  <a:lnTo>
                    <a:pt x="8577" y="330"/>
                  </a:lnTo>
                  <a:lnTo>
                    <a:pt x="8530" y="189"/>
                  </a:lnTo>
                  <a:lnTo>
                    <a:pt x="8482" y="94"/>
                  </a:lnTo>
                  <a:lnTo>
                    <a:pt x="834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21"/>
            <p:cNvSpPr/>
            <p:nvPr/>
          </p:nvSpPr>
          <p:spPr>
            <a:xfrm>
              <a:off x="2640175" y="2201300"/>
              <a:ext cx="17700" cy="18875"/>
            </a:xfrm>
            <a:custGeom>
              <a:rect b="b" l="l" r="r" t="t"/>
              <a:pathLst>
                <a:path extrusionOk="0" h="755" w="708">
                  <a:moveTo>
                    <a:pt x="0" y="1"/>
                  </a:moveTo>
                  <a:lnTo>
                    <a:pt x="0" y="754"/>
                  </a:lnTo>
                  <a:lnTo>
                    <a:pt x="707" y="754"/>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21"/>
            <p:cNvSpPr/>
            <p:nvPr/>
          </p:nvSpPr>
          <p:spPr>
            <a:xfrm>
              <a:off x="2640175" y="2164775"/>
              <a:ext cx="17700" cy="18875"/>
            </a:xfrm>
            <a:custGeom>
              <a:rect b="b" l="l" r="r" t="t"/>
              <a:pathLst>
                <a:path extrusionOk="0" h="755" w="708">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21"/>
            <p:cNvSpPr/>
            <p:nvPr/>
          </p:nvSpPr>
          <p:spPr>
            <a:xfrm>
              <a:off x="2675525" y="2201300"/>
              <a:ext cx="17675" cy="54225"/>
            </a:xfrm>
            <a:custGeom>
              <a:rect b="b" l="l" r="r" t="t"/>
              <a:pathLst>
                <a:path extrusionOk="0" h="2169" w="707">
                  <a:moveTo>
                    <a:pt x="0" y="1"/>
                  </a:moveTo>
                  <a:lnTo>
                    <a:pt x="0" y="2168"/>
                  </a:lnTo>
                  <a:lnTo>
                    <a:pt x="707" y="2168"/>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21"/>
            <p:cNvSpPr/>
            <p:nvPr/>
          </p:nvSpPr>
          <p:spPr>
            <a:xfrm>
              <a:off x="2640175" y="2128250"/>
              <a:ext cx="17700" cy="18875"/>
            </a:xfrm>
            <a:custGeom>
              <a:rect b="b" l="l" r="r" t="t"/>
              <a:pathLst>
                <a:path extrusionOk="0" h="755" w="708">
                  <a:moveTo>
                    <a:pt x="0" y="1"/>
                  </a:moveTo>
                  <a:lnTo>
                    <a:pt x="0" y="755"/>
                  </a:lnTo>
                  <a:lnTo>
                    <a:pt x="707" y="755"/>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21"/>
            <p:cNvSpPr/>
            <p:nvPr/>
          </p:nvSpPr>
          <p:spPr>
            <a:xfrm>
              <a:off x="2769750" y="2015175"/>
              <a:ext cx="40100" cy="62450"/>
            </a:xfrm>
            <a:custGeom>
              <a:rect b="b" l="l" r="r" t="t"/>
              <a:pathLst>
                <a:path extrusionOk="0" h="2498" w="1604">
                  <a:moveTo>
                    <a:pt x="708" y="0"/>
                  </a:moveTo>
                  <a:lnTo>
                    <a:pt x="566" y="94"/>
                  </a:lnTo>
                  <a:lnTo>
                    <a:pt x="519" y="189"/>
                  </a:lnTo>
                  <a:lnTo>
                    <a:pt x="472" y="330"/>
                  </a:lnTo>
                  <a:lnTo>
                    <a:pt x="472" y="990"/>
                  </a:lnTo>
                  <a:lnTo>
                    <a:pt x="189" y="990"/>
                  </a:lnTo>
                  <a:lnTo>
                    <a:pt x="142" y="1037"/>
                  </a:lnTo>
                  <a:lnTo>
                    <a:pt x="48" y="1037"/>
                  </a:lnTo>
                  <a:lnTo>
                    <a:pt x="48" y="1131"/>
                  </a:lnTo>
                  <a:lnTo>
                    <a:pt x="1" y="1178"/>
                  </a:lnTo>
                  <a:lnTo>
                    <a:pt x="1" y="2498"/>
                  </a:lnTo>
                  <a:lnTo>
                    <a:pt x="1603" y="2498"/>
                  </a:lnTo>
                  <a:lnTo>
                    <a:pt x="1603" y="1178"/>
                  </a:lnTo>
                  <a:lnTo>
                    <a:pt x="1603" y="1131"/>
                  </a:lnTo>
                  <a:lnTo>
                    <a:pt x="1556" y="1037"/>
                  </a:lnTo>
                  <a:lnTo>
                    <a:pt x="1509" y="1037"/>
                  </a:lnTo>
                  <a:lnTo>
                    <a:pt x="1415" y="990"/>
                  </a:lnTo>
                  <a:lnTo>
                    <a:pt x="1132" y="990"/>
                  </a:lnTo>
                  <a:lnTo>
                    <a:pt x="1132" y="330"/>
                  </a:lnTo>
                  <a:lnTo>
                    <a:pt x="1132" y="189"/>
                  </a:lnTo>
                  <a:lnTo>
                    <a:pt x="1038" y="94"/>
                  </a:lnTo>
                  <a:lnTo>
                    <a:pt x="94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21"/>
            <p:cNvSpPr/>
            <p:nvPr/>
          </p:nvSpPr>
          <p:spPr>
            <a:xfrm>
              <a:off x="2769750" y="2095275"/>
              <a:ext cx="40100" cy="124900"/>
            </a:xfrm>
            <a:custGeom>
              <a:rect b="b" l="l" r="r" t="t"/>
              <a:pathLst>
                <a:path extrusionOk="0" h="4996" w="1604">
                  <a:moveTo>
                    <a:pt x="1" y="1"/>
                  </a:moveTo>
                  <a:lnTo>
                    <a:pt x="1" y="4995"/>
                  </a:lnTo>
                  <a:lnTo>
                    <a:pt x="1603" y="4995"/>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21"/>
            <p:cNvSpPr/>
            <p:nvPr/>
          </p:nvSpPr>
          <p:spPr>
            <a:xfrm>
              <a:off x="2769750" y="2237825"/>
              <a:ext cx="40100" cy="62450"/>
            </a:xfrm>
            <a:custGeom>
              <a:rect b="b" l="l" r="r" t="t"/>
              <a:pathLst>
                <a:path extrusionOk="0" h="2498" w="1604">
                  <a:moveTo>
                    <a:pt x="1" y="0"/>
                  </a:moveTo>
                  <a:lnTo>
                    <a:pt x="1" y="754"/>
                  </a:lnTo>
                  <a:lnTo>
                    <a:pt x="48" y="1037"/>
                  </a:lnTo>
                  <a:lnTo>
                    <a:pt x="95" y="1320"/>
                  </a:lnTo>
                  <a:lnTo>
                    <a:pt x="189" y="1602"/>
                  </a:lnTo>
                  <a:lnTo>
                    <a:pt x="331" y="1838"/>
                  </a:lnTo>
                  <a:lnTo>
                    <a:pt x="661" y="2404"/>
                  </a:lnTo>
                  <a:lnTo>
                    <a:pt x="708" y="2498"/>
                  </a:lnTo>
                  <a:lnTo>
                    <a:pt x="896" y="2498"/>
                  </a:lnTo>
                  <a:lnTo>
                    <a:pt x="943" y="2404"/>
                  </a:lnTo>
                  <a:lnTo>
                    <a:pt x="1273" y="1838"/>
                  </a:lnTo>
                  <a:lnTo>
                    <a:pt x="1415" y="1602"/>
                  </a:lnTo>
                  <a:lnTo>
                    <a:pt x="1509" y="1320"/>
                  </a:lnTo>
                  <a:lnTo>
                    <a:pt x="1603" y="1037"/>
                  </a:lnTo>
                  <a:lnTo>
                    <a:pt x="1603" y="707"/>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3" name="Google Shape;1673;p21"/>
          <p:cNvGrpSpPr/>
          <p:nvPr/>
        </p:nvGrpSpPr>
        <p:grpSpPr>
          <a:xfrm>
            <a:off x="4065425" y="1938975"/>
            <a:ext cx="250950" cy="285100"/>
            <a:chOff x="3303425" y="2015175"/>
            <a:chExt cx="250950" cy="285100"/>
          </a:xfrm>
        </p:grpSpPr>
        <p:sp>
          <p:nvSpPr>
            <p:cNvPr id="1674" name="Google Shape;1674;p21"/>
            <p:cNvSpPr/>
            <p:nvPr/>
          </p:nvSpPr>
          <p:spPr>
            <a:xfrm>
              <a:off x="3365850" y="2117650"/>
              <a:ext cx="14175" cy="14175"/>
            </a:xfrm>
            <a:custGeom>
              <a:rect b="b" l="l" r="r" t="t"/>
              <a:pathLst>
                <a:path extrusionOk="0" h="567" w="567">
                  <a:moveTo>
                    <a:pt x="236" y="1"/>
                  </a:moveTo>
                  <a:lnTo>
                    <a:pt x="95" y="48"/>
                  </a:lnTo>
                  <a:lnTo>
                    <a:pt x="48" y="142"/>
                  </a:lnTo>
                  <a:lnTo>
                    <a:pt x="1" y="236"/>
                  </a:lnTo>
                  <a:lnTo>
                    <a:pt x="1" y="331"/>
                  </a:lnTo>
                  <a:lnTo>
                    <a:pt x="48" y="425"/>
                  </a:lnTo>
                  <a:lnTo>
                    <a:pt x="142" y="519"/>
                  </a:lnTo>
                  <a:lnTo>
                    <a:pt x="236" y="566"/>
                  </a:lnTo>
                  <a:lnTo>
                    <a:pt x="331" y="566"/>
                  </a:lnTo>
                  <a:lnTo>
                    <a:pt x="425" y="519"/>
                  </a:lnTo>
                  <a:lnTo>
                    <a:pt x="519" y="425"/>
                  </a:lnTo>
                  <a:lnTo>
                    <a:pt x="566" y="331"/>
                  </a:lnTo>
                  <a:lnTo>
                    <a:pt x="566" y="236"/>
                  </a:lnTo>
                  <a:lnTo>
                    <a:pt x="519" y="142"/>
                  </a:lnTo>
                  <a:lnTo>
                    <a:pt x="425" y="48"/>
                  </a:lnTo>
                  <a:lnTo>
                    <a:pt x="33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21"/>
            <p:cNvSpPr/>
            <p:nvPr/>
          </p:nvSpPr>
          <p:spPr>
            <a:xfrm>
              <a:off x="3431825" y="2248425"/>
              <a:ext cx="14175" cy="14150"/>
            </a:xfrm>
            <a:custGeom>
              <a:rect b="b" l="l" r="r" t="t"/>
              <a:pathLst>
                <a:path extrusionOk="0" h="566" w="567">
                  <a:moveTo>
                    <a:pt x="236" y="0"/>
                  </a:moveTo>
                  <a:lnTo>
                    <a:pt x="142" y="48"/>
                  </a:lnTo>
                  <a:lnTo>
                    <a:pt x="48" y="142"/>
                  </a:lnTo>
                  <a:lnTo>
                    <a:pt x="1" y="236"/>
                  </a:lnTo>
                  <a:lnTo>
                    <a:pt x="1" y="330"/>
                  </a:lnTo>
                  <a:lnTo>
                    <a:pt x="48" y="424"/>
                  </a:lnTo>
                  <a:lnTo>
                    <a:pt x="142" y="519"/>
                  </a:lnTo>
                  <a:lnTo>
                    <a:pt x="236" y="566"/>
                  </a:lnTo>
                  <a:lnTo>
                    <a:pt x="331" y="566"/>
                  </a:lnTo>
                  <a:lnTo>
                    <a:pt x="472" y="519"/>
                  </a:lnTo>
                  <a:lnTo>
                    <a:pt x="519" y="424"/>
                  </a:lnTo>
                  <a:lnTo>
                    <a:pt x="566" y="330"/>
                  </a:lnTo>
                  <a:lnTo>
                    <a:pt x="566" y="236"/>
                  </a:lnTo>
                  <a:lnTo>
                    <a:pt x="519" y="142"/>
                  </a:lnTo>
                  <a:lnTo>
                    <a:pt x="425" y="48"/>
                  </a:lnTo>
                  <a:lnTo>
                    <a:pt x="3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21"/>
            <p:cNvSpPr/>
            <p:nvPr/>
          </p:nvSpPr>
          <p:spPr>
            <a:xfrm>
              <a:off x="3392950" y="2190700"/>
              <a:ext cx="14175" cy="12975"/>
            </a:xfrm>
            <a:custGeom>
              <a:rect b="b" l="l" r="r" t="t"/>
              <a:pathLst>
                <a:path extrusionOk="0" h="519" w="567">
                  <a:moveTo>
                    <a:pt x="236" y="0"/>
                  </a:moveTo>
                  <a:lnTo>
                    <a:pt x="142" y="48"/>
                  </a:lnTo>
                  <a:lnTo>
                    <a:pt x="48" y="95"/>
                  </a:lnTo>
                  <a:lnTo>
                    <a:pt x="1" y="189"/>
                  </a:lnTo>
                  <a:lnTo>
                    <a:pt x="1" y="330"/>
                  </a:lnTo>
                  <a:lnTo>
                    <a:pt x="48" y="425"/>
                  </a:lnTo>
                  <a:lnTo>
                    <a:pt x="142" y="519"/>
                  </a:lnTo>
                  <a:lnTo>
                    <a:pt x="425" y="519"/>
                  </a:lnTo>
                  <a:lnTo>
                    <a:pt x="519" y="425"/>
                  </a:lnTo>
                  <a:lnTo>
                    <a:pt x="566" y="330"/>
                  </a:lnTo>
                  <a:lnTo>
                    <a:pt x="566" y="189"/>
                  </a:lnTo>
                  <a:lnTo>
                    <a:pt x="519" y="95"/>
                  </a:lnTo>
                  <a:lnTo>
                    <a:pt x="425" y="48"/>
                  </a:lnTo>
                  <a:lnTo>
                    <a:pt x="3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21"/>
            <p:cNvSpPr/>
            <p:nvPr/>
          </p:nvSpPr>
          <p:spPr>
            <a:xfrm>
              <a:off x="3433000" y="2130625"/>
              <a:ext cx="14175" cy="14150"/>
            </a:xfrm>
            <a:custGeom>
              <a:rect b="b" l="l" r="r" t="t"/>
              <a:pathLst>
                <a:path extrusionOk="0" h="566" w="567">
                  <a:moveTo>
                    <a:pt x="236" y="0"/>
                  </a:moveTo>
                  <a:lnTo>
                    <a:pt x="142" y="47"/>
                  </a:lnTo>
                  <a:lnTo>
                    <a:pt x="48" y="142"/>
                  </a:lnTo>
                  <a:lnTo>
                    <a:pt x="1" y="236"/>
                  </a:lnTo>
                  <a:lnTo>
                    <a:pt x="48" y="424"/>
                  </a:lnTo>
                  <a:lnTo>
                    <a:pt x="142" y="519"/>
                  </a:lnTo>
                  <a:lnTo>
                    <a:pt x="189" y="566"/>
                  </a:lnTo>
                  <a:lnTo>
                    <a:pt x="331" y="566"/>
                  </a:lnTo>
                  <a:lnTo>
                    <a:pt x="472" y="519"/>
                  </a:lnTo>
                  <a:lnTo>
                    <a:pt x="519" y="424"/>
                  </a:lnTo>
                  <a:lnTo>
                    <a:pt x="566" y="330"/>
                  </a:lnTo>
                  <a:lnTo>
                    <a:pt x="566" y="236"/>
                  </a:lnTo>
                  <a:lnTo>
                    <a:pt x="519" y="142"/>
                  </a:lnTo>
                  <a:lnTo>
                    <a:pt x="425" y="47"/>
                  </a:lnTo>
                  <a:lnTo>
                    <a:pt x="3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21"/>
            <p:cNvSpPr/>
            <p:nvPr/>
          </p:nvSpPr>
          <p:spPr>
            <a:xfrm>
              <a:off x="3524900" y="2049325"/>
              <a:ext cx="29475" cy="250950"/>
            </a:xfrm>
            <a:custGeom>
              <a:rect b="b" l="l" r="r" t="t"/>
              <a:pathLst>
                <a:path extrusionOk="0" h="10038" w="1179">
                  <a:moveTo>
                    <a:pt x="0" y="1"/>
                  </a:moveTo>
                  <a:lnTo>
                    <a:pt x="0" y="10038"/>
                  </a:lnTo>
                  <a:lnTo>
                    <a:pt x="943" y="10038"/>
                  </a:lnTo>
                  <a:lnTo>
                    <a:pt x="1037" y="9991"/>
                  </a:lnTo>
                  <a:lnTo>
                    <a:pt x="1084" y="9944"/>
                  </a:lnTo>
                  <a:lnTo>
                    <a:pt x="1131" y="9896"/>
                  </a:lnTo>
                  <a:lnTo>
                    <a:pt x="1178" y="9802"/>
                  </a:lnTo>
                  <a:lnTo>
                    <a:pt x="1178" y="236"/>
                  </a:lnTo>
                  <a:lnTo>
                    <a:pt x="1131" y="142"/>
                  </a:lnTo>
                  <a:lnTo>
                    <a:pt x="1084" y="95"/>
                  </a:lnTo>
                  <a:lnTo>
                    <a:pt x="1037" y="48"/>
                  </a:lnTo>
                  <a:lnTo>
                    <a:pt x="94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21"/>
            <p:cNvSpPr/>
            <p:nvPr/>
          </p:nvSpPr>
          <p:spPr>
            <a:xfrm>
              <a:off x="3303425" y="2049325"/>
              <a:ext cx="203825" cy="250950"/>
            </a:xfrm>
            <a:custGeom>
              <a:rect b="b" l="l" r="r" t="t"/>
              <a:pathLst>
                <a:path extrusionOk="0" h="10038" w="8153">
                  <a:moveTo>
                    <a:pt x="2922" y="2027"/>
                  </a:moveTo>
                  <a:lnTo>
                    <a:pt x="3252" y="2168"/>
                  </a:lnTo>
                  <a:lnTo>
                    <a:pt x="3487" y="2310"/>
                  </a:lnTo>
                  <a:lnTo>
                    <a:pt x="3629" y="2545"/>
                  </a:lnTo>
                  <a:lnTo>
                    <a:pt x="3723" y="2828"/>
                  </a:lnTo>
                  <a:lnTo>
                    <a:pt x="4666" y="2969"/>
                  </a:lnTo>
                  <a:lnTo>
                    <a:pt x="4760" y="2875"/>
                  </a:lnTo>
                  <a:lnTo>
                    <a:pt x="4901" y="2734"/>
                  </a:lnTo>
                  <a:lnTo>
                    <a:pt x="5090" y="2640"/>
                  </a:lnTo>
                  <a:lnTo>
                    <a:pt x="5278" y="2592"/>
                  </a:lnTo>
                  <a:lnTo>
                    <a:pt x="5467" y="2545"/>
                  </a:lnTo>
                  <a:lnTo>
                    <a:pt x="5655" y="2592"/>
                  </a:lnTo>
                  <a:lnTo>
                    <a:pt x="5844" y="2640"/>
                  </a:lnTo>
                  <a:lnTo>
                    <a:pt x="5985" y="2734"/>
                  </a:lnTo>
                  <a:lnTo>
                    <a:pt x="6126" y="2828"/>
                  </a:lnTo>
                  <a:lnTo>
                    <a:pt x="6268" y="2969"/>
                  </a:lnTo>
                  <a:lnTo>
                    <a:pt x="6362" y="3158"/>
                  </a:lnTo>
                  <a:lnTo>
                    <a:pt x="6409" y="3346"/>
                  </a:lnTo>
                  <a:lnTo>
                    <a:pt x="6456" y="3535"/>
                  </a:lnTo>
                  <a:lnTo>
                    <a:pt x="6456" y="3723"/>
                  </a:lnTo>
                  <a:lnTo>
                    <a:pt x="6362" y="3912"/>
                  </a:lnTo>
                  <a:lnTo>
                    <a:pt x="6315" y="4053"/>
                  </a:lnTo>
                  <a:lnTo>
                    <a:pt x="6173" y="4242"/>
                  </a:lnTo>
                  <a:lnTo>
                    <a:pt x="6032" y="4336"/>
                  </a:lnTo>
                  <a:lnTo>
                    <a:pt x="5844" y="4430"/>
                  </a:lnTo>
                  <a:lnTo>
                    <a:pt x="5702" y="4524"/>
                  </a:lnTo>
                  <a:lnTo>
                    <a:pt x="5278" y="4524"/>
                  </a:lnTo>
                  <a:lnTo>
                    <a:pt x="4666" y="5373"/>
                  </a:lnTo>
                  <a:lnTo>
                    <a:pt x="4760" y="5514"/>
                  </a:lnTo>
                  <a:lnTo>
                    <a:pt x="4807" y="5703"/>
                  </a:lnTo>
                  <a:lnTo>
                    <a:pt x="4854" y="5891"/>
                  </a:lnTo>
                  <a:lnTo>
                    <a:pt x="4854" y="6080"/>
                  </a:lnTo>
                  <a:lnTo>
                    <a:pt x="4760" y="6315"/>
                  </a:lnTo>
                  <a:lnTo>
                    <a:pt x="4618" y="6551"/>
                  </a:lnTo>
                  <a:lnTo>
                    <a:pt x="5137" y="7305"/>
                  </a:lnTo>
                  <a:lnTo>
                    <a:pt x="5372" y="7258"/>
                  </a:lnTo>
                  <a:lnTo>
                    <a:pt x="5608" y="7305"/>
                  </a:lnTo>
                  <a:lnTo>
                    <a:pt x="5796" y="7352"/>
                  </a:lnTo>
                  <a:lnTo>
                    <a:pt x="5938" y="7446"/>
                  </a:lnTo>
                  <a:lnTo>
                    <a:pt x="6126" y="7540"/>
                  </a:lnTo>
                  <a:lnTo>
                    <a:pt x="6221" y="7682"/>
                  </a:lnTo>
                  <a:lnTo>
                    <a:pt x="6315" y="7870"/>
                  </a:lnTo>
                  <a:lnTo>
                    <a:pt x="6362" y="8012"/>
                  </a:lnTo>
                  <a:lnTo>
                    <a:pt x="6409" y="8247"/>
                  </a:lnTo>
                  <a:lnTo>
                    <a:pt x="6409" y="8436"/>
                  </a:lnTo>
                  <a:lnTo>
                    <a:pt x="6362" y="8624"/>
                  </a:lnTo>
                  <a:lnTo>
                    <a:pt x="6268" y="8765"/>
                  </a:lnTo>
                  <a:lnTo>
                    <a:pt x="6126" y="8907"/>
                  </a:lnTo>
                  <a:lnTo>
                    <a:pt x="5985" y="9048"/>
                  </a:lnTo>
                  <a:lnTo>
                    <a:pt x="5702" y="9190"/>
                  </a:lnTo>
                  <a:lnTo>
                    <a:pt x="5419" y="9237"/>
                  </a:lnTo>
                  <a:lnTo>
                    <a:pt x="5278" y="9237"/>
                  </a:lnTo>
                  <a:lnTo>
                    <a:pt x="5042" y="9142"/>
                  </a:lnTo>
                  <a:lnTo>
                    <a:pt x="4901" y="9048"/>
                  </a:lnTo>
                  <a:lnTo>
                    <a:pt x="4760" y="8954"/>
                  </a:lnTo>
                  <a:lnTo>
                    <a:pt x="4618" y="8813"/>
                  </a:lnTo>
                  <a:lnTo>
                    <a:pt x="4524" y="8624"/>
                  </a:lnTo>
                  <a:lnTo>
                    <a:pt x="4477" y="8483"/>
                  </a:lnTo>
                  <a:lnTo>
                    <a:pt x="4430" y="8294"/>
                  </a:lnTo>
                  <a:lnTo>
                    <a:pt x="4477" y="8059"/>
                  </a:lnTo>
                  <a:lnTo>
                    <a:pt x="4524" y="7917"/>
                  </a:lnTo>
                  <a:lnTo>
                    <a:pt x="4571" y="7729"/>
                  </a:lnTo>
                  <a:lnTo>
                    <a:pt x="4006" y="6881"/>
                  </a:lnTo>
                  <a:lnTo>
                    <a:pt x="3676" y="6881"/>
                  </a:lnTo>
                  <a:lnTo>
                    <a:pt x="3487" y="6833"/>
                  </a:lnTo>
                  <a:lnTo>
                    <a:pt x="3346" y="6739"/>
                  </a:lnTo>
                  <a:lnTo>
                    <a:pt x="3205" y="6598"/>
                  </a:lnTo>
                  <a:lnTo>
                    <a:pt x="3063" y="6456"/>
                  </a:lnTo>
                  <a:lnTo>
                    <a:pt x="2969" y="6315"/>
                  </a:lnTo>
                  <a:lnTo>
                    <a:pt x="2922" y="6127"/>
                  </a:lnTo>
                  <a:lnTo>
                    <a:pt x="2875" y="5938"/>
                  </a:lnTo>
                  <a:lnTo>
                    <a:pt x="2922" y="5750"/>
                  </a:lnTo>
                  <a:lnTo>
                    <a:pt x="2969" y="5561"/>
                  </a:lnTo>
                  <a:lnTo>
                    <a:pt x="3016" y="5373"/>
                  </a:lnTo>
                  <a:lnTo>
                    <a:pt x="3158" y="5231"/>
                  </a:lnTo>
                  <a:lnTo>
                    <a:pt x="3299" y="5137"/>
                  </a:lnTo>
                  <a:lnTo>
                    <a:pt x="3487" y="4996"/>
                  </a:lnTo>
                  <a:lnTo>
                    <a:pt x="3676" y="4949"/>
                  </a:lnTo>
                  <a:lnTo>
                    <a:pt x="4100" y="4949"/>
                  </a:lnTo>
                  <a:lnTo>
                    <a:pt x="4713" y="4148"/>
                  </a:lnTo>
                  <a:lnTo>
                    <a:pt x="4571" y="3912"/>
                  </a:lnTo>
                  <a:lnTo>
                    <a:pt x="4477" y="3676"/>
                  </a:lnTo>
                  <a:lnTo>
                    <a:pt x="3629" y="3535"/>
                  </a:lnTo>
                  <a:lnTo>
                    <a:pt x="3487" y="3676"/>
                  </a:lnTo>
                  <a:lnTo>
                    <a:pt x="3346" y="3818"/>
                  </a:lnTo>
                  <a:lnTo>
                    <a:pt x="3158" y="3912"/>
                  </a:lnTo>
                  <a:lnTo>
                    <a:pt x="2969" y="3959"/>
                  </a:lnTo>
                  <a:lnTo>
                    <a:pt x="2781" y="4006"/>
                  </a:lnTo>
                  <a:lnTo>
                    <a:pt x="2592" y="3959"/>
                  </a:lnTo>
                  <a:lnTo>
                    <a:pt x="2404" y="3912"/>
                  </a:lnTo>
                  <a:lnTo>
                    <a:pt x="2262" y="3818"/>
                  </a:lnTo>
                  <a:lnTo>
                    <a:pt x="2074" y="3723"/>
                  </a:lnTo>
                  <a:lnTo>
                    <a:pt x="1980" y="3582"/>
                  </a:lnTo>
                  <a:lnTo>
                    <a:pt x="1885" y="3394"/>
                  </a:lnTo>
                  <a:lnTo>
                    <a:pt x="1838" y="3205"/>
                  </a:lnTo>
                  <a:lnTo>
                    <a:pt x="1791" y="3017"/>
                  </a:lnTo>
                  <a:lnTo>
                    <a:pt x="1791" y="2828"/>
                  </a:lnTo>
                  <a:lnTo>
                    <a:pt x="1838" y="2640"/>
                  </a:lnTo>
                  <a:lnTo>
                    <a:pt x="1932" y="2498"/>
                  </a:lnTo>
                  <a:lnTo>
                    <a:pt x="2074" y="2357"/>
                  </a:lnTo>
                  <a:lnTo>
                    <a:pt x="2215" y="2216"/>
                  </a:lnTo>
                  <a:lnTo>
                    <a:pt x="2357" y="2121"/>
                  </a:lnTo>
                  <a:lnTo>
                    <a:pt x="2545" y="2074"/>
                  </a:lnTo>
                  <a:lnTo>
                    <a:pt x="2733" y="2027"/>
                  </a:lnTo>
                  <a:close/>
                  <a:moveTo>
                    <a:pt x="236" y="1"/>
                  </a:moveTo>
                  <a:lnTo>
                    <a:pt x="142" y="48"/>
                  </a:lnTo>
                  <a:lnTo>
                    <a:pt x="95" y="95"/>
                  </a:lnTo>
                  <a:lnTo>
                    <a:pt x="48" y="142"/>
                  </a:lnTo>
                  <a:lnTo>
                    <a:pt x="0" y="236"/>
                  </a:lnTo>
                  <a:lnTo>
                    <a:pt x="0" y="9849"/>
                  </a:lnTo>
                  <a:lnTo>
                    <a:pt x="48" y="9944"/>
                  </a:lnTo>
                  <a:lnTo>
                    <a:pt x="95" y="9991"/>
                  </a:lnTo>
                  <a:lnTo>
                    <a:pt x="142" y="10038"/>
                  </a:lnTo>
                  <a:lnTo>
                    <a:pt x="8153" y="10038"/>
                  </a:lnTo>
                  <a:lnTo>
                    <a:pt x="8153" y="1"/>
                  </a:lnTo>
                  <a:lnTo>
                    <a:pt x="6550" y="1"/>
                  </a:lnTo>
                  <a:lnTo>
                    <a:pt x="6550" y="378"/>
                  </a:lnTo>
                  <a:lnTo>
                    <a:pt x="6550" y="566"/>
                  </a:lnTo>
                  <a:lnTo>
                    <a:pt x="6503" y="708"/>
                  </a:lnTo>
                  <a:lnTo>
                    <a:pt x="6409" y="849"/>
                  </a:lnTo>
                  <a:lnTo>
                    <a:pt x="6315" y="990"/>
                  </a:lnTo>
                  <a:lnTo>
                    <a:pt x="6173" y="1085"/>
                  </a:lnTo>
                  <a:lnTo>
                    <a:pt x="6032" y="1132"/>
                  </a:lnTo>
                  <a:lnTo>
                    <a:pt x="5891" y="1179"/>
                  </a:lnTo>
                  <a:lnTo>
                    <a:pt x="5749" y="1226"/>
                  </a:lnTo>
                  <a:lnTo>
                    <a:pt x="2498" y="1226"/>
                  </a:lnTo>
                  <a:lnTo>
                    <a:pt x="2309" y="1179"/>
                  </a:lnTo>
                  <a:lnTo>
                    <a:pt x="2168" y="1132"/>
                  </a:lnTo>
                  <a:lnTo>
                    <a:pt x="2027" y="1085"/>
                  </a:lnTo>
                  <a:lnTo>
                    <a:pt x="1885" y="990"/>
                  </a:lnTo>
                  <a:lnTo>
                    <a:pt x="1791" y="849"/>
                  </a:lnTo>
                  <a:lnTo>
                    <a:pt x="1744" y="708"/>
                  </a:lnTo>
                  <a:lnTo>
                    <a:pt x="1697" y="566"/>
                  </a:lnTo>
                  <a:lnTo>
                    <a:pt x="1650" y="378"/>
                  </a:lnTo>
                  <a:lnTo>
                    <a:pt x="165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21"/>
            <p:cNvSpPr/>
            <p:nvPr/>
          </p:nvSpPr>
          <p:spPr>
            <a:xfrm>
              <a:off x="3362325" y="2015175"/>
              <a:ext cx="87200" cy="47150"/>
            </a:xfrm>
            <a:custGeom>
              <a:rect b="b" l="l" r="r" t="t"/>
              <a:pathLst>
                <a:path extrusionOk="0" h="1886" w="3488">
                  <a:moveTo>
                    <a:pt x="1508" y="0"/>
                  </a:moveTo>
                  <a:lnTo>
                    <a:pt x="1226" y="142"/>
                  </a:lnTo>
                  <a:lnTo>
                    <a:pt x="1037" y="330"/>
                  </a:lnTo>
                  <a:lnTo>
                    <a:pt x="896" y="613"/>
                  </a:lnTo>
                  <a:lnTo>
                    <a:pt x="849" y="660"/>
                  </a:lnTo>
                  <a:lnTo>
                    <a:pt x="189" y="660"/>
                  </a:lnTo>
                  <a:lnTo>
                    <a:pt x="95" y="754"/>
                  </a:lnTo>
                  <a:lnTo>
                    <a:pt x="48" y="801"/>
                  </a:lnTo>
                  <a:lnTo>
                    <a:pt x="1" y="943"/>
                  </a:lnTo>
                  <a:lnTo>
                    <a:pt x="1" y="1744"/>
                  </a:lnTo>
                  <a:lnTo>
                    <a:pt x="48" y="1838"/>
                  </a:lnTo>
                  <a:lnTo>
                    <a:pt x="142" y="1885"/>
                  </a:lnTo>
                  <a:lnTo>
                    <a:pt x="3393" y="1885"/>
                  </a:lnTo>
                  <a:lnTo>
                    <a:pt x="3440" y="1838"/>
                  </a:lnTo>
                  <a:lnTo>
                    <a:pt x="3488" y="1744"/>
                  </a:lnTo>
                  <a:lnTo>
                    <a:pt x="3488" y="943"/>
                  </a:lnTo>
                  <a:lnTo>
                    <a:pt x="3488" y="801"/>
                  </a:lnTo>
                  <a:lnTo>
                    <a:pt x="3440" y="754"/>
                  </a:lnTo>
                  <a:lnTo>
                    <a:pt x="3346" y="660"/>
                  </a:lnTo>
                  <a:lnTo>
                    <a:pt x="2686" y="660"/>
                  </a:lnTo>
                  <a:lnTo>
                    <a:pt x="2639" y="613"/>
                  </a:lnTo>
                  <a:lnTo>
                    <a:pt x="2498" y="330"/>
                  </a:lnTo>
                  <a:lnTo>
                    <a:pt x="2310" y="142"/>
                  </a:lnTo>
                  <a:lnTo>
                    <a:pt x="202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1" name="Google Shape;1681;p21"/>
          <p:cNvGrpSpPr/>
          <p:nvPr/>
        </p:nvGrpSpPr>
        <p:grpSpPr>
          <a:xfrm>
            <a:off x="4809950" y="1938975"/>
            <a:ext cx="286300" cy="285100"/>
            <a:chOff x="4047950" y="2015175"/>
            <a:chExt cx="286300" cy="285100"/>
          </a:xfrm>
        </p:grpSpPr>
        <p:sp>
          <p:nvSpPr>
            <p:cNvPr id="1682" name="Google Shape;1682;p21"/>
            <p:cNvSpPr/>
            <p:nvPr/>
          </p:nvSpPr>
          <p:spPr>
            <a:xfrm>
              <a:off x="4136300" y="2210725"/>
              <a:ext cx="31850" cy="27125"/>
            </a:xfrm>
            <a:custGeom>
              <a:rect b="b" l="l" r="r" t="t"/>
              <a:pathLst>
                <a:path extrusionOk="0" h="1085" w="1274">
                  <a:moveTo>
                    <a:pt x="566" y="0"/>
                  </a:moveTo>
                  <a:lnTo>
                    <a:pt x="1" y="613"/>
                  </a:lnTo>
                  <a:lnTo>
                    <a:pt x="472" y="1037"/>
                  </a:lnTo>
                  <a:lnTo>
                    <a:pt x="566" y="1084"/>
                  </a:lnTo>
                  <a:lnTo>
                    <a:pt x="661" y="1084"/>
                  </a:lnTo>
                  <a:lnTo>
                    <a:pt x="1273" y="754"/>
                  </a:lnTo>
                  <a:lnTo>
                    <a:pt x="56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21"/>
            <p:cNvSpPr/>
            <p:nvPr/>
          </p:nvSpPr>
          <p:spPr>
            <a:xfrm>
              <a:off x="4047950" y="2223675"/>
              <a:ext cx="76600" cy="76600"/>
            </a:xfrm>
            <a:custGeom>
              <a:rect b="b" l="l" r="r" t="t"/>
              <a:pathLst>
                <a:path extrusionOk="0" h="3064" w="3064">
                  <a:moveTo>
                    <a:pt x="2168" y="1"/>
                  </a:moveTo>
                  <a:lnTo>
                    <a:pt x="1933" y="48"/>
                  </a:lnTo>
                  <a:lnTo>
                    <a:pt x="1744" y="142"/>
                  </a:lnTo>
                  <a:lnTo>
                    <a:pt x="1556" y="284"/>
                  </a:lnTo>
                  <a:lnTo>
                    <a:pt x="1367" y="472"/>
                  </a:lnTo>
                  <a:lnTo>
                    <a:pt x="613" y="1839"/>
                  </a:lnTo>
                  <a:lnTo>
                    <a:pt x="48" y="2828"/>
                  </a:lnTo>
                  <a:lnTo>
                    <a:pt x="1" y="2922"/>
                  </a:lnTo>
                  <a:lnTo>
                    <a:pt x="48" y="3017"/>
                  </a:lnTo>
                  <a:lnTo>
                    <a:pt x="142" y="3064"/>
                  </a:lnTo>
                  <a:lnTo>
                    <a:pt x="283" y="3064"/>
                  </a:lnTo>
                  <a:lnTo>
                    <a:pt x="1603" y="2263"/>
                  </a:lnTo>
                  <a:lnTo>
                    <a:pt x="2640" y="1697"/>
                  </a:lnTo>
                  <a:lnTo>
                    <a:pt x="2828" y="1556"/>
                  </a:lnTo>
                  <a:lnTo>
                    <a:pt x="2922" y="1414"/>
                  </a:lnTo>
                  <a:lnTo>
                    <a:pt x="3017" y="1226"/>
                  </a:lnTo>
                  <a:lnTo>
                    <a:pt x="3064" y="1038"/>
                  </a:lnTo>
                  <a:lnTo>
                    <a:pt x="3064" y="849"/>
                  </a:lnTo>
                  <a:lnTo>
                    <a:pt x="3064" y="661"/>
                  </a:lnTo>
                  <a:lnTo>
                    <a:pt x="2969" y="472"/>
                  </a:lnTo>
                  <a:lnTo>
                    <a:pt x="2875" y="331"/>
                  </a:lnTo>
                  <a:lnTo>
                    <a:pt x="2734" y="189"/>
                  </a:lnTo>
                  <a:lnTo>
                    <a:pt x="2545" y="95"/>
                  </a:lnTo>
                  <a:lnTo>
                    <a:pt x="235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21"/>
            <p:cNvSpPr/>
            <p:nvPr/>
          </p:nvSpPr>
          <p:spPr>
            <a:xfrm>
              <a:off x="4110400" y="2180100"/>
              <a:ext cx="27125" cy="33000"/>
            </a:xfrm>
            <a:custGeom>
              <a:rect b="b" l="l" r="r" t="t"/>
              <a:pathLst>
                <a:path extrusionOk="0" h="1320" w="1085">
                  <a:moveTo>
                    <a:pt x="377" y="0"/>
                  </a:moveTo>
                  <a:lnTo>
                    <a:pt x="47" y="660"/>
                  </a:lnTo>
                  <a:lnTo>
                    <a:pt x="0" y="754"/>
                  </a:lnTo>
                  <a:lnTo>
                    <a:pt x="47" y="849"/>
                  </a:lnTo>
                  <a:lnTo>
                    <a:pt x="519" y="1320"/>
                  </a:lnTo>
                  <a:lnTo>
                    <a:pt x="1084" y="707"/>
                  </a:lnTo>
                  <a:lnTo>
                    <a:pt x="37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21"/>
            <p:cNvSpPr/>
            <p:nvPr/>
          </p:nvSpPr>
          <p:spPr>
            <a:xfrm>
              <a:off x="4216425" y="2091750"/>
              <a:ext cx="40075" cy="40075"/>
            </a:xfrm>
            <a:custGeom>
              <a:rect b="b" l="l" r="r" t="t"/>
              <a:pathLst>
                <a:path extrusionOk="0" h="1603" w="1603">
                  <a:moveTo>
                    <a:pt x="660" y="0"/>
                  </a:moveTo>
                  <a:lnTo>
                    <a:pt x="519" y="47"/>
                  </a:lnTo>
                  <a:lnTo>
                    <a:pt x="377" y="142"/>
                  </a:lnTo>
                  <a:lnTo>
                    <a:pt x="236" y="236"/>
                  </a:lnTo>
                  <a:lnTo>
                    <a:pt x="142" y="377"/>
                  </a:lnTo>
                  <a:lnTo>
                    <a:pt x="94" y="519"/>
                  </a:lnTo>
                  <a:lnTo>
                    <a:pt x="47" y="660"/>
                  </a:lnTo>
                  <a:lnTo>
                    <a:pt x="0" y="801"/>
                  </a:lnTo>
                  <a:lnTo>
                    <a:pt x="47" y="943"/>
                  </a:lnTo>
                  <a:lnTo>
                    <a:pt x="94" y="1131"/>
                  </a:lnTo>
                  <a:lnTo>
                    <a:pt x="142" y="1272"/>
                  </a:lnTo>
                  <a:lnTo>
                    <a:pt x="236" y="1367"/>
                  </a:lnTo>
                  <a:lnTo>
                    <a:pt x="377" y="1461"/>
                  </a:lnTo>
                  <a:lnTo>
                    <a:pt x="519" y="1555"/>
                  </a:lnTo>
                  <a:lnTo>
                    <a:pt x="660" y="1602"/>
                  </a:lnTo>
                  <a:lnTo>
                    <a:pt x="990" y="1602"/>
                  </a:lnTo>
                  <a:lnTo>
                    <a:pt x="1131" y="1555"/>
                  </a:lnTo>
                  <a:lnTo>
                    <a:pt x="1273" y="1461"/>
                  </a:lnTo>
                  <a:lnTo>
                    <a:pt x="1367" y="1367"/>
                  </a:lnTo>
                  <a:lnTo>
                    <a:pt x="1555" y="1178"/>
                  </a:lnTo>
                  <a:lnTo>
                    <a:pt x="1602" y="943"/>
                  </a:lnTo>
                  <a:lnTo>
                    <a:pt x="1602" y="707"/>
                  </a:lnTo>
                  <a:lnTo>
                    <a:pt x="1555" y="519"/>
                  </a:lnTo>
                  <a:lnTo>
                    <a:pt x="1461" y="283"/>
                  </a:lnTo>
                  <a:lnTo>
                    <a:pt x="1273" y="142"/>
                  </a:lnTo>
                  <a:lnTo>
                    <a:pt x="1084" y="47"/>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21"/>
            <p:cNvSpPr/>
            <p:nvPr/>
          </p:nvSpPr>
          <p:spPr>
            <a:xfrm>
              <a:off x="4047950" y="2101175"/>
              <a:ext cx="96625" cy="61275"/>
            </a:xfrm>
            <a:custGeom>
              <a:rect b="b" l="l" r="r" t="t"/>
              <a:pathLst>
                <a:path extrusionOk="0" h="2451" w="3865">
                  <a:moveTo>
                    <a:pt x="1791" y="0"/>
                  </a:moveTo>
                  <a:lnTo>
                    <a:pt x="1744" y="47"/>
                  </a:lnTo>
                  <a:lnTo>
                    <a:pt x="48" y="1744"/>
                  </a:lnTo>
                  <a:lnTo>
                    <a:pt x="1" y="1791"/>
                  </a:lnTo>
                  <a:lnTo>
                    <a:pt x="1" y="1885"/>
                  </a:lnTo>
                  <a:lnTo>
                    <a:pt x="48" y="1979"/>
                  </a:lnTo>
                  <a:lnTo>
                    <a:pt x="142" y="2026"/>
                  </a:lnTo>
                  <a:lnTo>
                    <a:pt x="2404" y="2450"/>
                  </a:lnTo>
                  <a:lnTo>
                    <a:pt x="3064" y="1320"/>
                  </a:lnTo>
                  <a:lnTo>
                    <a:pt x="3441" y="707"/>
                  </a:lnTo>
                  <a:lnTo>
                    <a:pt x="3865" y="94"/>
                  </a:lnTo>
                  <a:lnTo>
                    <a:pt x="183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21"/>
            <p:cNvSpPr/>
            <p:nvPr/>
          </p:nvSpPr>
          <p:spPr>
            <a:xfrm>
              <a:off x="4185800" y="2203650"/>
              <a:ext cx="62450" cy="96625"/>
            </a:xfrm>
            <a:custGeom>
              <a:rect b="b" l="l" r="r" t="t"/>
              <a:pathLst>
                <a:path extrusionOk="0" h="3865" w="2498">
                  <a:moveTo>
                    <a:pt x="2356" y="1"/>
                  </a:moveTo>
                  <a:lnTo>
                    <a:pt x="1178" y="755"/>
                  </a:lnTo>
                  <a:lnTo>
                    <a:pt x="0" y="1462"/>
                  </a:lnTo>
                  <a:lnTo>
                    <a:pt x="471" y="3723"/>
                  </a:lnTo>
                  <a:lnTo>
                    <a:pt x="518" y="3818"/>
                  </a:lnTo>
                  <a:lnTo>
                    <a:pt x="613" y="3865"/>
                  </a:lnTo>
                  <a:lnTo>
                    <a:pt x="707" y="3865"/>
                  </a:lnTo>
                  <a:lnTo>
                    <a:pt x="754" y="3818"/>
                  </a:lnTo>
                  <a:lnTo>
                    <a:pt x="2450" y="2168"/>
                  </a:lnTo>
                  <a:lnTo>
                    <a:pt x="2498" y="2074"/>
                  </a:lnTo>
                  <a:lnTo>
                    <a:pt x="2498" y="2027"/>
                  </a:lnTo>
                  <a:lnTo>
                    <a:pt x="23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21"/>
            <p:cNvSpPr/>
            <p:nvPr/>
          </p:nvSpPr>
          <p:spPr>
            <a:xfrm>
              <a:off x="4267075" y="2015175"/>
              <a:ext cx="67175" cy="66000"/>
            </a:xfrm>
            <a:custGeom>
              <a:rect b="b" l="l" r="r" t="t"/>
              <a:pathLst>
                <a:path extrusionOk="0" h="2640" w="2687">
                  <a:moveTo>
                    <a:pt x="2498" y="0"/>
                  </a:moveTo>
                  <a:lnTo>
                    <a:pt x="1838" y="94"/>
                  </a:lnTo>
                  <a:lnTo>
                    <a:pt x="1226" y="189"/>
                  </a:lnTo>
                  <a:lnTo>
                    <a:pt x="613" y="377"/>
                  </a:lnTo>
                  <a:lnTo>
                    <a:pt x="0" y="566"/>
                  </a:lnTo>
                  <a:lnTo>
                    <a:pt x="2074" y="2639"/>
                  </a:lnTo>
                  <a:lnTo>
                    <a:pt x="2357" y="1744"/>
                  </a:lnTo>
                  <a:lnTo>
                    <a:pt x="2545" y="848"/>
                  </a:lnTo>
                  <a:lnTo>
                    <a:pt x="2686" y="189"/>
                  </a:lnTo>
                  <a:lnTo>
                    <a:pt x="2686" y="94"/>
                  </a:lnTo>
                  <a:lnTo>
                    <a:pt x="2639" y="47"/>
                  </a:lnTo>
                  <a:lnTo>
                    <a:pt x="254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21"/>
            <p:cNvSpPr/>
            <p:nvPr/>
          </p:nvSpPr>
          <p:spPr>
            <a:xfrm>
              <a:off x="4129250" y="2037550"/>
              <a:ext cx="181425" cy="181450"/>
            </a:xfrm>
            <a:custGeom>
              <a:rect b="b" l="l" r="r" t="t"/>
              <a:pathLst>
                <a:path extrusionOk="0" h="7258" w="7257">
                  <a:moveTo>
                    <a:pt x="4571" y="1461"/>
                  </a:moveTo>
                  <a:lnTo>
                    <a:pt x="4807" y="1508"/>
                  </a:lnTo>
                  <a:lnTo>
                    <a:pt x="4995" y="1603"/>
                  </a:lnTo>
                  <a:lnTo>
                    <a:pt x="5184" y="1744"/>
                  </a:lnTo>
                  <a:lnTo>
                    <a:pt x="5372" y="1885"/>
                  </a:lnTo>
                  <a:lnTo>
                    <a:pt x="5561" y="2074"/>
                  </a:lnTo>
                  <a:lnTo>
                    <a:pt x="5702" y="2262"/>
                  </a:lnTo>
                  <a:lnTo>
                    <a:pt x="5749" y="2498"/>
                  </a:lnTo>
                  <a:lnTo>
                    <a:pt x="5843" y="2687"/>
                  </a:lnTo>
                  <a:lnTo>
                    <a:pt x="5843" y="2922"/>
                  </a:lnTo>
                  <a:lnTo>
                    <a:pt x="5843" y="3158"/>
                  </a:lnTo>
                  <a:lnTo>
                    <a:pt x="5796" y="3346"/>
                  </a:lnTo>
                  <a:lnTo>
                    <a:pt x="5702" y="3582"/>
                  </a:lnTo>
                  <a:lnTo>
                    <a:pt x="5608" y="3770"/>
                  </a:lnTo>
                  <a:lnTo>
                    <a:pt x="5513" y="3912"/>
                  </a:lnTo>
                  <a:lnTo>
                    <a:pt x="5372" y="4100"/>
                  </a:lnTo>
                  <a:lnTo>
                    <a:pt x="5184" y="4242"/>
                  </a:lnTo>
                  <a:lnTo>
                    <a:pt x="4995" y="4336"/>
                  </a:lnTo>
                  <a:lnTo>
                    <a:pt x="4807" y="4430"/>
                  </a:lnTo>
                  <a:lnTo>
                    <a:pt x="4571" y="4477"/>
                  </a:lnTo>
                  <a:lnTo>
                    <a:pt x="4288" y="4524"/>
                  </a:lnTo>
                  <a:lnTo>
                    <a:pt x="4006" y="4477"/>
                  </a:lnTo>
                  <a:lnTo>
                    <a:pt x="3723" y="4383"/>
                  </a:lnTo>
                  <a:lnTo>
                    <a:pt x="3440" y="4242"/>
                  </a:lnTo>
                  <a:lnTo>
                    <a:pt x="3204" y="4053"/>
                  </a:lnTo>
                  <a:lnTo>
                    <a:pt x="3016" y="3817"/>
                  </a:lnTo>
                  <a:lnTo>
                    <a:pt x="2875" y="3582"/>
                  </a:lnTo>
                  <a:lnTo>
                    <a:pt x="2780" y="3299"/>
                  </a:lnTo>
                  <a:lnTo>
                    <a:pt x="2780" y="2969"/>
                  </a:lnTo>
                  <a:lnTo>
                    <a:pt x="2780" y="2734"/>
                  </a:lnTo>
                  <a:lnTo>
                    <a:pt x="2828" y="2498"/>
                  </a:lnTo>
                  <a:lnTo>
                    <a:pt x="2922" y="2310"/>
                  </a:lnTo>
                  <a:lnTo>
                    <a:pt x="3063" y="2074"/>
                  </a:lnTo>
                  <a:lnTo>
                    <a:pt x="3204" y="1933"/>
                  </a:lnTo>
                  <a:lnTo>
                    <a:pt x="3346" y="1791"/>
                  </a:lnTo>
                  <a:lnTo>
                    <a:pt x="3534" y="1650"/>
                  </a:lnTo>
                  <a:lnTo>
                    <a:pt x="3723" y="1556"/>
                  </a:lnTo>
                  <a:lnTo>
                    <a:pt x="3911" y="1508"/>
                  </a:lnTo>
                  <a:lnTo>
                    <a:pt x="4147" y="1461"/>
                  </a:lnTo>
                  <a:close/>
                  <a:moveTo>
                    <a:pt x="4760" y="1"/>
                  </a:moveTo>
                  <a:lnTo>
                    <a:pt x="4100" y="378"/>
                  </a:lnTo>
                  <a:lnTo>
                    <a:pt x="3393" y="849"/>
                  </a:lnTo>
                  <a:lnTo>
                    <a:pt x="2780" y="1320"/>
                  </a:lnTo>
                  <a:lnTo>
                    <a:pt x="2215" y="1885"/>
                  </a:lnTo>
                  <a:lnTo>
                    <a:pt x="1697" y="2404"/>
                  </a:lnTo>
                  <a:lnTo>
                    <a:pt x="1178" y="3111"/>
                  </a:lnTo>
                  <a:lnTo>
                    <a:pt x="660" y="3912"/>
                  </a:lnTo>
                  <a:lnTo>
                    <a:pt x="94" y="4854"/>
                  </a:lnTo>
                  <a:lnTo>
                    <a:pt x="0" y="4995"/>
                  </a:lnTo>
                  <a:lnTo>
                    <a:pt x="848" y="5891"/>
                  </a:lnTo>
                  <a:lnTo>
                    <a:pt x="2074" y="4713"/>
                  </a:lnTo>
                  <a:lnTo>
                    <a:pt x="2168" y="4619"/>
                  </a:lnTo>
                  <a:lnTo>
                    <a:pt x="2309" y="4571"/>
                  </a:lnTo>
                  <a:lnTo>
                    <a:pt x="2451" y="4619"/>
                  </a:lnTo>
                  <a:lnTo>
                    <a:pt x="2592" y="4713"/>
                  </a:lnTo>
                  <a:lnTo>
                    <a:pt x="2686" y="4807"/>
                  </a:lnTo>
                  <a:lnTo>
                    <a:pt x="2686" y="4948"/>
                  </a:lnTo>
                  <a:lnTo>
                    <a:pt x="2686" y="5090"/>
                  </a:lnTo>
                  <a:lnTo>
                    <a:pt x="2592" y="5231"/>
                  </a:lnTo>
                  <a:lnTo>
                    <a:pt x="1367" y="6409"/>
                  </a:lnTo>
                  <a:lnTo>
                    <a:pt x="2215" y="7257"/>
                  </a:lnTo>
                  <a:lnTo>
                    <a:pt x="3110" y="6739"/>
                  </a:lnTo>
                  <a:lnTo>
                    <a:pt x="3911" y="6268"/>
                  </a:lnTo>
                  <a:lnTo>
                    <a:pt x="4618" y="5749"/>
                  </a:lnTo>
                  <a:lnTo>
                    <a:pt x="5278" y="5231"/>
                  </a:lnTo>
                  <a:lnTo>
                    <a:pt x="5843" y="4666"/>
                  </a:lnTo>
                  <a:lnTo>
                    <a:pt x="6362" y="4006"/>
                  </a:lnTo>
                  <a:lnTo>
                    <a:pt x="6833" y="3299"/>
                  </a:lnTo>
                  <a:lnTo>
                    <a:pt x="7257" y="2498"/>
                  </a:lnTo>
                  <a:lnTo>
                    <a:pt x="476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0" name="Google Shape;1690;p21"/>
          <p:cNvGrpSpPr/>
          <p:nvPr/>
        </p:nvGrpSpPr>
        <p:grpSpPr>
          <a:xfrm>
            <a:off x="5585125" y="1938975"/>
            <a:ext cx="260375" cy="285100"/>
            <a:chOff x="4823125" y="2015175"/>
            <a:chExt cx="260375" cy="285100"/>
          </a:xfrm>
        </p:grpSpPr>
        <p:sp>
          <p:nvSpPr>
            <p:cNvPr id="1691" name="Google Shape;1691;p21"/>
            <p:cNvSpPr/>
            <p:nvPr/>
          </p:nvSpPr>
          <p:spPr>
            <a:xfrm>
              <a:off x="4993925" y="2175375"/>
              <a:ext cx="37725" cy="14175"/>
            </a:xfrm>
            <a:custGeom>
              <a:rect b="b" l="l" r="r" t="t"/>
              <a:pathLst>
                <a:path extrusionOk="0" h="567" w="1509">
                  <a:moveTo>
                    <a:pt x="95" y="1"/>
                  </a:moveTo>
                  <a:lnTo>
                    <a:pt x="48" y="48"/>
                  </a:lnTo>
                  <a:lnTo>
                    <a:pt x="1" y="95"/>
                  </a:lnTo>
                  <a:lnTo>
                    <a:pt x="1" y="566"/>
                  </a:lnTo>
                  <a:lnTo>
                    <a:pt x="1509" y="566"/>
                  </a:lnTo>
                  <a:lnTo>
                    <a:pt x="1509" y="95"/>
                  </a:lnTo>
                  <a:lnTo>
                    <a:pt x="1509" y="48"/>
                  </a:lnTo>
                  <a:lnTo>
                    <a:pt x="141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21"/>
            <p:cNvSpPr/>
            <p:nvPr/>
          </p:nvSpPr>
          <p:spPr>
            <a:xfrm>
              <a:off x="4953875" y="2028125"/>
              <a:ext cx="47150" cy="98975"/>
            </a:xfrm>
            <a:custGeom>
              <a:rect b="b" l="l" r="r" t="t"/>
              <a:pathLst>
                <a:path extrusionOk="0" h="3959" w="1886">
                  <a:moveTo>
                    <a:pt x="1" y="1"/>
                  </a:moveTo>
                  <a:lnTo>
                    <a:pt x="1" y="3959"/>
                  </a:lnTo>
                  <a:lnTo>
                    <a:pt x="1886" y="3959"/>
                  </a:lnTo>
                  <a:lnTo>
                    <a:pt x="1744" y="3111"/>
                  </a:lnTo>
                  <a:lnTo>
                    <a:pt x="1509" y="2310"/>
                  </a:lnTo>
                  <a:lnTo>
                    <a:pt x="1367" y="1885"/>
                  </a:lnTo>
                  <a:lnTo>
                    <a:pt x="1179" y="1508"/>
                  </a:lnTo>
                  <a:lnTo>
                    <a:pt x="990" y="1131"/>
                  </a:lnTo>
                  <a:lnTo>
                    <a:pt x="755" y="802"/>
                  </a:lnTo>
                  <a:lnTo>
                    <a:pt x="378" y="330"/>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21"/>
            <p:cNvSpPr/>
            <p:nvPr/>
          </p:nvSpPr>
          <p:spPr>
            <a:xfrm>
              <a:off x="4949175" y="2207200"/>
              <a:ext cx="130775" cy="28300"/>
            </a:xfrm>
            <a:custGeom>
              <a:rect b="b" l="l" r="r" t="t"/>
              <a:pathLst>
                <a:path extrusionOk="0" h="1132" w="5231">
                  <a:moveTo>
                    <a:pt x="0" y="0"/>
                  </a:moveTo>
                  <a:lnTo>
                    <a:pt x="142" y="283"/>
                  </a:lnTo>
                  <a:lnTo>
                    <a:pt x="377" y="518"/>
                  </a:lnTo>
                  <a:lnTo>
                    <a:pt x="660" y="707"/>
                  </a:lnTo>
                  <a:lnTo>
                    <a:pt x="990" y="848"/>
                  </a:lnTo>
                  <a:lnTo>
                    <a:pt x="1367" y="990"/>
                  </a:lnTo>
                  <a:lnTo>
                    <a:pt x="1744" y="1037"/>
                  </a:lnTo>
                  <a:lnTo>
                    <a:pt x="2168" y="1131"/>
                  </a:lnTo>
                  <a:lnTo>
                    <a:pt x="3063" y="1131"/>
                  </a:lnTo>
                  <a:lnTo>
                    <a:pt x="3440" y="1037"/>
                  </a:lnTo>
                  <a:lnTo>
                    <a:pt x="3864" y="990"/>
                  </a:lnTo>
                  <a:lnTo>
                    <a:pt x="4241" y="848"/>
                  </a:lnTo>
                  <a:lnTo>
                    <a:pt x="4571" y="707"/>
                  </a:lnTo>
                  <a:lnTo>
                    <a:pt x="4854" y="471"/>
                  </a:lnTo>
                  <a:lnTo>
                    <a:pt x="5090" y="283"/>
                  </a:lnTo>
                  <a:lnTo>
                    <a:pt x="52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21"/>
            <p:cNvSpPr/>
            <p:nvPr/>
          </p:nvSpPr>
          <p:spPr>
            <a:xfrm>
              <a:off x="4945625" y="2231925"/>
              <a:ext cx="137875" cy="68350"/>
            </a:xfrm>
            <a:custGeom>
              <a:rect b="b" l="l" r="r" t="t"/>
              <a:pathLst>
                <a:path extrusionOk="0" h="2734" w="5515">
                  <a:moveTo>
                    <a:pt x="1" y="1"/>
                  </a:moveTo>
                  <a:lnTo>
                    <a:pt x="1" y="2498"/>
                  </a:lnTo>
                  <a:lnTo>
                    <a:pt x="48" y="2592"/>
                  </a:lnTo>
                  <a:lnTo>
                    <a:pt x="95" y="2687"/>
                  </a:lnTo>
                  <a:lnTo>
                    <a:pt x="142" y="2734"/>
                  </a:lnTo>
                  <a:lnTo>
                    <a:pt x="5373" y="2734"/>
                  </a:lnTo>
                  <a:lnTo>
                    <a:pt x="5420" y="2687"/>
                  </a:lnTo>
                  <a:lnTo>
                    <a:pt x="5467" y="2592"/>
                  </a:lnTo>
                  <a:lnTo>
                    <a:pt x="5514" y="2498"/>
                  </a:lnTo>
                  <a:lnTo>
                    <a:pt x="5514" y="1"/>
                  </a:lnTo>
                  <a:lnTo>
                    <a:pt x="5137" y="283"/>
                  </a:lnTo>
                  <a:lnTo>
                    <a:pt x="4713" y="519"/>
                  </a:lnTo>
                  <a:lnTo>
                    <a:pt x="4713" y="990"/>
                  </a:lnTo>
                  <a:lnTo>
                    <a:pt x="4666" y="1132"/>
                  </a:lnTo>
                  <a:lnTo>
                    <a:pt x="4572" y="1273"/>
                  </a:lnTo>
                  <a:lnTo>
                    <a:pt x="4478" y="1320"/>
                  </a:lnTo>
                  <a:lnTo>
                    <a:pt x="4336" y="1367"/>
                  </a:lnTo>
                  <a:lnTo>
                    <a:pt x="4242" y="1320"/>
                  </a:lnTo>
                  <a:lnTo>
                    <a:pt x="4101" y="1273"/>
                  </a:lnTo>
                  <a:lnTo>
                    <a:pt x="4053" y="1132"/>
                  </a:lnTo>
                  <a:lnTo>
                    <a:pt x="4006" y="990"/>
                  </a:lnTo>
                  <a:lnTo>
                    <a:pt x="4006" y="708"/>
                  </a:lnTo>
                  <a:lnTo>
                    <a:pt x="3394" y="802"/>
                  </a:lnTo>
                  <a:lnTo>
                    <a:pt x="2781" y="849"/>
                  </a:lnTo>
                  <a:lnTo>
                    <a:pt x="2121" y="802"/>
                  </a:lnTo>
                  <a:lnTo>
                    <a:pt x="1556" y="708"/>
                  </a:lnTo>
                  <a:lnTo>
                    <a:pt x="1556" y="990"/>
                  </a:lnTo>
                  <a:lnTo>
                    <a:pt x="1509" y="1132"/>
                  </a:lnTo>
                  <a:lnTo>
                    <a:pt x="1462" y="1273"/>
                  </a:lnTo>
                  <a:lnTo>
                    <a:pt x="1320" y="1320"/>
                  </a:lnTo>
                  <a:lnTo>
                    <a:pt x="1179" y="1367"/>
                  </a:lnTo>
                  <a:lnTo>
                    <a:pt x="1085" y="1320"/>
                  </a:lnTo>
                  <a:lnTo>
                    <a:pt x="943" y="1273"/>
                  </a:lnTo>
                  <a:lnTo>
                    <a:pt x="896" y="1132"/>
                  </a:lnTo>
                  <a:lnTo>
                    <a:pt x="849" y="990"/>
                  </a:lnTo>
                  <a:lnTo>
                    <a:pt x="849" y="519"/>
                  </a:lnTo>
                  <a:lnTo>
                    <a:pt x="378" y="28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21"/>
            <p:cNvSpPr/>
            <p:nvPr/>
          </p:nvSpPr>
          <p:spPr>
            <a:xfrm>
              <a:off x="4890275" y="2030475"/>
              <a:ext cx="45950" cy="96625"/>
            </a:xfrm>
            <a:custGeom>
              <a:rect b="b" l="l" r="r" t="t"/>
              <a:pathLst>
                <a:path extrusionOk="0" h="3865" w="1838">
                  <a:moveTo>
                    <a:pt x="1838" y="1"/>
                  </a:moveTo>
                  <a:lnTo>
                    <a:pt x="1508" y="284"/>
                  </a:lnTo>
                  <a:lnTo>
                    <a:pt x="1178" y="661"/>
                  </a:lnTo>
                  <a:lnTo>
                    <a:pt x="943" y="990"/>
                  </a:lnTo>
                  <a:lnTo>
                    <a:pt x="707" y="1320"/>
                  </a:lnTo>
                  <a:lnTo>
                    <a:pt x="519" y="1697"/>
                  </a:lnTo>
                  <a:lnTo>
                    <a:pt x="330" y="2074"/>
                  </a:lnTo>
                  <a:lnTo>
                    <a:pt x="236" y="2498"/>
                  </a:lnTo>
                  <a:lnTo>
                    <a:pt x="142" y="2922"/>
                  </a:lnTo>
                  <a:lnTo>
                    <a:pt x="47" y="3394"/>
                  </a:lnTo>
                  <a:lnTo>
                    <a:pt x="0" y="3865"/>
                  </a:lnTo>
                  <a:lnTo>
                    <a:pt x="1838" y="3865"/>
                  </a:lnTo>
                  <a:lnTo>
                    <a:pt x="183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21"/>
            <p:cNvSpPr/>
            <p:nvPr/>
          </p:nvSpPr>
          <p:spPr>
            <a:xfrm>
              <a:off x="4953875" y="2144750"/>
              <a:ext cx="49500" cy="44800"/>
            </a:xfrm>
            <a:custGeom>
              <a:rect b="b" l="l" r="r" t="t"/>
              <a:pathLst>
                <a:path extrusionOk="0" h="1792" w="1980">
                  <a:moveTo>
                    <a:pt x="1" y="1"/>
                  </a:moveTo>
                  <a:lnTo>
                    <a:pt x="1" y="1791"/>
                  </a:lnTo>
                  <a:lnTo>
                    <a:pt x="896" y="1791"/>
                  </a:lnTo>
                  <a:lnTo>
                    <a:pt x="896" y="896"/>
                  </a:lnTo>
                  <a:lnTo>
                    <a:pt x="943" y="755"/>
                  </a:lnTo>
                  <a:lnTo>
                    <a:pt x="990" y="613"/>
                  </a:lnTo>
                  <a:lnTo>
                    <a:pt x="1132" y="566"/>
                  </a:lnTo>
                  <a:lnTo>
                    <a:pt x="1273" y="519"/>
                  </a:lnTo>
                  <a:lnTo>
                    <a:pt x="1980" y="519"/>
                  </a:lnTo>
                  <a:lnTo>
                    <a:pt x="198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21"/>
            <p:cNvSpPr/>
            <p:nvPr/>
          </p:nvSpPr>
          <p:spPr>
            <a:xfrm>
              <a:off x="4823125" y="2015175"/>
              <a:ext cx="103675" cy="111925"/>
            </a:xfrm>
            <a:custGeom>
              <a:rect b="b" l="l" r="r" t="t"/>
              <a:pathLst>
                <a:path extrusionOk="0" h="4477" w="4147">
                  <a:moveTo>
                    <a:pt x="4147" y="0"/>
                  </a:moveTo>
                  <a:lnTo>
                    <a:pt x="3723" y="47"/>
                  </a:lnTo>
                  <a:lnTo>
                    <a:pt x="3346" y="189"/>
                  </a:lnTo>
                  <a:lnTo>
                    <a:pt x="2969" y="330"/>
                  </a:lnTo>
                  <a:lnTo>
                    <a:pt x="2592" y="519"/>
                  </a:lnTo>
                  <a:lnTo>
                    <a:pt x="2215" y="707"/>
                  </a:lnTo>
                  <a:lnTo>
                    <a:pt x="1885" y="943"/>
                  </a:lnTo>
                  <a:lnTo>
                    <a:pt x="1602" y="1225"/>
                  </a:lnTo>
                  <a:lnTo>
                    <a:pt x="1273" y="1508"/>
                  </a:lnTo>
                  <a:lnTo>
                    <a:pt x="1037" y="1791"/>
                  </a:lnTo>
                  <a:lnTo>
                    <a:pt x="801" y="2121"/>
                  </a:lnTo>
                  <a:lnTo>
                    <a:pt x="566" y="2498"/>
                  </a:lnTo>
                  <a:lnTo>
                    <a:pt x="377" y="2828"/>
                  </a:lnTo>
                  <a:lnTo>
                    <a:pt x="236" y="3252"/>
                  </a:lnTo>
                  <a:lnTo>
                    <a:pt x="142" y="3629"/>
                  </a:lnTo>
                  <a:lnTo>
                    <a:pt x="47" y="4053"/>
                  </a:lnTo>
                  <a:lnTo>
                    <a:pt x="0" y="4477"/>
                  </a:lnTo>
                  <a:lnTo>
                    <a:pt x="1979" y="4477"/>
                  </a:lnTo>
                  <a:lnTo>
                    <a:pt x="2027" y="3817"/>
                  </a:lnTo>
                  <a:lnTo>
                    <a:pt x="2168" y="3205"/>
                  </a:lnTo>
                  <a:lnTo>
                    <a:pt x="2309" y="2686"/>
                  </a:lnTo>
                  <a:lnTo>
                    <a:pt x="2451" y="2215"/>
                  </a:lnTo>
                  <a:lnTo>
                    <a:pt x="2686" y="1791"/>
                  </a:lnTo>
                  <a:lnTo>
                    <a:pt x="2875" y="1367"/>
                  </a:lnTo>
                  <a:lnTo>
                    <a:pt x="3110" y="1037"/>
                  </a:lnTo>
                  <a:lnTo>
                    <a:pt x="3346" y="754"/>
                  </a:lnTo>
                  <a:lnTo>
                    <a:pt x="3770" y="330"/>
                  </a:lnTo>
                  <a:lnTo>
                    <a:pt x="414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21"/>
            <p:cNvSpPr/>
            <p:nvPr/>
          </p:nvSpPr>
          <p:spPr>
            <a:xfrm>
              <a:off x="4890275" y="2144750"/>
              <a:ext cx="45950" cy="88375"/>
            </a:xfrm>
            <a:custGeom>
              <a:rect b="b" l="l" r="r" t="t"/>
              <a:pathLst>
                <a:path extrusionOk="0" h="3535" w="1838">
                  <a:moveTo>
                    <a:pt x="0" y="1"/>
                  </a:moveTo>
                  <a:lnTo>
                    <a:pt x="94" y="613"/>
                  </a:lnTo>
                  <a:lnTo>
                    <a:pt x="189" y="1179"/>
                  </a:lnTo>
                  <a:lnTo>
                    <a:pt x="330" y="1697"/>
                  </a:lnTo>
                  <a:lnTo>
                    <a:pt x="566" y="2168"/>
                  </a:lnTo>
                  <a:lnTo>
                    <a:pt x="754" y="2592"/>
                  </a:lnTo>
                  <a:lnTo>
                    <a:pt x="990" y="2922"/>
                  </a:lnTo>
                  <a:lnTo>
                    <a:pt x="1273" y="3252"/>
                  </a:lnTo>
                  <a:lnTo>
                    <a:pt x="1508" y="3535"/>
                  </a:lnTo>
                  <a:lnTo>
                    <a:pt x="1508" y="2121"/>
                  </a:lnTo>
                  <a:lnTo>
                    <a:pt x="1555" y="2027"/>
                  </a:lnTo>
                  <a:lnTo>
                    <a:pt x="1602" y="1886"/>
                  </a:lnTo>
                  <a:lnTo>
                    <a:pt x="1697" y="1838"/>
                  </a:lnTo>
                  <a:lnTo>
                    <a:pt x="1838" y="1791"/>
                  </a:lnTo>
                  <a:lnTo>
                    <a:pt x="183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21"/>
            <p:cNvSpPr/>
            <p:nvPr/>
          </p:nvSpPr>
          <p:spPr>
            <a:xfrm>
              <a:off x="4823125" y="2144750"/>
              <a:ext cx="103675" cy="111950"/>
            </a:xfrm>
            <a:custGeom>
              <a:rect b="b" l="l" r="r" t="t"/>
              <a:pathLst>
                <a:path extrusionOk="0" h="4478" w="4147">
                  <a:moveTo>
                    <a:pt x="0" y="1"/>
                  </a:moveTo>
                  <a:lnTo>
                    <a:pt x="47" y="425"/>
                  </a:lnTo>
                  <a:lnTo>
                    <a:pt x="142" y="849"/>
                  </a:lnTo>
                  <a:lnTo>
                    <a:pt x="236" y="1226"/>
                  </a:lnTo>
                  <a:lnTo>
                    <a:pt x="377" y="1603"/>
                  </a:lnTo>
                  <a:lnTo>
                    <a:pt x="566" y="1980"/>
                  </a:lnTo>
                  <a:lnTo>
                    <a:pt x="801" y="2310"/>
                  </a:lnTo>
                  <a:lnTo>
                    <a:pt x="1037" y="2639"/>
                  </a:lnTo>
                  <a:lnTo>
                    <a:pt x="1320" y="2969"/>
                  </a:lnTo>
                  <a:lnTo>
                    <a:pt x="1602" y="3252"/>
                  </a:lnTo>
                  <a:lnTo>
                    <a:pt x="1885" y="3488"/>
                  </a:lnTo>
                  <a:lnTo>
                    <a:pt x="2262" y="3723"/>
                  </a:lnTo>
                  <a:lnTo>
                    <a:pt x="2592" y="3959"/>
                  </a:lnTo>
                  <a:lnTo>
                    <a:pt x="2969" y="4147"/>
                  </a:lnTo>
                  <a:lnTo>
                    <a:pt x="3346" y="4289"/>
                  </a:lnTo>
                  <a:lnTo>
                    <a:pt x="3770" y="4383"/>
                  </a:lnTo>
                  <a:lnTo>
                    <a:pt x="4147" y="4477"/>
                  </a:lnTo>
                  <a:lnTo>
                    <a:pt x="3817" y="4195"/>
                  </a:lnTo>
                  <a:lnTo>
                    <a:pt x="3487" y="3818"/>
                  </a:lnTo>
                  <a:lnTo>
                    <a:pt x="3110" y="3393"/>
                  </a:lnTo>
                  <a:lnTo>
                    <a:pt x="2780" y="2875"/>
                  </a:lnTo>
                  <a:lnTo>
                    <a:pt x="2498" y="2263"/>
                  </a:lnTo>
                  <a:lnTo>
                    <a:pt x="2262" y="1603"/>
                  </a:lnTo>
                  <a:lnTo>
                    <a:pt x="2074" y="849"/>
                  </a:lnTo>
                  <a:lnTo>
                    <a:pt x="197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21"/>
            <p:cNvSpPr/>
            <p:nvPr/>
          </p:nvSpPr>
          <p:spPr>
            <a:xfrm>
              <a:off x="4965675" y="2015175"/>
              <a:ext cx="101325" cy="111925"/>
            </a:xfrm>
            <a:custGeom>
              <a:rect b="b" l="l" r="r" t="t"/>
              <a:pathLst>
                <a:path extrusionOk="0" h="4477" w="4053">
                  <a:moveTo>
                    <a:pt x="0" y="0"/>
                  </a:moveTo>
                  <a:lnTo>
                    <a:pt x="377" y="330"/>
                  </a:lnTo>
                  <a:lnTo>
                    <a:pt x="801" y="801"/>
                  </a:lnTo>
                  <a:lnTo>
                    <a:pt x="1131" y="1273"/>
                  </a:lnTo>
                  <a:lnTo>
                    <a:pt x="1367" y="1744"/>
                  </a:lnTo>
                  <a:lnTo>
                    <a:pt x="1602" y="2262"/>
                  </a:lnTo>
                  <a:lnTo>
                    <a:pt x="1791" y="2780"/>
                  </a:lnTo>
                  <a:lnTo>
                    <a:pt x="2026" y="3582"/>
                  </a:lnTo>
                  <a:lnTo>
                    <a:pt x="2168" y="4477"/>
                  </a:lnTo>
                  <a:lnTo>
                    <a:pt x="4053" y="4477"/>
                  </a:lnTo>
                  <a:lnTo>
                    <a:pt x="4005" y="4053"/>
                  </a:lnTo>
                  <a:lnTo>
                    <a:pt x="3958" y="3629"/>
                  </a:lnTo>
                  <a:lnTo>
                    <a:pt x="3817" y="3205"/>
                  </a:lnTo>
                  <a:lnTo>
                    <a:pt x="3676" y="2828"/>
                  </a:lnTo>
                  <a:lnTo>
                    <a:pt x="3534" y="2451"/>
                  </a:lnTo>
                  <a:lnTo>
                    <a:pt x="3346" y="2121"/>
                  </a:lnTo>
                  <a:lnTo>
                    <a:pt x="3110" y="1791"/>
                  </a:lnTo>
                  <a:lnTo>
                    <a:pt x="2827" y="1508"/>
                  </a:lnTo>
                  <a:lnTo>
                    <a:pt x="2592" y="1225"/>
                  </a:lnTo>
                  <a:lnTo>
                    <a:pt x="2262" y="943"/>
                  </a:lnTo>
                  <a:lnTo>
                    <a:pt x="1932" y="707"/>
                  </a:lnTo>
                  <a:lnTo>
                    <a:pt x="1602" y="519"/>
                  </a:lnTo>
                  <a:lnTo>
                    <a:pt x="1225" y="330"/>
                  </a:lnTo>
                  <a:lnTo>
                    <a:pt x="848" y="189"/>
                  </a:lnTo>
                  <a:lnTo>
                    <a:pt x="424" y="9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21"/>
            <p:cNvSpPr/>
            <p:nvPr/>
          </p:nvSpPr>
          <p:spPr>
            <a:xfrm>
              <a:off x="5021025" y="2144750"/>
              <a:ext cx="45975" cy="44800"/>
            </a:xfrm>
            <a:custGeom>
              <a:rect b="b" l="l" r="r" t="t"/>
              <a:pathLst>
                <a:path extrusionOk="0" h="1792" w="1839">
                  <a:moveTo>
                    <a:pt x="1" y="1"/>
                  </a:moveTo>
                  <a:lnTo>
                    <a:pt x="1" y="519"/>
                  </a:lnTo>
                  <a:lnTo>
                    <a:pt x="802" y="519"/>
                  </a:lnTo>
                  <a:lnTo>
                    <a:pt x="943" y="566"/>
                  </a:lnTo>
                  <a:lnTo>
                    <a:pt x="1037" y="613"/>
                  </a:lnTo>
                  <a:lnTo>
                    <a:pt x="1132" y="755"/>
                  </a:lnTo>
                  <a:lnTo>
                    <a:pt x="1132" y="896"/>
                  </a:lnTo>
                  <a:lnTo>
                    <a:pt x="1132" y="1791"/>
                  </a:lnTo>
                  <a:lnTo>
                    <a:pt x="1414" y="1791"/>
                  </a:lnTo>
                  <a:lnTo>
                    <a:pt x="1556" y="1320"/>
                  </a:lnTo>
                  <a:lnTo>
                    <a:pt x="1650" y="1132"/>
                  </a:lnTo>
                  <a:lnTo>
                    <a:pt x="1791" y="566"/>
                  </a:lnTo>
                  <a:lnTo>
                    <a:pt x="18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2" name="Google Shape;1702;p21"/>
          <p:cNvGrpSpPr/>
          <p:nvPr/>
        </p:nvGrpSpPr>
        <p:grpSpPr>
          <a:xfrm>
            <a:off x="6334375" y="1938975"/>
            <a:ext cx="285100" cy="285100"/>
            <a:chOff x="5572375" y="2015175"/>
            <a:chExt cx="285100" cy="285100"/>
          </a:xfrm>
        </p:grpSpPr>
        <p:sp>
          <p:nvSpPr>
            <p:cNvPr id="1703" name="Google Shape;1703;p21"/>
            <p:cNvSpPr/>
            <p:nvPr/>
          </p:nvSpPr>
          <p:spPr>
            <a:xfrm>
              <a:off x="5674850" y="2165950"/>
              <a:ext cx="80150" cy="134325"/>
            </a:xfrm>
            <a:custGeom>
              <a:rect b="b" l="l" r="r" t="t"/>
              <a:pathLst>
                <a:path extrusionOk="0" h="5373" w="3206">
                  <a:moveTo>
                    <a:pt x="142" y="1"/>
                  </a:moveTo>
                  <a:lnTo>
                    <a:pt x="48" y="48"/>
                  </a:lnTo>
                  <a:lnTo>
                    <a:pt x="1" y="142"/>
                  </a:lnTo>
                  <a:lnTo>
                    <a:pt x="1" y="189"/>
                  </a:lnTo>
                  <a:lnTo>
                    <a:pt x="1" y="5373"/>
                  </a:lnTo>
                  <a:lnTo>
                    <a:pt x="3205" y="5373"/>
                  </a:lnTo>
                  <a:lnTo>
                    <a:pt x="3205" y="2310"/>
                  </a:lnTo>
                  <a:lnTo>
                    <a:pt x="3205" y="189"/>
                  </a:lnTo>
                  <a:lnTo>
                    <a:pt x="3205" y="142"/>
                  </a:lnTo>
                  <a:lnTo>
                    <a:pt x="3158" y="48"/>
                  </a:lnTo>
                  <a:lnTo>
                    <a:pt x="306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21"/>
            <p:cNvSpPr/>
            <p:nvPr/>
          </p:nvSpPr>
          <p:spPr>
            <a:xfrm>
              <a:off x="5773800" y="2233100"/>
              <a:ext cx="83675" cy="67175"/>
            </a:xfrm>
            <a:custGeom>
              <a:rect b="b" l="l" r="r" t="t"/>
              <a:pathLst>
                <a:path extrusionOk="0" h="2687" w="3347">
                  <a:moveTo>
                    <a:pt x="142" y="1"/>
                  </a:moveTo>
                  <a:lnTo>
                    <a:pt x="48" y="48"/>
                  </a:lnTo>
                  <a:lnTo>
                    <a:pt x="1" y="95"/>
                  </a:lnTo>
                  <a:lnTo>
                    <a:pt x="1" y="189"/>
                  </a:lnTo>
                  <a:lnTo>
                    <a:pt x="1" y="2687"/>
                  </a:lnTo>
                  <a:lnTo>
                    <a:pt x="3252" y="2687"/>
                  </a:lnTo>
                  <a:lnTo>
                    <a:pt x="3300" y="2640"/>
                  </a:lnTo>
                  <a:lnTo>
                    <a:pt x="3347" y="2593"/>
                  </a:lnTo>
                  <a:lnTo>
                    <a:pt x="3347" y="2498"/>
                  </a:lnTo>
                  <a:lnTo>
                    <a:pt x="3347" y="189"/>
                  </a:lnTo>
                  <a:lnTo>
                    <a:pt x="3347" y="95"/>
                  </a:lnTo>
                  <a:lnTo>
                    <a:pt x="3300" y="48"/>
                  </a:lnTo>
                  <a:lnTo>
                    <a:pt x="325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21"/>
            <p:cNvSpPr/>
            <p:nvPr/>
          </p:nvSpPr>
          <p:spPr>
            <a:xfrm>
              <a:off x="5572375" y="2260200"/>
              <a:ext cx="83650" cy="40075"/>
            </a:xfrm>
            <a:custGeom>
              <a:rect b="b" l="l" r="r" t="t"/>
              <a:pathLst>
                <a:path extrusionOk="0" h="1603" w="3346">
                  <a:moveTo>
                    <a:pt x="141" y="1"/>
                  </a:moveTo>
                  <a:lnTo>
                    <a:pt x="47" y="95"/>
                  </a:lnTo>
                  <a:lnTo>
                    <a:pt x="0" y="142"/>
                  </a:lnTo>
                  <a:lnTo>
                    <a:pt x="0" y="236"/>
                  </a:lnTo>
                  <a:lnTo>
                    <a:pt x="0" y="1414"/>
                  </a:lnTo>
                  <a:lnTo>
                    <a:pt x="0" y="1509"/>
                  </a:lnTo>
                  <a:lnTo>
                    <a:pt x="47" y="1556"/>
                  </a:lnTo>
                  <a:lnTo>
                    <a:pt x="94" y="1603"/>
                  </a:lnTo>
                  <a:lnTo>
                    <a:pt x="3346" y="1603"/>
                  </a:lnTo>
                  <a:lnTo>
                    <a:pt x="3346" y="236"/>
                  </a:lnTo>
                  <a:lnTo>
                    <a:pt x="3346" y="142"/>
                  </a:lnTo>
                  <a:lnTo>
                    <a:pt x="3299" y="48"/>
                  </a:lnTo>
                  <a:lnTo>
                    <a:pt x="320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21"/>
            <p:cNvSpPr/>
            <p:nvPr/>
          </p:nvSpPr>
          <p:spPr>
            <a:xfrm>
              <a:off x="5620675" y="2015175"/>
              <a:ext cx="188500" cy="153175"/>
            </a:xfrm>
            <a:custGeom>
              <a:rect b="b" l="l" r="r" t="t"/>
              <a:pathLst>
                <a:path extrusionOk="0" h="6127" w="7540">
                  <a:moveTo>
                    <a:pt x="3911" y="1979"/>
                  </a:moveTo>
                  <a:lnTo>
                    <a:pt x="4053" y="2026"/>
                  </a:lnTo>
                  <a:lnTo>
                    <a:pt x="4147" y="2074"/>
                  </a:lnTo>
                  <a:lnTo>
                    <a:pt x="4241" y="2215"/>
                  </a:lnTo>
                  <a:lnTo>
                    <a:pt x="4241" y="2356"/>
                  </a:lnTo>
                  <a:lnTo>
                    <a:pt x="4241" y="4288"/>
                  </a:lnTo>
                  <a:lnTo>
                    <a:pt x="4241" y="4477"/>
                  </a:lnTo>
                  <a:lnTo>
                    <a:pt x="4147" y="4571"/>
                  </a:lnTo>
                  <a:lnTo>
                    <a:pt x="4005" y="4665"/>
                  </a:lnTo>
                  <a:lnTo>
                    <a:pt x="3770" y="4665"/>
                  </a:lnTo>
                  <a:lnTo>
                    <a:pt x="3628" y="4571"/>
                  </a:lnTo>
                  <a:lnTo>
                    <a:pt x="3534" y="4477"/>
                  </a:lnTo>
                  <a:lnTo>
                    <a:pt x="3534" y="4288"/>
                  </a:lnTo>
                  <a:lnTo>
                    <a:pt x="3534" y="2733"/>
                  </a:lnTo>
                  <a:lnTo>
                    <a:pt x="3393" y="2733"/>
                  </a:lnTo>
                  <a:lnTo>
                    <a:pt x="3204" y="2686"/>
                  </a:lnTo>
                  <a:lnTo>
                    <a:pt x="3110" y="2592"/>
                  </a:lnTo>
                  <a:lnTo>
                    <a:pt x="3016" y="2498"/>
                  </a:lnTo>
                  <a:lnTo>
                    <a:pt x="3016" y="2356"/>
                  </a:lnTo>
                  <a:lnTo>
                    <a:pt x="3016" y="2215"/>
                  </a:lnTo>
                  <a:lnTo>
                    <a:pt x="3110" y="2121"/>
                  </a:lnTo>
                  <a:lnTo>
                    <a:pt x="3204" y="2026"/>
                  </a:lnTo>
                  <a:lnTo>
                    <a:pt x="3393" y="1979"/>
                  </a:lnTo>
                  <a:close/>
                  <a:moveTo>
                    <a:pt x="3676" y="0"/>
                  </a:moveTo>
                  <a:lnTo>
                    <a:pt x="3581" y="47"/>
                  </a:lnTo>
                  <a:lnTo>
                    <a:pt x="2780" y="754"/>
                  </a:lnTo>
                  <a:lnTo>
                    <a:pt x="2686" y="801"/>
                  </a:lnTo>
                  <a:lnTo>
                    <a:pt x="1367" y="801"/>
                  </a:lnTo>
                  <a:lnTo>
                    <a:pt x="1320" y="848"/>
                  </a:lnTo>
                  <a:lnTo>
                    <a:pt x="1225" y="943"/>
                  </a:lnTo>
                  <a:lnTo>
                    <a:pt x="1225" y="1037"/>
                  </a:lnTo>
                  <a:lnTo>
                    <a:pt x="1037" y="2121"/>
                  </a:lnTo>
                  <a:lnTo>
                    <a:pt x="990" y="2215"/>
                  </a:lnTo>
                  <a:lnTo>
                    <a:pt x="943" y="2262"/>
                  </a:lnTo>
                  <a:lnTo>
                    <a:pt x="94" y="2969"/>
                  </a:lnTo>
                  <a:lnTo>
                    <a:pt x="0" y="3063"/>
                  </a:lnTo>
                  <a:lnTo>
                    <a:pt x="0" y="3157"/>
                  </a:lnTo>
                  <a:lnTo>
                    <a:pt x="0" y="3252"/>
                  </a:lnTo>
                  <a:lnTo>
                    <a:pt x="0" y="3346"/>
                  </a:lnTo>
                  <a:lnTo>
                    <a:pt x="566" y="4288"/>
                  </a:lnTo>
                  <a:lnTo>
                    <a:pt x="613" y="4383"/>
                  </a:lnTo>
                  <a:lnTo>
                    <a:pt x="613" y="4477"/>
                  </a:lnTo>
                  <a:lnTo>
                    <a:pt x="424" y="5561"/>
                  </a:lnTo>
                  <a:lnTo>
                    <a:pt x="424" y="5655"/>
                  </a:lnTo>
                  <a:lnTo>
                    <a:pt x="424" y="5749"/>
                  </a:lnTo>
                  <a:lnTo>
                    <a:pt x="518" y="5796"/>
                  </a:lnTo>
                  <a:lnTo>
                    <a:pt x="566" y="5843"/>
                  </a:lnTo>
                  <a:lnTo>
                    <a:pt x="1414" y="6126"/>
                  </a:lnTo>
                  <a:lnTo>
                    <a:pt x="1414" y="5655"/>
                  </a:lnTo>
                  <a:lnTo>
                    <a:pt x="1461" y="5514"/>
                  </a:lnTo>
                  <a:lnTo>
                    <a:pt x="1555" y="5419"/>
                  </a:lnTo>
                  <a:lnTo>
                    <a:pt x="1649" y="5325"/>
                  </a:lnTo>
                  <a:lnTo>
                    <a:pt x="1791" y="5278"/>
                  </a:lnTo>
                  <a:lnTo>
                    <a:pt x="5749" y="5278"/>
                  </a:lnTo>
                  <a:lnTo>
                    <a:pt x="5890" y="5325"/>
                  </a:lnTo>
                  <a:lnTo>
                    <a:pt x="6032" y="5419"/>
                  </a:lnTo>
                  <a:lnTo>
                    <a:pt x="6079" y="5514"/>
                  </a:lnTo>
                  <a:lnTo>
                    <a:pt x="6126" y="5655"/>
                  </a:lnTo>
                  <a:lnTo>
                    <a:pt x="6126" y="6126"/>
                  </a:lnTo>
                  <a:lnTo>
                    <a:pt x="6974" y="5843"/>
                  </a:lnTo>
                  <a:lnTo>
                    <a:pt x="7021" y="5796"/>
                  </a:lnTo>
                  <a:lnTo>
                    <a:pt x="7116" y="5749"/>
                  </a:lnTo>
                  <a:lnTo>
                    <a:pt x="7116" y="5655"/>
                  </a:lnTo>
                  <a:lnTo>
                    <a:pt x="7116" y="5561"/>
                  </a:lnTo>
                  <a:lnTo>
                    <a:pt x="6927" y="4477"/>
                  </a:lnTo>
                  <a:lnTo>
                    <a:pt x="6927" y="4383"/>
                  </a:lnTo>
                  <a:lnTo>
                    <a:pt x="6974" y="4288"/>
                  </a:lnTo>
                  <a:lnTo>
                    <a:pt x="7540" y="3346"/>
                  </a:lnTo>
                  <a:lnTo>
                    <a:pt x="7540" y="3252"/>
                  </a:lnTo>
                  <a:lnTo>
                    <a:pt x="7540" y="3157"/>
                  </a:lnTo>
                  <a:lnTo>
                    <a:pt x="7540" y="3063"/>
                  </a:lnTo>
                  <a:lnTo>
                    <a:pt x="7445" y="2969"/>
                  </a:lnTo>
                  <a:lnTo>
                    <a:pt x="6597" y="2262"/>
                  </a:lnTo>
                  <a:lnTo>
                    <a:pt x="6550" y="2215"/>
                  </a:lnTo>
                  <a:lnTo>
                    <a:pt x="6503" y="2121"/>
                  </a:lnTo>
                  <a:lnTo>
                    <a:pt x="6314" y="1037"/>
                  </a:lnTo>
                  <a:lnTo>
                    <a:pt x="6314" y="943"/>
                  </a:lnTo>
                  <a:lnTo>
                    <a:pt x="6267" y="848"/>
                  </a:lnTo>
                  <a:lnTo>
                    <a:pt x="6173" y="801"/>
                  </a:lnTo>
                  <a:lnTo>
                    <a:pt x="4854" y="801"/>
                  </a:lnTo>
                  <a:lnTo>
                    <a:pt x="4807" y="754"/>
                  </a:lnTo>
                  <a:lnTo>
                    <a:pt x="3958" y="47"/>
                  </a:lnTo>
                  <a:lnTo>
                    <a:pt x="386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7" name="Google Shape;1707;p21"/>
          <p:cNvGrpSpPr/>
          <p:nvPr/>
        </p:nvGrpSpPr>
        <p:grpSpPr>
          <a:xfrm>
            <a:off x="7096575" y="1951925"/>
            <a:ext cx="285100" cy="259200"/>
            <a:chOff x="6334575" y="2028125"/>
            <a:chExt cx="285100" cy="259200"/>
          </a:xfrm>
        </p:grpSpPr>
        <p:sp>
          <p:nvSpPr>
            <p:cNvPr id="1708" name="Google Shape;1708;p21"/>
            <p:cNvSpPr/>
            <p:nvPr/>
          </p:nvSpPr>
          <p:spPr>
            <a:xfrm>
              <a:off x="6334575" y="2267275"/>
              <a:ext cx="89550" cy="20050"/>
            </a:xfrm>
            <a:custGeom>
              <a:rect b="b" l="l" r="r" t="t"/>
              <a:pathLst>
                <a:path extrusionOk="0" h="802" w="3582">
                  <a:moveTo>
                    <a:pt x="0" y="0"/>
                  </a:moveTo>
                  <a:lnTo>
                    <a:pt x="0" y="377"/>
                  </a:lnTo>
                  <a:lnTo>
                    <a:pt x="0" y="566"/>
                  </a:lnTo>
                  <a:lnTo>
                    <a:pt x="94" y="660"/>
                  </a:lnTo>
                  <a:lnTo>
                    <a:pt x="236" y="754"/>
                  </a:lnTo>
                  <a:lnTo>
                    <a:pt x="377" y="801"/>
                  </a:lnTo>
                  <a:lnTo>
                    <a:pt x="3582" y="801"/>
                  </a:lnTo>
                  <a:lnTo>
                    <a:pt x="3582" y="660"/>
                  </a:lnTo>
                  <a:lnTo>
                    <a:pt x="358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21"/>
            <p:cNvSpPr/>
            <p:nvPr/>
          </p:nvSpPr>
          <p:spPr>
            <a:xfrm>
              <a:off x="6442950" y="2267275"/>
              <a:ext cx="68350" cy="20050"/>
            </a:xfrm>
            <a:custGeom>
              <a:rect b="b" l="l" r="r" t="t"/>
              <a:pathLst>
                <a:path extrusionOk="0" h="802" w="2734">
                  <a:moveTo>
                    <a:pt x="0" y="0"/>
                  </a:moveTo>
                  <a:lnTo>
                    <a:pt x="0" y="660"/>
                  </a:lnTo>
                  <a:lnTo>
                    <a:pt x="48" y="754"/>
                  </a:lnTo>
                  <a:lnTo>
                    <a:pt x="142" y="801"/>
                  </a:lnTo>
                  <a:lnTo>
                    <a:pt x="2592" y="801"/>
                  </a:lnTo>
                  <a:lnTo>
                    <a:pt x="2686" y="754"/>
                  </a:lnTo>
                  <a:lnTo>
                    <a:pt x="2734" y="660"/>
                  </a:lnTo>
                  <a:lnTo>
                    <a:pt x="273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21"/>
            <p:cNvSpPr/>
            <p:nvPr/>
          </p:nvSpPr>
          <p:spPr>
            <a:xfrm>
              <a:off x="6530125" y="2267275"/>
              <a:ext cx="89550" cy="20050"/>
            </a:xfrm>
            <a:custGeom>
              <a:rect b="b" l="l" r="r" t="t"/>
              <a:pathLst>
                <a:path extrusionOk="0" h="802" w="3582">
                  <a:moveTo>
                    <a:pt x="1" y="0"/>
                  </a:moveTo>
                  <a:lnTo>
                    <a:pt x="1" y="660"/>
                  </a:lnTo>
                  <a:lnTo>
                    <a:pt x="1" y="801"/>
                  </a:lnTo>
                  <a:lnTo>
                    <a:pt x="3158" y="801"/>
                  </a:lnTo>
                  <a:lnTo>
                    <a:pt x="3346" y="754"/>
                  </a:lnTo>
                  <a:lnTo>
                    <a:pt x="3488" y="660"/>
                  </a:lnTo>
                  <a:lnTo>
                    <a:pt x="3582" y="566"/>
                  </a:lnTo>
                  <a:lnTo>
                    <a:pt x="3582" y="377"/>
                  </a:lnTo>
                  <a:lnTo>
                    <a:pt x="358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21"/>
            <p:cNvSpPr/>
            <p:nvPr/>
          </p:nvSpPr>
          <p:spPr>
            <a:xfrm>
              <a:off x="6402900" y="2028125"/>
              <a:ext cx="148450" cy="148450"/>
            </a:xfrm>
            <a:custGeom>
              <a:rect b="b" l="l" r="r" t="t"/>
              <a:pathLst>
                <a:path extrusionOk="0" h="5938" w="5938">
                  <a:moveTo>
                    <a:pt x="3629" y="1461"/>
                  </a:moveTo>
                  <a:lnTo>
                    <a:pt x="3723" y="1556"/>
                  </a:lnTo>
                  <a:lnTo>
                    <a:pt x="3817" y="1650"/>
                  </a:lnTo>
                  <a:lnTo>
                    <a:pt x="3817" y="1791"/>
                  </a:lnTo>
                  <a:lnTo>
                    <a:pt x="3817" y="1933"/>
                  </a:lnTo>
                  <a:lnTo>
                    <a:pt x="3723" y="2027"/>
                  </a:lnTo>
                  <a:lnTo>
                    <a:pt x="3629" y="2074"/>
                  </a:lnTo>
                  <a:lnTo>
                    <a:pt x="3487" y="2121"/>
                  </a:lnTo>
                  <a:lnTo>
                    <a:pt x="3252" y="2168"/>
                  </a:lnTo>
                  <a:lnTo>
                    <a:pt x="3016" y="2262"/>
                  </a:lnTo>
                  <a:lnTo>
                    <a:pt x="2828" y="2404"/>
                  </a:lnTo>
                  <a:lnTo>
                    <a:pt x="2733" y="2639"/>
                  </a:lnTo>
                  <a:lnTo>
                    <a:pt x="3487" y="2639"/>
                  </a:lnTo>
                  <a:lnTo>
                    <a:pt x="3629" y="2687"/>
                  </a:lnTo>
                  <a:lnTo>
                    <a:pt x="3723" y="2734"/>
                  </a:lnTo>
                  <a:lnTo>
                    <a:pt x="3817" y="2828"/>
                  </a:lnTo>
                  <a:lnTo>
                    <a:pt x="3817" y="2969"/>
                  </a:lnTo>
                  <a:lnTo>
                    <a:pt x="3817" y="3064"/>
                  </a:lnTo>
                  <a:lnTo>
                    <a:pt x="3723" y="3205"/>
                  </a:lnTo>
                  <a:lnTo>
                    <a:pt x="3629" y="3252"/>
                  </a:lnTo>
                  <a:lnTo>
                    <a:pt x="3487" y="3299"/>
                  </a:lnTo>
                  <a:lnTo>
                    <a:pt x="2733" y="3299"/>
                  </a:lnTo>
                  <a:lnTo>
                    <a:pt x="2828" y="3488"/>
                  </a:lnTo>
                  <a:lnTo>
                    <a:pt x="3016" y="3676"/>
                  </a:lnTo>
                  <a:lnTo>
                    <a:pt x="3252" y="3770"/>
                  </a:lnTo>
                  <a:lnTo>
                    <a:pt x="3487" y="3817"/>
                  </a:lnTo>
                  <a:lnTo>
                    <a:pt x="3629" y="3817"/>
                  </a:lnTo>
                  <a:lnTo>
                    <a:pt x="3723" y="3912"/>
                  </a:lnTo>
                  <a:lnTo>
                    <a:pt x="3817" y="4006"/>
                  </a:lnTo>
                  <a:lnTo>
                    <a:pt x="3817" y="4147"/>
                  </a:lnTo>
                  <a:lnTo>
                    <a:pt x="3817" y="4289"/>
                  </a:lnTo>
                  <a:lnTo>
                    <a:pt x="3723" y="4383"/>
                  </a:lnTo>
                  <a:lnTo>
                    <a:pt x="3629" y="4477"/>
                  </a:lnTo>
                  <a:lnTo>
                    <a:pt x="3252" y="4477"/>
                  </a:lnTo>
                  <a:lnTo>
                    <a:pt x="2969" y="4383"/>
                  </a:lnTo>
                  <a:lnTo>
                    <a:pt x="2733" y="4289"/>
                  </a:lnTo>
                  <a:lnTo>
                    <a:pt x="2545" y="4147"/>
                  </a:lnTo>
                  <a:lnTo>
                    <a:pt x="2356" y="3959"/>
                  </a:lnTo>
                  <a:lnTo>
                    <a:pt x="2215" y="3770"/>
                  </a:lnTo>
                  <a:lnTo>
                    <a:pt x="2074" y="3535"/>
                  </a:lnTo>
                  <a:lnTo>
                    <a:pt x="2027" y="3299"/>
                  </a:lnTo>
                  <a:lnTo>
                    <a:pt x="1885" y="3299"/>
                  </a:lnTo>
                  <a:lnTo>
                    <a:pt x="1744" y="3252"/>
                  </a:lnTo>
                  <a:lnTo>
                    <a:pt x="1650" y="3205"/>
                  </a:lnTo>
                  <a:lnTo>
                    <a:pt x="1602" y="3064"/>
                  </a:lnTo>
                  <a:lnTo>
                    <a:pt x="1555" y="2969"/>
                  </a:lnTo>
                  <a:lnTo>
                    <a:pt x="1602" y="2828"/>
                  </a:lnTo>
                  <a:lnTo>
                    <a:pt x="1650" y="2734"/>
                  </a:lnTo>
                  <a:lnTo>
                    <a:pt x="1744" y="2687"/>
                  </a:lnTo>
                  <a:lnTo>
                    <a:pt x="1885" y="2639"/>
                  </a:lnTo>
                  <a:lnTo>
                    <a:pt x="2027" y="2639"/>
                  </a:lnTo>
                  <a:lnTo>
                    <a:pt x="2074" y="2404"/>
                  </a:lnTo>
                  <a:lnTo>
                    <a:pt x="2215" y="2168"/>
                  </a:lnTo>
                  <a:lnTo>
                    <a:pt x="2356" y="1980"/>
                  </a:lnTo>
                  <a:lnTo>
                    <a:pt x="2545" y="1791"/>
                  </a:lnTo>
                  <a:lnTo>
                    <a:pt x="2733" y="1650"/>
                  </a:lnTo>
                  <a:lnTo>
                    <a:pt x="2969" y="1556"/>
                  </a:lnTo>
                  <a:lnTo>
                    <a:pt x="3252" y="1461"/>
                  </a:lnTo>
                  <a:close/>
                  <a:moveTo>
                    <a:pt x="2639" y="1"/>
                  </a:moveTo>
                  <a:lnTo>
                    <a:pt x="2121" y="95"/>
                  </a:lnTo>
                  <a:lnTo>
                    <a:pt x="1650" y="283"/>
                  </a:lnTo>
                  <a:lnTo>
                    <a:pt x="1226" y="519"/>
                  </a:lnTo>
                  <a:lnTo>
                    <a:pt x="849" y="849"/>
                  </a:lnTo>
                  <a:lnTo>
                    <a:pt x="519" y="1226"/>
                  </a:lnTo>
                  <a:lnTo>
                    <a:pt x="283" y="1650"/>
                  </a:lnTo>
                  <a:lnTo>
                    <a:pt x="95" y="2121"/>
                  </a:lnTo>
                  <a:lnTo>
                    <a:pt x="0" y="2639"/>
                  </a:lnTo>
                  <a:lnTo>
                    <a:pt x="330" y="2639"/>
                  </a:lnTo>
                  <a:lnTo>
                    <a:pt x="424" y="2734"/>
                  </a:lnTo>
                  <a:lnTo>
                    <a:pt x="472" y="2828"/>
                  </a:lnTo>
                  <a:lnTo>
                    <a:pt x="519" y="2969"/>
                  </a:lnTo>
                  <a:lnTo>
                    <a:pt x="472" y="3064"/>
                  </a:lnTo>
                  <a:lnTo>
                    <a:pt x="424" y="3205"/>
                  </a:lnTo>
                  <a:lnTo>
                    <a:pt x="330" y="3252"/>
                  </a:lnTo>
                  <a:lnTo>
                    <a:pt x="189" y="3299"/>
                  </a:lnTo>
                  <a:lnTo>
                    <a:pt x="0" y="3299"/>
                  </a:lnTo>
                  <a:lnTo>
                    <a:pt x="95" y="3770"/>
                  </a:lnTo>
                  <a:lnTo>
                    <a:pt x="283" y="4242"/>
                  </a:lnTo>
                  <a:lnTo>
                    <a:pt x="519" y="4666"/>
                  </a:lnTo>
                  <a:lnTo>
                    <a:pt x="849" y="5043"/>
                  </a:lnTo>
                  <a:lnTo>
                    <a:pt x="1226" y="5372"/>
                  </a:lnTo>
                  <a:lnTo>
                    <a:pt x="1650" y="5655"/>
                  </a:lnTo>
                  <a:lnTo>
                    <a:pt x="2121" y="5797"/>
                  </a:lnTo>
                  <a:lnTo>
                    <a:pt x="2639" y="5938"/>
                  </a:lnTo>
                  <a:lnTo>
                    <a:pt x="2639" y="5749"/>
                  </a:lnTo>
                  <a:lnTo>
                    <a:pt x="2686" y="5608"/>
                  </a:lnTo>
                  <a:lnTo>
                    <a:pt x="2733" y="5514"/>
                  </a:lnTo>
                  <a:lnTo>
                    <a:pt x="2828" y="5420"/>
                  </a:lnTo>
                  <a:lnTo>
                    <a:pt x="3063" y="5420"/>
                  </a:lnTo>
                  <a:lnTo>
                    <a:pt x="3205" y="5514"/>
                  </a:lnTo>
                  <a:lnTo>
                    <a:pt x="3252" y="5608"/>
                  </a:lnTo>
                  <a:lnTo>
                    <a:pt x="3299" y="5749"/>
                  </a:lnTo>
                  <a:lnTo>
                    <a:pt x="3299" y="5938"/>
                  </a:lnTo>
                  <a:lnTo>
                    <a:pt x="3817" y="5797"/>
                  </a:lnTo>
                  <a:lnTo>
                    <a:pt x="4288" y="5655"/>
                  </a:lnTo>
                  <a:lnTo>
                    <a:pt x="4713" y="5372"/>
                  </a:lnTo>
                  <a:lnTo>
                    <a:pt x="5090" y="5043"/>
                  </a:lnTo>
                  <a:lnTo>
                    <a:pt x="5372" y="4666"/>
                  </a:lnTo>
                  <a:lnTo>
                    <a:pt x="5655" y="4242"/>
                  </a:lnTo>
                  <a:lnTo>
                    <a:pt x="5843" y="3770"/>
                  </a:lnTo>
                  <a:lnTo>
                    <a:pt x="5938" y="3299"/>
                  </a:lnTo>
                  <a:lnTo>
                    <a:pt x="5749" y="3299"/>
                  </a:lnTo>
                  <a:lnTo>
                    <a:pt x="5608" y="3252"/>
                  </a:lnTo>
                  <a:lnTo>
                    <a:pt x="5514" y="3205"/>
                  </a:lnTo>
                  <a:lnTo>
                    <a:pt x="5467" y="3064"/>
                  </a:lnTo>
                  <a:lnTo>
                    <a:pt x="5419" y="2969"/>
                  </a:lnTo>
                  <a:lnTo>
                    <a:pt x="5467" y="2828"/>
                  </a:lnTo>
                  <a:lnTo>
                    <a:pt x="5514" y="2734"/>
                  </a:lnTo>
                  <a:lnTo>
                    <a:pt x="5608" y="2639"/>
                  </a:lnTo>
                  <a:lnTo>
                    <a:pt x="5938" y="2639"/>
                  </a:lnTo>
                  <a:lnTo>
                    <a:pt x="5843" y="2121"/>
                  </a:lnTo>
                  <a:lnTo>
                    <a:pt x="5655" y="1650"/>
                  </a:lnTo>
                  <a:lnTo>
                    <a:pt x="5372" y="1226"/>
                  </a:lnTo>
                  <a:lnTo>
                    <a:pt x="5090" y="849"/>
                  </a:lnTo>
                  <a:lnTo>
                    <a:pt x="4713" y="519"/>
                  </a:lnTo>
                  <a:lnTo>
                    <a:pt x="4288" y="283"/>
                  </a:lnTo>
                  <a:lnTo>
                    <a:pt x="3817" y="95"/>
                  </a:lnTo>
                  <a:lnTo>
                    <a:pt x="3299" y="1"/>
                  </a:lnTo>
                  <a:lnTo>
                    <a:pt x="3299" y="142"/>
                  </a:lnTo>
                  <a:lnTo>
                    <a:pt x="3252" y="283"/>
                  </a:lnTo>
                  <a:lnTo>
                    <a:pt x="3205" y="425"/>
                  </a:lnTo>
                  <a:lnTo>
                    <a:pt x="3063" y="472"/>
                  </a:lnTo>
                  <a:lnTo>
                    <a:pt x="2828" y="472"/>
                  </a:lnTo>
                  <a:lnTo>
                    <a:pt x="2733" y="425"/>
                  </a:lnTo>
                  <a:lnTo>
                    <a:pt x="2686" y="283"/>
                  </a:lnTo>
                  <a:lnTo>
                    <a:pt x="2639" y="142"/>
                  </a:lnTo>
                  <a:lnTo>
                    <a:pt x="26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21"/>
            <p:cNvSpPr/>
            <p:nvPr/>
          </p:nvSpPr>
          <p:spPr>
            <a:xfrm>
              <a:off x="6334575" y="2054050"/>
              <a:ext cx="285100" cy="194400"/>
            </a:xfrm>
            <a:custGeom>
              <a:rect b="b" l="l" r="r" t="t"/>
              <a:pathLst>
                <a:path extrusionOk="0" h="7776" w="11404">
                  <a:moveTo>
                    <a:pt x="94" y="0"/>
                  </a:moveTo>
                  <a:lnTo>
                    <a:pt x="47" y="47"/>
                  </a:lnTo>
                  <a:lnTo>
                    <a:pt x="0" y="94"/>
                  </a:lnTo>
                  <a:lnTo>
                    <a:pt x="0" y="189"/>
                  </a:lnTo>
                  <a:lnTo>
                    <a:pt x="0" y="7775"/>
                  </a:lnTo>
                  <a:lnTo>
                    <a:pt x="11404" y="7775"/>
                  </a:lnTo>
                  <a:lnTo>
                    <a:pt x="11404" y="189"/>
                  </a:lnTo>
                  <a:lnTo>
                    <a:pt x="11404" y="94"/>
                  </a:lnTo>
                  <a:lnTo>
                    <a:pt x="11357" y="47"/>
                  </a:lnTo>
                  <a:lnTo>
                    <a:pt x="11310" y="0"/>
                  </a:lnTo>
                  <a:lnTo>
                    <a:pt x="8812" y="0"/>
                  </a:lnTo>
                  <a:lnTo>
                    <a:pt x="9048" y="424"/>
                  </a:lnTo>
                  <a:lnTo>
                    <a:pt x="9189" y="896"/>
                  </a:lnTo>
                  <a:lnTo>
                    <a:pt x="9330" y="1367"/>
                  </a:lnTo>
                  <a:lnTo>
                    <a:pt x="9330" y="1838"/>
                  </a:lnTo>
                  <a:lnTo>
                    <a:pt x="9330" y="2356"/>
                  </a:lnTo>
                  <a:lnTo>
                    <a:pt x="9236" y="2780"/>
                  </a:lnTo>
                  <a:lnTo>
                    <a:pt x="9095" y="3252"/>
                  </a:lnTo>
                  <a:lnTo>
                    <a:pt x="8859" y="3676"/>
                  </a:lnTo>
                  <a:lnTo>
                    <a:pt x="8624" y="4053"/>
                  </a:lnTo>
                  <a:lnTo>
                    <a:pt x="8341" y="4430"/>
                  </a:lnTo>
                  <a:lnTo>
                    <a:pt x="7964" y="4760"/>
                  </a:lnTo>
                  <a:lnTo>
                    <a:pt x="7587" y="5042"/>
                  </a:lnTo>
                  <a:lnTo>
                    <a:pt x="7163" y="5278"/>
                  </a:lnTo>
                  <a:lnTo>
                    <a:pt x="6692" y="5419"/>
                  </a:lnTo>
                  <a:lnTo>
                    <a:pt x="6220" y="5561"/>
                  </a:lnTo>
                  <a:lnTo>
                    <a:pt x="5184" y="5561"/>
                  </a:lnTo>
                  <a:lnTo>
                    <a:pt x="4665" y="5419"/>
                  </a:lnTo>
                  <a:lnTo>
                    <a:pt x="4241" y="5278"/>
                  </a:lnTo>
                  <a:lnTo>
                    <a:pt x="3817" y="5042"/>
                  </a:lnTo>
                  <a:lnTo>
                    <a:pt x="3393" y="4760"/>
                  </a:lnTo>
                  <a:lnTo>
                    <a:pt x="3063" y="4430"/>
                  </a:lnTo>
                  <a:lnTo>
                    <a:pt x="2780" y="4053"/>
                  </a:lnTo>
                  <a:lnTo>
                    <a:pt x="2498" y="3676"/>
                  </a:lnTo>
                  <a:lnTo>
                    <a:pt x="2309" y="3252"/>
                  </a:lnTo>
                  <a:lnTo>
                    <a:pt x="2168" y="2780"/>
                  </a:lnTo>
                  <a:lnTo>
                    <a:pt x="2074" y="2356"/>
                  </a:lnTo>
                  <a:lnTo>
                    <a:pt x="2026" y="1838"/>
                  </a:lnTo>
                  <a:lnTo>
                    <a:pt x="2074" y="1367"/>
                  </a:lnTo>
                  <a:lnTo>
                    <a:pt x="2168" y="896"/>
                  </a:lnTo>
                  <a:lnTo>
                    <a:pt x="2356" y="424"/>
                  </a:lnTo>
                  <a:lnTo>
                    <a:pt x="259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3" name="Google Shape;1713;p21"/>
          <p:cNvGrpSpPr/>
          <p:nvPr/>
        </p:nvGrpSpPr>
        <p:grpSpPr>
          <a:xfrm>
            <a:off x="7857600" y="1938975"/>
            <a:ext cx="286275" cy="285100"/>
            <a:chOff x="7095600" y="2015175"/>
            <a:chExt cx="286275" cy="285100"/>
          </a:xfrm>
        </p:grpSpPr>
        <p:sp>
          <p:nvSpPr>
            <p:cNvPr id="1714" name="Google Shape;1714;p21"/>
            <p:cNvSpPr/>
            <p:nvPr/>
          </p:nvSpPr>
          <p:spPr>
            <a:xfrm>
              <a:off x="7143900" y="2134150"/>
              <a:ext cx="50675" cy="17700"/>
            </a:xfrm>
            <a:custGeom>
              <a:rect b="b" l="l" r="r" t="t"/>
              <a:pathLst>
                <a:path extrusionOk="0" h="708" w="2027">
                  <a:moveTo>
                    <a:pt x="330" y="1"/>
                  </a:moveTo>
                  <a:lnTo>
                    <a:pt x="189" y="48"/>
                  </a:lnTo>
                  <a:lnTo>
                    <a:pt x="95" y="142"/>
                  </a:lnTo>
                  <a:lnTo>
                    <a:pt x="0" y="236"/>
                  </a:lnTo>
                  <a:lnTo>
                    <a:pt x="0" y="378"/>
                  </a:lnTo>
                  <a:lnTo>
                    <a:pt x="0" y="472"/>
                  </a:lnTo>
                  <a:lnTo>
                    <a:pt x="95" y="566"/>
                  </a:lnTo>
                  <a:lnTo>
                    <a:pt x="189" y="660"/>
                  </a:lnTo>
                  <a:lnTo>
                    <a:pt x="330" y="707"/>
                  </a:lnTo>
                  <a:lnTo>
                    <a:pt x="1697" y="707"/>
                  </a:lnTo>
                  <a:lnTo>
                    <a:pt x="1838" y="660"/>
                  </a:lnTo>
                  <a:lnTo>
                    <a:pt x="1932" y="566"/>
                  </a:lnTo>
                  <a:lnTo>
                    <a:pt x="2027" y="472"/>
                  </a:lnTo>
                  <a:lnTo>
                    <a:pt x="2027" y="378"/>
                  </a:lnTo>
                  <a:lnTo>
                    <a:pt x="2027" y="236"/>
                  </a:lnTo>
                  <a:lnTo>
                    <a:pt x="1932" y="142"/>
                  </a:lnTo>
                  <a:lnTo>
                    <a:pt x="1838" y="48"/>
                  </a:lnTo>
                  <a:lnTo>
                    <a:pt x="169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21"/>
            <p:cNvSpPr/>
            <p:nvPr/>
          </p:nvSpPr>
          <p:spPr>
            <a:xfrm>
              <a:off x="7095600" y="2051700"/>
              <a:ext cx="286275" cy="20050"/>
            </a:xfrm>
            <a:custGeom>
              <a:rect b="b" l="l" r="r" t="t"/>
              <a:pathLst>
                <a:path extrusionOk="0" h="802" w="11451">
                  <a:moveTo>
                    <a:pt x="142" y="0"/>
                  </a:moveTo>
                  <a:lnTo>
                    <a:pt x="95" y="47"/>
                  </a:lnTo>
                  <a:lnTo>
                    <a:pt x="47" y="141"/>
                  </a:lnTo>
                  <a:lnTo>
                    <a:pt x="0" y="188"/>
                  </a:lnTo>
                  <a:lnTo>
                    <a:pt x="0" y="613"/>
                  </a:lnTo>
                  <a:lnTo>
                    <a:pt x="47" y="660"/>
                  </a:lnTo>
                  <a:lnTo>
                    <a:pt x="95" y="754"/>
                  </a:lnTo>
                  <a:lnTo>
                    <a:pt x="142" y="754"/>
                  </a:lnTo>
                  <a:lnTo>
                    <a:pt x="236" y="801"/>
                  </a:lnTo>
                  <a:lnTo>
                    <a:pt x="11263" y="801"/>
                  </a:lnTo>
                  <a:lnTo>
                    <a:pt x="11357" y="754"/>
                  </a:lnTo>
                  <a:lnTo>
                    <a:pt x="11404" y="754"/>
                  </a:lnTo>
                  <a:lnTo>
                    <a:pt x="11451" y="660"/>
                  </a:lnTo>
                  <a:lnTo>
                    <a:pt x="11451" y="613"/>
                  </a:lnTo>
                  <a:lnTo>
                    <a:pt x="11451" y="188"/>
                  </a:lnTo>
                  <a:lnTo>
                    <a:pt x="11451" y="141"/>
                  </a:lnTo>
                  <a:lnTo>
                    <a:pt x="11404" y="47"/>
                  </a:lnTo>
                  <a:lnTo>
                    <a:pt x="1135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21"/>
            <p:cNvSpPr/>
            <p:nvPr/>
          </p:nvSpPr>
          <p:spPr>
            <a:xfrm>
              <a:off x="7116800" y="2088200"/>
              <a:ext cx="245050" cy="126075"/>
            </a:xfrm>
            <a:custGeom>
              <a:rect b="b" l="l" r="r" t="t"/>
              <a:pathLst>
                <a:path extrusionOk="0" h="5043" w="9802">
                  <a:moveTo>
                    <a:pt x="2781" y="3205"/>
                  </a:moveTo>
                  <a:lnTo>
                    <a:pt x="2922" y="3252"/>
                  </a:lnTo>
                  <a:lnTo>
                    <a:pt x="3016" y="3299"/>
                  </a:lnTo>
                  <a:lnTo>
                    <a:pt x="3111" y="3441"/>
                  </a:lnTo>
                  <a:lnTo>
                    <a:pt x="3111" y="3535"/>
                  </a:lnTo>
                  <a:lnTo>
                    <a:pt x="3111" y="3676"/>
                  </a:lnTo>
                  <a:lnTo>
                    <a:pt x="3016" y="3771"/>
                  </a:lnTo>
                  <a:lnTo>
                    <a:pt x="2922" y="3865"/>
                  </a:lnTo>
                  <a:lnTo>
                    <a:pt x="1273" y="3865"/>
                  </a:lnTo>
                  <a:lnTo>
                    <a:pt x="1179" y="3771"/>
                  </a:lnTo>
                  <a:lnTo>
                    <a:pt x="1084" y="3676"/>
                  </a:lnTo>
                  <a:lnTo>
                    <a:pt x="1084" y="3535"/>
                  </a:lnTo>
                  <a:lnTo>
                    <a:pt x="1084" y="3441"/>
                  </a:lnTo>
                  <a:lnTo>
                    <a:pt x="1179" y="3299"/>
                  </a:lnTo>
                  <a:lnTo>
                    <a:pt x="1273" y="3252"/>
                  </a:lnTo>
                  <a:lnTo>
                    <a:pt x="1414" y="3205"/>
                  </a:lnTo>
                  <a:close/>
                  <a:moveTo>
                    <a:pt x="8106" y="802"/>
                  </a:moveTo>
                  <a:lnTo>
                    <a:pt x="8247" y="849"/>
                  </a:lnTo>
                  <a:lnTo>
                    <a:pt x="8341" y="896"/>
                  </a:lnTo>
                  <a:lnTo>
                    <a:pt x="8435" y="990"/>
                  </a:lnTo>
                  <a:lnTo>
                    <a:pt x="8435" y="1179"/>
                  </a:lnTo>
                  <a:lnTo>
                    <a:pt x="8435" y="3535"/>
                  </a:lnTo>
                  <a:lnTo>
                    <a:pt x="8435" y="3676"/>
                  </a:lnTo>
                  <a:lnTo>
                    <a:pt x="8341" y="3771"/>
                  </a:lnTo>
                  <a:lnTo>
                    <a:pt x="8247" y="3865"/>
                  </a:lnTo>
                  <a:lnTo>
                    <a:pt x="4147" y="3865"/>
                  </a:lnTo>
                  <a:lnTo>
                    <a:pt x="4053" y="3771"/>
                  </a:lnTo>
                  <a:lnTo>
                    <a:pt x="4006" y="3676"/>
                  </a:lnTo>
                  <a:lnTo>
                    <a:pt x="3959" y="3535"/>
                  </a:lnTo>
                  <a:lnTo>
                    <a:pt x="3959" y="1179"/>
                  </a:lnTo>
                  <a:lnTo>
                    <a:pt x="4006" y="990"/>
                  </a:lnTo>
                  <a:lnTo>
                    <a:pt x="4053" y="896"/>
                  </a:lnTo>
                  <a:lnTo>
                    <a:pt x="4194" y="849"/>
                  </a:lnTo>
                  <a:lnTo>
                    <a:pt x="4289" y="802"/>
                  </a:lnTo>
                  <a:lnTo>
                    <a:pt x="4430" y="849"/>
                  </a:lnTo>
                  <a:lnTo>
                    <a:pt x="4524" y="896"/>
                  </a:lnTo>
                  <a:lnTo>
                    <a:pt x="4618" y="990"/>
                  </a:lnTo>
                  <a:lnTo>
                    <a:pt x="4618" y="1179"/>
                  </a:lnTo>
                  <a:lnTo>
                    <a:pt x="4618" y="3205"/>
                  </a:lnTo>
                  <a:lnTo>
                    <a:pt x="5231" y="3205"/>
                  </a:lnTo>
                  <a:lnTo>
                    <a:pt x="5231" y="2545"/>
                  </a:lnTo>
                  <a:lnTo>
                    <a:pt x="5278" y="2404"/>
                  </a:lnTo>
                  <a:lnTo>
                    <a:pt x="5325" y="2263"/>
                  </a:lnTo>
                  <a:lnTo>
                    <a:pt x="5467" y="2216"/>
                  </a:lnTo>
                  <a:lnTo>
                    <a:pt x="5702" y="2216"/>
                  </a:lnTo>
                  <a:lnTo>
                    <a:pt x="5797" y="2263"/>
                  </a:lnTo>
                  <a:lnTo>
                    <a:pt x="5891" y="2404"/>
                  </a:lnTo>
                  <a:lnTo>
                    <a:pt x="5891" y="2545"/>
                  </a:lnTo>
                  <a:lnTo>
                    <a:pt x="5891" y="3205"/>
                  </a:lnTo>
                  <a:lnTo>
                    <a:pt x="6503" y="3205"/>
                  </a:lnTo>
                  <a:lnTo>
                    <a:pt x="6503" y="1839"/>
                  </a:lnTo>
                  <a:lnTo>
                    <a:pt x="6550" y="1697"/>
                  </a:lnTo>
                  <a:lnTo>
                    <a:pt x="6598" y="1603"/>
                  </a:lnTo>
                  <a:lnTo>
                    <a:pt x="6739" y="1556"/>
                  </a:lnTo>
                  <a:lnTo>
                    <a:pt x="6833" y="1509"/>
                  </a:lnTo>
                  <a:lnTo>
                    <a:pt x="6975" y="1556"/>
                  </a:lnTo>
                  <a:lnTo>
                    <a:pt x="7069" y="1603"/>
                  </a:lnTo>
                  <a:lnTo>
                    <a:pt x="7163" y="1697"/>
                  </a:lnTo>
                  <a:lnTo>
                    <a:pt x="7163" y="1839"/>
                  </a:lnTo>
                  <a:lnTo>
                    <a:pt x="7163" y="3205"/>
                  </a:lnTo>
                  <a:lnTo>
                    <a:pt x="7776" y="3205"/>
                  </a:lnTo>
                  <a:lnTo>
                    <a:pt x="7776" y="1179"/>
                  </a:lnTo>
                  <a:lnTo>
                    <a:pt x="7823" y="990"/>
                  </a:lnTo>
                  <a:lnTo>
                    <a:pt x="7870" y="896"/>
                  </a:lnTo>
                  <a:lnTo>
                    <a:pt x="8011" y="849"/>
                  </a:lnTo>
                  <a:lnTo>
                    <a:pt x="8106" y="802"/>
                  </a:lnTo>
                  <a:close/>
                  <a:moveTo>
                    <a:pt x="0" y="1"/>
                  </a:moveTo>
                  <a:lnTo>
                    <a:pt x="0" y="4807"/>
                  </a:lnTo>
                  <a:lnTo>
                    <a:pt x="0" y="4901"/>
                  </a:lnTo>
                  <a:lnTo>
                    <a:pt x="48" y="4949"/>
                  </a:lnTo>
                  <a:lnTo>
                    <a:pt x="95" y="4996"/>
                  </a:lnTo>
                  <a:lnTo>
                    <a:pt x="189" y="5043"/>
                  </a:lnTo>
                  <a:lnTo>
                    <a:pt x="9566" y="5043"/>
                  </a:lnTo>
                  <a:lnTo>
                    <a:pt x="9661" y="4996"/>
                  </a:lnTo>
                  <a:lnTo>
                    <a:pt x="9708" y="4949"/>
                  </a:lnTo>
                  <a:lnTo>
                    <a:pt x="9755" y="4901"/>
                  </a:lnTo>
                  <a:lnTo>
                    <a:pt x="9802" y="4807"/>
                  </a:lnTo>
                  <a:lnTo>
                    <a:pt x="98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21"/>
            <p:cNvSpPr/>
            <p:nvPr/>
          </p:nvSpPr>
          <p:spPr>
            <a:xfrm>
              <a:off x="7138000" y="2015175"/>
              <a:ext cx="16525" cy="20050"/>
            </a:xfrm>
            <a:custGeom>
              <a:rect b="b" l="l" r="r" t="t"/>
              <a:pathLst>
                <a:path extrusionOk="0" h="802" w="661">
                  <a:moveTo>
                    <a:pt x="189" y="0"/>
                  </a:moveTo>
                  <a:lnTo>
                    <a:pt x="95" y="47"/>
                  </a:lnTo>
                  <a:lnTo>
                    <a:pt x="1" y="189"/>
                  </a:lnTo>
                  <a:lnTo>
                    <a:pt x="1" y="330"/>
                  </a:lnTo>
                  <a:lnTo>
                    <a:pt x="1" y="801"/>
                  </a:lnTo>
                  <a:lnTo>
                    <a:pt x="660" y="801"/>
                  </a:lnTo>
                  <a:lnTo>
                    <a:pt x="660" y="330"/>
                  </a:lnTo>
                  <a:lnTo>
                    <a:pt x="613" y="189"/>
                  </a:lnTo>
                  <a:lnTo>
                    <a:pt x="519" y="47"/>
                  </a:lnTo>
                  <a:lnTo>
                    <a:pt x="42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21"/>
            <p:cNvSpPr/>
            <p:nvPr/>
          </p:nvSpPr>
          <p:spPr>
            <a:xfrm>
              <a:off x="7143900" y="2230750"/>
              <a:ext cx="190875" cy="69525"/>
            </a:xfrm>
            <a:custGeom>
              <a:rect b="b" l="l" r="r" t="t"/>
              <a:pathLst>
                <a:path extrusionOk="0" h="2781" w="7635">
                  <a:moveTo>
                    <a:pt x="1084" y="1"/>
                  </a:moveTo>
                  <a:lnTo>
                    <a:pt x="990" y="755"/>
                  </a:lnTo>
                  <a:lnTo>
                    <a:pt x="330" y="755"/>
                  </a:lnTo>
                  <a:lnTo>
                    <a:pt x="189" y="802"/>
                  </a:lnTo>
                  <a:lnTo>
                    <a:pt x="95" y="849"/>
                  </a:lnTo>
                  <a:lnTo>
                    <a:pt x="0" y="943"/>
                  </a:lnTo>
                  <a:lnTo>
                    <a:pt x="0" y="1084"/>
                  </a:lnTo>
                  <a:lnTo>
                    <a:pt x="0" y="1226"/>
                  </a:lnTo>
                  <a:lnTo>
                    <a:pt x="95" y="1320"/>
                  </a:lnTo>
                  <a:lnTo>
                    <a:pt x="189" y="1367"/>
                  </a:lnTo>
                  <a:lnTo>
                    <a:pt x="330" y="1414"/>
                  </a:lnTo>
                  <a:lnTo>
                    <a:pt x="943" y="1414"/>
                  </a:lnTo>
                  <a:lnTo>
                    <a:pt x="801" y="2404"/>
                  </a:lnTo>
                  <a:lnTo>
                    <a:pt x="801" y="2545"/>
                  </a:lnTo>
                  <a:lnTo>
                    <a:pt x="849" y="2687"/>
                  </a:lnTo>
                  <a:lnTo>
                    <a:pt x="943" y="2734"/>
                  </a:lnTo>
                  <a:lnTo>
                    <a:pt x="1084" y="2781"/>
                  </a:lnTo>
                  <a:lnTo>
                    <a:pt x="1225" y="2781"/>
                  </a:lnTo>
                  <a:lnTo>
                    <a:pt x="1320" y="2734"/>
                  </a:lnTo>
                  <a:lnTo>
                    <a:pt x="1414" y="2639"/>
                  </a:lnTo>
                  <a:lnTo>
                    <a:pt x="1461" y="2498"/>
                  </a:lnTo>
                  <a:lnTo>
                    <a:pt x="1602" y="1414"/>
                  </a:lnTo>
                  <a:lnTo>
                    <a:pt x="5985" y="1414"/>
                  </a:lnTo>
                  <a:lnTo>
                    <a:pt x="6126" y="2498"/>
                  </a:lnTo>
                  <a:lnTo>
                    <a:pt x="6173" y="2639"/>
                  </a:lnTo>
                  <a:lnTo>
                    <a:pt x="6268" y="2734"/>
                  </a:lnTo>
                  <a:lnTo>
                    <a:pt x="6409" y="2781"/>
                  </a:lnTo>
                  <a:lnTo>
                    <a:pt x="6503" y="2781"/>
                  </a:lnTo>
                  <a:lnTo>
                    <a:pt x="6645" y="2734"/>
                  </a:lnTo>
                  <a:lnTo>
                    <a:pt x="6739" y="2687"/>
                  </a:lnTo>
                  <a:lnTo>
                    <a:pt x="6786" y="2545"/>
                  </a:lnTo>
                  <a:lnTo>
                    <a:pt x="6833" y="2404"/>
                  </a:lnTo>
                  <a:lnTo>
                    <a:pt x="6692" y="1414"/>
                  </a:lnTo>
                  <a:lnTo>
                    <a:pt x="7304" y="1414"/>
                  </a:lnTo>
                  <a:lnTo>
                    <a:pt x="7446" y="1367"/>
                  </a:lnTo>
                  <a:lnTo>
                    <a:pt x="7540" y="1320"/>
                  </a:lnTo>
                  <a:lnTo>
                    <a:pt x="7587" y="1226"/>
                  </a:lnTo>
                  <a:lnTo>
                    <a:pt x="7634" y="1084"/>
                  </a:lnTo>
                  <a:lnTo>
                    <a:pt x="7587" y="943"/>
                  </a:lnTo>
                  <a:lnTo>
                    <a:pt x="7540" y="849"/>
                  </a:lnTo>
                  <a:lnTo>
                    <a:pt x="7446" y="802"/>
                  </a:lnTo>
                  <a:lnTo>
                    <a:pt x="7304" y="755"/>
                  </a:lnTo>
                  <a:lnTo>
                    <a:pt x="6597" y="755"/>
                  </a:lnTo>
                  <a:lnTo>
                    <a:pt x="6503" y="1"/>
                  </a:lnTo>
                  <a:lnTo>
                    <a:pt x="5843" y="1"/>
                  </a:lnTo>
                  <a:lnTo>
                    <a:pt x="5938" y="755"/>
                  </a:lnTo>
                  <a:lnTo>
                    <a:pt x="1697" y="755"/>
                  </a:lnTo>
                  <a:lnTo>
                    <a:pt x="179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21"/>
            <p:cNvSpPr/>
            <p:nvPr/>
          </p:nvSpPr>
          <p:spPr>
            <a:xfrm>
              <a:off x="7324150" y="2015175"/>
              <a:ext cx="16500" cy="20050"/>
            </a:xfrm>
            <a:custGeom>
              <a:rect b="b" l="l" r="r" t="t"/>
              <a:pathLst>
                <a:path extrusionOk="0" h="802" w="660">
                  <a:moveTo>
                    <a:pt x="189" y="0"/>
                  </a:moveTo>
                  <a:lnTo>
                    <a:pt x="94" y="47"/>
                  </a:lnTo>
                  <a:lnTo>
                    <a:pt x="0" y="189"/>
                  </a:lnTo>
                  <a:lnTo>
                    <a:pt x="0" y="330"/>
                  </a:lnTo>
                  <a:lnTo>
                    <a:pt x="0" y="801"/>
                  </a:lnTo>
                  <a:lnTo>
                    <a:pt x="660" y="801"/>
                  </a:lnTo>
                  <a:lnTo>
                    <a:pt x="660" y="330"/>
                  </a:lnTo>
                  <a:lnTo>
                    <a:pt x="613" y="189"/>
                  </a:lnTo>
                  <a:lnTo>
                    <a:pt x="565" y="47"/>
                  </a:lnTo>
                  <a:lnTo>
                    <a:pt x="42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0" name="Google Shape;1720;p21"/>
          <p:cNvGrpSpPr/>
          <p:nvPr/>
        </p:nvGrpSpPr>
        <p:grpSpPr>
          <a:xfrm>
            <a:off x="1000125" y="2638725"/>
            <a:ext cx="285100" cy="285125"/>
            <a:chOff x="238125" y="2714925"/>
            <a:chExt cx="285100" cy="285125"/>
          </a:xfrm>
        </p:grpSpPr>
        <p:sp>
          <p:nvSpPr>
            <p:cNvPr id="1721" name="Google Shape;1721;p21"/>
            <p:cNvSpPr/>
            <p:nvPr/>
          </p:nvSpPr>
          <p:spPr>
            <a:xfrm>
              <a:off x="354750" y="2869250"/>
              <a:ext cx="51850" cy="18875"/>
            </a:xfrm>
            <a:custGeom>
              <a:rect b="b" l="l" r="r" t="t"/>
              <a:pathLst>
                <a:path extrusionOk="0" h="755" w="2074">
                  <a:moveTo>
                    <a:pt x="0" y="1"/>
                  </a:moveTo>
                  <a:lnTo>
                    <a:pt x="47" y="189"/>
                  </a:lnTo>
                  <a:lnTo>
                    <a:pt x="141" y="331"/>
                  </a:lnTo>
                  <a:lnTo>
                    <a:pt x="424" y="566"/>
                  </a:lnTo>
                  <a:lnTo>
                    <a:pt x="707" y="708"/>
                  </a:lnTo>
                  <a:lnTo>
                    <a:pt x="1037" y="755"/>
                  </a:lnTo>
                  <a:lnTo>
                    <a:pt x="1367" y="708"/>
                  </a:lnTo>
                  <a:lnTo>
                    <a:pt x="1649" y="566"/>
                  </a:lnTo>
                  <a:lnTo>
                    <a:pt x="1885" y="331"/>
                  </a:lnTo>
                  <a:lnTo>
                    <a:pt x="2026" y="189"/>
                  </a:lnTo>
                  <a:lnTo>
                    <a:pt x="207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21"/>
            <p:cNvSpPr/>
            <p:nvPr/>
          </p:nvSpPr>
          <p:spPr>
            <a:xfrm>
              <a:off x="417175" y="2943475"/>
              <a:ext cx="68350" cy="20050"/>
            </a:xfrm>
            <a:custGeom>
              <a:rect b="b" l="l" r="r" t="t"/>
              <a:pathLst>
                <a:path extrusionOk="0" h="802" w="2734">
                  <a:moveTo>
                    <a:pt x="378" y="0"/>
                  </a:moveTo>
                  <a:lnTo>
                    <a:pt x="236" y="425"/>
                  </a:lnTo>
                  <a:lnTo>
                    <a:pt x="1" y="801"/>
                  </a:lnTo>
                  <a:lnTo>
                    <a:pt x="2734" y="801"/>
                  </a:lnTo>
                  <a:lnTo>
                    <a:pt x="273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21"/>
            <p:cNvSpPr/>
            <p:nvPr/>
          </p:nvSpPr>
          <p:spPr>
            <a:xfrm>
              <a:off x="274625" y="2869250"/>
              <a:ext cx="68350" cy="18875"/>
            </a:xfrm>
            <a:custGeom>
              <a:rect b="b" l="l" r="r" t="t"/>
              <a:pathLst>
                <a:path extrusionOk="0" h="755" w="2734">
                  <a:moveTo>
                    <a:pt x="1" y="1"/>
                  </a:moveTo>
                  <a:lnTo>
                    <a:pt x="1" y="755"/>
                  </a:lnTo>
                  <a:lnTo>
                    <a:pt x="2734" y="755"/>
                  </a:lnTo>
                  <a:lnTo>
                    <a:pt x="2545" y="425"/>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21"/>
            <p:cNvSpPr/>
            <p:nvPr/>
          </p:nvSpPr>
          <p:spPr>
            <a:xfrm>
              <a:off x="238125" y="2869250"/>
              <a:ext cx="285100" cy="55400"/>
            </a:xfrm>
            <a:custGeom>
              <a:rect b="b" l="l" r="r" t="t"/>
              <a:pathLst>
                <a:path extrusionOk="0" h="2216" w="11404">
                  <a:moveTo>
                    <a:pt x="0" y="1"/>
                  </a:moveTo>
                  <a:lnTo>
                    <a:pt x="0" y="2215"/>
                  </a:lnTo>
                  <a:lnTo>
                    <a:pt x="11404" y="2215"/>
                  </a:lnTo>
                  <a:lnTo>
                    <a:pt x="11404" y="1"/>
                  </a:lnTo>
                  <a:lnTo>
                    <a:pt x="10650" y="1"/>
                  </a:lnTo>
                  <a:lnTo>
                    <a:pt x="10650" y="1132"/>
                  </a:lnTo>
                  <a:lnTo>
                    <a:pt x="10650" y="1273"/>
                  </a:lnTo>
                  <a:lnTo>
                    <a:pt x="10555" y="1414"/>
                  </a:lnTo>
                  <a:lnTo>
                    <a:pt x="10461" y="1462"/>
                  </a:lnTo>
                  <a:lnTo>
                    <a:pt x="10273" y="1509"/>
                  </a:lnTo>
                  <a:lnTo>
                    <a:pt x="1084" y="1509"/>
                  </a:lnTo>
                  <a:lnTo>
                    <a:pt x="942" y="1462"/>
                  </a:lnTo>
                  <a:lnTo>
                    <a:pt x="848" y="1414"/>
                  </a:lnTo>
                  <a:lnTo>
                    <a:pt x="754" y="1273"/>
                  </a:lnTo>
                  <a:lnTo>
                    <a:pt x="707" y="1132"/>
                  </a:lnTo>
                  <a:lnTo>
                    <a:pt x="70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21"/>
            <p:cNvSpPr/>
            <p:nvPr/>
          </p:nvSpPr>
          <p:spPr>
            <a:xfrm>
              <a:off x="354750" y="2943475"/>
              <a:ext cx="51850" cy="20050"/>
            </a:xfrm>
            <a:custGeom>
              <a:rect b="b" l="l" r="r" t="t"/>
              <a:pathLst>
                <a:path extrusionOk="0" h="802" w="2074">
                  <a:moveTo>
                    <a:pt x="0" y="0"/>
                  </a:moveTo>
                  <a:lnTo>
                    <a:pt x="47" y="189"/>
                  </a:lnTo>
                  <a:lnTo>
                    <a:pt x="141" y="330"/>
                  </a:lnTo>
                  <a:lnTo>
                    <a:pt x="283" y="472"/>
                  </a:lnTo>
                  <a:lnTo>
                    <a:pt x="424" y="613"/>
                  </a:lnTo>
                  <a:lnTo>
                    <a:pt x="707" y="754"/>
                  </a:lnTo>
                  <a:lnTo>
                    <a:pt x="1037" y="801"/>
                  </a:lnTo>
                  <a:lnTo>
                    <a:pt x="1367" y="754"/>
                  </a:lnTo>
                  <a:lnTo>
                    <a:pt x="1649" y="613"/>
                  </a:lnTo>
                  <a:lnTo>
                    <a:pt x="1791" y="472"/>
                  </a:lnTo>
                  <a:lnTo>
                    <a:pt x="1885" y="330"/>
                  </a:lnTo>
                  <a:lnTo>
                    <a:pt x="2026" y="189"/>
                  </a:lnTo>
                  <a:lnTo>
                    <a:pt x="207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21"/>
            <p:cNvSpPr/>
            <p:nvPr/>
          </p:nvSpPr>
          <p:spPr>
            <a:xfrm>
              <a:off x="238125" y="2943475"/>
              <a:ext cx="285100" cy="56575"/>
            </a:xfrm>
            <a:custGeom>
              <a:rect b="b" l="l" r="r" t="t"/>
              <a:pathLst>
                <a:path extrusionOk="0" h="2263" w="11404">
                  <a:moveTo>
                    <a:pt x="0" y="0"/>
                  </a:moveTo>
                  <a:lnTo>
                    <a:pt x="0" y="1885"/>
                  </a:lnTo>
                  <a:lnTo>
                    <a:pt x="0" y="2027"/>
                  </a:lnTo>
                  <a:lnTo>
                    <a:pt x="94" y="2168"/>
                  </a:lnTo>
                  <a:lnTo>
                    <a:pt x="236" y="2215"/>
                  </a:lnTo>
                  <a:lnTo>
                    <a:pt x="377" y="2262"/>
                  </a:lnTo>
                  <a:lnTo>
                    <a:pt x="11027" y="2262"/>
                  </a:lnTo>
                  <a:lnTo>
                    <a:pt x="11168" y="2215"/>
                  </a:lnTo>
                  <a:lnTo>
                    <a:pt x="11309" y="2168"/>
                  </a:lnTo>
                  <a:lnTo>
                    <a:pt x="11404" y="2027"/>
                  </a:lnTo>
                  <a:lnTo>
                    <a:pt x="11404" y="1885"/>
                  </a:lnTo>
                  <a:lnTo>
                    <a:pt x="11404" y="0"/>
                  </a:lnTo>
                  <a:lnTo>
                    <a:pt x="10650" y="0"/>
                  </a:lnTo>
                  <a:lnTo>
                    <a:pt x="10650" y="1178"/>
                  </a:lnTo>
                  <a:lnTo>
                    <a:pt x="10650" y="1320"/>
                  </a:lnTo>
                  <a:lnTo>
                    <a:pt x="10555" y="1461"/>
                  </a:lnTo>
                  <a:lnTo>
                    <a:pt x="10461" y="1508"/>
                  </a:lnTo>
                  <a:lnTo>
                    <a:pt x="10273" y="1555"/>
                  </a:lnTo>
                  <a:lnTo>
                    <a:pt x="1084" y="1555"/>
                  </a:lnTo>
                  <a:lnTo>
                    <a:pt x="942" y="1508"/>
                  </a:lnTo>
                  <a:lnTo>
                    <a:pt x="848" y="1461"/>
                  </a:lnTo>
                  <a:lnTo>
                    <a:pt x="754" y="1320"/>
                  </a:lnTo>
                  <a:lnTo>
                    <a:pt x="707" y="1178"/>
                  </a:lnTo>
                  <a:lnTo>
                    <a:pt x="70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21"/>
            <p:cNvSpPr/>
            <p:nvPr/>
          </p:nvSpPr>
          <p:spPr>
            <a:xfrm>
              <a:off x="274625" y="2943475"/>
              <a:ext cx="68350" cy="20050"/>
            </a:xfrm>
            <a:custGeom>
              <a:rect b="b" l="l" r="r" t="t"/>
              <a:pathLst>
                <a:path extrusionOk="0" h="802" w="2734">
                  <a:moveTo>
                    <a:pt x="1" y="0"/>
                  </a:moveTo>
                  <a:lnTo>
                    <a:pt x="1" y="801"/>
                  </a:lnTo>
                  <a:lnTo>
                    <a:pt x="2734" y="801"/>
                  </a:lnTo>
                  <a:lnTo>
                    <a:pt x="2545" y="425"/>
                  </a:lnTo>
                  <a:lnTo>
                    <a:pt x="240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21"/>
            <p:cNvSpPr/>
            <p:nvPr/>
          </p:nvSpPr>
          <p:spPr>
            <a:xfrm>
              <a:off x="351200" y="2753800"/>
              <a:ext cx="57750" cy="57750"/>
            </a:xfrm>
            <a:custGeom>
              <a:rect b="b" l="l" r="r" t="t"/>
              <a:pathLst>
                <a:path extrusionOk="0" h="2310" w="2310">
                  <a:moveTo>
                    <a:pt x="1132" y="1"/>
                  </a:moveTo>
                  <a:lnTo>
                    <a:pt x="849" y="48"/>
                  </a:lnTo>
                  <a:lnTo>
                    <a:pt x="660" y="95"/>
                  </a:lnTo>
                  <a:lnTo>
                    <a:pt x="472" y="236"/>
                  </a:lnTo>
                  <a:lnTo>
                    <a:pt x="283" y="378"/>
                  </a:lnTo>
                  <a:lnTo>
                    <a:pt x="189" y="566"/>
                  </a:lnTo>
                  <a:lnTo>
                    <a:pt x="95" y="755"/>
                  </a:lnTo>
                  <a:lnTo>
                    <a:pt x="48" y="943"/>
                  </a:lnTo>
                  <a:lnTo>
                    <a:pt x="1" y="1132"/>
                  </a:lnTo>
                  <a:lnTo>
                    <a:pt x="48" y="1367"/>
                  </a:lnTo>
                  <a:lnTo>
                    <a:pt x="95" y="1556"/>
                  </a:lnTo>
                  <a:lnTo>
                    <a:pt x="189" y="1744"/>
                  </a:lnTo>
                  <a:lnTo>
                    <a:pt x="283" y="1933"/>
                  </a:lnTo>
                  <a:lnTo>
                    <a:pt x="472" y="2074"/>
                  </a:lnTo>
                  <a:lnTo>
                    <a:pt x="660" y="2168"/>
                  </a:lnTo>
                  <a:lnTo>
                    <a:pt x="896" y="2263"/>
                  </a:lnTo>
                  <a:lnTo>
                    <a:pt x="1132" y="2310"/>
                  </a:lnTo>
                  <a:lnTo>
                    <a:pt x="1226" y="2310"/>
                  </a:lnTo>
                  <a:lnTo>
                    <a:pt x="1462" y="2263"/>
                  </a:lnTo>
                  <a:lnTo>
                    <a:pt x="1697" y="2168"/>
                  </a:lnTo>
                  <a:lnTo>
                    <a:pt x="1886" y="2074"/>
                  </a:lnTo>
                  <a:lnTo>
                    <a:pt x="2027" y="1933"/>
                  </a:lnTo>
                  <a:lnTo>
                    <a:pt x="2168" y="1744"/>
                  </a:lnTo>
                  <a:lnTo>
                    <a:pt x="2263" y="1556"/>
                  </a:lnTo>
                  <a:lnTo>
                    <a:pt x="2310" y="1367"/>
                  </a:lnTo>
                  <a:lnTo>
                    <a:pt x="2310" y="1132"/>
                  </a:lnTo>
                  <a:lnTo>
                    <a:pt x="2310" y="943"/>
                  </a:lnTo>
                  <a:lnTo>
                    <a:pt x="2263" y="755"/>
                  </a:lnTo>
                  <a:lnTo>
                    <a:pt x="2168" y="566"/>
                  </a:lnTo>
                  <a:lnTo>
                    <a:pt x="2027" y="378"/>
                  </a:lnTo>
                  <a:lnTo>
                    <a:pt x="1886" y="236"/>
                  </a:lnTo>
                  <a:lnTo>
                    <a:pt x="1697" y="95"/>
                  </a:lnTo>
                  <a:lnTo>
                    <a:pt x="1462" y="48"/>
                  </a:lnTo>
                  <a:lnTo>
                    <a:pt x="12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21"/>
            <p:cNvSpPr/>
            <p:nvPr/>
          </p:nvSpPr>
          <p:spPr>
            <a:xfrm>
              <a:off x="418350" y="2869250"/>
              <a:ext cx="67175" cy="18875"/>
            </a:xfrm>
            <a:custGeom>
              <a:rect b="b" l="l" r="r" t="t"/>
              <a:pathLst>
                <a:path extrusionOk="0" h="755" w="2687">
                  <a:moveTo>
                    <a:pt x="331" y="1"/>
                  </a:moveTo>
                  <a:lnTo>
                    <a:pt x="189" y="425"/>
                  </a:lnTo>
                  <a:lnTo>
                    <a:pt x="1" y="755"/>
                  </a:lnTo>
                  <a:lnTo>
                    <a:pt x="2687" y="755"/>
                  </a:lnTo>
                  <a:lnTo>
                    <a:pt x="268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21"/>
            <p:cNvSpPr/>
            <p:nvPr/>
          </p:nvSpPr>
          <p:spPr>
            <a:xfrm>
              <a:off x="265200" y="2744375"/>
              <a:ext cx="28300" cy="29475"/>
            </a:xfrm>
            <a:custGeom>
              <a:rect b="b" l="l" r="r" t="t"/>
              <a:pathLst>
                <a:path extrusionOk="0" h="1179" w="1132">
                  <a:moveTo>
                    <a:pt x="1132" y="1"/>
                  </a:moveTo>
                  <a:lnTo>
                    <a:pt x="1" y="1179"/>
                  </a:lnTo>
                  <a:lnTo>
                    <a:pt x="1038" y="1179"/>
                  </a:lnTo>
                  <a:lnTo>
                    <a:pt x="1085" y="1132"/>
                  </a:lnTo>
                  <a:lnTo>
                    <a:pt x="1132" y="1037"/>
                  </a:lnTo>
                  <a:lnTo>
                    <a:pt x="113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21"/>
            <p:cNvSpPr/>
            <p:nvPr/>
          </p:nvSpPr>
          <p:spPr>
            <a:xfrm>
              <a:off x="418350" y="2753800"/>
              <a:ext cx="67175" cy="57750"/>
            </a:xfrm>
            <a:custGeom>
              <a:rect b="b" l="l" r="r" t="t"/>
              <a:pathLst>
                <a:path extrusionOk="0" h="2310" w="2687">
                  <a:moveTo>
                    <a:pt x="1556" y="755"/>
                  </a:moveTo>
                  <a:lnTo>
                    <a:pt x="1697" y="802"/>
                  </a:lnTo>
                  <a:lnTo>
                    <a:pt x="1838" y="896"/>
                  </a:lnTo>
                  <a:lnTo>
                    <a:pt x="1886" y="990"/>
                  </a:lnTo>
                  <a:lnTo>
                    <a:pt x="1933" y="1132"/>
                  </a:lnTo>
                  <a:lnTo>
                    <a:pt x="1886" y="1320"/>
                  </a:lnTo>
                  <a:lnTo>
                    <a:pt x="1791" y="1414"/>
                  </a:lnTo>
                  <a:lnTo>
                    <a:pt x="1697" y="1509"/>
                  </a:lnTo>
                  <a:lnTo>
                    <a:pt x="1414" y="1509"/>
                  </a:lnTo>
                  <a:lnTo>
                    <a:pt x="1273" y="1414"/>
                  </a:lnTo>
                  <a:lnTo>
                    <a:pt x="1226" y="1320"/>
                  </a:lnTo>
                  <a:lnTo>
                    <a:pt x="1179" y="1132"/>
                  </a:lnTo>
                  <a:lnTo>
                    <a:pt x="1179" y="990"/>
                  </a:lnTo>
                  <a:lnTo>
                    <a:pt x="1273" y="896"/>
                  </a:lnTo>
                  <a:lnTo>
                    <a:pt x="1414" y="802"/>
                  </a:lnTo>
                  <a:lnTo>
                    <a:pt x="1556" y="755"/>
                  </a:lnTo>
                  <a:close/>
                  <a:moveTo>
                    <a:pt x="1" y="1"/>
                  </a:moveTo>
                  <a:lnTo>
                    <a:pt x="189" y="236"/>
                  </a:lnTo>
                  <a:lnTo>
                    <a:pt x="283" y="519"/>
                  </a:lnTo>
                  <a:lnTo>
                    <a:pt x="378" y="849"/>
                  </a:lnTo>
                  <a:lnTo>
                    <a:pt x="425" y="1132"/>
                  </a:lnTo>
                  <a:lnTo>
                    <a:pt x="378" y="1462"/>
                  </a:lnTo>
                  <a:lnTo>
                    <a:pt x="283" y="1744"/>
                  </a:lnTo>
                  <a:lnTo>
                    <a:pt x="189" y="2027"/>
                  </a:lnTo>
                  <a:lnTo>
                    <a:pt x="1" y="2310"/>
                  </a:lnTo>
                  <a:lnTo>
                    <a:pt x="2687" y="2310"/>
                  </a:lnTo>
                  <a:lnTo>
                    <a:pt x="268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21"/>
            <p:cNvSpPr/>
            <p:nvPr/>
          </p:nvSpPr>
          <p:spPr>
            <a:xfrm>
              <a:off x="274625" y="2753800"/>
              <a:ext cx="67175" cy="57750"/>
            </a:xfrm>
            <a:custGeom>
              <a:rect b="b" l="l" r="r" t="t"/>
              <a:pathLst>
                <a:path extrusionOk="0" h="2310" w="2687">
                  <a:moveTo>
                    <a:pt x="1509" y="1"/>
                  </a:moveTo>
                  <a:lnTo>
                    <a:pt x="1509" y="1179"/>
                  </a:lnTo>
                  <a:lnTo>
                    <a:pt x="1509" y="1320"/>
                  </a:lnTo>
                  <a:lnTo>
                    <a:pt x="1414" y="1414"/>
                  </a:lnTo>
                  <a:lnTo>
                    <a:pt x="1273" y="1509"/>
                  </a:lnTo>
                  <a:lnTo>
                    <a:pt x="1132" y="1556"/>
                  </a:lnTo>
                  <a:lnTo>
                    <a:pt x="1" y="1556"/>
                  </a:lnTo>
                  <a:lnTo>
                    <a:pt x="1" y="2310"/>
                  </a:lnTo>
                  <a:lnTo>
                    <a:pt x="2687" y="2310"/>
                  </a:lnTo>
                  <a:lnTo>
                    <a:pt x="2545" y="2027"/>
                  </a:lnTo>
                  <a:lnTo>
                    <a:pt x="2404" y="1744"/>
                  </a:lnTo>
                  <a:lnTo>
                    <a:pt x="2357" y="1462"/>
                  </a:lnTo>
                  <a:lnTo>
                    <a:pt x="2310" y="1132"/>
                  </a:lnTo>
                  <a:lnTo>
                    <a:pt x="2357" y="849"/>
                  </a:lnTo>
                  <a:lnTo>
                    <a:pt x="2404" y="519"/>
                  </a:lnTo>
                  <a:lnTo>
                    <a:pt x="2545" y="236"/>
                  </a:lnTo>
                  <a:lnTo>
                    <a:pt x="268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21"/>
            <p:cNvSpPr/>
            <p:nvPr/>
          </p:nvSpPr>
          <p:spPr>
            <a:xfrm>
              <a:off x="238125" y="2714925"/>
              <a:ext cx="285100" cy="135500"/>
            </a:xfrm>
            <a:custGeom>
              <a:rect b="b" l="l" r="r" t="t"/>
              <a:pathLst>
                <a:path extrusionOk="0" h="5420" w="11404">
                  <a:moveTo>
                    <a:pt x="3440" y="1"/>
                  </a:moveTo>
                  <a:lnTo>
                    <a:pt x="3299" y="95"/>
                  </a:lnTo>
                  <a:lnTo>
                    <a:pt x="2969" y="425"/>
                  </a:lnTo>
                  <a:lnTo>
                    <a:pt x="2969" y="802"/>
                  </a:lnTo>
                  <a:lnTo>
                    <a:pt x="10461" y="802"/>
                  </a:lnTo>
                  <a:lnTo>
                    <a:pt x="10555" y="896"/>
                  </a:lnTo>
                  <a:lnTo>
                    <a:pt x="10650" y="1037"/>
                  </a:lnTo>
                  <a:lnTo>
                    <a:pt x="10650" y="1179"/>
                  </a:lnTo>
                  <a:lnTo>
                    <a:pt x="10650" y="4242"/>
                  </a:lnTo>
                  <a:lnTo>
                    <a:pt x="10650" y="4383"/>
                  </a:lnTo>
                  <a:lnTo>
                    <a:pt x="10555" y="4524"/>
                  </a:lnTo>
                  <a:lnTo>
                    <a:pt x="10461" y="4572"/>
                  </a:lnTo>
                  <a:lnTo>
                    <a:pt x="10273" y="4619"/>
                  </a:lnTo>
                  <a:lnTo>
                    <a:pt x="1084" y="4619"/>
                  </a:lnTo>
                  <a:lnTo>
                    <a:pt x="942" y="4572"/>
                  </a:lnTo>
                  <a:lnTo>
                    <a:pt x="848" y="4524"/>
                  </a:lnTo>
                  <a:lnTo>
                    <a:pt x="754" y="4383"/>
                  </a:lnTo>
                  <a:lnTo>
                    <a:pt x="707" y="4242"/>
                  </a:lnTo>
                  <a:lnTo>
                    <a:pt x="707" y="3111"/>
                  </a:lnTo>
                  <a:lnTo>
                    <a:pt x="330" y="3111"/>
                  </a:lnTo>
                  <a:lnTo>
                    <a:pt x="94" y="3299"/>
                  </a:lnTo>
                  <a:lnTo>
                    <a:pt x="0" y="3441"/>
                  </a:lnTo>
                  <a:lnTo>
                    <a:pt x="0" y="3582"/>
                  </a:lnTo>
                  <a:lnTo>
                    <a:pt x="0" y="5420"/>
                  </a:lnTo>
                  <a:lnTo>
                    <a:pt x="11404" y="5420"/>
                  </a:lnTo>
                  <a:lnTo>
                    <a:pt x="11404" y="378"/>
                  </a:lnTo>
                  <a:lnTo>
                    <a:pt x="11404" y="236"/>
                  </a:lnTo>
                  <a:lnTo>
                    <a:pt x="11309" y="95"/>
                  </a:lnTo>
                  <a:lnTo>
                    <a:pt x="1116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4" name="Google Shape;1734;p21"/>
          <p:cNvGrpSpPr/>
          <p:nvPr/>
        </p:nvGrpSpPr>
        <p:grpSpPr>
          <a:xfrm>
            <a:off x="1762325" y="2638725"/>
            <a:ext cx="285100" cy="285125"/>
            <a:chOff x="1000325" y="2714925"/>
            <a:chExt cx="285100" cy="285125"/>
          </a:xfrm>
        </p:grpSpPr>
        <p:sp>
          <p:nvSpPr>
            <p:cNvPr id="1735" name="Google Shape;1735;p21"/>
            <p:cNvSpPr/>
            <p:nvPr/>
          </p:nvSpPr>
          <p:spPr>
            <a:xfrm>
              <a:off x="1000325" y="2714925"/>
              <a:ext cx="172025" cy="172025"/>
            </a:xfrm>
            <a:custGeom>
              <a:rect b="b" l="l" r="r" t="t"/>
              <a:pathLst>
                <a:path extrusionOk="0" h="6881" w="6881">
                  <a:moveTo>
                    <a:pt x="3110" y="1"/>
                  </a:moveTo>
                  <a:lnTo>
                    <a:pt x="2969" y="48"/>
                  </a:lnTo>
                  <a:lnTo>
                    <a:pt x="2875" y="142"/>
                  </a:lnTo>
                  <a:lnTo>
                    <a:pt x="2780" y="283"/>
                  </a:lnTo>
                  <a:lnTo>
                    <a:pt x="2733" y="425"/>
                  </a:lnTo>
                  <a:lnTo>
                    <a:pt x="2686" y="566"/>
                  </a:lnTo>
                  <a:lnTo>
                    <a:pt x="2733" y="708"/>
                  </a:lnTo>
                  <a:lnTo>
                    <a:pt x="2780" y="849"/>
                  </a:lnTo>
                  <a:lnTo>
                    <a:pt x="2828" y="943"/>
                  </a:lnTo>
                  <a:lnTo>
                    <a:pt x="2828" y="1037"/>
                  </a:lnTo>
                  <a:lnTo>
                    <a:pt x="2780" y="1226"/>
                  </a:lnTo>
                  <a:lnTo>
                    <a:pt x="2639" y="1367"/>
                  </a:lnTo>
                  <a:lnTo>
                    <a:pt x="2545" y="1414"/>
                  </a:lnTo>
                  <a:lnTo>
                    <a:pt x="1508" y="1414"/>
                  </a:lnTo>
                  <a:lnTo>
                    <a:pt x="1414" y="1462"/>
                  </a:lnTo>
                  <a:lnTo>
                    <a:pt x="1367" y="1603"/>
                  </a:lnTo>
                  <a:lnTo>
                    <a:pt x="1367" y="2545"/>
                  </a:lnTo>
                  <a:lnTo>
                    <a:pt x="1320" y="2734"/>
                  </a:lnTo>
                  <a:lnTo>
                    <a:pt x="1225" y="2828"/>
                  </a:lnTo>
                  <a:lnTo>
                    <a:pt x="1131" y="2922"/>
                  </a:lnTo>
                  <a:lnTo>
                    <a:pt x="801" y="2922"/>
                  </a:lnTo>
                  <a:lnTo>
                    <a:pt x="660" y="2875"/>
                  </a:lnTo>
                  <a:lnTo>
                    <a:pt x="519" y="2828"/>
                  </a:lnTo>
                  <a:lnTo>
                    <a:pt x="377" y="2875"/>
                  </a:lnTo>
                  <a:lnTo>
                    <a:pt x="189" y="2969"/>
                  </a:lnTo>
                  <a:lnTo>
                    <a:pt x="47" y="3158"/>
                  </a:lnTo>
                  <a:lnTo>
                    <a:pt x="0" y="3299"/>
                  </a:lnTo>
                  <a:lnTo>
                    <a:pt x="0" y="3441"/>
                  </a:lnTo>
                  <a:lnTo>
                    <a:pt x="0" y="3535"/>
                  </a:lnTo>
                  <a:lnTo>
                    <a:pt x="47" y="3676"/>
                  </a:lnTo>
                  <a:lnTo>
                    <a:pt x="189" y="3865"/>
                  </a:lnTo>
                  <a:lnTo>
                    <a:pt x="377" y="3959"/>
                  </a:lnTo>
                  <a:lnTo>
                    <a:pt x="519" y="4006"/>
                  </a:lnTo>
                  <a:lnTo>
                    <a:pt x="660" y="4006"/>
                  </a:lnTo>
                  <a:lnTo>
                    <a:pt x="801" y="3959"/>
                  </a:lnTo>
                  <a:lnTo>
                    <a:pt x="943" y="3912"/>
                  </a:lnTo>
                  <a:lnTo>
                    <a:pt x="1131" y="3912"/>
                  </a:lnTo>
                  <a:lnTo>
                    <a:pt x="1225" y="4006"/>
                  </a:lnTo>
                  <a:lnTo>
                    <a:pt x="1320" y="4147"/>
                  </a:lnTo>
                  <a:lnTo>
                    <a:pt x="1367" y="4289"/>
                  </a:lnTo>
                  <a:lnTo>
                    <a:pt x="1367" y="5278"/>
                  </a:lnTo>
                  <a:lnTo>
                    <a:pt x="1414" y="5373"/>
                  </a:lnTo>
                  <a:lnTo>
                    <a:pt x="1508" y="5420"/>
                  </a:lnTo>
                  <a:lnTo>
                    <a:pt x="2592" y="5420"/>
                  </a:lnTo>
                  <a:lnTo>
                    <a:pt x="2686" y="5467"/>
                  </a:lnTo>
                  <a:lnTo>
                    <a:pt x="2828" y="5608"/>
                  </a:lnTo>
                  <a:lnTo>
                    <a:pt x="2875" y="5797"/>
                  </a:lnTo>
                  <a:lnTo>
                    <a:pt x="2828" y="5891"/>
                  </a:lnTo>
                  <a:lnTo>
                    <a:pt x="2780" y="5985"/>
                  </a:lnTo>
                  <a:lnTo>
                    <a:pt x="2733" y="6127"/>
                  </a:lnTo>
                  <a:lnTo>
                    <a:pt x="2686" y="6315"/>
                  </a:lnTo>
                  <a:lnTo>
                    <a:pt x="2733" y="6456"/>
                  </a:lnTo>
                  <a:lnTo>
                    <a:pt x="2780" y="6598"/>
                  </a:lnTo>
                  <a:lnTo>
                    <a:pt x="2875" y="6692"/>
                  </a:lnTo>
                  <a:lnTo>
                    <a:pt x="2969" y="6833"/>
                  </a:lnTo>
                  <a:lnTo>
                    <a:pt x="3110" y="6881"/>
                  </a:lnTo>
                  <a:lnTo>
                    <a:pt x="3440" y="6881"/>
                  </a:lnTo>
                  <a:lnTo>
                    <a:pt x="3581" y="6833"/>
                  </a:lnTo>
                  <a:lnTo>
                    <a:pt x="3676" y="6692"/>
                  </a:lnTo>
                  <a:lnTo>
                    <a:pt x="3770" y="6598"/>
                  </a:lnTo>
                  <a:lnTo>
                    <a:pt x="3817" y="6456"/>
                  </a:lnTo>
                  <a:lnTo>
                    <a:pt x="3817" y="6315"/>
                  </a:lnTo>
                  <a:lnTo>
                    <a:pt x="3817" y="6127"/>
                  </a:lnTo>
                  <a:lnTo>
                    <a:pt x="3723" y="5985"/>
                  </a:lnTo>
                  <a:lnTo>
                    <a:pt x="3676" y="5891"/>
                  </a:lnTo>
                  <a:lnTo>
                    <a:pt x="3676" y="5797"/>
                  </a:lnTo>
                  <a:lnTo>
                    <a:pt x="3723" y="5608"/>
                  </a:lnTo>
                  <a:lnTo>
                    <a:pt x="3864" y="5467"/>
                  </a:lnTo>
                  <a:lnTo>
                    <a:pt x="3958" y="5420"/>
                  </a:lnTo>
                  <a:lnTo>
                    <a:pt x="5184" y="5420"/>
                  </a:lnTo>
                  <a:lnTo>
                    <a:pt x="5278" y="5373"/>
                  </a:lnTo>
                  <a:lnTo>
                    <a:pt x="5325" y="5278"/>
                  </a:lnTo>
                  <a:lnTo>
                    <a:pt x="5325" y="4147"/>
                  </a:lnTo>
                  <a:lnTo>
                    <a:pt x="5325" y="4006"/>
                  </a:lnTo>
                  <a:lnTo>
                    <a:pt x="5372" y="3912"/>
                  </a:lnTo>
                  <a:lnTo>
                    <a:pt x="5466" y="3865"/>
                  </a:lnTo>
                  <a:lnTo>
                    <a:pt x="5561" y="3770"/>
                  </a:lnTo>
                  <a:lnTo>
                    <a:pt x="5843" y="3770"/>
                  </a:lnTo>
                  <a:lnTo>
                    <a:pt x="5938" y="3865"/>
                  </a:lnTo>
                  <a:lnTo>
                    <a:pt x="6079" y="3959"/>
                  </a:lnTo>
                  <a:lnTo>
                    <a:pt x="6267" y="4006"/>
                  </a:lnTo>
                  <a:lnTo>
                    <a:pt x="6409" y="4006"/>
                  </a:lnTo>
                  <a:lnTo>
                    <a:pt x="6550" y="3959"/>
                  </a:lnTo>
                  <a:lnTo>
                    <a:pt x="6692" y="3865"/>
                  </a:lnTo>
                  <a:lnTo>
                    <a:pt x="6786" y="3723"/>
                  </a:lnTo>
                  <a:lnTo>
                    <a:pt x="6880" y="3582"/>
                  </a:lnTo>
                  <a:lnTo>
                    <a:pt x="6880" y="3441"/>
                  </a:lnTo>
                  <a:lnTo>
                    <a:pt x="6880" y="3252"/>
                  </a:lnTo>
                  <a:lnTo>
                    <a:pt x="6786" y="3111"/>
                  </a:lnTo>
                  <a:lnTo>
                    <a:pt x="6692" y="2969"/>
                  </a:lnTo>
                  <a:lnTo>
                    <a:pt x="6550" y="2875"/>
                  </a:lnTo>
                  <a:lnTo>
                    <a:pt x="6409" y="2828"/>
                  </a:lnTo>
                  <a:lnTo>
                    <a:pt x="6267" y="2828"/>
                  </a:lnTo>
                  <a:lnTo>
                    <a:pt x="6079" y="2875"/>
                  </a:lnTo>
                  <a:lnTo>
                    <a:pt x="5938" y="2969"/>
                  </a:lnTo>
                  <a:lnTo>
                    <a:pt x="5843" y="3064"/>
                  </a:lnTo>
                  <a:lnTo>
                    <a:pt x="5561" y="3064"/>
                  </a:lnTo>
                  <a:lnTo>
                    <a:pt x="5466" y="3017"/>
                  </a:lnTo>
                  <a:lnTo>
                    <a:pt x="5372" y="2922"/>
                  </a:lnTo>
                  <a:lnTo>
                    <a:pt x="5325" y="2828"/>
                  </a:lnTo>
                  <a:lnTo>
                    <a:pt x="5325" y="2687"/>
                  </a:lnTo>
                  <a:lnTo>
                    <a:pt x="5325" y="1603"/>
                  </a:lnTo>
                  <a:lnTo>
                    <a:pt x="5278" y="1462"/>
                  </a:lnTo>
                  <a:lnTo>
                    <a:pt x="5184" y="1414"/>
                  </a:lnTo>
                  <a:lnTo>
                    <a:pt x="4006" y="1414"/>
                  </a:lnTo>
                  <a:lnTo>
                    <a:pt x="3911" y="1367"/>
                  </a:lnTo>
                  <a:lnTo>
                    <a:pt x="3770" y="1226"/>
                  </a:lnTo>
                  <a:lnTo>
                    <a:pt x="3723" y="1037"/>
                  </a:lnTo>
                  <a:lnTo>
                    <a:pt x="3723" y="943"/>
                  </a:lnTo>
                  <a:lnTo>
                    <a:pt x="3770" y="849"/>
                  </a:lnTo>
                  <a:lnTo>
                    <a:pt x="3817" y="708"/>
                  </a:lnTo>
                  <a:lnTo>
                    <a:pt x="3817" y="566"/>
                  </a:lnTo>
                  <a:lnTo>
                    <a:pt x="3817" y="425"/>
                  </a:lnTo>
                  <a:lnTo>
                    <a:pt x="3770" y="283"/>
                  </a:lnTo>
                  <a:lnTo>
                    <a:pt x="3676" y="142"/>
                  </a:lnTo>
                  <a:lnTo>
                    <a:pt x="3581" y="48"/>
                  </a:lnTo>
                  <a:lnTo>
                    <a:pt x="344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21"/>
            <p:cNvSpPr/>
            <p:nvPr/>
          </p:nvSpPr>
          <p:spPr>
            <a:xfrm>
              <a:off x="1152275" y="2869250"/>
              <a:ext cx="133150" cy="130800"/>
            </a:xfrm>
            <a:custGeom>
              <a:rect b="b" l="l" r="r" t="t"/>
              <a:pathLst>
                <a:path extrusionOk="0" h="5232" w="5326">
                  <a:moveTo>
                    <a:pt x="142" y="1"/>
                  </a:moveTo>
                  <a:lnTo>
                    <a:pt x="48" y="48"/>
                  </a:lnTo>
                  <a:lnTo>
                    <a:pt x="1" y="142"/>
                  </a:lnTo>
                  <a:lnTo>
                    <a:pt x="1" y="3818"/>
                  </a:lnTo>
                  <a:lnTo>
                    <a:pt x="48" y="3912"/>
                  </a:lnTo>
                  <a:lnTo>
                    <a:pt x="142" y="3959"/>
                  </a:lnTo>
                  <a:lnTo>
                    <a:pt x="1226" y="3959"/>
                  </a:lnTo>
                  <a:lnTo>
                    <a:pt x="1415" y="4006"/>
                  </a:lnTo>
                  <a:lnTo>
                    <a:pt x="1509" y="4147"/>
                  </a:lnTo>
                  <a:lnTo>
                    <a:pt x="1603" y="4289"/>
                  </a:lnTo>
                  <a:lnTo>
                    <a:pt x="1556" y="4477"/>
                  </a:lnTo>
                  <a:lnTo>
                    <a:pt x="1556" y="4619"/>
                  </a:lnTo>
                  <a:lnTo>
                    <a:pt x="1509" y="4760"/>
                  </a:lnTo>
                  <a:lnTo>
                    <a:pt x="1556" y="4901"/>
                  </a:lnTo>
                  <a:lnTo>
                    <a:pt x="1603" y="4996"/>
                  </a:lnTo>
                  <a:lnTo>
                    <a:pt x="1697" y="5090"/>
                  </a:lnTo>
                  <a:lnTo>
                    <a:pt x="1792" y="5184"/>
                  </a:lnTo>
                  <a:lnTo>
                    <a:pt x="1933" y="5231"/>
                  </a:lnTo>
                  <a:lnTo>
                    <a:pt x="2169" y="5231"/>
                  </a:lnTo>
                  <a:lnTo>
                    <a:pt x="2310" y="5184"/>
                  </a:lnTo>
                  <a:lnTo>
                    <a:pt x="2404" y="5090"/>
                  </a:lnTo>
                  <a:lnTo>
                    <a:pt x="2498" y="4996"/>
                  </a:lnTo>
                  <a:lnTo>
                    <a:pt x="2546" y="4901"/>
                  </a:lnTo>
                  <a:lnTo>
                    <a:pt x="2593" y="4760"/>
                  </a:lnTo>
                  <a:lnTo>
                    <a:pt x="2593" y="4619"/>
                  </a:lnTo>
                  <a:lnTo>
                    <a:pt x="2546" y="4477"/>
                  </a:lnTo>
                  <a:lnTo>
                    <a:pt x="2498" y="4289"/>
                  </a:lnTo>
                  <a:lnTo>
                    <a:pt x="2593" y="4147"/>
                  </a:lnTo>
                  <a:lnTo>
                    <a:pt x="2734" y="4006"/>
                  </a:lnTo>
                  <a:lnTo>
                    <a:pt x="2923" y="3959"/>
                  </a:lnTo>
                  <a:lnTo>
                    <a:pt x="3818" y="3959"/>
                  </a:lnTo>
                  <a:lnTo>
                    <a:pt x="3912" y="3912"/>
                  </a:lnTo>
                  <a:lnTo>
                    <a:pt x="3959" y="3818"/>
                  </a:lnTo>
                  <a:lnTo>
                    <a:pt x="3959" y="2875"/>
                  </a:lnTo>
                  <a:lnTo>
                    <a:pt x="4006" y="2734"/>
                  </a:lnTo>
                  <a:lnTo>
                    <a:pt x="4101" y="2592"/>
                  </a:lnTo>
                  <a:lnTo>
                    <a:pt x="4195" y="2545"/>
                  </a:lnTo>
                  <a:lnTo>
                    <a:pt x="4289" y="2498"/>
                  </a:lnTo>
                  <a:lnTo>
                    <a:pt x="4430" y="2498"/>
                  </a:lnTo>
                  <a:lnTo>
                    <a:pt x="4525" y="2545"/>
                  </a:lnTo>
                  <a:lnTo>
                    <a:pt x="4666" y="2592"/>
                  </a:lnTo>
                  <a:lnTo>
                    <a:pt x="4807" y="2640"/>
                  </a:lnTo>
                  <a:lnTo>
                    <a:pt x="4902" y="2640"/>
                  </a:lnTo>
                  <a:lnTo>
                    <a:pt x="5043" y="2592"/>
                  </a:lnTo>
                  <a:lnTo>
                    <a:pt x="5137" y="2498"/>
                  </a:lnTo>
                  <a:lnTo>
                    <a:pt x="5279" y="2310"/>
                  </a:lnTo>
                  <a:lnTo>
                    <a:pt x="5326" y="2215"/>
                  </a:lnTo>
                  <a:lnTo>
                    <a:pt x="5326" y="2074"/>
                  </a:lnTo>
                  <a:lnTo>
                    <a:pt x="5326" y="1980"/>
                  </a:lnTo>
                  <a:lnTo>
                    <a:pt x="5279" y="1838"/>
                  </a:lnTo>
                  <a:lnTo>
                    <a:pt x="5137" y="1650"/>
                  </a:lnTo>
                  <a:lnTo>
                    <a:pt x="5043" y="1603"/>
                  </a:lnTo>
                  <a:lnTo>
                    <a:pt x="4902" y="1556"/>
                  </a:lnTo>
                  <a:lnTo>
                    <a:pt x="4666" y="1556"/>
                  </a:lnTo>
                  <a:lnTo>
                    <a:pt x="4525" y="1650"/>
                  </a:lnTo>
                  <a:lnTo>
                    <a:pt x="4430" y="1650"/>
                  </a:lnTo>
                  <a:lnTo>
                    <a:pt x="4289" y="1697"/>
                  </a:lnTo>
                  <a:lnTo>
                    <a:pt x="4195" y="1650"/>
                  </a:lnTo>
                  <a:lnTo>
                    <a:pt x="4101" y="1603"/>
                  </a:lnTo>
                  <a:lnTo>
                    <a:pt x="4006" y="1462"/>
                  </a:lnTo>
                  <a:lnTo>
                    <a:pt x="3959" y="1273"/>
                  </a:lnTo>
                  <a:lnTo>
                    <a:pt x="3959" y="142"/>
                  </a:lnTo>
                  <a:lnTo>
                    <a:pt x="3912" y="48"/>
                  </a:lnTo>
                  <a:lnTo>
                    <a:pt x="3818" y="1"/>
                  </a:lnTo>
                  <a:lnTo>
                    <a:pt x="3347" y="1"/>
                  </a:lnTo>
                  <a:lnTo>
                    <a:pt x="3347" y="283"/>
                  </a:lnTo>
                  <a:lnTo>
                    <a:pt x="3252" y="519"/>
                  </a:lnTo>
                  <a:lnTo>
                    <a:pt x="3158" y="755"/>
                  </a:lnTo>
                  <a:lnTo>
                    <a:pt x="2970" y="990"/>
                  </a:lnTo>
                  <a:lnTo>
                    <a:pt x="2781" y="1179"/>
                  </a:lnTo>
                  <a:lnTo>
                    <a:pt x="2546" y="1273"/>
                  </a:lnTo>
                  <a:lnTo>
                    <a:pt x="2310" y="1367"/>
                  </a:lnTo>
                  <a:lnTo>
                    <a:pt x="2027" y="1414"/>
                  </a:lnTo>
                  <a:lnTo>
                    <a:pt x="1744" y="1367"/>
                  </a:lnTo>
                  <a:lnTo>
                    <a:pt x="1509" y="1273"/>
                  </a:lnTo>
                  <a:lnTo>
                    <a:pt x="1273" y="1179"/>
                  </a:lnTo>
                  <a:lnTo>
                    <a:pt x="1085" y="990"/>
                  </a:lnTo>
                  <a:lnTo>
                    <a:pt x="896" y="755"/>
                  </a:lnTo>
                  <a:lnTo>
                    <a:pt x="802" y="519"/>
                  </a:lnTo>
                  <a:lnTo>
                    <a:pt x="708" y="283"/>
                  </a:lnTo>
                  <a:lnTo>
                    <a:pt x="70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21"/>
            <p:cNvSpPr/>
            <p:nvPr/>
          </p:nvSpPr>
          <p:spPr>
            <a:xfrm>
              <a:off x="1152275" y="2714925"/>
              <a:ext cx="133150" cy="170850"/>
            </a:xfrm>
            <a:custGeom>
              <a:rect b="b" l="l" r="r" t="t"/>
              <a:pathLst>
                <a:path extrusionOk="0" h="6834" w="5326">
                  <a:moveTo>
                    <a:pt x="1933" y="1"/>
                  </a:moveTo>
                  <a:lnTo>
                    <a:pt x="1792" y="48"/>
                  </a:lnTo>
                  <a:lnTo>
                    <a:pt x="1650" y="142"/>
                  </a:lnTo>
                  <a:lnTo>
                    <a:pt x="1603" y="283"/>
                  </a:lnTo>
                  <a:lnTo>
                    <a:pt x="1509" y="425"/>
                  </a:lnTo>
                  <a:lnTo>
                    <a:pt x="1509" y="566"/>
                  </a:lnTo>
                  <a:lnTo>
                    <a:pt x="1509" y="708"/>
                  </a:lnTo>
                  <a:lnTo>
                    <a:pt x="1603" y="849"/>
                  </a:lnTo>
                  <a:lnTo>
                    <a:pt x="1650" y="943"/>
                  </a:lnTo>
                  <a:lnTo>
                    <a:pt x="1650" y="1037"/>
                  </a:lnTo>
                  <a:lnTo>
                    <a:pt x="1603" y="1226"/>
                  </a:lnTo>
                  <a:lnTo>
                    <a:pt x="1462" y="1367"/>
                  </a:lnTo>
                  <a:lnTo>
                    <a:pt x="1368" y="1414"/>
                  </a:lnTo>
                  <a:lnTo>
                    <a:pt x="142" y="1414"/>
                  </a:lnTo>
                  <a:lnTo>
                    <a:pt x="48" y="1462"/>
                  </a:lnTo>
                  <a:lnTo>
                    <a:pt x="1" y="1603"/>
                  </a:lnTo>
                  <a:lnTo>
                    <a:pt x="1" y="2121"/>
                  </a:lnTo>
                  <a:lnTo>
                    <a:pt x="284" y="2074"/>
                  </a:lnTo>
                  <a:lnTo>
                    <a:pt x="566" y="2121"/>
                  </a:lnTo>
                  <a:lnTo>
                    <a:pt x="849" y="2215"/>
                  </a:lnTo>
                  <a:lnTo>
                    <a:pt x="1085" y="2404"/>
                  </a:lnTo>
                  <a:lnTo>
                    <a:pt x="1273" y="2592"/>
                  </a:lnTo>
                  <a:lnTo>
                    <a:pt x="1462" y="2828"/>
                  </a:lnTo>
                  <a:lnTo>
                    <a:pt x="1556" y="3111"/>
                  </a:lnTo>
                  <a:lnTo>
                    <a:pt x="1556" y="3441"/>
                  </a:lnTo>
                  <a:lnTo>
                    <a:pt x="1556" y="3723"/>
                  </a:lnTo>
                  <a:lnTo>
                    <a:pt x="1462" y="4006"/>
                  </a:lnTo>
                  <a:lnTo>
                    <a:pt x="1273" y="4242"/>
                  </a:lnTo>
                  <a:lnTo>
                    <a:pt x="1085" y="4430"/>
                  </a:lnTo>
                  <a:lnTo>
                    <a:pt x="849" y="4619"/>
                  </a:lnTo>
                  <a:lnTo>
                    <a:pt x="566" y="4713"/>
                  </a:lnTo>
                  <a:lnTo>
                    <a:pt x="284" y="4760"/>
                  </a:lnTo>
                  <a:lnTo>
                    <a:pt x="1" y="4713"/>
                  </a:lnTo>
                  <a:lnTo>
                    <a:pt x="1" y="5278"/>
                  </a:lnTo>
                  <a:lnTo>
                    <a:pt x="48" y="5373"/>
                  </a:lnTo>
                  <a:lnTo>
                    <a:pt x="142" y="5420"/>
                  </a:lnTo>
                  <a:lnTo>
                    <a:pt x="1273" y="5420"/>
                  </a:lnTo>
                  <a:lnTo>
                    <a:pt x="1368" y="5467"/>
                  </a:lnTo>
                  <a:lnTo>
                    <a:pt x="1509" y="5608"/>
                  </a:lnTo>
                  <a:lnTo>
                    <a:pt x="1556" y="5750"/>
                  </a:lnTo>
                  <a:lnTo>
                    <a:pt x="1509" y="5938"/>
                  </a:lnTo>
                  <a:lnTo>
                    <a:pt x="1462" y="6127"/>
                  </a:lnTo>
                  <a:lnTo>
                    <a:pt x="1462" y="6268"/>
                  </a:lnTo>
                  <a:lnTo>
                    <a:pt x="1509" y="6409"/>
                  </a:lnTo>
                  <a:lnTo>
                    <a:pt x="1556" y="6551"/>
                  </a:lnTo>
                  <a:lnTo>
                    <a:pt x="1650" y="6645"/>
                  </a:lnTo>
                  <a:lnTo>
                    <a:pt x="1744" y="6739"/>
                  </a:lnTo>
                  <a:lnTo>
                    <a:pt x="1886" y="6786"/>
                  </a:lnTo>
                  <a:lnTo>
                    <a:pt x="2027" y="6833"/>
                  </a:lnTo>
                  <a:lnTo>
                    <a:pt x="2169" y="6786"/>
                  </a:lnTo>
                  <a:lnTo>
                    <a:pt x="2310" y="6739"/>
                  </a:lnTo>
                  <a:lnTo>
                    <a:pt x="2404" y="6645"/>
                  </a:lnTo>
                  <a:lnTo>
                    <a:pt x="2498" y="6551"/>
                  </a:lnTo>
                  <a:lnTo>
                    <a:pt x="2593" y="6409"/>
                  </a:lnTo>
                  <a:lnTo>
                    <a:pt x="2593" y="6268"/>
                  </a:lnTo>
                  <a:lnTo>
                    <a:pt x="2593" y="6127"/>
                  </a:lnTo>
                  <a:lnTo>
                    <a:pt x="2546" y="5985"/>
                  </a:lnTo>
                  <a:lnTo>
                    <a:pt x="2498" y="5750"/>
                  </a:lnTo>
                  <a:lnTo>
                    <a:pt x="2546" y="5608"/>
                  </a:lnTo>
                  <a:lnTo>
                    <a:pt x="2687" y="5467"/>
                  </a:lnTo>
                  <a:lnTo>
                    <a:pt x="2875" y="5420"/>
                  </a:lnTo>
                  <a:lnTo>
                    <a:pt x="3818" y="5420"/>
                  </a:lnTo>
                  <a:lnTo>
                    <a:pt x="3912" y="5373"/>
                  </a:lnTo>
                  <a:lnTo>
                    <a:pt x="3959" y="5278"/>
                  </a:lnTo>
                  <a:lnTo>
                    <a:pt x="3959" y="4289"/>
                  </a:lnTo>
                  <a:lnTo>
                    <a:pt x="4006" y="4147"/>
                  </a:lnTo>
                  <a:lnTo>
                    <a:pt x="4053" y="4006"/>
                  </a:lnTo>
                  <a:lnTo>
                    <a:pt x="4195" y="3959"/>
                  </a:lnTo>
                  <a:lnTo>
                    <a:pt x="4289" y="3912"/>
                  </a:lnTo>
                  <a:lnTo>
                    <a:pt x="4383" y="3912"/>
                  </a:lnTo>
                  <a:lnTo>
                    <a:pt x="4525" y="3959"/>
                  </a:lnTo>
                  <a:lnTo>
                    <a:pt x="4666" y="4006"/>
                  </a:lnTo>
                  <a:lnTo>
                    <a:pt x="4902" y="4006"/>
                  </a:lnTo>
                  <a:lnTo>
                    <a:pt x="5137" y="3865"/>
                  </a:lnTo>
                  <a:lnTo>
                    <a:pt x="5279" y="3676"/>
                  </a:lnTo>
                  <a:lnTo>
                    <a:pt x="5326" y="3535"/>
                  </a:lnTo>
                  <a:lnTo>
                    <a:pt x="5326" y="3441"/>
                  </a:lnTo>
                  <a:lnTo>
                    <a:pt x="5326" y="3299"/>
                  </a:lnTo>
                  <a:lnTo>
                    <a:pt x="5279" y="3158"/>
                  </a:lnTo>
                  <a:lnTo>
                    <a:pt x="5137" y="2969"/>
                  </a:lnTo>
                  <a:lnTo>
                    <a:pt x="4902" y="2875"/>
                  </a:lnTo>
                  <a:lnTo>
                    <a:pt x="4807" y="2828"/>
                  </a:lnTo>
                  <a:lnTo>
                    <a:pt x="4666" y="2828"/>
                  </a:lnTo>
                  <a:lnTo>
                    <a:pt x="4525" y="2922"/>
                  </a:lnTo>
                  <a:lnTo>
                    <a:pt x="4195" y="2922"/>
                  </a:lnTo>
                  <a:lnTo>
                    <a:pt x="4053" y="2828"/>
                  </a:lnTo>
                  <a:lnTo>
                    <a:pt x="4006" y="2687"/>
                  </a:lnTo>
                  <a:lnTo>
                    <a:pt x="3959" y="2545"/>
                  </a:lnTo>
                  <a:lnTo>
                    <a:pt x="3959" y="1603"/>
                  </a:lnTo>
                  <a:lnTo>
                    <a:pt x="3912" y="1462"/>
                  </a:lnTo>
                  <a:lnTo>
                    <a:pt x="3818" y="1414"/>
                  </a:lnTo>
                  <a:lnTo>
                    <a:pt x="2781" y="1414"/>
                  </a:lnTo>
                  <a:lnTo>
                    <a:pt x="2687" y="1367"/>
                  </a:lnTo>
                  <a:lnTo>
                    <a:pt x="2593" y="1226"/>
                  </a:lnTo>
                  <a:lnTo>
                    <a:pt x="2498" y="1037"/>
                  </a:lnTo>
                  <a:lnTo>
                    <a:pt x="2546" y="943"/>
                  </a:lnTo>
                  <a:lnTo>
                    <a:pt x="2593" y="849"/>
                  </a:lnTo>
                  <a:lnTo>
                    <a:pt x="2640" y="708"/>
                  </a:lnTo>
                  <a:lnTo>
                    <a:pt x="2640" y="566"/>
                  </a:lnTo>
                  <a:lnTo>
                    <a:pt x="2640" y="425"/>
                  </a:lnTo>
                  <a:lnTo>
                    <a:pt x="2593" y="283"/>
                  </a:lnTo>
                  <a:lnTo>
                    <a:pt x="2498" y="142"/>
                  </a:lnTo>
                  <a:lnTo>
                    <a:pt x="2357" y="48"/>
                  </a:lnTo>
                  <a:lnTo>
                    <a:pt x="221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8" name="Google Shape;1738;p21"/>
          <p:cNvGrpSpPr/>
          <p:nvPr/>
        </p:nvGrpSpPr>
        <p:grpSpPr>
          <a:xfrm>
            <a:off x="2523350" y="2638725"/>
            <a:ext cx="286275" cy="285125"/>
            <a:chOff x="1761350" y="2714925"/>
            <a:chExt cx="286275" cy="285125"/>
          </a:xfrm>
        </p:grpSpPr>
        <p:sp>
          <p:nvSpPr>
            <p:cNvPr id="1739" name="Google Shape;1739;p21"/>
            <p:cNvSpPr/>
            <p:nvPr/>
          </p:nvSpPr>
          <p:spPr>
            <a:xfrm>
              <a:off x="1824950" y="2883400"/>
              <a:ext cx="54225" cy="54200"/>
            </a:xfrm>
            <a:custGeom>
              <a:rect b="b" l="l" r="r" t="t"/>
              <a:pathLst>
                <a:path extrusionOk="0" h="2168" w="2169">
                  <a:moveTo>
                    <a:pt x="1" y="0"/>
                  </a:moveTo>
                  <a:lnTo>
                    <a:pt x="142" y="377"/>
                  </a:lnTo>
                  <a:lnTo>
                    <a:pt x="284" y="707"/>
                  </a:lnTo>
                  <a:lnTo>
                    <a:pt x="519" y="1037"/>
                  </a:lnTo>
                  <a:lnTo>
                    <a:pt x="802" y="1367"/>
                  </a:lnTo>
                  <a:lnTo>
                    <a:pt x="1132" y="1602"/>
                  </a:lnTo>
                  <a:lnTo>
                    <a:pt x="1462" y="1838"/>
                  </a:lnTo>
                  <a:lnTo>
                    <a:pt x="1791" y="2026"/>
                  </a:lnTo>
                  <a:lnTo>
                    <a:pt x="2168" y="2168"/>
                  </a:lnTo>
                  <a:lnTo>
                    <a:pt x="2121" y="1791"/>
                  </a:lnTo>
                  <a:lnTo>
                    <a:pt x="1980" y="1367"/>
                  </a:lnTo>
                  <a:lnTo>
                    <a:pt x="1744" y="1037"/>
                  </a:lnTo>
                  <a:lnTo>
                    <a:pt x="1462" y="660"/>
                  </a:lnTo>
                  <a:lnTo>
                    <a:pt x="1132" y="377"/>
                  </a:lnTo>
                  <a:lnTo>
                    <a:pt x="755" y="189"/>
                  </a:lnTo>
                  <a:lnTo>
                    <a:pt x="378" y="4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21"/>
            <p:cNvSpPr/>
            <p:nvPr/>
          </p:nvSpPr>
          <p:spPr>
            <a:xfrm>
              <a:off x="1930975" y="2883400"/>
              <a:ext cx="54225" cy="54200"/>
            </a:xfrm>
            <a:custGeom>
              <a:rect b="b" l="l" r="r" t="t"/>
              <a:pathLst>
                <a:path extrusionOk="0" h="2168" w="2169">
                  <a:moveTo>
                    <a:pt x="2168" y="0"/>
                  </a:moveTo>
                  <a:lnTo>
                    <a:pt x="1791" y="47"/>
                  </a:lnTo>
                  <a:lnTo>
                    <a:pt x="1415" y="142"/>
                  </a:lnTo>
                  <a:lnTo>
                    <a:pt x="1038" y="377"/>
                  </a:lnTo>
                  <a:lnTo>
                    <a:pt x="661" y="660"/>
                  </a:lnTo>
                  <a:lnTo>
                    <a:pt x="378" y="1037"/>
                  </a:lnTo>
                  <a:lnTo>
                    <a:pt x="142" y="1414"/>
                  </a:lnTo>
                  <a:lnTo>
                    <a:pt x="48" y="1791"/>
                  </a:lnTo>
                  <a:lnTo>
                    <a:pt x="1" y="2168"/>
                  </a:lnTo>
                  <a:lnTo>
                    <a:pt x="378" y="2026"/>
                  </a:lnTo>
                  <a:lnTo>
                    <a:pt x="708" y="1838"/>
                  </a:lnTo>
                  <a:lnTo>
                    <a:pt x="1038" y="1602"/>
                  </a:lnTo>
                  <a:lnTo>
                    <a:pt x="1367" y="1367"/>
                  </a:lnTo>
                  <a:lnTo>
                    <a:pt x="1603" y="1037"/>
                  </a:lnTo>
                  <a:lnTo>
                    <a:pt x="1839" y="707"/>
                  </a:lnTo>
                  <a:lnTo>
                    <a:pt x="2027" y="377"/>
                  </a:lnTo>
                  <a:lnTo>
                    <a:pt x="216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21"/>
            <p:cNvSpPr/>
            <p:nvPr/>
          </p:nvSpPr>
          <p:spPr>
            <a:xfrm>
              <a:off x="1824950" y="2777375"/>
              <a:ext cx="54225" cy="54200"/>
            </a:xfrm>
            <a:custGeom>
              <a:rect b="b" l="l" r="r" t="t"/>
              <a:pathLst>
                <a:path extrusionOk="0" h="2168" w="2169">
                  <a:moveTo>
                    <a:pt x="2168" y="0"/>
                  </a:moveTo>
                  <a:lnTo>
                    <a:pt x="1791" y="142"/>
                  </a:lnTo>
                  <a:lnTo>
                    <a:pt x="1414" y="330"/>
                  </a:lnTo>
                  <a:lnTo>
                    <a:pt x="1085" y="566"/>
                  </a:lnTo>
                  <a:lnTo>
                    <a:pt x="802" y="801"/>
                  </a:lnTo>
                  <a:lnTo>
                    <a:pt x="519" y="1131"/>
                  </a:lnTo>
                  <a:lnTo>
                    <a:pt x="331" y="1461"/>
                  </a:lnTo>
                  <a:lnTo>
                    <a:pt x="142" y="1791"/>
                  </a:lnTo>
                  <a:lnTo>
                    <a:pt x="1" y="2168"/>
                  </a:lnTo>
                  <a:lnTo>
                    <a:pt x="378" y="2121"/>
                  </a:lnTo>
                  <a:lnTo>
                    <a:pt x="755" y="1979"/>
                  </a:lnTo>
                  <a:lnTo>
                    <a:pt x="1132" y="1791"/>
                  </a:lnTo>
                  <a:lnTo>
                    <a:pt x="1462" y="1461"/>
                  </a:lnTo>
                  <a:lnTo>
                    <a:pt x="1744" y="1131"/>
                  </a:lnTo>
                  <a:lnTo>
                    <a:pt x="1980" y="754"/>
                  </a:lnTo>
                  <a:lnTo>
                    <a:pt x="2121" y="377"/>
                  </a:lnTo>
                  <a:lnTo>
                    <a:pt x="216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21"/>
            <p:cNvSpPr/>
            <p:nvPr/>
          </p:nvSpPr>
          <p:spPr>
            <a:xfrm>
              <a:off x="1930975" y="2777375"/>
              <a:ext cx="54225" cy="54200"/>
            </a:xfrm>
            <a:custGeom>
              <a:rect b="b" l="l" r="r" t="t"/>
              <a:pathLst>
                <a:path extrusionOk="0" h="2168" w="2169">
                  <a:moveTo>
                    <a:pt x="1" y="0"/>
                  </a:moveTo>
                  <a:lnTo>
                    <a:pt x="48" y="377"/>
                  </a:lnTo>
                  <a:lnTo>
                    <a:pt x="189" y="754"/>
                  </a:lnTo>
                  <a:lnTo>
                    <a:pt x="378" y="1131"/>
                  </a:lnTo>
                  <a:lnTo>
                    <a:pt x="708" y="1461"/>
                  </a:lnTo>
                  <a:lnTo>
                    <a:pt x="1038" y="1744"/>
                  </a:lnTo>
                  <a:lnTo>
                    <a:pt x="1415" y="1979"/>
                  </a:lnTo>
                  <a:lnTo>
                    <a:pt x="1791" y="2121"/>
                  </a:lnTo>
                  <a:lnTo>
                    <a:pt x="2168" y="2168"/>
                  </a:lnTo>
                  <a:lnTo>
                    <a:pt x="2027" y="1791"/>
                  </a:lnTo>
                  <a:lnTo>
                    <a:pt x="1839" y="1461"/>
                  </a:lnTo>
                  <a:lnTo>
                    <a:pt x="1603" y="1131"/>
                  </a:lnTo>
                  <a:lnTo>
                    <a:pt x="1367" y="801"/>
                  </a:lnTo>
                  <a:lnTo>
                    <a:pt x="1038" y="566"/>
                  </a:lnTo>
                  <a:lnTo>
                    <a:pt x="708" y="330"/>
                  </a:lnTo>
                  <a:lnTo>
                    <a:pt x="378" y="14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21"/>
            <p:cNvSpPr/>
            <p:nvPr/>
          </p:nvSpPr>
          <p:spPr>
            <a:xfrm>
              <a:off x="1890925" y="2844525"/>
              <a:ext cx="27125" cy="25925"/>
            </a:xfrm>
            <a:custGeom>
              <a:rect b="b" l="l" r="r" t="t"/>
              <a:pathLst>
                <a:path extrusionOk="0" h="1037" w="1085">
                  <a:moveTo>
                    <a:pt x="378" y="0"/>
                  </a:moveTo>
                  <a:lnTo>
                    <a:pt x="189" y="142"/>
                  </a:lnTo>
                  <a:lnTo>
                    <a:pt x="48" y="330"/>
                  </a:lnTo>
                  <a:lnTo>
                    <a:pt x="1" y="519"/>
                  </a:lnTo>
                  <a:lnTo>
                    <a:pt x="48" y="707"/>
                  </a:lnTo>
                  <a:lnTo>
                    <a:pt x="189" y="895"/>
                  </a:lnTo>
                  <a:lnTo>
                    <a:pt x="378" y="990"/>
                  </a:lnTo>
                  <a:lnTo>
                    <a:pt x="566" y="1037"/>
                  </a:lnTo>
                  <a:lnTo>
                    <a:pt x="755" y="990"/>
                  </a:lnTo>
                  <a:lnTo>
                    <a:pt x="943" y="895"/>
                  </a:lnTo>
                  <a:lnTo>
                    <a:pt x="1037" y="707"/>
                  </a:lnTo>
                  <a:lnTo>
                    <a:pt x="1084" y="519"/>
                  </a:lnTo>
                  <a:lnTo>
                    <a:pt x="1037" y="330"/>
                  </a:lnTo>
                  <a:lnTo>
                    <a:pt x="943" y="142"/>
                  </a:lnTo>
                  <a:lnTo>
                    <a:pt x="75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21"/>
            <p:cNvSpPr/>
            <p:nvPr/>
          </p:nvSpPr>
          <p:spPr>
            <a:xfrm>
              <a:off x="1820250" y="2772650"/>
              <a:ext cx="168475" cy="169675"/>
            </a:xfrm>
            <a:custGeom>
              <a:rect b="b" l="l" r="r" t="t"/>
              <a:pathLst>
                <a:path extrusionOk="0" h="6787" w="6739">
                  <a:moveTo>
                    <a:pt x="3393" y="2168"/>
                  </a:moveTo>
                  <a:lnTo>
                    <a:pt x="3629" y="2215"/>
                  </a:lnTo>
                  <a:lnTo>
                    <a:pt x="3817" y="2263"/>
                  </a:lnTo>
                  <a:lnTo>
                    <a:pt x="4053" y="2404"/>
                  </a:lnTo>
                  <a:lnTo>
                    <a:pt x="4241" y="2545"/>
                  </a:lnTo>
                  <a:lnTo>
                    <a:pt x="4383" y="2734"/>
                  </a:lnTo>
                  <a:lnTo>
                    <a:pt x="4524" y="2922"/>
                  </a:lnTo>
                  <a:lnTo>
                    <a:pt x="4571" y="3158"/>
                  </a:lnTo>
                  <a:lnTo>
                    <a:pt x="4571" y="3394"/>
                  </a:lnTo>
                  <a:lnTo>
                    <a:pt x="4571" y="3629"/>
                  </a:lnTo>
                  <a:lnTo>
                    <a:pt x="4524" y="3865"/>
                  </a:lnTo>
                  <a:lnTo>
                    <a:pt x="4383" y="4053"/>
                  </a:lnTo>
                  <a:lnTo>
                    <a:pt x="4241" y="4242"/>
                  </a:lnTo>
                  <a:lnTo>
                    <a:pt x="4053" y="4383"/>
                  </a:lnTo>
                  <a:lnTo>
                    <a:pt x="3817" y="4524"/>
                  </a:lnTo>
                  <a:lnTo>
                    <a:pt x="3629" y="4572"/>
                  </a:lnTo>
                  <a:lnTo>
                    <a:pt x="3158" y="4572"/>
                  </a:lnTo>
                  <a:lnTo>
                    <a:pt x="2922" y="4524"/>
                  </a:lnTo>
                  <a:lnTo>
                    <a:pt x="2733" y="4383"/>
                  </a:lnTo>
                  <a:lnTo>
                    <a:pt x="2545" y="4242"/>
                  </a:lnTo>
                  <a:lnTo>
                    <a:pt x="2356" y="4053"/>
                  </a:lnTo>
                  <a:lnTo>
                    <a:pt x="2262" y="3865"/>
                  </a:lnTo>
                  <a:lnTo>
                    <a:pt x="2215" y="3629"/>
                  </a:lnTo>
                  <a:lnTo>
                    <a:pt x="2168" y="3394"/>
                  </a:lnTo>
                  <a:lnTo>
                    <a:pt x="2215" y="3158"/>
                  </a:lnTo>
                  <a:lnTo>
                    <a:pt x="2262" y="2922"/>
                  </a:lnTo>
                  <a:lnTo>
                    <a:pt x="2356" y="2734"/>
                  </a:lnTo>
                  <a:lnTo>
                    <a:pt x="2545" y="2545"/>
                  </a:lnTo>
                  <a:lnTo>
                    <a:pt x="2733" y="2404"/>
                  </a:lnTo>
                  <a:lnTo>
                    <a:pt x="2922" y="2263"/>
                  </a:lnTo>
                  <a:lnTo>
                    <a:pt x="3158" y="2215"/>
                  </a:lnTo>
                  <a:lnTo>
                    <a:pt x="3393" y="2168"/>
                  </a:lnTo>
                  <a:close/>
                  <a:moveTo>
                    <a:pt x="3393" y="1"/>
                  </a:moveTo>
                  <a:lnTo>
                    <a:pt x="3016" y="48"/>
                  </a:lnTo>
                  <a:lnTo>
                    <a:pt x="3016" y="472"/>
                  </a:lnTo>
                  <a:lnTo>
                    <a:pt x="2875" y="896"/>
                  </a:lnTo>
                  <a:lnTo>
                    <a:pt x="2686" y="1367"/>
                  </a:lnTo>
                  <a:lnTo>
                    <a:pt x="2451" y="1744"/>
                  </a:lnTo>
                  <a:lnTo>
                    <a:pt x="2121" y="2121"/>
                  </a:lnTo>
                  <a:lnTo>
                    <a:pt x="1744" y="2451"/>
                  </a:lnTo>
                  <a:lnTo>
                    <a:pt x="1367" y="2734"/>
                  </a:lnTo>
                  <a:lnTo>
                    <a:pt x="943" y="2875"/>
                  </a:lnTo>
                  <a:lnTo>
                    <a:pt x="472" y="3017"/>
                  </a:lnTo>
                  <a:lnTo>
                    <a:pt x="47" y="3017"/>
                  </a:lnTo>
                  <a:lnTo>
                    <a:pt x="0" y="3394"/>
                  </a:lnTo>
                  <a:lnTo>
                    <a:pt x="47" y="3770"/>
                  </a:lnTo>
                  <a:lnTo>
                    <a:pt x="613" y="3770"/>
                  </a:lnTo>
                  <a:lnTo>
                    <a:pt x="849" y="3865"/>
                  </a:lnTo>
                  <a:lnTo>
                    <a:pt x="1131" y="3959"/>
                  </a:lnTo>
                  <a:lnTo>
                    <a:pt x="1414" y="4100"/>
                  </a:lnTo>
                  <a:lnTo>
                    <a:pt x="1650" y="4242"/>
                  </a:lnTo>
                  <a:lnTo>
                    <a:pt x="2121" y="4619"/>
                  </a:lnTo>
                  <a:lnTo>
                    <a:pt x="2545" y="5090"/>
                  </a:lnTo>
                  <a:lnTo>
                    <a:pt x="2686" y="5373"/>
                  </a:lnTo>
                  <a:lnTo>
                    <a:pt x="2828" y="5608"/>
                  </a:lnTo>
                  <a:lnTo>
                    <a:pt x="2922" y="5891"/>
                  </a:lnTo>
                  <a:lnTo>
                    <a:pt x="2969" y="6174"/>
                  </a:lnTo>
                  <a:lnTo>
                    <a:pt x="3016" y="6456"/>
                  </a:lnTo>
                  <a:lnTo>
                    <a:pt x="3016" y="6739"/>
                  </a:lnTo>
                  <a:lnTo>
                    <a:pt x="3393" y="6786"/>
                  </a:lnTo>
                  <a:lnTo>
                    <a:pt x="3770" y="6739"/>
                  </a:lnTo>
                  <a:lnTo>
                    <a:pt x="3770" y="6456"/>
                  </a:lnTo>
                  <a:lnTo>
                    <a:pt x="3770" y="6221"/>
                  </a:lnTo>
                  <a:lnTo>
                    <a:pt x="3864" y="5938"/>
                  </a:lnTo>
                  <a:lnTo>
                    <a:pt x="3959" y="5655"/>
                  </a:lnTo>
                  <a:lnTo>
                    <a:pt x="4053" y="5373"/>
                  </a:lnTo>
                  <a:lnTo>
                    <a:pt x="4241" y="5137"/>
                  </a:lnTo>
                  <a:lnTo>
                    <a:pt x="4430" y="4854"/>
                  </a:lnTo>
                  <a:lnTo>
                    <a:pt x="4618" y="4619"/>
                  </a:lnTo>
                  <a:lnTo>
                    <a:pt x="4901" y="4383"/>
                  </a:lnTo>
                  <a:lnTo>
                    <a:pt x="5231" y="4195"/>
                  </a:lnTo>
                  <a:lnTo>
                    <a:pt x="5514" y="4006"/>
                  </a:lnTo>
                  <a:lnTo>
                    <a:pt x="5844" y="3865"/>
                  </a:lnTo>
                  <a:lnTo>
                    <a:pt x="6315" y="3770"/>
                  </a:lnTo>
                  <a:lnTo>
                    <a:pt x="6739" y="3770"/>
                  </a:lnTo>
                  <a:lnTo>
                    <a:pt x="6739" y="3394"/>
                  </a:lnTo>
                  <a:lnTo>
                    <a:pt x="6739" y="3017"/>
                  </a:lnTo>
                  <a:lnTo>
                    <a:pt x="6315" y="3017"/>
                  </a:lnTo>
                  <a:lnTo>
                    <a:pt x="6079" y="2969"/>
                  </a:lnTo>
                  <a:lnTo>
                    <a:pt x="5561" y="2781"/>
                  </a:lnTo>
                  <a:lnTo>
                    <a:pt x="5090" y="2498"/>
                  </a:lnTo>
                  <a:lnTo>
                    <a:pt x="4618" y="2121"/>
                  </a:lnTo>
                  <a:lnTo>
                    <a:pt x="4383" y="1838"/>
                  </a:lnTo>
                  <a:lnTo>
                    <a:pt x="4194" y="1556"/>
                  </a:lnTo>
                  <a:lnTo>
                    <a:pt x="4006" y="1226"/>
                  </a:lnTo>
                  <a:lnTo>
                    <a:pt x="3864" y="943"/>
                  </a:lnTo>
                  <a:lnTo>
                    <a:pt x="3770" y="472"/>
                  </a:lnTo>
                  <a:lnTo>
                    <a:pt x="3770" y="48"/>
                  </a:lnTo>
                  <a:lnTo>
                    <a:pt x="339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21"/>
            <p:cNvSpPr/>
            <p:nvPr/>
          </p:nvSpPr>
          <p:spPr>
            <a:xfrm>
              <a:off x="1761350" y="2714925"/>
              <a:ext cx="286275" cy="285125"/>
            </a:xfrm>
            <a:custGeom>
              <a:rect b="b" l="l" r="r" t="t"/>
              <a:pathLst>
                <a:path extrusionOk="0" h="11405" w="11451">
                  <a:moveTo>
                    <a:pt x="6173" y="1650"/>
                  </a:moveTo>
                  <a:lnTo>
                    <a:pt x="6692" y="1744"/>
                  </a:lnTo>
                  <a:lnTo>
                    <a:pt x="7210" y="1933"/>
                  </a:lnTo>
                  <a:lnTo>
                    <a:pt x="7681" y="2121"/>
                  </a:lnTo>
                  <a:lnTo>
                    <a:pt x="8152" y="2451"/>
                  </a:lnTo>
                  <a:lnTo>
                    <a:pt x="8624" y="2828"/>
                  </a:lnTo>
                  <a:lnTo>
                    <a:pt x="9001" y="3299"/>
                  </a:lnTo>
                  <a:lnTo>
                    <a:pt x="9283" y="3770"/>
                  </a:lnTo>
                  <a:lnTo>
                    <a:pt x="9519" y="4289"/>
                  </a:lnTo>
                  <a:lnTo>
                    <a:pt x="9707" y="4807"/>
                  </a:lnTo>
                  <a:lnTo>
                    <a:pt x="9707" y="4901"/>
                  </a:lnTo>
                  <a:lnTo>
                    <a:pt x="9755" y="5373"/>
                  </a:lnTo>
                  <a:lnTo>
                    <a:pt x="9802" y="5891"/>
                  </a:lnTo>
                  <a:lnTo>
                    <a:pt x="9755" y="6362"/>
                  </a:lnTo>
                  <a:lnTo>
                    <a:pt x="9613" y="6833"/>
                  </a:lnTo>
                  <a:lnTo>
                    <a:pt x="9472" y="7305"/>
                  </a:lnTo>
                  <a:lnTo>
                    <a:pt x="9236" y="7729"/>
                  </a:lnTo>
                  <a:lnTo>
                    <a:pt x="8953" y="8153"/>
                  </a:lnTo>
                  <a:lnTo>
                    <a:pt x="8624" y="8577"/>
                  </a:lnTo>
                  <a:lnTo>
                    <a:pt x="8200" y="8907"/>
                  </a:lnTo>
                  <a:lnTo>
                    <a:pt x="7775" y="9190"/>
                  </a:lnTo>
                  <a:lnTo>
                    <a:pt x="7351" y="9425"/>
                  </a:lnTo>
                  <a:lnTo>
                    <a:pt x="6880" y="9567"/>
                  </a:lnTo>
                  <a:lnTo>
                    <a:pt x="6409" y="9708"/>
                  </a:lnTo>
                  <a:lnTo>
                    <a:pt x="5938" y="9755"/>
                  </a:lnTo>
                  <a:lnTo>
                    <a:pt x="5419" y="9755"/>
                  </a:lnTo>
                  <a:lnTo>
                    <a:pt x="4948" y="9661"/>
                  </a:lnTo>
                  <a:lnTo>
                    <a:pt x="4854" y="9661"/>
                  </a:lnTo>
                  <a:lnTo>
                    <a:pt x="4335" y="9519"/>
                  </a:lnTo>
                  <a:lnTo>
                    <a:pt x="3817" y="9237"/>
                  </a:lnTo>
                  <a:lnTo>
                    <a:pt x="3299" y="8954"/>
                  </a:lnTo>
                  <a:lnTo>
                    <a:pt x="2875" y="8577"/>
                  </a:lnTo>
                  <a:lnTo>
                    <a:pt x="2498" y="8106"/>
                  </a:lnTo>
                  <a:lnTo>
                    <a:pt x="2168" y="7635"/>
                  </a:lnTo>
                  <a:lnTo>
                    <a:pt x="1932" y="7116"/>
                  </a:lnTo>
                  <a:lnTo>
                    <a:pt x="1791" y="6551"/>
                  </a:lnTo>
                  <a:lnTo>
                    <a:pt x="1791" y="6504"/>
                  </a:lnTo>
                  <a:lnTo>
                    <a:pt x="1697" y="6079"/>
                  </a:lnTo>
                  <a:lnTo>
                    <a:pt x="1697" y="5703"/>
                  </a:lnTo>
                  <a:lnTo>
                    <a:pt x="1697" y="5278"/>
                  </a:lnTo>
                  <a:lnTo>
                    <a:pt x="1791" y="4901"/>
                  </a:lnTo>
                  <a:lnTo>
                    <a:pt x="1791" y="4807"/>
                  </a:lnTo>
                  <a:lnTo>
                    <a:pt x="1932" y="4289"/>
                  </a:lnTo>
                  <a:lnTo>
                    <a:pt x="2168" y="3770"/>
                  </a:lnTo>
                  <a:lnTo>
                    <a:pt x="2451" y="3299"/>
                  </a:lnTo>
                  <a:lnTo>
                    <a:pt x="2828" y="2875"/>
                  </a:lnTo>
                  <a:lnTo>
                    <a:pt x="3205" y="2545"/>
                  </a:lnTo>
                  <a:lnTo>
                    <a:pt x="3629" y="2215"/>
                  </a:lnTo>
                  <a:lnTo>
                    <a:pt x="4100" y="1980"/>
                  </a:lnTo>
                  <a:lnTo>
                    <a:pt x="4618" y="1838"/>
                  </a:lnTo>
                  <a:lnTo>
                    <a:pt x="5137" y="1697"/>
                  </a:lnTo>
                  <a:lnTo>
                    <a:pt x="5655" y="1650"/>
                  </a:lnTo>
                  <a:close/>
                  <a:moveTo>
                    <a:pt x="5137" y="1"/>
                  </a:moveTo>
                  <a:lnTo>
                    <a:pt x="4524" y="95"/>
                  </a:lnTo>
                  <a:lnTo>
                    <a:pt x="4430" y="142"/>
                  </a:lnTo>
                  <a:lnTo>
                    <a:pt x="4335" y="189"/>
                  </a:lnTo>
                  <a:lnTo>
                    <a:pt x="4288" y="283"/>
                  </a:lnTo>
                  <a:lnTo>
                    <a:pt x="4241" y="378"/>
                  </a:lnTo>
                  <a:lnTo>
                    <a:pt x="4194" y="943"/>
                  </a:lnTo>
                  <a:lnTo>
                    <a:pt x="4147" y="990"/>
                  </a:lnTo>
                  <a:lnTo>
                    <a:pt x="4100" y="1037"/>
                  </a:lnTo>
                  <a:lnTo>
                    <a:pt x="3629" y="1226"/>
                  </a:lnTo>
                  <a:lnTo>
                    <a:pt x="3534" y="1273"/>
                  </a:lnTo>
                  <a:lnTo>
                    <a:pt x="3487" y="1226"/>
                  </a:lnTo>
                  <a:lnTo>
                    <a:pt x="3016" y="896"/>
                  </a:lnTo>
                  <a:lnTo>
                    <a:pt x="2922" y="849"/>
                  </a:lnTo>
                  <a:lnTo>
                    <a:pt x="2733" y="849"/>
                  </a:lnTo>
                  <a:lnTo>
                    <a:pt x="2639" y="896"/>
                  </a:lnTo>
                  <a:lnTo>
                    <a:pt x="2168" y="1273"/>
                  </a:lnTo>
                  <a:lnTo>
                    <a:pt x="1697" y="1650"/>
                  </a:lnTo>
                  <a:lnTo>
                    <a:pt x="1320" y="2074"/>
                  </a:lnTo>
                  <a:lnTo>
                    <a:pt x="990" y="2498"/>
                  </a:lnTo>
                  <a:lnTo>
                    <a:pt x="943" y="2640"/>
                  </a:lnTo>
                  <a:lnTo>
                    <a:pt x="896" y="2781"/>
                  </a:lnTo>
                  <a:lnTo>
                    <a:pt x="943" y="2922"/>
                  </a:lnTo>
                  <a:lnTo>
                    <a:pt x="990" y="3064"/>
                  </a:lnTo>
                  <a:lnTo>
                    <a:pt x="1273" y="3441"/>
                  </a:lnTo>
                  <a:lnTo>
                    <a:pt x="1273" y="3488"/>
                  </a:lnTo>
                  <a:lnTo>
                    <a:pt x="1273" y="3582"/>
                  </a:lnTo>
                  <a:lnTo>
                    <a:pt x="1084" y="4053"/>
                  </a:lnTo>
                  <a:lnTo>
                    <a:pt x="1037" y="4100"/>
                  </a:lnTo>
                  <a:lnTo>
                    <a:pt x="990" y="4147"/>
                  </a:lnTo>
                  <a:lnTo>
                    <a:pt x="424" y="4242"/>
                  </a:lnTo>
                  <a:lnTo>
                    <a:pt x="330" y="4289"/>
                  </a:lnTo>
                  <a:lnTo>
                    <a:pt x="236" y="4336"/>
                  </a:lnTo>
                  <a:lnTo>
                    <a:pt x="189" y="4430"/>
                  </a:lnTo>
                  <a:lnTo>
                    <a:pt x="142" y="4524"/>
                  </a:lnTo>
                  <a:lnTo>
                    <a:pt x="47" y="5090"/>
                  </a:lnTo>
                  <a:lnTo>
                    <a:pt x="0" y="5703"/>
                  </a:lnTo>
                  <a:lnTo>
                    <a:pt x="47" y="6268"/>
                  </a:lnTo>
                  <a:lnTo>
                    <a:pt x="142" y="6786"/>
                  </a:lnTo>
                  <a:lnTo>
                    <a:pt x="189" y="6928"/>
                  </a:lnTo>
                  <a:lnTo>
                    <a:pt x="283" y="7069"/>
                  </a:lnTo>
                  <a:lnTo>
                    <a:pt x="377" y="7163"/>
                  </a:lnTo>
                  <a:lnTo>
                    <a:pt x="519" y="7210"/>
                  </a:lnTo>
                  <a:lnTo>
                    <a:pt x="990" y="7258"/>
                  </a:lnTo>
                  <a:lnTo>
                    <a:pt x="1037" y="7305"/>
                  </a:lnTo>
                  <a:lnTo>
                    <a:pt x="1084" y="7352"/>
                  </a:lnTo>
                  <a:lnTo>
                    <a:pt x="1273" y="7823"/>
                  </a:lnTo>
                  <a:lnTo>
                    <a:pt x="1320" y="7870"/>
                  </a:lnTo>
                  <a:lnTo>
                    <a:pt x="1273" y="7964"/>
                  </a:lnTo>
                  <a:lnTo>
                    <a:pt x="990" y="8341"/>
                  </a:lnTo>
                  <a:lnTo>
                    <a:pt x="943" y="8483"/>
                  </a:lnTo>
                  <a:lnTo>
                    <a:pt x="896" y="8624"/>
                  </a:lnTo>
                  <a:lnTo>
                    <a:pt x="943" y="8765"/>
                  </a:lnTo>
                  <a:lnTo>
                    <a:pt x="990" y="8907"/>
                  </a:lnTo>
                  <a:lnTo>
                    <a:pt x="1320" y="9331"/>
                  </a:lnTo>
                  <a:lnTo>
                    <a:pt x="1744" y="9802"/>
                  </a:lnTo>
                  <a:lnTo>
                    <a:pt x="2168" y="10179"/>
                  </a:lnTo>
                  <a:lnTo>
                    <a:pt x="2639" y="10509"/>
                  </a:lnTo>
                  <a:lnTo>
                    <a:pt x="2733" y="10556"/>
                  </a:lnTo>
                  <a:lnTo>
                    <a:pt x="2922" y="10556"/>
                  </a:lnTo>
                  <a:lnTo>
                    <a:pt x="3016" y="10509"/>
                  </a:lnTo>
                  <a:lnTo>
                    <a:pt x="3487" y="10179"/>
                  </a:lnTo>
                  <a:lnTo>
                    <a:pt x="3534" y="10132"/>
                  </a:lnTo>
                  <a:lnTo>
                    <a:pt x="3629" y="10132"/>
                  </a:lnTo>
                  <a:lnTo>
                    <a:pt x="4100" y="10368"/>
                  </a:lnTo>
                  <a:lnTo>
                    <a:pt x="4147" y="10415"/>
                  </a:lnTo>
                  <a:lnTo>
                    <a:pt x="4194" y="10462"/>
                  </a:lnTo>
                  <a:lnTo>
                    <a:pt x="4288" y="10933"/>
                  </a:lnTo>
                  <a:lnTo>
                    <a:pt x="4288" y="11074"/>
                  </a:lnTo>
                  <a:lnTo>
                    <a:pt x="4383" y="11169"/>
                  </a:lnTo>
                  <a:lnTo>
                    <a:pt x="4524" y="11263"/>
                  </a:lnTo>
                  <a:lnTo>
                    <a:pt x="4665" y="11310"/>
                  </a:lnTo>
                  <a:lnTo>
                    <a:pt x="5184" y="11404"/>
                  </a:lnTo>
                  <a:lnTo>
                    <a:pt x="6315" y="11404"/>
                  </a:lnTo>
                  <a:lnTo>
                    <a:pt x="6833" y="11310"/>
                  </a:lnTo>
                  <a:lnTo>
                    <a:pt x="6974" y="11263"/>
                  </a:lnTo>
                  <a:lnTo>
                    <a:pt x="7116" y="11169"/>
                  </a:lnTo>
                  <a:lnTo>
                    <a:pt x="7210" y="11074"/>
                  </a:lnTo>
                  <a:lnTo>
                    <a:pt x="7210" y="10933"/>
                  </a:lnTo>
                  <a:lnTo>
                    <a:pt x="7304" y="10462"/>
                  </a:lnTo>
                  <a:lnTo>
                    <a:pt x="7351" y="10368"/>
                  </a:lnTo>
                  <a:lnTo>
                    <a:pt x="7398" y="10368"/>
                  </a:lnTo>
                  <a:lnTo>
                    <a:pt x="7870" y="10132"/>
                  </a:lnTo>
                  <a:lnTo>
                    <a:pt x="7917" y="10132"/>
                  </a:lnTo>
                  <a:lnTo>
                    <a:pt x="8011" y="10179"/>
                  </a:lnTo>
                  <a:lnTo>
                    <a:pt x="8482" y="10509"/>
                  </a:lnTo>
                  <a:lnTo>
                    <a:pt x="8576" y="10556"/>
                  </a:lnTo>
                  <a:lnTo>
                    <a:pt x="8765" y="10556"/>
                  </a:lnTo>
                  <a:lnTo>
                    <a:pt x="8859" y="10509"/>
                  </a:lnTo>
                  <a:lnTo>
                    <a:pt x="9330" y="10132"/>
                  </a:lnTo>
                  <a:lnTo>
                    <a:pt x="9802" y="9755"/>
                  </a:lnTo>
                  <a:lnTo>
                    <a:pt x="10179" y="9331"/>
                  </a:lnTo>
                  <a:lnTo>
                    <a:pt x="10509" y="8907"/>
                  </a:lnTo>
                  <a:lnTo>
                    <a:pt x="10556" y="8765"/>
                  </a:lnTo>
                  <a:lnTo>
                    <a:pt x="10603" y="8624"/>
                  </a:lnTo>
                  <a:lnTo>
                    <a:pt x="10556" y="8483"/>
                  </a:lnTo>
                  <a:lnTo>
                    <a:pt x="10509" y="8341"/>
                  </a:lnTo>
                  <a:lnTo>
                    <a:pt x="10226" y="7964"/>
                  </a:lnTo>
                  <a:lnTo>
                    <a:pt x="10179" y="7870"/>
                  </a:lnTo>
                  <a:lnTo>
                    <a:pt x="10179" y="7823"/>
                  </a:lnTo>
                  <a:lnTo>
                    <a:pt x="10414" y="7352"/>
                  </a:lnTo>
                  <a:lnTo>
                    <a:pt x="10414" y="7305"/>
                  </a:lnTo>
                  <a:lnTo>
                    <a:pt x="10509" y="7258"/>
                  </a:lnTo>
                  <a:lnTo>
                    <a:pt x="11074" y="7163"/>
                  </a:lnTo>
                  <a:lnTo>
                    <a:pt x="11168" y="7116"/>
                  </a:lnTo>
                  <a:lnTo>
                    <a:pt x="11262" y="7069"/>
                  </a:lnTo>
                  <a:lnTo>
                    <a:pt x="11310" y="6975"/>
                  </a:lnTo>
                  <a:lnTo>
                    <a:pt x="11357" y="6881"/>
                  </a:lnTo>
                  <a:lnTo>
                    <a:pt x="11404" y="6315"/>
                  </a:lnTo>
                  <a:lnTo>
                    <a:pt x="11451" y="5750"/>
                  </a:lnTo>
                  <a:lnTo>
                    <a:pt x="11451" y="5137"/>
                  </a:lnTo>
                  <a:lnTo>
                    <a:pt x="11357" y="4572"/>
                  </a:lnTo>
                  <a:lnTo>
                    <a:pt x="11310" y="4430"/>
                  </a:lnTo>
                  <a:lnTo>
                    <a:pt x="11215" y="4336"/>
                  </a:lnTo>
                  <a:lnTo>
                    <a:pt x="11121" y="4242"/>
                  </a:lnTo>
                  <a:lnTo>
                    <a:pt x="10980" y="4195"/>
                  </a:lnTo>
                  <a:lnTo>
                    <a:pt x="10509" y="4147"/>
                  </a:lnTo>
                  <a:lnTo>
                    <a:pt x="10414" y="4100"/>
                  </a:lnTo>
                  <a:lnTo>
                    <a:pt x="10367" y="4053"/>
                  </a:lnTo>
                  <a:lnTo>
                    <a:pt x="10179" y="3582"/>
                  </a:lnTo>
                  <a:lnTo>
                    <a:pt x="10179" y="3488"/>
                  </a:lnTo>
                  <a:lnTo>
                    <a:pt x="10226" y="3441"/>
                  </a:lnTo>
                  <a:lnTo>
                    <a:pt x="10461" y="3017"/>
                  </a:lnTo>
                  <a:lnTo>
                    <a:pt x="10556" y="2922"/>
                  </a:lnTo>
                  <a:lnTo>
                    <a:pt x="10556" y="2781"/>
                  </a:lnTo>
                  <a:lnTo>
                    <a:pt x="10556" y="2640"/>
                  </a:lnTo>
                  <a:lnTo>
                    <a:pt x="10461" y="2498"/>
                  </a:lnTo>
                  <a:lnTo>
                    <a:pt x="10132" y="2074"/>
                  </a:lnTo>
                  <a:lnTo>
                    <a:pt x="9802" y="1650"/>
                  </a:lnTo>
                  <a:lnTo>
                    <a:pt x="9330" y="1226"/>
                  </a:lnTo>
                  <a:lnTo>
                    <a:pt x="8859" y="896"/>
                  </a:lnTo>
                  <a:lnTo>
                    <a:pt x="8765" y="849"/>
                  </a:lnTo>
                  <a:lnTo>
                    <a:pt x="8624" y="802"/>
                  </a:lnTo>
                  <a:lnTo>
                    <a:pt x="8529" y="849"/>
                  </a:lnTo>
                  <a:lnTo>
                    <a:pt x="8435" y="896"/>
                  </a:lnTo>
                  <a:lnTo>
                    <a:pt x="8011" y="1226"/>
                  </a:lnTo>
                  <a:lnTo>
                    <a:pt x="7870" y="1226"/>
                  </a:lnTo>
                  <a:lnTo>
                    <a:pt x="7398" y="1037"/>
                  </a:lnTo>
                  <a:lnTo>
                    <a:pt x="7304" y="990"/>
                  </a:lnTo>
                  <a:lnTo>
                    <a:pt x="7304" y="943"/>
                  </a:lnTo>
                  <a:lnTo>
                    <a:pt x="7210" y="378"/>
                  </a:lnTo>
                  <a:lnTo>
                    <a:pt x="7163" y="283"/>
                  </a:lnTo>
                  <a:lnTo>
                    <a:pt x="7116" y="189"/>
                  </a:lnTo>
                  <a:lnTo>
                    <a:pt x="7021" y="142"/>
                  </a:lnTo>
                  <a:lnTo>
                    <a:pt x="6927" y="95"/>
                  </a:lnTo>
                  <a:lnTo>
                    <a:pt x="631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6" name="Google Shape;1746;p21"/>
          <p:cNvGrpSpPr/>
          <p:nvPr/>
        </p:nvGrpSpPr>
        <p:grpSpPr>
          <a:xfrm>
            <a:off x="3285550" y="2638725"/>
            <a:ext cx="286300" cy="285125"/>
            <a:chOff x="2523550" y="2714925"/>
            <a:chExt cx="286300" cy="285125"/>
          </a:xfrm>
        </p:grpSpPr>
        <p:sp>
          <p:nvSpPr>
            <p:cNvPr id="1747" name="Google Shape;1747;p21"/>
            <p:cNvSpPr/>
            <p:nvPr/>
          </p:nvSpPr>
          <p:spPr>
            <a:xfrm>
              <a:off x="2580100" y="2904600"/>
              <a:ext cx="37725" cy="95450"/>
            </a:xfrm>
            <a:custGeom>
              <a:rect b="b" l="l" r="r" t="t"/>
              <a:pathLst>
                <a:path extrusionOk="0" h="3818" w="1509">
                  <a:moveTo>
                    <a:pt x="0" y="0"/>
                  </a:moveTo>
                  <a:lnTo>
                    <a:pt x="0" y="3723"/>
                  </a:lnTo>
                  <a:lnTo>
                    <a:pt x="47" y="3817"/>
                  </a:lnTo>
                  <a:lnTo>
                    <a:pt x="754" y="3817"/>
                  </a:lnTo>
                  <a:lnTo>
                    <a:pt x="943" y="3770"/>
                  </a:lnTo>
                  <a:lnTo>
                    <a:pt x="1084" y="3676"/>
                  </a:lnTo>
                  <a:lnTo>
                    <a:pt x="1225" y="3535"/>
                  </a:lnTo>
                  <a:lnTo>
                    <a:pt x="1367" y="3393"/>
                  </a:lnTo>
                  <a:lnTo>
                    <a:pt x="1461" y="3252"/>
                  </a:lnTo>
                  <a:lnTo>
                    <a:pt x="1508" y="3063"/>
                  </a:lnTo>
                  <a:lnTo>
                    <a:pt x="1508" y="2828"/>
                  </a:lnTo>
                  <a:lnTo>
                    <a:pt x="15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21"/>
            <p:cNvSpPr/>
            <p:nvPr/>
          </p:nvSpPr>
          <p:spPr>
            <a:xfrm>
              <a:off x="2611900" y="2799750"/>
              <a:ext cx="24775" cy="88375"/>
            </a:xfrm>
            <a:custGeom>
              <a:rect b="b" l="l" r="r" t="t"/>
              <a:pathLst>
                <a:path extrusionOk="0" h="3535" w="991">
                  <a:moveTo>
                    <a:pt x="1" y="1"/>
                  </a:moveTo>
                  <a:lnTo>
                    <a:pt x="1" y="3535"/>
                  </a:lnTo>
                  <a:lnTo>
                    <a:pt x="990" y="3535"/>
                  </a:lnTo>
                  <a:lnTo>
                    <a:pt x="99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21"/>
            <p:cNvSpPr/>
            <p:nvPr/>
          </p:nvSpPr>
          <p:spPr>
            <a:xfrm>
              <a:off x="2564775" y="2799750"/>
              <a:ext cx="30650" cy="88375"/>
            </a:xfrm>
            <a:custGeom>
              <a:rect b="b" l="l" r="r" t="t"/>
              <a:pathLst>
                <a:path extrusionOk="0" h="3535" w="1226">
                  <a:moveTo>
                    <a:pt x="142" y="1"/>
                  </a:moveTo>
                  <a:lnTo>
                    <a:pt x="48" y="48"/>
                  </a:lnTo>
                  <a:lnTo>
                    <a:pt x="1" y="142"/>
                  </a:lnTo>
                  <a:lnTo>
                    <a:pt x="1" y="236"/>
                  </a:lnTo>
                  <a:lnTo>
                    <a:pt x="1" y="3299"/>
                  </a:lnTo>
                  <a:lnTo>
                    <a:pt x="1" y="3393"/>
                  </a:lnTo>
                  <a:lnTo>
                    <a:pt x="48" y="3488"/>
                  </a:lnTo>
                  <a:lnTo>
                    <a:pt x="142" y="3535"/>
                  </a:lnTo>
                  <a:lnTo>
                    <a:pt x="1226" y="3535"/>
                  </a:lnTo>
                  <a:lnTo>
                    <a:pt x="12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21"/>
            <p:cNvSpPr/>
            <p:nvPr/>
          </p:nvSpPr>
          <p:spPr>
            <a:xfrm>
              <a:off x="2523550" y="2811525"/>
              <a:ext cx="24750" cy="64825"/>
            </a:xfrm>
            <a:custGeom>
              <a:rect b="b" l="l" r="r" t="t"/>
              <a:pathLst>
                <a:path extrusionOk="0" h="2593" w="990">
                  <a:moveTo>
                    <a:pt x="236" y="1"/>
                  </a:moveTo>
                  <a:lnTo>
                    <a:pt x="142" y="95"/>
                  </a:lnTo>
                  <a:lnTo>
                    <a:pt x="48" y="236"/>
                  </a:lnTo>
                  <a:lnTo>
                    <a:pt x="0" y="378"/>
                  </a:lnTo>
                  <a:lnTo>
                    <a:pt x="0" y="2215"/>
                  </a:lnTo>
                  <a:lnTo>
                    <a:pt x="48" y="2357"/>
                  </a:lnTo>
                  <a:lnTo>
                    <a:pt x="142" y="2498"/>
                  </a:lnTo>
                  <a:lnTo>
                    <a:pt x="236" y="2592"/>
                  </a:lnTo>
                  <a:lnTo>
                    <a:pt x="990" y="2592"/>
                  </a:lnTo>
                  <a:lnTo>
                    <a:pt x="99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21"/>
            <p:cNvSpPr/>
            <p:nvPr/>
          </p:nvSpPr>
          <p:spPr>
            <a:xfrm>
              <a:off x="2634275" y="2922275"/>
              <a:ext cx="18875" cy="16500"/>
            </a:xfrm>
            <a:custGeom>
              <a:rect b="b" l="l" r="r" t="t"/>
              <a:pathLst>
                <a:path extrusionOk="0" h="660" w="755">
                  <a:moveTo>
                    <a:pt x="1" y="0"/>
                  </a:moveTo>
                  <a:lnTo>
                    <a:pt x="1" y="660"/>
                  </a:lnTo>
                  <a:lnTo>
                    <a:pt x="425" y="660"/>
                  </a:lnTo>
                  <a:lnTo>
                    <a:pt x="566" y="613"/>
                  </a:lnTo>
                  <a:lnTo>
                    <a:pt x="661" y="566"/>
                  </a:lnTo>
                  <a:lnTo>
                    <a:pt x="755" y="424"/>
                  </a:lnTo>
                  <a:lnTo>
                    <a:pt x="755" y="330"/>
                  </a:lnTo>
                  <a:lnTo>
                    <a:pt x="755" y="189"/>
                  </a:lnTo>
                  <a:lnTo>
                    <a:pt x="661" y="94"/>
                  </a:lnTo>
                  <a:lnTo>
                    <a:pt x="566" y="47"/>
                  </a:lnTo>
                  <a:lnTo>
                    <a:pt x="42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21"/>
            <p:cNvSpPr/>
            <p:nvPr/>
          </p:nvSpPr>
          <p:spPr>
            <a:xfrm>
              <a:off x="2654300" y="2714925"/>
              <a:ext cx="87225" cy="253300"/>
            </a:xfrm>
            <a:custGeom>
              <a:rect b="b" l="l" r="r" t="t"/>
              <a:pathLst>
                <a:path extrusionOk="0" h="10132" w="3489">
                  <a:moveTo>
                    <a:pt x="3017" y="1"/>
                  </a:moveTo>
                  <a:lnTo>
                    <a:pt x="2923" y="95"/>
                  </a:lnTo>
                  <a:lnTo>
                    <a:pt x="2828" y="189"/>
                  </a:lnTo>
                  <a:lnTo>
                    <a:pt x="2828" y="331"/>
                  </a:lnTo>
                  <a:lnTo>
                    <a:pt x="2828" y="1085"/>
                  </a:lnTo>
                  <a:lnTo>
                    <a:pt x="2828" y="1132"/>
                  </a:lnTo>
                  <a:lnTo>
                    <a:pt x="2781" y="1179"/>
                  </a:lnTo>
                  <a:lnTo>
                    <a:pt x="1" y="2969"/>
                  </a:lnTo>
                  <a:lnTo>
                    <a:pt x="1" y="7258"/>
                  </a:lnTo>
                  <a:lnTo>
                    <a:pt x="2781" y="8907"/>
                  </a:lnTo>
                  <a:lnTo>
                    <a:pt x="2781" y="8954"/>
                  </a:lnTo>
                  <a:lnTo>
                    <a:pt x="2828" y="9001"/>
                  </a:lnTo>
                  <a:lnTo>
                    <a:pt x="2828" y="9755"/>
                  </a:lnTo>
                  <a:lnTo>
                    <a:pt x="2875" y="9943"/>
                  </a:lnTo>
                  <a:lnTo>
                    <a:pt x="2923" y="10038"/>
                  </a:lnTo>
                  <a:lnTo>
                    <a:pt x="3017" y="10085"/>
                  </a:lnTo>
                  <a:lnTo>
                    <a:pt x="3158" y="10132"/>
                  </a:lnTo>
                  <a:lnTo>
                    <a:pt x="3252" y="10085"/>
                  </a:lnTo>
                  <a:lnTo>
                    <a:pt x="3394" y="10038"/>
                  </a:lnTo>
                  <a:lnTo>
                    <a:pt x="3441" y="9943"/>
                  </a:lnTo>
                  <a:lnTo>
                    <a:pt x="3488" y="9802"/>
                  </a:lnTo>
                  <a:lnTo>
                    <a:pt x="3488" y="331"/>
                  </a:lnTo>
                  <a:lnTo>
                    <a:pt x="3441" y="189"/>
                  </a:lnTo>
                  <a:lnTo>
                    <a:pt x="3394" y="95"/>
                  </a:lnTo>
                  <a:lnTo>
                    <a:pt x="325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21"/>
            <p:cNvSpPr/>
            <p:nvPr/>
          </p:nvSpPr>
          <p:spPr>
            <a:xfrm>
              <a:off x="2756800" y="2777375"/>
              <a:ext cx="41250" cy="28300"/>
            </a:xfrm>
            <a:custGeom>
              <a:rect b="b" l="l" r="r" t="t"/>
              <a:pathLst>
                <a:path extrusionOk="0" h="1132" w="1650">
                  <a:moveTo>
                    <a:pt x="1320" y="0"/>
                  </a:moveTo>
                  <a:lnTo>
                    <a:pt x="1179" y="47"/>
                  </a:lnTo>
                  <a:lnTo>
                    <a:pt x="189" y="519"/>
                  </a:lnTo>
                  <a:lnTo>
                    <a:pt x="95" y="566"/>
                  </a:lnTo>
                  <a:lnTo>
                    <a:pt x="1" y="660"/>
                  </a:lnTo>
                  <a:lnTo>
                    <a:pt x="1" y="754"/>
                  </a:lnTo>
                  <a:lnTo>
                    <a:pt x="1" y="896"/>
                  </a:lnTo>
                  <a:lnTo>
                    <a:pt x="48" y="990"/>
                  </a:lnTo>
                  <a:lnTo>
                    <a:pt x="95" y="1037"/>
                  </a:lnTo>
                  <a:lnTo>
                    <a:pt x="189" y="1131"/>
                  </a:lnTo>
                  <a:lnTo>
                    <a:pt x="330" y="1131"/>
                  </a:lnTo>
                  <a:lnTo>
                    <a:pt x="472" y="1084"/>
                  </a:lnTo>
                  <a:lnTo>
                    <a:pt x="1461" y="613"/>
                  </a:lnTo>
                  <a:lnTo>
                    <a:pt x="1603" y="566"/>
                  </a:lnTo>
                  <a:lnTo>
                    <a:pt x="1650" y="424"/>
                  </a:lnTo>
                  <a:lnTo>
                    <a:pt x="1650" y="330"/>
                  </a:lnTo>
                  <a:lnTo>
                    <a:pt x="1650" y="189"/>
                  </a:lnTo>
                  <a:lnTo>
                    <a:pt x="1556" y="94"/>
                  </a:lnTo>
                  <a:lnTo>
                    <a:pt x="146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21"/>
            <p:cNvSpPr/>
            <p:nvPr/>
          </p:nvSpPr>
          <p:spPr>
            <a:xfrm>
              <a:off x="2765050" y="2832725"/>
              <a:ext cx="44800" cy="16525"/>
            </a:xfrm>
            <a:custGeom>
              <a:rect b="b" l="l" r="r" t="t"/>
              <a:pathLst>
                <a:path extrusionOk="0" h="661" w="1792">
                  <a:moveTo>
                    <a:pt x="330" y="1"/>
                  </a:moveTo>
                  <a:lnTo>
                    <a:pt x="189" y="48"/>
                  </a:lnTo>
                  <a:lnTo>
                    <a:pt x="95" y="95"/>
                  </a:lnTo>
                  <a:lnTo>
                    <a:pt x="0" y="237"/>
                  </a:lnTo>
                  <a:lnTo>
                    <a:pt x="0" y="331"/>
                  </a:lnTo>
                  <a:lnTo>
                    <a:pt x="0" y="472"/>
                  </a:lnTo>
                  <a:lnTo>
                    <a:pt x="95" y="566"/>
                  </a:lnTo>
                  <a:lnTo>
                    <a:pt x="189" y="661"/>
                  </a:lnTo>
                  <a:lnTo>
                    <a:pt x="1603" y="661"/>
                  </a:lnTo>
                  <a:lnTo>
                    <a:pt x="1697" y="566"/>
                  </a:lnTo>
                  <a:lnTo>
                    <a:pt x="1744" y="472"/>
                  </a:lnTo>
                  <a:lnTo>
                    <a:pt x="1791" y="331"/>
                  </a:lnTo>
                  <a:lnTo>
                    <a:pt x="1744" y="237"/>
                  </a:lnTo>
                  <a:lnTo>
                    <a:pt x="1697" y="95"/>
                  </a:lnTo>
                  <a:lnTo>
                    <a:pt x="1603" y="48"/>
                  </a:lnTo>
                  <a:lnTo>
                    <a:pt x="146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21"/>
            <p:cNvSpPr/>
            <p:nvPr/>
          </p:nvSpPr>
          <p:spPr>
            <a:xfrm>
              <a:off x="2755625" y="2876325"/>
              <a:ext cx="42425" cy="28300"/>
            </a:xfrm>
            <a:custGeom>
              <a:rect b="b" l="l" r="r" t="t"/>
              <a:pathLst>
                <a:path extrusionOk="0" h="1132" w="1697">
                  <a:moveTo>
                    <a:pt x="377" y="0"/>
                  </a:moveTo>
                  <a:lnTo>
                    <a:pt x="236" y="48"/>
                  </a:lnTo>
                  <a:lnTo>
                    <a:pt x="142" y="95"/>
                  </a:lnTo>
                  <a:lnTo>
                    <a:pt x="48" y="189"/>
                  </a:lnTo>
                  <a:lnTo>
                    <a:pt x="0" y="330"/>
                  </a:lnTo>
                  <a:lnTo>
                    <a:pt x="48" y="472"/>
                  </a:lnTo>
                  <a:lnTo>
                    <a:pt x="95" y="566"/>
                  </a:lnTo>
                  <a:lnTo>
                    <a:pt x="189" y="660"/>
                  </a:lnTo>
                  <a:lnTo>
                    <a:pt x="1226" y="1131"/>
                  </a:lnTo>
                  <a:lnTo>
                    <a:pt x="1461" y="1131"/>
                  </a:lnTo>
                  <a:lnTo>
                    <a:pt x="1603" y="1037"/>
                  </a:lnTo>
                  <a:lnTo>
                    <a:pt x="1650" y="943"/>
                  </a:lnTo>
                  <a:lnTo>
                    <a:pt x="1697" y="802"/>
                  </a:lnTo>
                  <a:lnTo>
                    <a:pt x="1697" y="707"/>
                  </a:lnTo>
                  <a:lnTo>
                    <a:pt x="1603" y="566"/>
                  </a:lnTo>
                  <a:lnTo>
                    <a:pt x="1508" y="519"/>
                  </a:lnTo>
                  <a:lnTo>
                    <a:pt x="472" y="48"/>
                  </a:lnTo>
                  <a:lnTo>
                    <a:pt x="37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6" name="Google Shape;1756;p21"/>
          <p:cNvGrpSpPr/>
          <p:nvPr/>
        </p:nvGrpSpPr>
        <p:grpSpPr>
          <a:xfrm>
            <a:off x="4047750" y="2638725"/>
            <a:ext cx="286300" cy="285125"/>
            <a:chOff x="3285750" y="2714925"/>
            <a:chExt cx="286300" cy="285125"/>
          </a:xfrm>
        </p:grpSpPr>
        <p:sp>
          <p:nvSpPr>
            <p:cNvPr id="1757" name="Google Shape;1757;p21"/>
            <p:cNvSpPr/>
            <p:nvPr/>
          </p:nvSpPr>
          <p:spPr>
            <a:xfrm>
              <a:off x="3467175" y="2737325"/>
              <a:ext cx="104875" cy="228550"/>
            </a:xfrm>
            <a:custGeom>
              <a:rect b="b" l="l" r="r" t="t"/>
              <a:pathLst>
                <a:path extrusionOk="0" h="9142" w="4195">
                  <a:moveTo>
                    <a:pt x="1980" y="0"/>
                  </a:moveTo>
                  <a:lnTo>
                    <a:pt x="1932" y="47"/>
                  </a:lnTo>
                  <a:lnTo>
                    <a:pt x="95" y="1744"/>
                  </a:lnTo>
                  <a:lnTo>
                    <a:pt x="0" y="1838"/>
                  </a:lnTo>
                  <a:lnTo>
                    <a:pt x="0" y="1932"/>
                  </a:lnTo>
                  <a:lnTo>
                    <a:pt x="0" y="3157"/>
                  </a:lnTo>
                  <a:lnTo>
                    <a:pt x="0" y="3251"/>
                  </a:lnTo>
                  <a:lnTo>
                    <a:pt x="48" y="3299"/>
                  </a:lnTo>
                  <a:lnTo>
                    <a:pt x="142" y="3346"/>
                  </a:lnTo>
                  <a:lnTo>
                    <a:pt x="236" y="3393"/>
                  </a:lnTo>
                  <a:lnTo>
                    <a:pt x="896" y="3393"/>
                  </a:lnTo>
                  <a:lnTo>
                    <a:pt x="896" y="9142"/>
                  </a:lnTo>
                  <a:lnTo>
                    <a:pt x="3299" y="9142"/>
                  </a:lnTo>
                  <a:lnTo>
                    <a:pt x="3299" y="3393"/>
                  </a:lnTo>
                  <a:lnTo>
                    <a:pt x="3959" y="3393"/>
                  </a:lnTo>
                  <a:lnTo>
                    <a:pt x="4053" y="3346"/>
                  </a:lnTo>
                  <a:lnTo>
                    <a:pt x="4100" y="3299"/>
                  </a:lnTo>
                  <a:lnTo>
                    <a:pt x="4147" y="3251"/>
                  </a:lnTo>
                  <a:lnTo>
                    <a:pt x="4194" y="3157"/>
                  </a:lnTo>
                  <a:lnTo>
                    <a:pt x="4194" y="1932"/>
                  </a:lnTo>
                  <a:lnTo>
                    <a:pt x="4147" y="1838"/>
                  </a:lnTo>
                  <a:lnTo>
                    <a:pt x="4100" y="1744"/>
                  </a:lnTo>
                  <a:lnTo>
                    <a:pt x="2262" y="47"/>
                  </a:lnTo>
                  <a:lnTo>
                    <a:pt x="216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21"/>
            <p:cNvSpPr/>
            <p:nvPr/>
          </p:nvSpPr>
          <p:spPr>
            <a:xfrm>
              <a:off x="3404725" y="2859825"/>
              <a:ext cx="60125" cy="106050"/>
            </a:xfrm>
            <a:custGeom>
              <a:rect b="b" l="l" r="r" t="t"/>
              <a:pathLst>
                <a:path extrusionOk="0" h="4242" w="2405">
                  <a:moveTo>
                    <a:pt x="142" y="1"/>
                  </a:moveTo>
                  <a:lnTo>
                    <a:pt x="48" y="48"/>
                  </a:lnTo>
                  <a:lnTo>
                    <a:pt x="1" y="142"/>
                  </a:lnTo>
                  <a:lnTo>
                    <a:pt x="1" y="236"/>
                  </a:lnTo>
                  <a:lnTo>
                    <a:pt x="1" y="4242"/>
                  </a:lnTo>
                  <a:lnTo>
                    <a:pt x="2404" y="4242"/>
                  </a:lnTo>
                  <a:lnTo>
                    <a:pt x="2404" y="236"/>
                  </a:lnTo>
                  <a:lnTo>
                    <a:pt x="2357" y="142"/>
                  </a:lnTo>
                  <a:lnTo>
                    <a:pt x="2310" y="48"/>
                  </a:lnTo>
                  <a:lnTo>
                    <a:pt x="226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21"/>
            <p:cNvSpPr/>
            <p:nvPr/>
          </p:nvSpPr>
          <p:spPr>
            <a:xfrm>
              <a:off x="3285750" y="2714925"/>
              <a:ext cx="286300" cy="285125"/>
            </a:xfrm>
            <a:custGeom>
              <a:rect b="b" l="l" r="r" t="t"/>
              <a:pathLst>
                <a:path extrusionOk="0" h="11405" w="11452">
                  <a:moveTo>
                    <a:pt x="236" y="1"/>
                  </a:moveTo>
                  <a:lnTo>
                    <a:pt x="142" y="48"/>
                  </a:lnTo>
                  <a:lnTo>
                    <a:pt x="48" y="189"/>
                  </a:lnTo>
                  <a:lnTo>
                    <a:pt x="1" y="331"/>
                  </a:lnTo>
                  <a:lnTo>
                    <a:pt x="1" y="11074"/>
                  </a:lnTo>
                  <a:lnTo>
                    <a:pt x="48" y="11216"/>
                  </a:lnTo>
                  <a:lnTo>
                    <a:pt x="95" y="11310"/>
                  </a:lnTo>
                  <a:lnTo>
                    <a:pt x="236" y="11404"/>
                  </a:lnTo>
                  <a:lnTo>
                    <a:pt x="11074" y="11404"/>
                  </a:lnTo>
                  <a:lnTo>
                    <a:pt x="11263" y="11357"/>
                  </a:lnTo>
                  <a:lnTo>
                    <a:pt x="11357" y="11310"/>
                  </a:lnTo>
                  <a:lnTo>
                    <a:pt x="11404" y="11216"/>
                  </a:lnTo>
                  <a:lnTo>
                    <a:pt x="11451" y="11074"/>
                  </a:lnTo>
                  <a:lnTo>
                    <a:pt x="11404" y="10933"/>
                  </a:lnTo>
                  <a:lnTo>
                    <a:pt x="11357" y="10839"/>
                  </a:lnTo>
                  <a:lnTo>
                    <a:pt x="11216" y="10792"/>
                  </a:lnTo>
                  <a:lnTo>
                    <a:pt x="11074" y="10745"/>
                  </a:lnTo>
                  <a:lnTo>
                    <a:pt x="755" y="10745"/>
                  </a:lnTo>
                  <a:lnTo>
                    <a:pt x="707" y="10697"/>
                  </a:lnTo>
                  <a:lnTo>
                    <a:pt x="660" y="10650"/>
                  </a:lnTo>
                  <a:lnTo>
                    <a:pt x="660" y="6456"/>
                  </a:lnTo>
                  <a:lnTo>
                    <a:pt x="1744" y="6456"/>
                  </a:lnTo>
                  <a:lnTo>
                    <a:pt x="1885" y="6409"/>
                  </a:lnTo>
                  <a:lnTo>
                    <a:pt x="1980" y="6315"/>
                  </a:lnTo>
                  <a:lnTo>
                    <a:pt x="2074" y="6221"/>
                  </a:lnTo>
                  <a:lnTo>
                    <a:pt x="2074" y="6079"/>
                  </a:lnTo>
                  <a:lnTo>
                    <a:pt x="2074" y="5985"/>
                  </a:lnTo>
                  <a:lnTo>
                    <a:pt x="2027" y="5891"/>
                  </a:lnTo>
                  <a:lnTo>
                    <a:pt x="1885" y="5797"/>
                  </a:lnTo>
                  <a:lnTo>
                    <a:pt x="1744" y="5750"/>
                  </a:lnTo>
                  <a:lnTo>
                    <a:pt x="660" y="5750"/>
                  </a:lnTo>
                  <a:lnTo>
                    <a:pt x="660" y="5184"/>
                  </a:lnTo>
                  <a:lnTo>
                    <a:pt x="1320" y="5184"/>
                  </a:lnTo>
                  <a:lnTo>
                    <a:pt x="1461" y="5137"/>
                  </a:lnTo>
                  <a:lnTo>
                    <a:pt x="1556" y="5090"/>
                  </a:lnTo>
                  <a:lnTo>
                    <a:pt x="1650" y="4949"/>
                  </a:lnTo>
                  <a:lnTo>
                    <a:pt x="1650" y="4854"/>
                  </a:lnTo>
                  <a:lnTo>
                    <a:pt x="1650" y="4713"/>
                  </a:lnTo>
                  <a:lnTo>
                    <a:pt x="1603" y="4619"/>
                  </a:lnTo>
                  <a:lnTo>
                    <a:pt x="1461" y="4572"/>
                  </a:lnTo>
                  <a:lnTo>
                    <a:pt x="1320" y="4524"/>
                  </a:lnTo>
                  <a:lnTo>
                    <a:pt x="660" y="4524"/>
                  </a:lnTo>
                  <a:lnTo>
                    <a:pt x="660" y="3912"/>
                  </a:lnTo>
                  <a:lnTo>
                    <a:pt x="1461" y="3912"/>
                  </a:lnTo>
                  <a:lnTo>
                    <a:pt x="1556" y="3818"/>
                  </a:lnTo>
                  <a:lnTo>
                    <a:pt x="1650" y="3723"/>
                  </a:lnTo>
                  <a:lnTo>
                    <a:pt x="1650" y="3582"/>
                  </a:lnTo>
                  <a:lnTo>
                    <a:pt x="1650" y="3488"/>
                  </a:lnTo>
                  <a:lnTo>
                    <a:pt x="1603" y="3394"/>
                  </a:lnTo>
                  <a:lnTo>
                    <a:pt x="1461" y="3299"/>
                  </a:lnTo>
                  <a:lnTo>
                    <a:pt x="1320" y="3252"/>
                  </a:lnTo>
                  <a:lnTo>
                    <a:pt x="660" y="3252"/>
                  </a:lnTo>
                  <a:lnTo>
                    <a:pt x="660" y="2687"/>
                  </a:lnTo>
                  <a:lnTo>
                    <a:pt x="1320" y="2687"/>
                  </a:lnTo>
                  <a:lnTo>
                    <a:pt x="1461" y="2640"/>
                  </a:lnTo>
                  <a:lnTo>
                    <a:pt x="1556" y="2592"/>
                  </a:lnTo>
                  <a:lnTo>
                    <a:pt x="1650" y="2451"/>
                  </a:lnTo>
                  <a:lnTo>
                    <a:pt x="1650" y="2357"/>
                  </a:lnTo>
                  <a:lnTo>
                    <a:pt x="1650" y="2215"/>
                  </a:lnTo>
                  <a:lnTo>
                    <a:pt x="1603" y="2121"/>
                  </a:lnTo>
                  <a:lnTo>
                    <a:pt x="1461" y="2027"/>
                  </a:lnTo>
                  <a:lnTo>
                    <a:pt x="660" y="2027"/>
                  </a:lnTo>
                  <a:lnTo>
                    <a:pt x="660" y="1414"/>
                  </a:lnTo>
                  <a:lnTo>
                    <a:pt x="1885" y="1414"/>
                  </a:lnTo>
                  <a:lnTo>
                    <a:pt x="1980" y="1320"/>
                  </a:lnTo>
                  <a:lnTo>
                    <a:pt x="2074" y="1226"/>
                  </a:lnTo>
                  <a:lnTo>
                    <a:pt x="2074" y="1085"/>
                  </a:lnTo>
                  <a:lnTo>
                    <a:pt x="2074" y="990"/>
                  </a:lnTo>
                  <a:lnTo>
                    <a:pt x="2027" y="849"/>
                  </a:lnTo>
                  <a:lnTo>
                    <a:pt x="1885" y="802"/>
                  </a:lnTo>
                  <a:lnTo>
                    <a:pt x="1744" y="755"/>
                  </a:lnTo>
                  <a:lnTo>
                    <a:pt x="660" y="755"/>
                  </a:lnTo>
                  <a:lnTo>
                    <a:pt x="660" y="331"/>
                  </a:lnTo>
                  <a:lnTo>
                    <a:pt x="660" y="189"/>
                  </a:lnTo>
                  <a:lnTo>
                    <a:pt x="566" y="48"/>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21"/>
            <p:cNvSpPr/>
            <p:nvPr/>
          </p:nvSpPr>
          <p:spPr>
            <a:xfrm>
              <a:off x="3322275" y="2894000"/>
              <a:ext cx="60100" cy="71875"/>
            </a:xfrm>
            <a:custGeom>
              <a:rect b="b" l="l" r="r" t="t"/>
              <a:pathLst>
                <a:path extrusionOk="0" h="2875" w="2404">
                  <a:moveTo>
                    <a:pt x="142" y="0"/>
                  </a:moveTo>
                  <a:lnTo>
                    <a:pt x="47" y="95"/>
                  </a:lnTo>
                  <a:lnTo>
                    <a:pt x="0" y="142"/>
                  </a:lnTo>
                  <a:lnTo>
                    <a:pt x="0" y="236"/>
                  </a:lnTo>
                  <a:lnTo>
                    <a:pt x="0" y="2875"/>
                  </a:lnTo>
                  <a:lnTo>
                    <a:pt x="2404" y="2875"/>
                  </a:lnTo>
                  <a:lnTo>
                    <a:pt x="2404" y="236"/>
                  </a:lnTo>
                  <a:lnTo>
                    <a:pt x="2356" y="142"/>
                  </a:lnTo>
                  <a:lnTo>
                    <a:pt x="2309" y="95"/>
                  </a:lnTo>
                  <a:lnTo>
                    <a:pt x="226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1" name="Google Shape;1761;p21"/>
          <p:cNvGrpSpPr/>
          <p:nvPr/>
        </p:nvGrpSpPr>
        <p:grpSpPr>
          <a:xfrm>
            <a:off x="4809950" y="2638725"/>
            <a:ext cx="286300" cy="285125"/>
            <a:chOff x="4047950" y="2714925"/>
            <a:chExt cx="286300" cy="285125"/>
          </a:xfrm>
        </p:grpSpPr>
        <p:sp>
          <p:nvSpPr>
            <p:cNvPr id="1762" name="Google Shape;1762;p21"/>
            <p:cNvSpPr/>
            <p:nvPr/>
          </p:nvSpPr>
          <p:spPr>
            <a:xfrm>
              <a:off x="4260000" y="2831550"/>
              <a:ext cx="17700" cy="17700"/>
            </a:xfrm>
            <a:custGeom>
              <a:rect b="b" l="l" r="r" t="t"/>
              <a:pathLst>
                <a:path extrusionOk="0" h="708" w="708">
                  <a:moveTo>
                    <a:pt x="378" y="1"/>
                  </a:moveTo>
                  <a:lnTo>
                    <a:pt x="236" y="48"/>
                  </a:lnTo>
                  <a:lnTo>
                    <a:pt x="142" y="142"/>
                  </a:lnTo>
                  <a:lnTo>
                    <a:pt x="48" y="236"/>
                  </a:lnTo>
                  <a:lnTo>
                    <a:pt x="1" y="378"/>
                  </a:lnTo>
                  <a:lnTo>
                    <a:pt x="48" y="472"/>
                  </a:lnTo>
                  <a:lnTo>
                    <a:pt x="142" y="613"/>
                  </a:lnTo>
                  <a:lnTo>
                    <a:pt x="236" y="661"/>
                  </a:lnTo>
                  <a:lnTo>
                    <a:pt x="378" y="708"/>
                  </a:lnTo>
                  <a:lnTo>
                    <a:pt x="472" y="661"/>
                  </a:lnTo>
                  <a:lnTo>
                    <a:pt x="613" y="613"/>
                  </a:lnTo>
                  <a:lnTo>
                    <a:pt x="660" y="472"/>
                  </a:lnTo>
                  <a:lnTo>
                    <a:pt x="708" y="331"/>
                  </a:lnTo>
                  <a:lnTo>
                    <a:pt x="660" y="236"/>
                  </a:lnTo>
                  <a:lnTo>
                    <a:pt x="613" y="142"/>
                  </a:lnTo>
                  <a:lnTo>
                    <a:pt x="472" y="48"/>
                  </a:lnTo>
                  <a:lnTo>
                    <a:pt x="37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21"/>
            <p:cNvSpPr/>
            <p:nvPr/>
          </p:nvSpPr>
          <p:spPr>
            <a:xfrm>
              <a:off x="4267075" y="2736125"/>
              <a:ext cx="17700" cy="16525"/>
            </a:xfrm>
            <a:custGeom>
              <a:rect b="b" l="l" r="r" t="t"/>
              <a:pathLst>
                <a:path extrusionOk="0" h="661" w="708">
                  <a:moveTo>
                    <a:pt x="330" y="1"/>
                  </a:moveTo>
                  <a:lnTo>
                    <a:pt x="236" y="48"/>
                  </a:lnTo>
                  <a:lnTo>
                    <a:pt x="95" y="95"/>
                  </a:lnTo>
                  <a:lnTo>
                    <a:pt x="48" y="189"/>
                  </a:lnTo>
                  <a:lnTo>
                    <a:pt x="0" y="331"/>
                  </a:lnTo>
                  <a:lnTo>
                    <a:pt x="48" y="472"/>
                  </a:lnTo>
                  <a:lnTo>
                    <a:pt x="95" y="566"/>
                  </a:lnTo>
                  <a:lnTo>
                    <a:pt x="236" y="661"/>
                  </a:lnTo>
                  <a:lnTo>
                    <a:pt x="472" y="661"/>
                  </a:lnTo>
                  <a:lnTo>
                    <a:pt x="566" y="566"/>
                  </a:lnTo>
                  <a:lnTo>
                    <a:pt x="660" y="472"/>
                  </a:lnTo>
                  <a:lnTo>
                    <a:pt x="707" y="331"/>
                  </a:lnTo>
                  <a:lnTo>
                    <a:pt x="660" y="237"/>
                  </a:lnTo>
                  <a:lnTo>
                    <a:pt x="566" y="95"/>
                  </a:lnTo>
                  <a:lnTo>
                    <a:pt x="472" y="48"/>
                  </a:lnTo>
                  <a:lnTo>
                    <a:pt x="33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21"/>
            <p:cNvSpPr/>
            <p:nvPr/>
          </p:nvSpPr>
          <p:spPr>
            <a:xfrm>
              <a:off x="4283575" y="2769125"/>
              <a:ext cx="50675" cy="50675"/>
            </a:xfrm>
            <a:custGeom>
              <a:rect b="b" l="l" r="r" t="t"/>
              <a:pathLst>
                <a:path extrusionOk="0" h="2027" w="2027">
                  <a:moveTo>
                    <a:pt x="990" y="0"/>
                  </a:moveTo>
                  <a:lnTo>
                    <a:pt x="801" y="47"/>
                  </a:lnTo>
                  <a:lnTo>
                    <a:pt x="660" y="95"/>
                  </a:lnTo>
                  <a:lnTo>
                    <a:pt x="471" y="142"/>
                  </a:lnTo>
                  <a:lnTo>
                    <a:pt x="330" y="283"/>
                  </a:lnTo>
                  <a:lnTo>
                    <a:pt x="189" y="424"/>
                  </a:lnTo>
                  <a:lnTo>
                    <a:pt x="94" y="566"/>
                  </a:lnTo>
                  <a:lnTo>
                    <a:pt x="47" y="801"/>
                  </a:lnTo>
                  <a:lnTo>
                    <a:pt x="0" y="1037"/>
                  </a:lnTo>
                  <a:lnTo>
                    <a:pt x="0" y="1226"/>
                  </a:lnTo>
                  <a:lnTo>
                    <a:pt x="94" y="1414"/>
                  </a:lnTo>
                  <a:lnTo>
                    <a:pt x="189" y="1602"/>
                  </a:lnTo>
                  <a:lnTo>
                    <a:pt x="283" y="1744"/>
                  </a:lnTo>
                  <a:lnTo>
                    <a:pt x="424" y="1838"/>
                  </a:lnTo>
                  <a:lnTo>
                    <a:pt x="613" y="1932"/>
                  </a:lnTo>
                  <a:lnTo>
                    <a:pt x="801" y="2027"/>
                  </a:lnTo>
                  <a:lnTo>
                    <a:pt x="1225" y="2027"/>
                  </a:lnTo>
                  <a:lnTo>
                    <a:pt x="1414" y="1932"/>
                  </a:lnTo>
                  <a:lnTo>
                    <a:pt x="1555" y="1838"/>
                  </a:lnTo>
                  <a:lnTo>
                    <a:pt x="1697" y="1744"/>
                  </a:lnTo>
                  <a:lnTo>
                    <a:pt x="1838" y="1602"/>
                  </a:lnTo>
                  <a:lnTo>
                    <a:pt x="1932" y="1414"/>
                  </a:lnTo>
                  <a:lnTo>
                    <a:pt x="1979" y="1226"/>
                  </a:lnTo>
                  <a:lnTo>
                    <a:pt x="2026" y="1037"/>
                  </a:lnTo>
                  <a:lnTo>
                    <a:pt x="1979" y="801"/>
                  </a:lnTo>
                  <a:lnTo>
                    <a:pt x="1932" y="566"/>
                  </a:lnTo>
                  <a:lnTo>
                    <a:pt x="1791" y="424"/>
                  </a:lnTo>
                  <a:lnTo>
                    <a:pt x="1697" y="283"/>
                  </a:lnTo>
                  <a:lnTo>
                    <a:pt x="1508" y="142"/>
                  </a:lnTo>
                  <a:lnTo>
                    <a:pt x="1367" y="95"/>
                  </a:lnTo>
                  <a:lnTo>
                    <a:pt x="1178" y="47"/>
                  </a:lnTo>
                  <a:lnTo>
                    <a:pt x="99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21"/>
            <p:cNvSpPr/>
            <p:nvPr/>
          </p:nvSpPr>
          <p:spPr>
            <a:xfrm>
              <a:off x="4188150" y="2714925"/>
              <a:ext cx="56575" cy="70725"/>
            </a:xfrm>
            <a:custGeom>
              <a:rect b="b" l="l" r="r" t="t"/>
              <a:pathLst>
                <a:path extrusionOk="0" h="2829" w="2263">
                  <a:moveTo>
                    <a:pt x="1320" y="1"/>
                  </a:moveTo>
                  <a:lnTo>
                    <a:pt x="1178" y="48"/>
                  </a:lnTo>
                  <a:lnTo>
                    <a:pt x="990" y="142"/>
                  </a:lnTo>
                  <a:lnTo>
                    <a:pt x="848" y="236"/>
                  </a:lnTo>
                  <a:lnTo>
                    <a:pt x="754" y="378"/>
                  </a:lnTo>
                  <a:lnTo>
                    <a:pt x="660" y="566"/>
                  </a:lnTo>
                  <a:lnTo>
                    <a:pt x="613" y="708"/>
                  </a:lnTo>
                  <a:lnTo>
                    <a:pt x="613" y="896"/>
                  </a:lnTo>
                  <a:lnTo>
                    <a:pt x="613" y="1085"/>
                  </a:lnTo>
                  <a:lnTo>
                    <a:pt x="660" y="1226"/>
                  </a:lnTo>
                  <a:lnTo>
                    <a:pt x="754" y="1414"/>
                  </a:lnTo>
                  <a:lnTo>
                    <a:pt x="848" y="1556"/>
                  </a:lnTo>
                  <a:lnTo>
                    <a:pt x="990" y="1650"/>
                  </a:lnTo>
                  <a:lnTo>
                    <a:pt x="1037" y="1744"/>
                  </a:lnTo>
                  <a:lnTo>
                    <a:pt x="1084" y="1886"/>
                  </a:lnTo>
                  <a:lnTo>
                    <a:pt x="1037" y="1980"/>
                  </a:lnTo>
                  <a:lnTo>
                    <a:pt x="990" y="2074"/>
                  </a:lnTo>
                  <a:lnTo>
                    <a:pt x="896" y="2168"/>
                  </a:lnTo>
                  <a:lnTo>
                    <a:pt x="660" y="2168"/>
                  </a:lnTo>
                  <a:lnTo>
                    <a:pt x="566" y="2074"/>
                  </a:lnTo>
                  <a:lnTo>
                    <a:pt x="472" y="2027"/>
                  </a:lnTo>
                  <a:lnTo>
                    <a:pt x="330" y="1980"/>
                  </a:lnTo>
                  <a:lnTo>
                    <a:pt x="189" y="2027"/>
                  </a:lnTo>
                  <a:lnTo>
                    <a:pt x="95" y="2074"/>
                  </a:lnTo>
                  <a:lnTo>
                    <a:pt x="0" y="2215"/>
                  </a:lnTo>
                  <a:lnTo>
                    <a:pt x="0" y="2310"/>
                  </a:lnTo>
                  <a:lnTo>
                    <a:pt x="0" y="2451"/>
                  </a:lnTo>
                  <a:lnTo>
                    <a:pt x="95" y="2545"/>
                  </a:lnTo>
                  <a:lnTo>
                    <a:pt x="236" y="2687"/>
                  </a:lnTo>
                  <a:lnTo>
                    <a:pt x="424" y="2781"/>
                  </a:lnTo>
                  <a:lnTo>
                    <a:pt x="613" y="2828"/>
                  </a:lnTo>
                  <a:lnTo>
                    <a:pt x="943" y="2828"/>
                  </a:lnTo>
                  <a:lnTo>
                    <a:pt x="1131" y="2781"/>
                  </a:lnTo>
                  <a:lnTo>
                    <a:pt x="1320" y="2687"/>
                  </a:lnTo>
                  <a:lnTo>
                    <a:pt x="1461" y="2545"/>
                  </a:lnTo>
                  <a:lnTo>
                    <a:pt x="1602" y="2404"/>
                  </a:lnTo>
                  <a:lnTo>
                    <a:pt x="1697" y="2215"/>
                  </a:lnTo>
                  <a:lnTo>
                    <a:pt x="1744" y="2074"/>
                  </a:lnTo>
                  <a:lnTo>
                    <a:pt x="1744" y="1886"/>
                  </a:lnTo>
                  <a:lnTo>
                    <a:pt x="1744" y="1697"/>
                  </a:lnTo>
                  <a:lnTo>
                    <a:pt x="1697" y="1509"/>
                  </a:lnTo>
                  <a:lnTo>
                    <a:pt x="1602" y="1320"/>
                  </a:lnTo>
                  <a:lnTo>
                    <a:pt x="1461" y="1179"/>
                  </a:lnTo>
                  <a:lnTo>
                    <a:pt x="1367" y="1085"/>
                  </a:lnTo>
                  <a:lnTo>
                    <a:pt x="1273" y="990"/>
                  </a:lnTo>
                  <a:lnTo>
                    <a:pt x="1273" y="896"/>
                  </a:lnTo>
                  <a:lnTo>
                    <a:pt x="1273" y="802"/>
                  </a:lnTo>
                  <a:lnTo>
                    <a:pt x="1367" y="708"/>
                  </a:lnTo>
                  <a:lnTo>
                    <a:pt x="1414" y="660"/>
                  </a:lnTo>
                  <a:lnTo>
                    <a:pt x="1602" y="660"/>
                  </a:lnTo>
                  <a:lnTo>
                    <a:pt x="1697" y="708"/>
                  </a:lnTo>
                  <a:lnTo>
                    <a:pt x="1791" y="802"/>
                  </a:lnTo>
                  <a:lnTo>
                    <a:pt x="2074" y="802"/>
                  </a:lnTo>
                  <a:lnTo>
                    <a:pt x="2168" y="708"/>
                  </a:lnTo>
                  <a:lnTo>
                    <a:pt x="2215" y="613"/>
                  </a:lnTo>
                  <a:lnTo>
                    <a:pt x="2262" y="472"/>
                  </a:lnTo>
                  <a:lnTo>
                    <a:pt x="2215" y="378"/>
                  </a:lnTo>
                  <a:lnTo>
                    <a:pt x="2168" y="236"/>
                  </a:lnTo>
                  <a:lnTo>
                    <a:pt x="2027" y="142"/>
                  </a:lnTo>
                  <a:lnTo>
                    <a:pt x="1838" y="48"/>
                  </a:lnTo>
                  <a:lnTo>
                    <a:pt x="169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21"/>
            <p:cNvSpPr/>
            <p:nvPr/>
          </p:nvSpPr>
          <p:spPr>
            <a:xfrm>
              <a:off x="4224675" y="2784425"/>
              <a:ext cx="37700" cy="36550"/>
            </a:xfrm>
            <a:custGeom>
              <a:rect b="b" l="l" r="r" t="t"/>
              <a:pathLst>
                <a:path extrusionOk="0" h="1462" w="1508">
                  <a:moveTo>
                    <a:pt x="1037" y="1"/>
                  </a:moveTo>
                  <a:lnTo>
                    <a:pt x="943" y="95"/>
                  </a:lnTo>
                  <a:lnTo>
                    <a:pt x="94" y="896"/>
                  </a:lnTo>
                  <a:lnTo>
                    <a:pt x="0" y="1038"/>
                  </a:lnTo>
                  <a:lnTo>
                    <a:pt x="0" y="1132"/>
                  </a:lnTo>
                  <a:lnTo>
                    <a:pt x="0" y="1273"/>
                  </a:lnTo>
                  <a:lnTo>
                    <a:pt x="94" y="1367"/>
                  </a:lnTo>
                  <a:lnTo>
                    <a:pt x="189" y="1462"/>
                  </a:lnTo>
                  <a:lnTo>
                    <a:pt x="471" y="1462"/>
                  </a:lnTo>
                  <a:lnTo>
                    <a:pt x="566" y="1367"/>
                  </a:lnTo>
                  <a:lnTo>
                    <a:pt x="1414" y="566"/>
                  </a:lnTo>
                  <a:lnTo>
                    <a:pt x="1461" y="425"/>
                  </a:lnTo>
                  <a:lnTo>
                    <a:pt x="1508" y="331"/>
                  </a:lnTo>
                  <a:lnTo>
                    <a:pt x="1461" y="189"/>
                  </a:lnTo>
                  <a:lnTo>
                    <a:pt x="1414" y="95"/>
                  </a:lnTo>
                  <a:lnTo>
                    <a:pt x="12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21"/>
            <p:cNvSpPr/>
            <p:nvPr/>
          </p:nvSpPr>
          <p:spPr>
            <a:xfrm>
              <a:off x="4283575" y="2864550"/>
              <a:ext cx="50675" cy="16500"/>
            </a:xfrm>
            <a:custGeom>
              <a:rect b="b" l="l" r="r" t="t"/>
              <a:pathLst>
                <a:path extrusionOk="0" h="660" w="2027">
                  <a:moveTo>
                    <a:pt x="330" y="0"/>
                  </a:moveTo>
                  <a:lnTo>
                    <a:pt x="189" y="47"/>
                  </a:lnTo>
                  <a:lnTo>
                    <a:pt x="94" y="94"/>
                  </a:lnTo>
                  <a:lnTo>
                    <a:pt x="47" y="236"/>
                  </a:lnTo>
                  <a:lnTo>
                    <a:pt x="0" y="330"/>
                  </a:lnTo>
                  <a:lnTo>
                    <a:pt x="47" y="471"/>
                  </a:lnTo>
                  <a:lnTo>
                    <a:pt x="94" y="566"/>
                  </a:lnTo>
                  <a:lnTo>
                    <a:pt x="189" y="660"/>
                  </a:lnTo>
                  <a:lnTo>
                    <a:pt x="1838" y="660"/>
                  </a:lnTo>
                  <a:lnTo>
                    <a:pt x="1932" y="566"/>
                  </a:lnTo>
                  <a:lnTo>
                    <a:pt x="1979" y="471"/>
                  </a:lnTo>
                  <a:lnTo>
                    <a:pt x="2026" y="330"/>
                  </a:lnTo>
                  <a:lnTo>
                    <a:pt x="1979" y="236"/>
                  </a:lnTo>
                  <a:lnTo>
                    <a:pt x="1932" y="94"/>
                  </a:lnTo>
                  <a:lnTo>
                    <a:pt x="1838" y="47"/>
                  </a:lnTo>
                  <a:lnTo>
                    <a:pt x="169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21"/>
            <p:cNvSpPr/>
            <p:nvPr/>
          </p:nvSpPr>
          <p:spPr>
            <a:xfrm>
              <a:off x="4115100" y="2839800"/>
              <a:ext cx="93100" cy="93100"/>
            </a:xfrm>
            <a:custGeom>
              <a:rect b="b" l="l" r="r" t="t"/>
              <a:pathLst>
                <a:path extrusionOk="0" h="3724" w="3724">
                  <a:moveTo>
                    <a:pt x="660" y="1"/>
                  </a:moveTo>
                  <a:lnTo>
                    <a:pt x="1" y="1509"/>
                  </a:lnTo>
                  <a:lnTo>
                    <a:pt x="2263" y="3723"/>
                  </a:lnTo>
                  <a:lnTo>
                    <a:pt x="3723" y="3064"/>
                  </a:lnTo>
                  <a:lnTo>
                    <a:pt x="66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21"/>
            <p:cNvSpPr/>
            <p:nvPr/>
          </p:nvSpPr>
          <p:spPr>
            <a:xfrm>
              <a:off x="4137500" y="2770300"/>
              <a:ext cx="141375" cy="142575"/>
            </a:xfrm>
            <a:custGeom>
              <a:rect b="b" l="l" r="r" t="t"/>
              <a:pathLst>
                <a:path extrusionOk="0" h="5703" w="5655">
                  <a:moveTo>
                    <a:pt x="330" y="0"/>
                  </a:moveTo>
                  <a:lnTo>
                    <a:pt x="189" y="48"/>
                  </a:lnTo>
                  <a:lnTo>
                    <a:pt x="94" y="95"/>
                  </a:lnTo>
                  <a:lnTo>
                    <a:pt x="47" y="236"/>
                  </a:lnTo>
                  <a:lnTo>
                    <a:pt x="0" y="377"/>
                  </a:lnTo>
                  <a:lnTo>
                    <a:pt x="47" y="472"/>
                  </a:lnTo>
                  <a:lnTo>
                    <a:pt x="94" y="613"/>
                  </a:lnTo>
                  <a:lnTo>
                    <a:pt x="518" y="990"/>
                  </a:lnTo>
                  <a:lnTo>
                    <a:pt x="47" y="2121"/>
                  </a:lnTo>
                  <a:lnTo>
                    <a:pt x="3487" y="5561"/>
                  </a:lnTo>
                  <a:lnTo>
                    <a:pt x="4618" y="5090"/>
                  </a:lnTo>
                  <a:lnTo>
                    <a:pt x="5089" y="5561"/>
                  </a:lnTo>
                  <a:lnTo>
                    <a:pt x="5183" y="5655"/>
                  </a:lnTo>
                  <a:lnTo>
                    <a:pt x="5325" y="5702"/>
                  </a:lnTo>
                  <a:lnTo>
                    <a:pt x="5466" y="5655"/>
                  </a:lnTo>
                  <a:lnTo>
                    <a:pt x="5560" y="5561"/>
                  </a:lnTo>
                  <a:lnTo>
                    <a:pt x="5655" y="5467"/>
                  </a:lnTo>
                  <a:lnTo>
                    <a:pt x="5655" y="5325"/>
                  </a:lnTo>
                  <a:lnTo>
                    <a:pt x="5655" y="5231"/>
                  </a:lnTo>
                  <a:lnTo>
                    <a:pt x="5560" y="5090"/>
                  </a:lnTo>
                  <a:lnTo>
                    <a:pt x="565" y="95"/>
                  </a:lnTo>
                  <a:lnTo>
                    <a:pt x="471" y="48"/>
                  </a:lnTo>
                  <a:lnTo>
                    <a:pt x="33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21"/>
            <p:cNvSpPr/>
            <p:nvPr/>
          </p:nvSpPr>
          <p:spPr>
            <a:xfrm>
              <a:off x="4047950" y="2965850"/>
              <a:ext cx="34200" cy="34200"/>
            </a:xfrm>
            <a:custGeom>
              <a:rect b="b" l="l" r="r" t="t"/>
              <a:pathLst>
                <a:path extrusionOk="0" h="1368" w="1368">
                  <a:moveTo>
                    <a:pt x="708" y="1"/>
                  </a:moveTo>
                  <a:lnTo>
                    <a:pt x="425" y="48"/>
                  </a:lnTo>
                  <a:lnTo>
                    <a:pt x="189" y="189"/>
                  </a:lnTo>
                  <a:lnTo>
                    <a:pt x="95" y="378"/>
                  </a:lnTo>
                  <a:lnTo>
                    <a:pt x="1" y="566"/>
                  </a:lnTo>
                  <a:lnTo>
                    <a:pt x="1" y="755"/>
                  </a:lnTo>
                  <a:lnTo>
                    <a:pt x="48" y="943"/>
                  </a:lnTo>
                  <a:lnTo>
                    <a:pt x="142" y="1132"/>
                  </a:lnTo>
                  <a:lnTo>
                    <a:pt x="283" y="1273"/>
                  </a:lnTo>
                  <a:lnTo>
                    <a:pt x="472" y="1367"/>
                  </a:lnTo>
                  <a:lnTo>
                    <a:pt x="896" y="1367"/>
                  </a:lnTo>
                  <a:lnTo>
                    <a:pt x="1085" y="1273"/>
                  </a:lnTo>
                  <a:lnTo>
                    <a:pt x="1226" y="1132"/>
                  </a:lnTo>
                  <a:lnTo>
                    <a:pt x="1320" y="943"/>
                  </a:lnTo>
                  <a:lnTo>
                    <a:pt x="1367" y="755"/>
                  </a:lnTo>
                  <a:lnTo>
                    <a:pt x="1367" y="566"/>
                  </a:lnTo>
                  <a:lnTo>
                    <a:pt x="1320" y="378"/>
                  </a:lnTo>
                  <a:lnTo>
                    <a:pt x="1179" y="189"/>
                  </a:lnTo>
                  <a:lnTo>
                    <a:pt x="943" y="48"/>
                  </a:lnTo>
                  <a:lnTo>
                    <a:pt x="70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21"/>
            <p:cNvSpPr/>
            <p:nvPr/>
          </p:nvSpPr>
          <p:spPr>
            <a:xfrm>
              <a:off x="4082125" y="2894000"/>
              <a:ext cx="73050" cy="71875"/>
            </a:xfrm>
            <a:custGeom>
              <a:rect b="b" l="l" r="r" t="t"/>
              <a:pathLst>
                <a:path extrusionOk="0" h="2875" w="2922">
                  <a:moveTo>
                    <a:pt x="1037" y="0"/>
                  </a:moveTo>
                  <a:lnTo>
                    <a:pt x="377" y="1508"/>
                  </a:lnTo>
                  <a:lnTo>
                    <a:pt x="377" y="1602"/>
                  </a:lnTo>
                  <a:lnTo>
                    <a:pt x="377" y="1697"/>
                  </a:lnTo>
                  <a:lnTo>
                    <a:pt x="424" y="1791"/>
                  </a:lnTo>
                  <a:lnTo>
                    <a:pt x="471" y="1885"/>
                  </a:lnTo>
                  <a:lnTo>
                    <a:pt x="519" y="1885"/>
                  </a:lnTo>
                  <a:lnTo>
                    <a:pt x="0" y="2404"/>
                  </a:lnTo>
                  <a:lnTo>
                    <a:pt x="283" y="2592"/>
                  </a:lnTo>
                  <a:lnTo>
                    <a:pt x="471" y="2875"/>
                  </a:lnTo>
                  <a:lnTo>
                    <a:pt x="990" y="2356"/>
                  </a:lnTo>
                  <a:lnTo>
                    <a:pt x="1037" y="2451"/>
                  </a:lnTo>
                  <a:lnTo>
                    <a:pt x="1131" y="2498"/>
                  </a:lnTo>
                  <a:lnTo>
                    <a:pt x="1273" y="2545"/>
                  </a:lnTo>
                  <a:lnTo>
                    <a:pt x="1414" y="2498"/>
                  </a:lnTo>
                  <a:lnTo>
                    <a:pt x="2922" y="1838"/>
                  </a:lnTo>
                  <a:lnTo>
                    <a:pt x="103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2" name="Google Shape;1772;p21"/>
          <p:cNvGrpSpPr/>
          <p:nvPr/>
        </p:nvGrpSpPr>
        <p:grpSpPr>
          <a:xfrm>
            <a:off x="5579225" y="2638725"/>
            <a:ext cx="272150" cy="285125"/>
            <a:chOff x="4817225" y="2714925"/>
            <a:chExt cx="272150" cy="285125"/>
          </a:xfrm>
        </p:grpSpPr>
        <p:sp>
          <p:nvSpPr>
            <p:cNvPr id="1773" name="Google Shape;1773;p21"/>
            <p:cNvSpPr/>
            <p:nvPr/>
          </p:nvSpPr>
          <p:spPr>
            <a:xfrm>
              <a:off x="4982150" y="2948175"/>
              <a:ext cx="54225" cy="51875"/>
            </a:xfrm>
            <a:custGeom>
              <a:rect b="b" l="l" r="r" t="t"/>
              <a:pathLst>
                <a:path extrusionOk="0" h="2075" w="2169">
                  <a:moveTo>
                    <a:pt x="2168" y="1"/>
                  </a:moveTo>
                  <a:lnTo>
                    <a:pt x="1697" y="566"/>
                  </a:lnTo>
                  <a:lnTo>
                    <a:pt x="1179" y="1038"/>
                  </a:lnTo>
                  <a:lnTo>
                    <a:pt x="613" y="1462"/>
                  </a:lnTo>
                  <a:lnTo>
                    <a:pt x="1" y="1744"/>
                  </a:lnTo>
                  <a:lnTo>
                    <a:pt x="755" y="2074"/>
                  </a:lnTo>
                  <a:lnTo>
                    <a:pt x="1933" y="2074"/>
                  </a:lnTo>
                  <a:lnTo>
                    <a:pt x="2074" y="1980"/>
                  </a:lnTo>
                  <a:lnTo>
                    <a:pt x="2121" y="1886"/>
                  </a:lnTo>
                  <a:lnTo>
                    <a:pt x="2168" y="1744"/>
                  </a:lnTo>
                  <a:lnTo>
                    <a:pt x="216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21"/>
            <p:cNvSpPr/>
            <p:nvPr/>
          </p:nvSpPr>
          <p:spPr>
            <a:xfrm>
              <a:off x="4824300" y="2948175"/>
              <a:ext cx="54200" cy="51875"/>
            </a:xfrm>
            <a:custGeom>
              <a:rect b="b" l="l" r="r" t="t"/>
              <a:pathLst>
                <a:path extrusionOk="0" h="2075" w="2168">
                  <a:moveTo>
                    <a:pt x="0" y="1"/>
                  </a:moveTo>
                  <a:lnTo>
                    <a:pt x="0" y="1744"/>
                  </a:lnTo>
                  <a:lnTo>
                    <a:pt x="0" y="1886"/>
                  </a:lnTo>
                  <a:lnTo>
                    <a:pt x="95" y="1980"/>
                  </a:lnTo>
                  <a:lnTo>
                    <a:pt x="189" y="2074"/>
                  </a:lnTo>
                  <a:lnTo>
                    <a:pt x="1414" y="2074"/>
                  </a:lnTo>
                  <a:lnTo>
                    <a:pt x="2168" y="1744"/>
                  </a:lnTo>
                  <a:lnTo>
                    <a:pt x="1508" y="1462"/>
                  </a:lnTo>
                  <a:lnTo>
                    <a:pt x="943" y="1038"/>
                  </a:lnTo>
                  <a:lnTo>
                    <a:pt x="424" y="56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21"/>
            <p:cNvSpPr/>
            <p:nvPr/>
          </p:nvSpPr>
          <p:spPr>
            <a:xfrm>
              <a:off x="4817225" y="2714925"/>
              <a:ext cx="272150" cy="270975"/>
            </a:xfrm>
            <a:custGeom>
              <a:rect b="b" l="l" r="r" t="t"/>
              <a:pathLst>
                <a:path extrusionOk="0" h="10839" w="10886">
                  <a:moveTo>
                    <a:pt x="4571" y="5278"/>
                  </a:moveTo>
                  <a:lnTo>
                    <a:pt x="4760" y="5326"/>
                  </a:lnTo>
                  <a:lnTo>
                    <a:pt x="4948" y="5420"/>
                  </a:lnTo>
                  <a:lnTo>
                    <a:pt x="4383" y="5985"/>
                  </a:lnTo>
                  <a:lnTo>
                    <a:pt x="4242" y="6079"/>
                  </a:lnTo>
                  <a:lnTo>
                    <a:pt x="4147" y="6221"/>
                  </a:lnTo>
                  <a:lnTo>
                    <a:pt x="4147" y="6362"/>
                  </a:lnTo>
                  <a:lnTo>
                    <a:pt x="4147" y="6504"/>
                  </a:lnTo>
                  <a:lnTo>
                    <a:pt x="4242" y="6598"/>
                  </a:lnTo>
                  <a:lnTo>
                    <a:pt x="4383" y="6692"/>
                  </a:lnTo>
                  <a:lnTo>
                    <a:pt x="4571" y="6692"/>
                  </a:lnTo>
                  <a:lnTo>
                    <a:pt x="4760" y="6645"/>
                  </a:lnTo>
                  <a:lnTo>
                    <a:pt x="4854" y="6456"/>
                  </a:lnTo>
                  <a:lnTo>
                    <a:pt x="5420" y="5891"/>
                  </a:lnTo>
                  <a:lnTo>
                    <a:pt x="5561" y="6174"/>
                  </a:lnTo>
                  <a:lnTo>
                    <a:pt x="5561" y="6504"/>
                  </a:lnTo>
                  <a:lnTo>
                    <a:pt x="5420" y="6833"/>
                  </a:lnTo>
                  <a:lnTo>
                    <a:pt x="5231" y="7069"/>
                  </a:lnTo>
                  <a:lnTo>
                    <a:pt x="5090" y="7210"/>
                  </a:lnTo>
                  <a:lnTo>
                    <a:pt x="4901" y="7305"/>
                  </a:lnTo>
                  <a:lnTo>
                    <a:pt x="4713" y="7352"/>
                  </a:lnTo>
                  <a:lnTo>
                    <a:pt x="4524" y="7399"/>
                  </a:lnTo>
                  <a:lnTo>
                    <a:pt x="4289" y="7352"/>
                  </a:lnTo>
                  <a:lnTo>
                    <a:pt x="4100" y="7305"/>
                  </a:lnTo>
                  <a:lnTo>
                    <a:pt x="3912" y="7210"/>
                  </a:lnTo>
                  <a:lnTo>
                    <a:pt x="3770" y="7069"/>
                  </a:lnTo>
                  <a:lnTo>
                    <a:pt x="3629" y="6928"/>
                  </a:lnTo>
                  <a:lnTo>
                    <a:pt x="3535" y="6739"/>
                  </a:lnTo>
                  <a:lnTo>
                    <a:pt x="3488" y="6551"/>
                  </a:lnTo>
                  <a:lnTo>
                    <a:pt x="3441" y="6409"/>
                  </a:lnTo>
                  <a:lnTo>
                    <a:pt x="3488" y="6221"/>
                  </a:lnTo>
                  <a:lnTo>
                    <a:pt x="3488" y="6032"/>
                  </a:lnTo>
                  <a:lnTo>
                    <a:pt x="3676" y="5750"/>
                  </a:lnTo>
                  <a:lnTo>
                    <a:pt x="3912" y="5514"/>
                  </a:lnTo>
                  <a:lnTo>
                    <a:pt x="4053" y="5420"/>
                  </a:lnTo>
                  <a:lnTo>
                    <a:pt x="4242" y="5326"/>
                  </a:lnTo>
                  <a:lnTo>
                    <a:pt x="4383" y="5326"/>
                  </a:lnTo>
                  <a:lnTo>
                    <a:pt x="4571" y="5278"/>
                  </a:lnTo>
                  <a:close/>
                  <a:moveTo>
                    <a:pt x="4713" y="3912"/>
                  </a:moveTo>
                  <a:lnTo>
                    <a:pt x="5043" y="3959"/>
                  </a:lnTo>
                  <a:lnTo>
                    <a:pt x="5373" y="4053"/>
                  </a:lnTo>
                  <a:lnTo>
                    <a:pt x="5655" y="4195"/>
                  </a:lnTo>
                  <a:lnTo>
                    <a:pt x="5985" y="4383"/>
                  </a:lnTo>
                  <a:lnTo>
                    <a:pt x="5514" y="4901"/>
                  </a:lnTo>
                  <a:lnTo>
                    <a:pt x="5278" y="4760"/>
                  </a:lnTo>
                  <a:lnTo>
                    <a:pt x="5043" y="4666"/>
                  </a:lnTo>
                  <a:lnTo>
                    <a:pt x="4807" y="4619"/>
                  </a:lnTo>
                  <a:lnTo>
                    <a:pt x="4571" y="4572"/>
                  </a:lnTo>
                  <a:lnTo>
                    <a:pt x="4336" y="4572"/>
                  </a:lnTo>
                  <a:lnTo>
                    <a:pt x="4100" y="4619"/>
                  </a:lnTo>
                  <a:lnTo>
                    <a:pt x="3912" y="4713"/>
                  </a:lnTo>
                  <a:lnTo>
                    <a:pt x="3676" y="4807"/>
                  </a:lnTo>
                  <a:lnTo>
                    <a:pt x="3488" y="4901"/>
                  </a:lnTo>
                  <a:lnTo>
                    <a:pt x="3299" y="5043"/>
                  </a:lnTo>
                  <a:lnTo>
                    <a:pt x="3158" y="5231"/>
                  </a:lnTo>
                  <a:lnTo>
                    <a:pt x="3016" y="5420"/>
                  </a:lnTo>
                  <a:lnTo>
                    <a:pt x="2875" y="5608"/>
                  </a:lnTo>
                  <a:lnTo>
                    <a:pt x="2828" y="5844"/>
                  </a:lnTo>
                  <a:lnTo>
                    <a:pt x="2734" y="6079"/>
                  </a:lnTo>
                  <a:lnTo>
                    <a:pt x="2734" y="6362"/>
                  </a:lnTo>
                  <a:lnTo>
                    <a:pt x="2781" y="6692"/>
                  </a:lnTo>
                  <a:lnTo>
                    <a:pt x="2875" y="7022"/>
                  </a:lnTo>
                  <a:lnTo>
                    <a:pt x="3016" y="7352"/>
                  </a:lnTo>
                  <a:lnTo>
                    <a:pt x="3252" y="7587"/>
                  </a:lnTo>
                  <a:lnTo>
                    <a:pt x="3535" y="7823"/>
                  </a:lnTo>
                  <a:lnTo>
                    <a:pt x="3818" y="7964"/>
                  </a:lnTo>
                  <a:lnTo>
                    <a:pt x="4147" y="8059"/>
                  </a:lnTo>
                  <a:lnTo>
                    <a:pt x="4524" y="8106"/>
                  </a:lnTo>
                  <a:lnTo>
                    <a:pt x="4760" y="8106"/>
                  </a:lnTo>
                  <a:lnTo>
                    <a:pt x="4996" y="8059"/>
                  </a:lnTo>
                  <a:lnTo>
                    <a:pt x="5231" y="7964"/>
                  </a:lnTo>
                  <a:lnTo>
                    <a:pt x="5420" y="7870"/>
                  </a:lnTo>
                  <a:lnTo>
                    <a:pt x="5655" y="7729"/>
                  </a:lnTo>
                  <a:lnTo>
                    <a:pt x="5797" y="7540"/>
                  </a:lnTo>
                  <a:lnTo>
                    <a:pt x="5938" y="7352"/>
                  </a:lnTo>
                  <a:lnTo>
                    <a:pt x="6079" y="7163"/>
                  </a:lnTo>
                  <a:lnTo>
                    <a:pt x="6174" y="6975"/>
                  </a:lnTo>
                  <a:lnTo>
                    <a:pt x="6221" y="6739"/>
                  </a:lnTo>
                  <a:lnTo>
                    <a:pt x="6268" y="6504"/>
                  </a:lnTo>
                  <a:lnTo>
                    <a:pt x="6268" y="6268"/>
                  </a:lnTo>
                  <a:lnTo>
                    <a:pt x="6268" y="6032"/>
                  </a:lnTo>
                  <a:lnTo>
                    <a:pt x="6174" y="5797"/>
                  </a:lnTo>
                  <a:lnTo>
                    <a:pt x="6079" y="5561"/>
                  </a:lnTo>
                  <a:lnTo>
                    <a:pt x="5985" y="5373"/>
                  </a:lnTo>
                  <a:lnTo>
                    <a:pt x="6456" y="4854"/>
                  </a:lnTo>
                  <a:lnTo>
                    <a:pt x="6645" y="5184"/>
                  </a:lnTo>
                  <a:lnTo>
                    <a:pt x="6786" y="5514"/>
                  </a:lnTo>
                  <a:lnTo>
                    <a:pt x="6880" y="5797"/>
                  </a:lnTo>
                  <a:lnTo>
                    <a:pt x="6928" y="6127"/>
                  </a:lnTo>
                  <a:lnTo>
                    <a:pt x="6928" y="6456"/>
                  </a:lnTo>
                  <a:lnTo>
                    <a:pt x="6880" y="6786"/>
                  </a:lnTo>
                  <a:lnTo>
                    <a:pt x="6833" y="7116"/>
                  </a:lnTo>
                  <a:lnTo>
                    <a:pt x="6692" y="7446"/>
                  </a:lnTo>
                  <a:lnTo>
                    <a:pt x="6504" y="7729"/>
                  </a:lnTo>
                  <a:lnTo>
                    <a:pt x="6315" y="7964"/>
                  </a:lnTo>
                  <a:lnTo>
                    <a:pt x="6079" y="8200"/>
                  </a:lnTo>
                  <a:lnTo>
                    <a:pt x="5844" y="8388"/>
                  </a:lnTo>
                  <a:lnTo>
                    <a:pt x="5514" y="8577"/>
                  </a:lnTo>
                  <a:lnTo>
                    <a:pt x="5231" y="8671"/>
                  </a:lnTo>
                  <a:lnTo>
                    <a:pt x="4854" y="8765"/>
                  </a:lnTo>
                  <a:lnTo>
                    <a:pt x="4524" y="8765"/>
                  </a:lnTo>
                  <a:lnTo>
                    <a:pt x="4006" y="8718"/>
                  </a:lnTo>
                  <a:lnTo>
                    <a:pt x="3535" y="8577"/>
                  </a:lnTo>
                  <a:lnTo>
                    <a:pt x="3158" y="8388"/>
                  </a:lnTo>
                  <a:lnTo>
                    <a:pt x="2781" y="8059"/>
                  </a:lnTo>
                  <a:lnTo>
                    <a:pt x="2498" y="7729"/>
                  </a:lnTo>
                  <a:lnTo>
                    <a:pt x="2263" y="7305"/>
                  </a:lnTo>
                  <a:lnTo>
                    <a:pt x="2121" y="6833"/>
                  </a:lnTo>
                  <a:lnTo>
                    <a:pt x="2074" y="6362"/>
                  </a:lnTo>
                  <a:lnTo>
                    <a:pt x="2074" y="5985"/>
                  </a:lnTo>
                  <a:lnTo>
                    <a:pt x="2168" y="5655"/>
                  </a:lnTo>
                  <a:lnTo>
                    <a:pt x="2310" y="5326"/>
                  </a:lnTo>
                  <a:lnTo>
                    <a:pt x="2451" y="5043"/>
                  </a:lnTo>
                  <a:lnTo>
                    <a:pt x="2639" y="4760"/>
                  </a:lnTo>
                  <a:lnTo>
                    <a:pt x="2875" y="4524"/>
                  </a:lnTo>
                  <a:lnTo>
                    <a:pt x="3158" y="4336"/>
                  </a:lnTo>
                  <a:lnTo>
                    <a:pt x="3441" y="4147"/>
                  </a:lnTo>
                  <a:lnTo>
                    <a:pt x="3723" y="4053"/>
                  </a:lnTo>
                  <a:lnTo>
                    <a:pt x="4053" y="3959"/>
                  </a:lnTo>
                  <a:lnTo>
                    <a:pt x="4383" y="3912"/>
                  </a:lnTo>
                  <a:close/>
                  <a:moveTo>
                    <a:pt x="4948" y="2592"/>
                  </a:moveTo>
                  <a:lnTo>
                    <a:pt x="5467" y="2687"/>
                  </a:lnTo>
                  <a:lnTo>
                    <a:pt x="5938" y="2875"/>
                  </a:lnTo>
                  <a:lnTo>
                    <a:pt x="6456" y="3111"/>
                  </a:lnTo>
                  <a:lnTo>
                    <a:pt x="6928" y="3441"/>
                  </a:lnTo>
                  <a:lnTo>
                    <a:pt x="6456" y="3912"/>
                  </a:lnTo>
                  <a:lnTo>
                    <a:pt x="6079" y="3676"/>
                  </a:lnTo>
                  <a:lnTo>
                    <a:pt x="5655" y="3488"/>
                  </a:lnTo>
                  <a:lnTo>
                    <a:pt x="5231" y="3346"/>
                  </a:lnTo>
                  <a:lnTo>
                    <a:pt x="4807" y="3252"/>
                  </a:lnTo>
                  <a:lnTo>
                    <a:pt x="4383" y="3252"/>
                  </a:lnTo>
                  <a:lnTo>
                    <a:pt x="3959" y="3299"/>
                  </a:lnTo>
                  <a:lnTo>
                    <a:pt x="3582" y="3394"/>
                  </a:lnTo>
                  <a:lnTo>
                    <a:pt x="3158" y="3582"/>
                  </a:lnTo>
                  <a:lnTo>
                    <a:pt x="2828" y="3770"/>
                  </a:lnTo>
                  <a:lnTo>
                    <a:pt x="2451" y="4006"/>
                  </a:lnTo>
                  <a:lnTo>
                    <a:pt x="2168" y="4336"/>
                  </a:lnTo>
                  <a:lnTo>
                    <a:pt x="1933" y="4666"/>
                  </a:lnTo>
                  <a:lnTo>
                    <a:pt x="1697" y="5043"/>
                  </a:lnTo>
                  <a:lnTo>
                    <a:pt x="1556" y="5420"/>
                  </a:lnTo>
                  <a:lnTo>
                    <a:pt x="1461" y="5891"/>
                  </a:lnTo>
                  <a:lnTo>
                    <a:pt x="1414" y="6362"/>
                  </a:lnTo>
                  <a:lnTo>
                    <a:pt x="1414" y="6645"/>
                  </a:lnTo>
                  <a:lnTo>
                    <a:pt x="1461" y="6975"/>
                  </a:lnTo>
                  <a:lnTo>
                    <a:pt x="1556" y="7258"/>
                  </a:lnTo>
                  <a:lnTo>
                    <a:pt x="1650" y="7540"/>
                  </a:lnTo>
                  <a:lnTo>
                    <a:pt x="1791" y="7823"/>
                  </a:lnTo>
                  <a:lnTo>
                    <a:pt x="1933" y="8059"/>
                  </a:lnTo>
                  <a:lnTo>
                    <a:pt x="2121" y="8294"/>
                  </a:lnTo>
                  <a:lnTo>
                    <a:pt x="2310" y="8530"/>
                  </a:lnTo>
                  <a:lnTo>
                    <a:pt x="2545" y="8718"/>
                  </a:lnTo>
                  <a:lnTo>
                    <a:pt x="2781" y="8907"/>
                  </a:lnTo>
                  <a:lnTo>
                    <a:pt x="3016" y="9048"/>
                  </a:lnTo>
                  <a:lnTo>
                    <a:pt x="3299" y="9190"/>
                  </a:lnTo>
                  <a:lnTo>
                    <a:pt x="3582" y="9284"/>
                  </a:lnTo>
                  <a:lnTo>
                    <a:pt x="3865" y="9378"/>
                  </a:lnTo>
                  <a:lnTo>
                    <a:pt x="4195" y="9425"/>
                  </a:lnTo>
                  <a:lnTo>
                    <a:pt x="4996" y="9425"/>
                  </a:lnTo>
                  <a:lnTo>
                    <a:pt x="5420" y="9331"/>
                  </a:lnTo>
                  <a:lnTo>
                    <a:pt x="5844" y="9142"/>
                  </a:lnTo>
                  <a:lnTo>
                    <a:pt x="6221" y="8954"/>
                  </a:lnTo>
                  <a:lnTo>
                    <a:pt x="6551" y="8671"/>
                  </a:lnTo>
                  <a:lnTo>
                    <a:pt x="6833" y="8388"/>
                  </a:lnTo>
                  <a:lnTo>
                    <a:pt x="7069" y="8059"/>
                  </a:lnTo>
                  <a:lnTo>
                    <a:pt x="7305" y="7682"/>
                  </a:lnTo>
                  <a:lnTo>
                    <a:pt x="7446" y="7258"/>
                  </a:lnTo>
                  <a:lnTo>
                    <a:pt x="7540" y="6881"/>
                  </a:lnTo>
                  <a:lnTo>
                    <a:pt x="7587" y="6456"/>
                  </a:lnTo>
                  <a:lnTo>
                    <a:pt x="7587" y="6032"/>
                  </a:lnTo>
                  <a:lnTo>
                    <a:pt x="7540" y="5608"/>
                  </a:lnTo>
                  <a:lnTo>
                    <a:pt x="7399" y="5184"/>
                  </a:lnTo>
                  <a:lnTo>
                    <a:pt x="7163" y="4807"/>
                  </a:lnTo>
                  <a:lnTo>
                    <a:pt x="6928" y="4383"/>
                  </a:lnTo>
                  <a:lnTo>
                    <a:pt x="7399" y="3912"/>
                  </a:lnTo>
                  <a:lnTo>
                    <a:pt x="7776" y="4430"/>
                  </a:lnTo>
                  <a:lnTo>
                    <a:pt x="8059" y="5043"/>
                  </a:lnTo>
                  <a:lnTo>
                    <a:pt x="8153" y="5373"/>
                  </a:lnTo>
                  <a:lnTo>
                    <a:pt x="8200" y="5655"/>
                  </a:lnTo>
                  <a:lnTo>
                    <a:pt x="8247" y="5985"/>
                  </a:lnTo>
                  <a:lnTo>
                    <a:pt x="8294" y="6362"/>
                  </a:lnTo>
                  <a:lnTo>
                    <a:pt x="8247" y="6786"/>
                  </a:lnTo>
                  <a:lnTo>
                    <a:pt x="8153" y="7210"/>
                  </a:lnTo>
                  <a:lnTo>
                    <a:pt x="8059" y="7635"/>
                  </a:lnTo>
                  <a:lnTo>
                    <a:pt x="7917" y="7964"/>
                  </a:lnTo>
                  <a:lnTo>
                    <a:pt x="7729" y="8341"/>
                  </a:lnTo>
                  <a:lnTo>
                    <a:pt x="7540" y="8624"/>
                  </a:lnTo>
                  <a:lnTo>
                    <a:pt x="7305" y="8907"/>
                  </a:lnTo>
                  <a:lnTo>
                    <a:pt x="7022" y="9142"/>
                  </a:lnTo>
                  <a:lnTo>
                    <a:pt x="6786" y="9378"/>
                  </a:lnTo>
                  <a:lnTo>
                    <a:pt x="6456" y="9567"/>
                  </a:lnTo>
                  <a:lnTo>
                    <a:pt x="6174" y="9708"/>
                  </a:lnTo>
                  <a:lnTo>
                    <a:pt x="5844" y="9849"/>
                  </a:lnTo>
                  <a:lnTo>
                    <a:pt x="5514" y="9943"/>
                  </a:lnTo>
                  <a:lnTo>
                    <a:pt x="5184" y="10038"/>
                  </a:lnTo>
                  <a:lnTo>
                    <a:pt x="4854" y="10085"/>
                  </a:lnTo>
                  <a:lnTo>
                    <a:pt x="4147" y="10085"/>
                  </a:lnTo>
                  <a:lnTo>
                    <a:pt x="3818" y="10038"/>
                  </a:lnTo>
                  <a:lnTo>
                    <a:pt x="3488" y="9943"/>
                  </a:lnTo>
                  <a:lnTo>
                    <a:pt x="3158" y="9849"/>
                  </a:lnTo>
                  <a:lnTo>
                    <a:pt x="2828" y="9708"/>
                  </a:lnTo>
                  <a:lnTo>
                    <a:pt x="2545" y="9567"/>
                  </a:lnTo>
                  <a:lnTo>
                    <a:pt x="2263" y="9378"/>
                  </a:lnTo>
                  <a:lnTo>
                    <a:pt x="1980" y="9142"/>
                  </a:lnTo>
                  <a:lnTo>
                    <a:pt x="1744" y="8907"/>
                  </a:lnTo>
                  <a:lnTo>
                    <a:pt x="1509" y="8624"/>
                  </a:lnTo>
                  <a:lnTo>
                    <a:pt x="1273" y="8341"/>
                  </a:lnTo>
                  <a:lnTo>
                    <a:pt x="1132" y="7964"/>
                  </a:lnTo>
                  <a:lnTo>
                    <a:pt x="990" y="7635"/>
                  </a:lnTo>
                  <a:lnTo>
                    <a:pt x="849" y="7210"/>
                  </a:lnTo>
                  <a:lnTo>
                    <a:pt x="802" y="6786"/>
                  </a:lnTo>
                  <a:lnTo>
                    <a:pt x="755" y="6362"/>
                  </a:lnTo>
                  <a:lnTo>
                    <a:pt x="802" y="5750"/>
                  </a:lnTo>
                  <a:lnTo>
                    <a:pt x="896" y="5231"/>
                  </a:lnTo>
                  <a:lnTo>
                    <a:pt x="1084" y="4713"/>
                  </a:lnTo>
                  <a:lnTo>
                    <a:pt x="1367" y="4289"/>
                  </a:lnTo>
                  <a:lnTo>
                    <a:pt x="1697" y="3865"/>
                  </a:lnTo>
                  <a:lnTo>
                    <a:pt x="2074" y="3488"/>
                  </a:lnTo>
                  <a:lnTo>
                    <a:pt x="2451" y="3205"/>
                  </a:lnTo>
                  <a:lnTo>
                    <a:pt x="2922" y="2922"/>
                  </a:lnTo>
                  <a:lnTo>
                    <a:pt x="3393" y="2781"/>
                  </a:lnTo>
                  <a:lnTo>
                    <a:pt x="3912" y="2640"/>
                  </a:lnTo>
                  <a:lnTo>
                    <a:pt x="4430" y="2592"/>
                  </a:lnTo>
                  <a:close/>
                  <a:moveTo>
                    <a:pt x="9048" y="1"/>
                  </a:moveTo>
                  <a:lnTo>
                    <a:pt x="8954" y="48"/>
                  </a:lnTo>
                  <a:lnTo>
                    <a:pt x="7823" y="1132"/>
                  </a:lnTo>
                  <a:lnTo>
                    <a:pt x="7776" y="1226"/>
                  </a:lnTo>
                  <a:lnTo>
                    <a:pt x="7776" y="1367"/>
                  </a:lnTo>
                  <a:lnTo>
                    <a:pt x="7870" y="2498"/>
                  </a:lnTo>
                  <a:lnTo>
                    <a:pt x="7446" y="2922"/>
                  </a:lnTo>
                  <a:lnTo>
                    <a:pt x="6880" y="2498"/>
                  </a:lnTo>
                  <a:lnTo>
                    <a:pt x="6315" y="2215"/>
                  </a:lnTo>
                  <a:lnTo>
                    <a:pt x="5702" y="1980"/>
                  </a:lnTo>
                  <a:lnTo>
                    <a:pt x="5090" y="1838"/>
                  </a:lnTo>
                  <a:lnTo>
                    <a:pt x="4430" y="1838"/>
                  </a:lnTo>
                  <a:lnTo>
                    <a:pt x="3818" y="1886"/>
                  </a:lnTo>
                  <a:lnTo>
                    <a:pt x="3205" y="2027"/>
                  </a:lnTo>
                  <a:lnTo>
                    <a:pt x="2639" y="2263"/>
                  </a:lnTo>
                  <a:lnTo>
                    <a:pt x="2074" y="2545"/>
                  </a:lnTo>
                  <a:lnTo>
                    <a:pt x="1603" y="2922"/>
                  </a:lnTo>
                  <a:lnTo>
                    <a:pt x="1132" y="3346"/>
                  </a:lnTo>
                  <a:lnTo>
                    <a:pt x="755" y="3818"/>
                  </a:lnTo>
                  <a:lnTo>
                    <a:pt x="425" y="4383"/>
                  </a:lnTo>
                  <a:lnTo>
                    <a:pt x="189" y="4996"/>
                  </a:lnTo>
                  <a:lnTo>
                    <a:pt x="48" y="5655"/>
                  </a:lnTo>
                  <a:lnTo>
                    <a:pt x="1" y="6362"/>
                  </a:lnTo>
                  <a:lnTo>
                    <a:pt x="1" y="6786"/>
                  </a:lnTo>
                  <a:lnTo>
                    <a:pt x="95" y="7258"/>
                  </a:lnTo>
                  <a:lnTo>
                    <a:pt x="189" y="7682"/>
                  </a:lnTo>
                  <a:lnTo>
                    <a:pt x="330" y="8106"/>
                  </a:lnTo>
                  <a:lnTo>
                    <a:pt x="519" y="8483"/>
                  </a:lnTo>
                  <a:lnTo>
                    <a:pt x="755" y="8860"/>
                  </a:lnTo>
                  <a:lnTo>
                    <a:pt x="1037" y="9237"/>
                  </a:lnTo>
                  <a:lnTo>
                    <a:pt x="1320" y="9519"/>
                  </a:lnTo>
                  <a:lnTo>
                    <a:pt x="1650" y="9849"/>
                  </a:lnTo>
                  <a:lnTo>
                    <a:pt x="1980" y="10085"/>
                  </a:lnTo>
                  <a:lnTo>
                    <a:pt x="2357" y="10320"/>
                  </a:lnTo>
                  <a:lnTo>
                    <a:pt x="2734" y="10509"/>
                  </a:lnTo>
                  <a:lnTo>
                    <a:pt x="3158" y="10650"/>
                  </a:lnTo>
                  <a:lnTo>
                    <a:pt x="3582" y="10745"/>
                  </a:lnTo>
                  <a:lnTo>
                    <a:pt x="4053" y="10839"/>
                  </a:lnTo>
                  <a:lnTo>
                    <a:pt x="4524" y="10839"/>
                  </a:lnTo>
                  <a:lnTo>
                    <a:pt x="5184" y="10792"/>
                  </a:lnTo>
                  <a:lnTo>
                    <a:pt x="5844" y="10650"/>
                  </a:lnTo>
                  <a:lnTo>
                    <a:pt x="6456" y="10415"/>
                  </a:lnTo>
                  <a:lnTo>
                    <a:pt x="7022" y="10085"/>
                  </a:lnTo>
                  <a:lnTo>
                    <a:pt x="7493" y="9708"/>
                  </a:lnTo>
                  <a:lnTo>
                    <a:pt x="7964" y="9237"/>
                  </a:lnTo>
                  <a:lnTo>
                    <a:pt x="8294" y="8765"/>
                  </a:lnTo>
                  <a:lnTo>
                    <a:pt x="8577" y="8200"/>
                  </a:lnTo>
                  <a:lnTo>
                    <a:pt x="8813" y="7635"/>
                  </a:lnTo>
                  <a:lnTo>
                    <a:pt x="8954" y="7022"/>
                  </a:lnTo>
                  <a:lnTo>
                    <a:pt x="9001" y="6409"/>
                  </a:lnTo>
                  <a:lnTo>
                    <a:pt x="9001" y="5750"/>
                  </a:lnTo>
                  <a:lnTo>
                    <a:pt x="8860" y="5137"/>
                  </a:lnTo>
                  <a:lnTo>
                    <a:pt x="8671" y="4524"/>
                  </a:lnTo>
                  <a:lnTo>
                    <a:pt x="8341" y="3959"/>
                  </a:lnTo>
                  <a:lnTo>
                    <a:pt x="7917" y="3394"/>
                  </a:lnTo>
                  <a:lnTo>
                    <a:pt x="8388" y="2922"/>
                  </a:lnTo>
                  <a:lnTo>
                    <a:pt x="9566" y="3017"/>
                  </a:lnTo>
                  <a:lnTo>
                    <a:pt x="9661" y="3017"/>
                  </a:lnTo>
                  <a:lnTo>
                    <a:pt x="9755" y="2922"/>
                  </a:lnTo>
                  <a:lnTo>
                    <a:pt x="10792" y="1886"/>
                  </a:lnTo>
                  <a:lnTo>
                    <a:pt x="10839" y="1791"/>
                  </a:lnTo>
                  <a:lnTo>
                    <a:pt x="10839" y="1650"/>
                  </a:lnTo>
                  <a:lnTo>
                    <a:pt x="10792" y="1556"/>
                  </a:lnTo>
                  <a:lnTo>
                    <a:pt x="10650" y="1509"/>
                  </a:lnTo>
                  <a:lnTo>
                    <a:pt x="9943" y="1367"/>
                  </a:lnTo>
                  <a:lnTo>
                    <a:pt x="10792" y="566"/>
                  </a:lnTo>
                  <a:lnTo>
                    <a:pt x="10839" y="425"/>
                  </a:lnTo>
                  <a:lnTo>
                    <a:pt x="10886" y="331"/>
                  </a:lnTo>
                  <a:lnTo>
                    <a:pt x="10839" y="189"/>
                  </a:lnTo>
                  <a:lnTo>
                    <a:pt x="10792" y="95"/>
                  </a:lnTo>
                  <a:lnTo>
                    <a:pt x="10650" y="1"/>
                  </a:lnTo>
                  <a:lnTo>
                    <a:pt x="10415" y="1"/>
                  </a:lnTo>
                  <a:lnTo>
                    <a:pt x="10273" y="95"/>
                  </a:lnTo>
                  <a:lnTo>
                    <a:pt x="9472" y="896"/>
                  </a:lnTo>
                  <a:lnTo>
                    <a:pt x="9331" y="189"/>
                  </a:lnTo>
                  <a:lnTo>
                    <a:pt x="9284" y="48"/>
                  </a:lnTo>
                  <a:lnTo>
                    <a:pt x="918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6" name="Google Shape;1776;p21"/>
          <p:cNvGrpSpPr/>
          <p:nvPr/>
        </p:nvGrpSpPr>
        <p:grpSpPr>
          <a:xfrm>
            <a:off x="6347325" y="2638725"/>
            <a:ext cx="259200" cy="285125"/>
            <a:chOff x="5585325" y="2714925"/>
            <a:chExt cx="259200" cy="285125"/>
          </a:xfrm>
        </p:grpSpPr>
        <p:sp>
          <p:nvSpPr>
            <p:cNvPr id="1777" name="Google Shape;1777;p21"/>
            <p:cNvSpPr/>
            <p:nvPr/>
          </p:nvSpPr>
          <p:spPr>
            <a:xfrm>
              <a:off x="5729050" y="2825675"/>
              <a:ext cx="115475" cy="174375"/>
            </a:xfrm>
            <a:custGeom>
              <a:rect b="b" l="l" r="r" t="t"/>
              <a:pathLst>
                <a:path extrusionOk="0" h="6975" w="4619">
                  <a:moveTo>
                    <a:pt x="943" y="0"/>
                  </a:moveTo>
                  <a:lnTo>
                    <a:pt x="849" y="47"/>
                  </a:lnTo>
                  <a:lnTo>
                    <a:pt x="707" y="142"/>
                  </a:lnTo>
                  <a:lnTo>
                    <a:pt x="707" y="189"/>
                  </a:lnTo>
                  <a:lnTo>
                    <a:pt x="0" y="1461"/>
                  </a:lnTo>
                  <a:lnTo>
                    <a:pt x="566" y="2545"/>
                  </a:lnTo>
                  <a:lnTo>
                    <a:pt x="3016" y="6974"/>
                  </a:lnTo>
                  <a:lnTo>
                    <a:pt x="4383" y="6974"/>
                  </a:lnTo>
                  <a:lnTo>
                    <a:pt x="4524" y="6927"/>
                  </a:lnTo>
                  <a:lnTo>
                    <a:pt x="4571" y="6880"/>
                  </a:lnTo>
                  <a:lnTo>
                    <a:pt x="4618" y="6739"/>
                  </a:lnTo>
                  <a:lnTo>
                    <a:pt x="4618" y="6597"/>
                  </a:lnTo>
                  <a:lnTo>
                    <a:pt x="1226" y="189"/>
                  </a:lnTo>
                  <a:lnTo>
                    <a:pt x="1226" y="94"/>
                  </a:lnTo>
                  <a:lnTo>
                    <a:pt x="1084" y="47"/>
                  </a:lnTo>
                  <a:lnTo>
                    <a:pt x="94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21"/>
            <p:cNvSpPr/>
            <p:nvPr/>
          </p:nvSpPr>
          <p:spPr>
            <a:xfrm>
              <a:off x="5674850" y="2714925"/>
              <a:ext cx="146100" cy="84850"/>
            </a:xfrm>
            <a:custGeom>
              <a:rect b="b" l="l" r="r" t="t"/>
              <a:pathLst>
                <a:path extrusionOk="0" h="3394" w="5844">
                  <a:moveTo>
                    <a:pt x="236" y="1"/>
                  </a:moveTo>
                  <a:lnTo>
                    <a:pt x="95" y="95"/>
                  </a:lnTo>
                  <a:lnTo>
                    <a:pt x="48" y="189"/>
                  </a:lnTo>
                  <a:lnTo>
                    <a:pt x="1" y="331"/>
                  </a:lnTo>
                  <a:lnTo>
                    <a:pt x="1" y="3346"/>
                  </a:lnTo>
                  <a:lnTo>
                    <a:pt x="189" y="3299"/>
                  </a:lnTo>
                  <a:lnTo>
                    <a:pt x="519" y="3299"/>
                  </a:lnTo>
                  <a:lnTo>
                    <a:pt x="660" y="3394"/>
                  </a:lnTo>
                  <a:lnTo>
                    <a:pt x="660" y="2357"/>
                  </a:lnTo>
                  <a:lnTo>
                    <a:pt x="1838" y="2357"/>
                  </a:lnTo>
                  <a:lnTo>
                    <a:pt x="1744" y="2828"/>
                  </a:lnTo>
                  <a:lnTo>
                    <a:pt x="1697" y="2922"/>
                  </a:lnTo>
                  <a:lnTo>
                    <a:pt x="1744" y="3064"/>
                  </a:lnTo>
                  <a:lnTo>
                    <a:pt x="1791" y="3158"/>
                  </a:lnTo>
                  <a:lnTo>
                    <a:pt x="1886" y="3205"/>
                  </a:lnTo>
                  <a:lnTo>
                    <a:pt x="2027" y="3252"/>
                  </a:lnTo>
                  <a:lnTo>
                    <a:pt x="5608" y="3252"/>
                  </a:lnTo>
                  <a:lnTo>
                    <a:pt x="5703" y="3205"/>
                  </a:lnTo>
                  <a:lnTo>
                    <a:pt x="5797" y="3111"/>
                  </a:lnTo>
                  <a:lnTo>
                    <a:pt x="5844" y="3017"/>
                  </a:lnTo>
                  <a:lnTo>
                    <a:pt x="5844" y="2922"/>
                  </a:lnTo>
                  <a:lnTo>
                    <a:pt x="5844" y="2828"/>
                  </a:lnTo>
                  <a:lnTo>
                    <a:pt x="5797" y="2734"/>
                  </a:lnTo>
                  <a:lnTo>
                    <a:pt x="5703" y="2640"/>
                  </a:lnTo>
                  <a:lnTo>
                    <a:pt x="5043" y="2074"/>
                  </a:lnTo>
                  <a:lnTo>
                    <a:pt x="4996" y="2027"/>
                  </a:lnTo>
                  <a:lnTo>
                    <a:pt x="5043" y="1980"/>
                  </a:lnTo>
                  <a:lnTo>
                    <a:pt x="5750" y="1414"/>
                  </a:lnTo>
                  <a:lnTo>
                    <a:pt x="5797" y="1320"/>
                  </a:lnTo>
                  <a:lnTo>
                    <a:pt x="5844" y="1226"/>
                  </a:lnTo>
                  <a:lnTo>
                    <a:pt x="5844" y="1132"/>
                  </a:lnTo>
                  <a:lnTo>
                    <a:pt x="5797" y="1037"/>
                  </a:lnTo>
                  <a:lnTo>
                    <a:pt x="5750" y="943"/>
                  </a:lnTo>
                  <a:lnTo>
                    <a:pt x="5703" y="896"/>
                  </a:lnTo>
                  <a:lnTo>
                    <a:pt x="5608" y="849"/>
                  </a:lnTo>
                  <a:lnTo>
                    <a:pt x="3582" y="849"/>
                  </a:lnTo>
                  <a:lnTo>
                    <a:pt x="3723" y="425"/>
                  </a:lnTo>
                  <a:lnTo>
                    <a:pt x="3723" y="283"/>
                  </a:lnTo>
                  <a:lnTo>
                    <a:pt x="3676" y="189"/>
                  </a:lnTo>
                  <a:lnTo>
                    <a:pt x="3629" y="95"/>
                  </a:lnTo>
                  <a:lnTo>
                    <a:pt x="3582" y="48"/>
                  </a:lnTo>
                  <a:lnTo>
                    <a:pt x="339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21"/>
            <p:cNvSpPr/>
            <p:nvPr/>
          </p:nvSpPr>
          <p:spPr>
            <a:xfrm>
              <a:off x="5638325" y="2816250"/>
              <a:ext cx="89575" cy="122525"/>
            </a:xfrm>
            <a:custGeom>
              <a:rect b="b" l="l" r="r" t="t"/>
              <a:pathLst>
                <a:path extrusionOk="0" h="4901" w="3583">
                  <a:moveTo>
                    <a:pt x="1792" y="0"/>
                  </a:moveTo>
                  <a:lnTo>
                    <a:pt x="1650" y="47"/>
                  </a:lnTo>
                  <a:lnTo>
                    <a:pt x="1509" y="142"/>
                  </a:lnTo>
                  <a:lnTo>
                    <a:pt x="1" y="3205"/>
                  </a:lnTo>
                  <a:lnTo>
                    <a:pt x="1" y="4430"/>
                  </a:lnTo>
                  <a:lnTo>
                    <a:pt x="48" y="4618"/>
                  </a:lnTo>
                  <a:lnTo>
                    <a:pt x="95" y="4760"/>
                  </a:lnTo>
                  <a:lnTo>
                    <a:pt x="237" y="4854"/>
                  </a:lnTo>
                  <a:lnTo>
                    <a:pt x="425" y="4901"/>
                  </a:lnTo>
                  <a:lnTo>
                    <a:pt x="614" y="4854"/>
                  </a:lnTo>
                  <a:lnTo>
                    <a:pt x="755" y="4760"/>
                  </a:lnTo>
                  <a:lnTo>
                    <a:pt x="849" y="4618"/>
                  </a:lnTo>
                  <a:lnTo>
                    <a:pt x="896" y="4430"/>
                  </a:lnTo>
                  <a:lnTo>
                    <a:pt x="896" y="3063"/>
                  </a:lnTo>
                  <a:lnTo>
                    <a:pt x="896" y="2828"/>
                  </a:lnTo>
                  <a:lnTo>
                    <a:pt x="943" y="2686"/>
                  </a:lnTo>
                  <a:lnTo>
                    <a:pt x="1038" y="2498"/>
                  </a:lnTo>
                  <a:lnTo>
                    <a:pt x="1179" y="2356"/>
                  </a:lnTo>
                  <a:lnTo>
                    <a:pt x="1320" y="2262"/>
                  </a:lnTo>
                  <a:lnTo>
                    <a:pt x="1462" y="2168"/>
                  </a:lnTo>
                  <a:lnTo>
                    <a:pt x="1650" y="2121"/>
                  </a:lnTo>
                  <a:lnTo>
                    <a:pt x="1839" y="2074"/>
                  </a:lnTo>
                  <a:lnTo>
                    <a:pt x="2027" y="2121"/>
                  </a:lnTo>
                  <a:lnTo>
                    <a:pt x="2216" y="2168"/>
                  </a:lnTo>
                  <a:lnTo>
                    <a:pt x="2357" y="2262"/>
                  </a:lnTo>
                  <a:lnTo>
                    <a:pt x="2498" y="2356"/>
                  </a:lnTo>
                  <a:lnTo>
                    <a:pt x="2593" y="2498"/>
                  </a:lnTo>
                  <a:lnTo>
                    <a:pt x="2687" y="2639"/>
                  </a:lnTo>
                  <a:lnTo>
                    <a:pt x="2734" y="2828"/>
                  </a:lnTo>
                  <a:lnTo>
                    <a:pt x="2781" y="3016"/>
                  </a:lnTo>
                  <a:lnTo>
                    <a:pt x="2781" y="3110"/>
                  </a:lnTo>
                  <a:lnTo>
                    <a:pt x="2828" y="3299"/>
                  </a:lnTo>
                  <a:lnTo>
                    <a:pt x="2875" y="3440"/>
                  </a:lnTo>
                  <a:lnTo>
                    <a:pt x="3017" y="3487"/>
                  </a:lnTo>
                  <a:lnTo>
                    <a:pt x="3158" y="3534"/>
                  </a:lnTo>
                  <a:lnTo>
                    <a:pt x="3299" y="3534"/>
                  </a:lnTo>
                  <a:lnTo>
                    <a:pt x="3441" y="3440"/>
                  </a:lnTo>
                  <a:lnTo>
                    <a:pt x="3535" y="3346"/>
                  </a:lnTo>
                  <a:lnTo>
                    <a:pt x="3582" y="3157"/>
                  </a:lnTo>
                  <a:lnTo>
                    <a:pt x="2074" y="142"/>
                  </a:lnTo>
                  <a:lnTo>
                    <a:pt x="1980" y="47"/>
                  </a:lnTo>
                  <a:lnTo>
                    <a:pt x="179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21"/>
            <p:cNvSpPr/>
            <p:nvPr/>
          </p:nvSpPr>
          <p:spPr>
            <a:xfrm>
              <a:off x="5585325" y="2884575"/>
              <a:ext cx="199125" cy="115475"/>
            </a:xfrm>
            <a:custGeom>
              <a:rect b="b" l="l" r="r" t="t"/>
              <a:pathLst>
                <a:path extrusionOk="0" h="4619" w="7965">
                  <a:moveTo>
                    <a:pt x="3959" y="0"/>
                  </a:moveTo>
                  <a:lnTo>
                    <a:pt x="3864" y="47"/>
                  </a:lnTo>
                  <a:lnTo>
                    <a:pt x="3770" y="95"/>
                  </a:lnTo>
                  <a:lnTo>
                    <a:pt x="3676" y="189"/>
                  </a:lnTo>
                  <a:lnTo>
                    <a:pt x="3676" y="283"/>
                  </a:lnTo>
                  <a:lnTo>
                    <a:pt x="3676" y="1697"/>
                  </a:lnTo>
                  <a:lnTo>
                    <a:pt x="3629" y="1932"/>
                  </a:lnTo>
                  <a:lnTo>
                    <a:pt x="3582" y="2168"/>
                  </a:lnTo>
                  <a:lnTo>
                    <a:pt x="3440" y="2356"/>
                  </a:lnTo>
                  <a:lnTo>
                    <a:pt x="3299" y="2545"/>
                  </a:lnTo>
                  <a:lnTo>
                    <a:pt x="3158" y="2639"/>
                  </a:lnTo>
                  <a:lnTo>
                    <a:pt x="2969" y="2733"/>
                  </a:lnTo>
                  <a:lnTo>
                    <a:pt x="2781" y="2781"/>
                  </a:lnTo>
                  <a:lnTo>
                    <a:pt x="2545" y="2828"/>
                  </a:lnTo>
                  <a:lnTo>
                    <a:pt x="2357" y="2781"/>
                  </a:lnTo>
                  <a:lnTo>
                    <a:pt x="2168" y="2733"/>
                  </a:lnTo>
                  <a:lnTo>
                    <a:pt x="1980" y="2639"/>
                  </a:lnTo>
                  <a:lnTo>
                    <a:pt x="1791" y="2545"/>
                  </a:lnTo>
                  <a:lnTo>
                    <a:pt x="1650" y="2404"/>
                  </a:lnTo>
                  <a:lnTo>
                    <a:pt x="1555" y="2215"/>
                  </a:lnTo>
                  <a:lnTo>
                    <a:pt x="1461" y="1979"/>
                  </a:lnTo>
                  <a:lnTo>
                    <a:pt x="1461" y="1697"/>
                  </a:lnTo>
                  <a:lnTo>
                    <a:pt x="48" y="4241"/>
                  </a:lnTo>
                  <a:lnTo>
                    <a:pt x="0" y="4383"/>
                  </a:lnTo>
                  <a:lnTo>
                    <a:pt x="48" y="4524"/>
                  </a:lnTo>
                  <a:lnTo>
                    <a:pt x="142" y="4618"/>
                  </a:lnTo>
                  <a:lnTo>
                    <a:pt x="7964" y="4618"/>
                  </a:lnTo>
                  <a:lnTo>
                    <a:pt x="6079" y="1131"/>
                  </a:lnTo>
                  <a:lnTo>
                    <a:pt x="5938" y="1273"/>
                  </a:lnTo>
                  <a:lnTo>
                    <a:pt x="5749" y="1367"/>
                  </a:lnTo>
                  <a:lnTo>
                    <a:pt x="5514" y="1461"/>
                  </a:lnTo>
                  <a:lnTo>
                    <a:pt x="5090" y="1461"/>
                  </a:lnTo>
                  <a:lnTo>
                    <a:pt x="4854" y="1367"/>
                  </a:lnTo>
                  <a:lnTo>
                    <a:pt x="4666" y="1273"/>
                  </a:lnTo>
                  <a:lnTo>
                    <a:pt x="4524" y="1131"/>
                  </a:lnTo>
                  <a:lnTo>
                    <a:pt x="4383" y="990"/>
                  </a:lnTo>
                  <a:lnTo>
                    <a:pt x="4289" y="801"/>
                  </a:lnTo>
                  <a:lnTo>
                    <a:pt x="4241" y="613"/>
                  </a:lnTo>
                  <a:lnTo>
                    <a:pt x="4241" y="377"/>
                  </a:lnTo>
                  <a:lnTo>
                    <a:pt x="4241" y="283"/>
                  </a:lnTo>
                  <a:lnTo>
                    <a:pt x="4194" y="189"/>
                  </a:lnTo>
                  <a:lnTo>
                    <a:pt x="4147" y="95"/>
                  </a:lnTo>
                  <a:lnTo>
                    <a:pt x="4053" y="47"/>
                  </a:lnTo>
                  <a:lnTo>
                    <a:pt x="395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1" name="Google Shape;1781;p21"/>
          <p:cNvGrpSpPr/>
          <p:nvPr/>
        </p:nvGrpSpPr>
        <p:grpSpPr>
          <a:xfrm>
            <a:off x="7096575" y="2642275"/>
            <a:ext cx="285100" cy="276850"/>
            <a:chOff x="6334575" y="2718475"/>
            <a:chExt cx="285100" cy="276850"/>
          </a:xfrm>
        </p:grpSpPr>
        <p:sp>
          <p:nvSpPr>
            <p:cNvPr id="1782" name="Google Shape;1782;p21"/>
            <p:cNvSpPr/>
            <p:nvPr/>
          </p:nvSpPr>
          <p:spPr>
            <a:xfrm>
              <a:off x="6334575" y="2718475"/>
              <a:ext cx="148450" cy="205000"/>
            </a:xfrm>
            <a:custGeom>
              <a:rect b="b" l="l" r="r" t="t"/>
              <a:pathLst>
                <a:path extrusionOk="0" h="8200" w="5938">
                  <a:moveTo>
                    <a:pt x="3723" y="754"/>
                  </a:moveTo>
                  <a:lnTo>
                    <a:pt x="3864" y="848"/>
                  </a:lnTo>
                  <a:lnTo>
                    <a:pt x="3911" y="990"/>
                  </a:lnTo>
                  <a:lnTo>
                    <a:pt x="3959" y="1084"/>
                  </a:lnTo>
                  <a:lnTo>
                    <a:pt x="3911" y="1225"/>
                  </a:lnTo>
                  <a:lnTo>
                    <a:pt x="3864" y="1367"/>
                  </a:lnTo>
                  <a:lnTo>
                    <a:pt x="3723" y="1414"/>
                  </a:lnTo>
                  <a:lnTo>
                    <a:pt x="3582" y="1461"/>
                  </a:lnTo>
                  <a:lnTo>
                    <a:pt x="2356" y="1461"/>
                  </a:lnTo>
                  <a:lnTo>
                    <a:pt x="2168" y="1414"/>
                  </a:lnTo>
                  <a:lnTo>
                    <a:pt x="2074" y="1367"/>
                  </a:lnTo>
                  <a:lnTo>
                    <a:pt x="1979" y="1225"/>
                  </a:lnTo>
                  <a:lnTo>
                    <a:pt x="1979" y="1084"/>
                  </a:lnTo>
                  <a:lnTo>
                    <a:pt x="1979" y="990"/>
                  </a:lnTo>
                  <a:lnTo>
                    <a:pt x="2074" y="848"/>
                  </a:lnTo>
                  <a:lnTo>
                    <a:pt x="2168" y="754"/>
                  </a:lnTo>
                  <a:close/>
                  <a:moveTo>
                    <a:pt x="3629" y="3016"/>
                  </a:moveTo>
                  <a:lnTo>
                    <a:pt x="3770" y="3063"/>
                  </a:lnTo>
                  <a:lnTo>
                    <a:pt x="3864" y="3157"/>
                  </a:lnTo>
                  <a:lnTo>
                    <a:pt x="3959" y="3252"/>
                  </a:lnTo>
                  <a:lnTo>
                    <a:pt x="4006" y="3393"/>
                  </a:lnTo>
                  <a:lnTo>
                    <a:pt x="3959" y="3534"/>
                  </a:lnTo>
                  <a:lnTo>
                    <a:pt x="3864" y="3676"/>
                  </a:lnTo>
                  <a:lnTo>
                    <a:pt x="3770" y="3723"/>
                  </a:lnTo>
                  <a:lnTo>
                    <a:pt x="3629" y="3770"/>
                  </a:lnTo>
                  <a:lnTo>
                    <a:pt x="3299" y="3817"/>
                  </a:lnTo>
                  <a:lnTo>
                    <a:pt x="2969" y="3958"/>
                  </a:lnTo>
                  <a:lnTo>
                    <a:pt x="2733" y="4194"/>
                  </a:lnTo>
                  <a:lnTo>
                    <a:pt x="2592" y="4477"/>
                  </a:lnTo>
                  <a:lnTo>
                    <a:pt x="3629" y="4477"/>
                  </a:lnTo>
                  <a:lnTo>
                    <a:pt x="3770" y="4524"/>
                  </a:lnTo>
                  <a:lnTo>
                    <a:pt x="3911" y="4618"/>
                  </a:lnTo>
                  <a:lnTo>
                    <a:pt x="3959" y="4712"/>
                  </a:lnTo>
                  <a:lnTo>
                    <a:pt x="4006" y="4854"/>
                  </a:lnTo>
                  <a:lnTo>
                    <a:pt x="3959" y="4995"/>
                  </a:lnTo>
                  <a:lnTo>
                    <a:pt x="3911" y="5089"/>
                  </a:lnTo>
                  <a:lnTo>
                    <a:pt x="3770" y="5184"/>
                  </a:lnTo>
                  <a:lnTo>
                    <a:pt x="3629" y="5231"/>
                  </a:lnTo>
                  <a:lnTo>
                    <a:pt x="2592" y="5231"/>
                  </a:lnTo>
                  <a:lnTo>
                    <a:pt x="2733" y="5513"/>
                  </a:lnTo>
                  <a:lnTo>
                    <a:pt x="2969" y="5749"/>
                  </a:lnTo>
                  <a:lnTo>
                    <a:pt x="3299" y="5890"/>
                  </a:lnTo>
                  <a:lnTo>
                    <a:pt x="3629" y="5937"/>
                  </a:lnTo>
                  <a:lnTo>
                    <a:pt x="3770" y="5985"/>
                  </a:lnTo>
                  <a:lnTo>
                    <a:pt x="3864" y="6032"/>
                  </a:lnTo>
                  <a:lnTo>
                    <a:pt x="3959" y="6173"/>
                  </a:lnTo>
                  <a:lnTo>
                    <a:pt x="4006" y="6314"/>
                  </a:lnTo>
                  <a:lnTo>
                    <a:pt x="3959" y="6456"/>
                  </a:lnTo>
                  <a:lnTo>
                    <a:pt x="3864" y="6597"/>
                  </a:lnTo>
                  <a:lnTo>
                    <a:pt x="3770" y="6644"/>
                  </a:lnTo>
                  <a:lnTo>
                    <a:pt x="3629" y="6691"/>
                  </a:lnTo>
                  <a:lnTo>
                    <a:pt x="3299" y="6644"/>
                  </a:lnTo>
                  <a:lnTo>
                    <a:pt x="2969" y="6550"/>
                  </a:lnTo>
                  <a:lnTo>
                    <a:pt x="2686" y="6456"/>
                  </a:lnTo>
                  <a:lnTo>
                    <a:pt x="2451" y="6267"/>
                  </a:lnTo>
                  <a:lnTo>
                    <a:pt x="2215" y="6032"/>
                  </a:lnTo>
                  <a:lnTo>
                    <a:pt x="2074" y="5796"/>
                  </a:lnTo>
                  <a:lnTo>
                    <a:pt x="1932" y="5513"/>
                  </a:lnTo>
                  <a:lnTo>
                    <a:pt x="1838" y="5231"/>
                  </a:lnTo>
                  <a:lnTo>
                    <a:pt x="1650" y="5231"/>
                  </a:lnTo>
                  <a:lnTo>
                    <a:pt x="1461" y="5184"/>
                  </a:lnTo>
                  <a:lnTo>
                    <a:pt x="1367" y="5089"/>
                  </a:lnTo>
                  <a:lnTo>
                    <a:pt x="1320" y="4995"/>
                  </a:lnTo>
                  <a:lnTo>
                    <a:pt x="1273" y="4854"/>
                  </a:lnTo>
                  <a:lnTo>
                    <a:pt x="1320" y="4712"/>
                  </a:lnTo>
                  <a:lnTo>
                    <a:pt x="1367" y="4618"/>
                  </a:lnTo>
                  <a:lnTo>
                    <a:pt x="1461" y="4524"/>
                  </a:lnTo>
                  <a:lnTo>
                    <a:pt x="1650" y="4477"/>
                  </a:lnTo>
                  <a:lnTo>
                    <a:pt x="1838" y="4477"/>
                  </a:lnTo>
                  <a:lnTo>
                    <a:pt x="1932" y="4194"/>
                  </a:lnTo>
                  <a:lnTo>
                    <a:pt x="2074" y="3911"/>
                  </a:lnTo>
                  <a:lnTo>
                    <a:pt x="2215" y="3676"/>
                  </a:lnTo>
                  <a:lnTo>
                    <a:pt x="2451" y="3440"/>
                  </a:lnTo>
                  <a:lnTo>
                    <a:pt x="2686" y="3252"/>
                  </a:lnTo>
                  <a:lnTo>
                    <a:pt x="2969" y="3157"/>
                  </a:lnTo>
                  <a:lnTo>
                    <a:pt x="3299" y="3063"/>
                  </a:lnTo>
                  <a:lnTo>
                    <a:pt x="3629" y="3016"/>
                  </a:lnTo>
                  <a:close/>
                  <a:moveTo>
                    <a:pt x="377" y="0"/>
                  </a:moveTo>
                  <a:lnTo>
                    <a:pt x="189" y="47"/>
                  </a:lnTo>
                  <a:lnTo>
                    <a:pt x="94" y="141"/>
                  </a:lnTo>
                  <a:lnTo>
                    <a:pt x="0" y="236"/>
                  </a:lnTo>
                  <a:lnTo>
                    <a:pt x="0" y="377"/>
                  </a:lnTo>
                  <a:lnTo>
                    <a:pt x="0" y="8199"/>
                  </a:lnTo>
                  <a:lnTo>
                    <a:pt x="5938" y="8199"/>
                  </a:lnTo>
                  <a:lnTo>
                    <a:pt x="5938" y="377"/>
                  </a:lnTo>
                  <a:lnTo>
                    <a:pt x="5891" y="236"/>
                  </a:lnTo>
                  <a:lnTo>
                    <a:pt x="5843" y="141"/>
                  </a:lnTo>
                  <a:lnTo>
                    <a:pt x="5702" y="47"/>
                  </a:lnTo>
                  <a:lnTo>
                    <a:pt x="556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21"/>
            <p:cNvSpPr/>
            <p:nvPr/>
          </p:nvSpPr>
          <p:spPr>
            <a:xfrm>
              <a:off x="6334575" y="2942300"/>
              <a:ext cx="148450" cy="53025"/>
            </a:xfrm>
            <a:custGeom>
              <a:rect b="b" l="l" r="r" t="t"/>
              <a:pathLst>
                <a:path extrusionOk="0" h="2121" w="5938">
                  <a:moveTo>
                    <a:pt x="2969" y="660"/>
                  </a:moveTo>
                  <a:lnTo>
                    <a:pt x="3110" y="707"/>
                  </a:lnTo>
                  <a:lnTo>
                    <a:pt x="3205" y="754"/>
                  </a:lnTo>
                  <a:lnTo>
                    <a:pt x="3299" y="896"/>
                  </a:lnTo>
                  <a:lnTo>
                    <a:pt x="3346" y="1037"/>
                  </a:lnTo>
                  <a:lnTo>
                    <a:pt x="3299" y="1178"/>
                  </a:lnTo>
                  <a:lnTo>
                    <a:pt x="3205" y="1320"/>
                  </a:lnTo>
                  <a:lnTo>
                    <a:pt x="3110" y="1367"/>
                  </a:lnTo>
                  <a:lnTo>
                    <a:pt x="2969" y="1414"/>
                  </a:lnTo>
                  <a:lnTo>
                    <a:pt x="2828" y="1367"/>
                  </a:lnTo>
                  <a:lnTo>
                    <a:pt x="2686" y="1320"/>
                  </a:lnTo>
                  <a:lnTo>
                    <a:pt x="2639" y="1178"/>
                  </a:lnTo>
                  <a:lnTo>
                    <a:pt x="2592" y="1037"/>
                  </a:lnTo>
                  <a:lnTo>
                    <a:pt x="2639" y="896"/>
                  </a:lnTo>
                  <a:lnTo>
                    <a:pt x="2686" y="754"/>
                  </a:lnTo>
                  <a:lnTo>
                    <a:pt x="2828" y="707"/>
                  </a:lnTo>
                  <a:lnTo>
                    <a:pt x="2969" y="660"/>
                  </a:lnTo>
                  <a:close/>
                  <a:moveTo>
                    <a:pt x="0" y="0"/>
                  </a:moveTo>
                  <a:lnTo>
                    <a:pt x="0" y="1744"/>
                  </a:lnTo>
                  <a:lnTo>
                    <a:pt x="0" y="1885"/>
                  </a:lnTo>
                  <a:lnTo>
                    <a:pt x="94" y="2027"/>
                  </a:lnTo>
                  <a:lnTo>
                    <a:pt x="189" y="2121"/>
                  </a:lnTo>
                  <a:lnTo>
                    <a:pt x="5702" y="2121"/>
                  </a:lnTo>
                  <a:lnTo>
                    <a:pt x="5843" y="2027"/>
                  </a:lnTo>
                  <a:lnTo>
                    <a:pt x="5891" y="1885"/>
                  </a:lnTo>
                  <a:lnTo>
                    <a:pt x="5938" y="1744"/>
                  </a:lnTo>
                  <a:lnTo>
                    <a:pt x="593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21"/>
            <p:cNvSpPr/>
            <p:nvPr/>
          </p:nvSpPr>
          <p:spPr>
            <a:xfrm>
              <a:off x="6500675" y="2872800"/>
              <a:ext cx="119000" cy="27100"/>
            </a:xfrm>
            <a:custGeom>
              <a:rect b="b" l="l" r="r" t="t"/>
              <a:pathLst>
                <a:path extrusionOk="0" h="1084" w="4760">
                  <a:moveTo>
                    <a:pt x="0" y="0"/>
                  </a:moveTo>
                  <a:lnTo>
                    <a:pt x="0" y="1084"/>
                  </a:lnTo>
                  <a:lnTo>
                    <a:pt x="4760" y="1084"/>
                  </a:lnTo>
                  <a:lnTo>
                    <a:pt x="476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21"/>
            <p:cNvSpPr/>
            <p:nvPr/>
          </p:nvSpPr>
          <p:spPr>
            <a:xfrm>
              <a:off x="6500675" y="2918725"/>
              <a:ext cx="119000" cy="35375"/>
            </a:xfrm>
            <a:custGeom>
              <a:rect b="b" l="l" r="r" t="t"/>
              <a:pathLst>
                <a:path extrusionOk="0" h="1415" w="4760">
                  <a:moveTo>
                    <a:pt x="0" y="1"/>
                  </a:moveTo>
                  <a:lnTo>
                    <a:pt x="0" y="1415"/>
                  </a:lnTo>
                  <a:lnTo>
                    <a:pt x="4006" y="1415"/>
                  </a:lnTo>
                  <a:lnTo>
                    <a:pt x="4147" y="1367"/>
                  </a:lnTo>
                  <a:lnTo>
                    <a:pt x="4289" y="1367"/>
                  </a:lnTo>
                  <a:lnTo>
                    <a:pt x="4430" y="1273"/>
                  </a:lnTo>
                  <a:lnTo>
                    <a:pt x="4524" y="1179"/>
                  </a:lnTo>
                  <a:lnTo>
                    <a:pt x="4618" y="1085"/>
                  </a:lnTo>
                  <a:lnTo>
                    <a:pt x="4713" y="943"/>
                  </a:lnTo>
                  <a:lnTo>
                    <a:pt x="4760" y="802"/>
                  </a:lnTo>
                  <a:lnTo>
                    <a:pt x="4760" y="661"/>
                  </a:lnTo>
                  <a:lnTo>
                    <a:pt x="476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21"/>
            <p:cNvSpPr/>
            <p:nvPr/>
          </p:nvSpPr>
          <p:spPr>
            <a:xfrm>
              <a:off x="6500675" y="2760875"/>
              <a:ext cx="119000" cy="94275"/>
            </a:xfrm>
            <a:custGeom>
              <a:rect b="b" l="l" r="r" t="t"/>
              <a:pathLst>
                <a:path extrusionOk="0" h="3771" w="4760">
                  <a:moveTo>
                    <a:pt x="0" y="0"/>
                  </a:moveTo>
                  <a:lnTo>
                    <a:pt x="0" y="3770"/>
                  </a:lnTo>
                  <a:lnTo>
                    <a:pt x="4760" y="3770"/>
                  </a:lnTo>
                  <a:lnTo>
                    <a:pt x="4760" y="754"/>
                  </a:lnTo>
                  <a:lnTo>
                    <a:pt x="4760" y="613"/>
                  </a:lnTo>
                  <a:lnTo>
                    <a:pt x="4713" y="472"/>
                  </a:lnTo>
                  <a:lnTo>
                    <a:pt x="4618" y="330"/>
                  </a:lnTo>
                  <a:lnTo>
                    <a:pt x="4524" y="236"/>
                  </a:lnTo>
                  <a:lnTo>
                    <a:pt x="4430" y="142"/>
                  </a:lnTo>
                  <a:lnTo>
                    <a:pt x="4289" y="48"/>
                  </a:lnTo>
                  <a:lnTo>
                    <a:pt x="414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7" name="Google Shape;1787;p21"/>
          <p:cNvGrpSpPr/>
          <p:nvPr/>
        </p:nvGrpSpPr>
        <p:grpSpPr>
          <a:xfrm>
            <a:off x="7858775" y="2638725"/>
            <a:ext cx="285100" cy="285125"/>
            <a:chOff x="7096775" y="2714925"/>
            <a:chExt cx="285100" cy="285125"/>
          </a:xfrm>
        </p:grpSpPr>
        <p:sp>
          <p:nvSpPr>
            <p:cNvPr id="1788" name="Google Shape;1788;p21"/>
            <p:cNvSpPr/>
            <p:nvPr/>
          </p:nvSpPr>
          <p:spPr>
            <a:xfrm>
              <a:off x="7245200" y="2731425"/>
              <a:ext cx="120200" cy="119000"/>
            </a:xfrm>
            <a:custGeom>
              <a:rect b="b" l="l" r="r" t="t"/>
              <a:pathLst>
                <a:path extrusionOk="0" h="4760" w="4808">
                  <a:moveTo>
                    <a:pt x="3158" y="0"/>
                  </a:moveTo>
                  <a:lnTo>
                    <a:pt x="2970" y="189"/>
                  </a:lnTo>
                  <a:lnTo>
                    <a:pt x="2781" y="425"/>
                  </a:lnTo>
                  <a:lnTo>
                    <a:pt x="2640" y="660"/>
                  </a:lnTo>
                  <a:lnTo>
                    <a:pt x="2593" y="943"/>
                  </a:lnTo>
                  <a:lnTo>
                    <a:pt x="2640" y="1226"/>
                  </a:lnTo>
                  <a:lnTo>
                    <a:pt x="2593" y="1178"/>
                  </a:lnTo>
                  <a:lnTo>
                    <a:pt x="2404" y="1037"/>
                  </a:lnTo>
                  <a:lnTo>
                    <a:pt x="2216" y="943"/>
                  </a:lnTo>
                  <a:lnTo>
                    <a:pt x="1980" y="849"/>
                  </a:lnTo>
                  <a:lnTo>
                    <a:pt x="1556" y="849"/>
                  </a:lnTo>
                  <a:lnTo>
                    <a:pt x="1320" y="943"/>
                  </a:lnTo>
                  <a:lnTo>
                    <a:pt x="1132" y="1037"/>
                  </a:lnTo>
                  <a:lnTo>
                    <a:pt x="943" y="1178"/>
                  </a:lnTo>
                  <a:lnTo>
                    <a:pt x="1" y="2121"/>
                  </a:lnTo>
                  <a:lnTo>
                    <a:pt x="566" y="2639"/>
                  </a:lnTo>
                  <a:lnTo>
                    <a:pt x="708" y="2498"/>
                  </a:lnTo>
                  <a:lnTo>
                    <a:pt x="896" y="2404"/>
                  </a:lnTo>
                  <a:lnTo>
                    <a:pt x="1132" y="2357"/>
                  </a:lnTo>
                  <a:lnTo>
                    <a:pt x="1556" y="2357"/>
                  </a:lnTo>
                  <a:lnTo>
                    <a:pt x="1744" y="2451"/>
                  </a:lnTo>
                  <a:lnTo>
                    <a:pt x="1933" y="2545"/>
                  </a:lnTo>
                  <a:lnTo>
                    <a:pt x="2121" y="2686"/>
                  </a:lnTo>
                  <a:lnTo>
                    <a:pt x="2263" y="2828"/>
                  </a:lnTo>
                  <a:lnTo>
                    <a:pt x="2357" y="3016"/>
                  </a:lnTo>
                  <a:lnTo>
                    <a:pt x="2404" y="3252"/>
                  </a:lnTo>
                  <a:lnTo>
                    <a:pt x="2451" y="3440"/>
                  </a:lnTo>
                  <a:lnTo>
                    <a:pt x="2451" y="3676"/>
                  </a:lnTo>
                  <a:lnTo>
                    <a:pt x="2357" y="3864"/>
                  </a:lnTo>
                  <a:lnTo>
                    <a:pt x="2263" y="4053"/>
                  </a:lnTo>
                  <a:lnTo>
                    <a:pt x="2121" y="4241"/>
                  </a:lnTo>
                  <a:lnTo>
                    <a:pt x="2687" y="4760"/>
                  </a:lnTo>
                  <a:lnTo>
                    <a:pt x="3629" y="3817"/>
                  </a:lnTo>
                  <a:lnTo>
                    <a:pt x="3771" y="3629"/>
                  </a:lnTo>
                  <a:lnTo>
                    <a:pt x="3865" y="3440"/>
                  </a:lnTo>
                  <a:lnTo>
                    <a:pt x="3912" y="3252"/>
                  </a:lnTo>
                  <a:lnTo>
                    <a:pt x="3959" y="3016"/>
                  </a:lnTo>
                  <a:lnTo>
                    <a:pt x="3912" y="2781"/>
                  </a:lnTo>
                  <a:lnTo>
                    <a:pt x="3865" y="2592"/>
                  </a:lnTo>
                  <a:lnTo>
                    <a:pt x="3771" y="2404"/>
                  </a:lnTo>
                  <a:lnTo>
                    <a:pt x="3629" y="2215"/>
                  </a:lnTo>
                  <a:lnTo>
                    <a:pt x="3535" y="2168"/>
                  </a:lnTo>
                  <a:lnTo>
                    <a:pt x="3818" y="2168"/>
                  </a:lnTo>
                  <a:lnTo>
                    <a:pt x="4100" y="2121"/>
                  </a:lnTo>
                  <a:lnTo>
                    <a:pt x="4383" y="2027"/>
                  </a:lnTo>
                  <a:lnTo>
                    <a:pt x="4619" y="1838"/>
                  </a:lnTo>
                  <a:lnTo>
                    <a:pt x="4807" y="1650"/>
                  </a:lnTo>
                  <a:lnTo>
                    <a:pt x="315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21"/>
            <p:cNvSpPr/>
            <p:nvPr/>
          </p:nvSpPr>
          <p:spPr>
            <a:xfrm>
              <a:off x="7186300" y="2804475"/>
              <a:ext cx="104875" cy="104850"/>
            </a:xfrm>
            <a:custGeom>
              <a:rect b="b" l="l" r="r" t="t"/>
              <a:pathLst>
                <a:path extrusionOk="0" h="4194" w="4195">
                  <a:moveTo>
                    <a:pt x="2121" y="0"/>
                  </a:moveTo>
                  <a:lnTo>
                    <a:pt x="2027" y="47"/>
                  </a:lnTo>
                  <a:lnTo>
                    <a:pt x="1509" y="565"/>
                  </a:lnTo>
                  <a:lnTo>
                    <a:pt x="1367" y="660"/>
                  </a:lnTo>
                  <a:lnTo>
                    <a:pt x="1179" y="660"/>
                  </a:lnTo>
                  <a:lnTo>
                    <a:pt x="990" y="565"/>
                  </a:lnTo>
                  <a:lnTo>
                    <a:pt x="896" y="377"/>
                  </a:lnTo>
                  <a:lnTo>
                    <a:pt x="849" y="236"/>
                  </a:lnTo>
                  <a:lnTo>
                    <a:pt x="755" y="141"/>
                  </a:lnTo>
                  <a:lnTo>
                    <a:pt x="660" y="94"/>
                  </a:lnTo>
                  <a:lnTo>
                    <a:pt x="519" y="47"/>
                  </a:lnTo>
                  <a:lnTo>
                    <a:pt x="378" y="94"/>
                  </a:lnTo>
                  <a:lnTo>
                    <a:pt x="236" y="141"/>
                  </a:lnTo>
                  <a:lnTo>
                    <a:pt x="142" y="283"/>
                  </a:lnTo>
                  <a:lnTo>
                    <a:pt x="142" y="424"/>
                  </a:lnTo>
                  <a:lnTo>
                    <a:pt x="142" y="565"/>
                  </a:lnTo>
                  <a:lnTo>
                    <a:pt x="236" y="707"/>
                  </a:lnTo>
                  <a:lnTo>
                    <a:pt x="331" y="801"/>
                  </a:lnTo>
                  <a:lnTo>
                    <a:pt x="472" y="848"/>
                  </a:lnTo>
                  <a:lnTo>
                    <a:pt x="566" y="895"/>
                  </a:lnTo>
                  <a:lnTo>
                    <a:pt x="660" y="990"/>
                  </a:lnTo>
                  <a:lnTo>
                    <a:pt x="755" y="1084"/>
                  </a:lnTo>
                  <a:lnTo>
                    <a:pt x="755" y="1225"/>
                  </a:lnTo>
                  <a:lnTo>
                    <a:pt x="708" y="1319"/>
                  </a:lnTo>
                  <a:lnTo>
                    <a:pt x="660" y="1461"/>
                  </a:lnTo>
                  <a:lnTo>
                    <a:pt x="48" y="2026"/>
                  </a:lnTo>
                  <a:lnTo>
                    <a:pt x="1" y="2121"/>
                  </a:lnTo>
                  <a:lnTo>
                    <a:pt x="48" y="2168"/>
                  </a:lnTo>
                  <a:lnTo>
                    <a:pt x="660" y="2780"/>
                  </a:lnTo>
                  <a:lnTo>
                    <a:pt x="755" y="2922"/>
                  </a:lnTo>
                  <a:lnTo>
                    <a:pt x="755" y="3063"/>
                  </a:lnTo>
                  <a:lnTo>
                    <a:pt x="708" y="3204"/>
                  </a:lnTo>
                  <a:lnTo>
                    <a:pt x="613" y="3299"/>
                  </a:lnTo>
                  <a:lnTo>
                    <a:pt x="519" y="3346"/>
                  </a:lnTo>
                  <a:lnTo>
                    <a:pt x="425" y="3393"/>
                  </a:lnTo>
                  <a:lnTo>
                    <a:pt x="283" y="3440"/>
                  </a:lnTo>
                  <a:lnTo>
                    <a:pt x="142" y="3487"/>
                  </a:lnTo>
                  <a:lnTo>
                    <a:pt x="48" y="3628"/>
                  </a:lnTo>
                  <a:lnTo>
                    <a:pt x="48" y="3770"/>
                  </a:lnTo>
                  <a:lnTo>
                    <a:pt x="95" y="3911"/>
                  </a:lnTo>
                  <a:lnTo>
                    <a:pt x="142" y="4053"/>
                  </a:lnTo>
                  <a:lnTo>
                    <a:pt x="283" y="4147"/>
                  </a:lnTo>
                  <a:lnTo>
                    <a:pt x="425" y="4194"/>
                  </a:lnTo>
                  <a:lnTo>
                    <a:pt x="613" y="4147"/>
                  </a:lnTo>
                  <a:lnTo>
                    <a:pt x="708" y="4053"/>
                  </a:lnTo>
                  <a:lnTo>
                    <a:pt x="802" y="3958"/>
                  </a:lnTo>
                  <a:lnTo>
                    <a:pt x="849" y="3817"/>
                  </a:lnTo>
                  <a:lnTo>
                    <a:pt x="849" y="3723"/>
                  </a:lnTo>
                  <a:lnTo>
                    <a:pt x="896" y="3628"/>
                  </a:lnTo>
                  <a:lnTo>
                    <a:pt x="990" y="3534"/>
                  </a:lnTo>
                  <a:lnTo>
                    <a:pt x="1085" y="3487"/>
                  </a:lnTo>
                  <a:lnTo>
                    <a:pt x="1273" y="3487"/>
                  </a:lnTo>
                  <a:lnTo>
                    <a:pt x="1367" y="3534"/>
                  </a:lnTo>
                  <a:lnTo>
                    <a:pt x="1461" y="3581"/>
                  </a:lnTo>
                  <a:lnTo>
                    <a:pt x="2027" y="4147"/>
                  </a:lnTo>
                  <a:lnTo>
                    <a:pt x="2121" y="4194"/>
                  </a:lnTo>
                  <a:lnTo>
                    <a:pt x="2215" y="4147"/>
                  </a:lnTo>
                  <a:lnTo>
                    <a:pt x="2781" y="3581"/>
                  </a:lnTo>
                  <a:lnTo>
                    <a:pt x="2875" y="3534"/>
                  </a:lnTo>
                  <a:lnTo>
                    <a:pt x="3017" y="3487"/>
                  </a:lnTo>
                  <a:lnTo>
                    <a:pt x="3158" y="3487"/>
                  </a:lnTo>
                  <a:lnTo>
                    <a:pt x="3252" y="3581"/>
                  </a:lnTo>
                  <a:lnTo>
                    <a:pt x="3346" y="3676"/>
                  </a:lnTo>
                  <a:lnTo>
                    <a:pt x="3394" y="3770"/>
                  </a:lnTo>
                  <a:lnTo>
                    <a:pt x="3441" y="3864"/>
                  </a:lnTo>
                  <a:lnTo>
                    <a:pt x="3488" y="3958"/>
                  </a:lnTo>
                  <a:lnTo>
                    <a:pt x="3676" y="4053"/>
                  </a:lnTo>
                  <a:lnTo>
                    <a:pt x="3865" y="4053"/>
                  </a:lnTo>
                  <a:lnTo>
                    <a:pt x="3959" y="4005"/>
                  </a:lnTo>
                  <a:lnTo>
                    <a:pt x="4053" y="3958"/>
                  </a:lnTo>
                  <a:lnTo>
                    <a:pt x="4100" y="3864"/>
                  </a:lnTo>
                  <a:lnTo>
                    <a:pt x="4147" y="3770"/>
                  </a:lnTo>
                  <a:lnTo>
                    <a:pt x="4147" y="3581"/>
                  </a:lnTo>
                  <a:lnTo>
                    <a:pt x="4053" y="3393"/>
                  </a:lnTo>
                  <a:lnTo>
                    <a:pt x="3959" y="3346"/>
                  </a:lnTo>
                  <a:lnTo>
                    <a:pt x="3865" y="3299"/>
                  </a:lnTo>
                  <a:lnTo>
                    <a:pt x="3770" y="3251"/>
                  </a:lnTo>
                  <a:lnTo>
                    <a:pt x="3676" y="3204"/>
                  </a:lnTo>
                  <a:lnTo>
                    <a:pt x="3582" y="3016"/>
                  </a:lnTo>
                  <a:lnTo>
                    <a:pt x="3582" y="2874"/>
                  </a:lnTo>
                  <a:lnTo>
                    <a:pt x="3629" y="2780"/>
                  </a:lnTo>
                  <a:lnTo>
                    <a:pt x="3676" y="2686"/>
                  </a:lnTo>
                  <a:lnTo>
                    <a:pt x="4195" y="2215"/>
                  </a:lnTo>
                  <a:lnTo>
                    <a:pt x="4195" y="2121"/>
                  </a:lnTo>
                  <a:lnTo>
                    <a:pt x="4195" y="2026"/>
                  </a:lnTo>
                  <a:lnTo>
                    <a:pt x="3676" y="1508"/>
                  </a:lnTo>
                  <a:lnTo>
                    <a:pt x="3582" y="1414"/>
                  </a:lnTo>
                  <a:lnTo>
                    <a:pt x="3535" y="1272"/>
                  </a:lnTo>
                  <a:lnTo>
                    <a:pt x="3582" y="1178"/>
                  </a:lnTo>
                  <a:lnTo>
                    <a:pt x="3629" y="1037"/>
                  </a:lnTo>
                  <a:lnTo>
                    <a:pt x="3723" y="990"/>
                  </a:lnTo>
                  <a:lnTo>
                    <a:pt x="3818" y="895"/>
                  </a:lnTo>
                  <a:lnTo>
                    <a:pt x="3912" y="848"/>
                  </a:lnTo>
                  <a:lnTo>
                    <a:pt x="4006" y="754"/>
                  </a:lnTo>
                  <a:lnTo>
                    <a:pt x="4053" y="660"/>
                  </a:lnTo>
                  <a:lnTo>
                    <a:pt x="4100" y="565"/>
                  </a:lnTo>
                  <a:lnTo>
                    <a:pt x="4053" y="377"/>
                  </a:lnTo>
                  <a:lnTo>
                    <a:pt x="3959" y="283"/>
                  </a:lnTo>
                  <a:lnTo>
                    <a:pt x="3818" y="188"/>
                  </a:lnTo>
                  <a:lnTo>
                    <a:pt x="3629" y="141"/>
                  </a:lnTo>
                  <a:lnTo>
                    <a:pt x="3441" y="236"/>
                  </a:lnTo>
                  <a:lnTo>
                    <a:pt x="3346" y="377"/>
                  </a:lnTo>
                  <a:lnTo>
                    <a:pt x="3299" y="424"/>
                  </a:lnTo>
                  <a:lnTo>
                    <a:pt x="3205" y="565"/>
                  </a:lnTo>
                  <a:lnTo>
                    <a:pt x="3064" y="660"/>
                  </a:lnTo>
                  <a:lnTo>
                    <a:pt x="2875" y="660"/>
                  </a:lnTo>
                  <a:lnTo>
                    <a:pt x="2687" y="565"/>
                  </a:lnTo>
                  <a:lnTo>
                    <a:pt x="2215" y="47"/>
                  </a:lnTo>
                  <a:lnTo>
                    <a:pt x="212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21"/>
            <p:cNvSpPr/>
            <p:nvPr/>
          </p:nvSpPr>
          <p:spPr>
            <a:xfrm>
              <a:off x="7106200" y="2738500"/>
              <a:ext cx="126075" cy="111925"/>
            </a:xfrm>
            <a:custGeom>
              <a:rect b="b" l="l" r="r" t="t"/>
              <a:pathLst>
                <a:path extrusionOk="0" h="4477" w="5043">
                  <a:moveTo>
                    <a:pt x="2215" y="0"/>
                  </a:moveTo>
                  <a:lnTo>
                    <a:pt x="2121" y="94"/>
                  </a:lnTo>
                  <a:lnTo>
                    <a:pt x="0" y="1084"/>
                  </a:lnTo>
                  <a:lnTo>
                    <a:pt x="472" y="1555"/>
                  </a:lnTo>
                  <a:lnTo>
                    <a:pt x="707" y="1744"/>
                  </a:lnTo>
                  <a:lnTo>
                    <a:pt x="943" y="1838"/>
                  </a:lnTo>
                  <a:lnTo>
                    <a:pt x="1273" y="1885"/>
                  </a:lnTo>
                  <a:lnTo>
                    <a:pt x="1555" y="1838"/>
                  </a:lnTo>
                  <a:lnTo>
                    <a:pt x="1461" y="1932"/>
                  </a:lnTo>
                  <a:lnTo>
                    <a:pt x="1320" y="2121"/>
                  </a:lnTo>
                  <a:lnTo>
                    <a:pt x="1226" y="2309"/>
                  </a:lnTo>
                  <a:lnTo>
                    <a:pt x="1131" y="2498"/>
                  </a:lnTo>
                  <a:lnTo>
                    <a:pt x="1131" y="2733"/>
                  </a:lnTo>
                  <a:lnTo>
                    <a:pt x="1131" y="2969"/>
                  </a:lnTo>
                  <a:lnTo>
                    <a:pt x="1226" y="3157"/>
                  </a:lnTo>
                  <a:lnTo>
                    <a:pt x="1320" y="3346"/>
                  </a:lnTo>
                  <a:lnTo>
                    <a:pt x="1461" y="3534"/>
                  </a:lnTo>
                  <a:lnTo>
                    <a:pt x="2404" y="4477"/>
                  </a:lnTo>
                  <a:lnTo>
                    <a:pt x="2969" y="3911"/>
                  </a:lnTo>
                  <a:lnTo>
                    <a:pt x="2922" y="3864"/>
                  </a:lnTo>
                  <a:lnTo>
                    <a:pt x="2733" y="3581"/>
                  </a:lnTo>
                  <a:lnTo>
                    <a:pt x="2639" y="3252"/>
                  </a:lnTo>
                  <a:lnTo>
                    <a:pt x="2639" y="2969"/>
                  </a:lnTo>
                  <a:lnTo>
                    <a:pt x="2686" y="2639"/>
                  </a:lnTo>
                  <a:lnTo>
                    <a:pt x="2875" y="2356"/>
                  </a:lnTo>
                  <a:lnTo>
                    <a:pt x="3110" y="2168"/>
                  </a:lnTo>
                  <a:lnTo>
                    <a:pt x="3393" y="2026"/>
                  </a:lnTo>
                  <a:lnTo>
                    <a:pt x="3535" y="1979"/>
                  </a:lnTo>
                  <a:lnTo>
                    <a:pt x="3959" y="1979"/>
                  </a:lnTo>
                  <a:lnTo>
                    <a:pt x="4147" y="2026"/>
                  </a:lnTo>
                  <a:lnTo>
                    <a:pt x="4336" y="2168"/>
                  </a:lnTo>
                  <a:lnTo>
                    <a:pt x="4524" y="2309"/>
                  </a:lnTo>
                  <a:lnTo>
                    <a:pt x="4571" y="2356"/>
                  </a:lnTo>
                  <a:lnTo>
                    <a:pt x="5042" y="1838"/>
                  </a:lnTo>
                  <a:lnTo>
                    <a:pt x="4100" y="895"/>
                  </a:lnTo>
                  <a:lnTo>
                    <a:pt x="3912" y="754"/>
                  </a:lnTo>
                  <a:lnTo>
                    <a:pt x="3723" y="660"/>
                  </a:lnTo>
                  <a:lnTo>
                    <a:pt x="3535" y="566"/>
                  </a:lnTo>
                  <a:lnTo>
                    <a:pt x="3110" y="566"/>
                  </a:lnTo>
                  <a:lnTo>
                    <a:pt x="2875" y="660"/>
                  </a:lnTo>
                  <a:lnTo>
                    <a:pt x="2686" y="754"/>
                  </a:lnTo>
                  <a:lnTo>
                    <a:pt x="2498" y="895"/>
                  </a:lnTo>
                  <a:lnTo>
                    <a:pt x="2404" y="990"/>
                  </a:lnTo>
                  <a:lnTo>
                    <a:pt x="2451" y="707"/>
                  </a:lnTo>
                  <a:lnTo>
                    <a:pt x="2404" y="471"/>
                  </a:lnTo>
                  <a:lnTo>
                    <a:pt x="2357" y="236"/>
                  </a:lnTo>
                  <a:lnTo>
                    <a:pt x="221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21"/>
            <p:cNvSpPr/>
            <p:nvPr/>
          </p:nvSpPr>
          <p:spPr>
            <a:xfrm>
              <a:off x="7337100" y="2714925"/>
              <a:ext cx="44775" cy="44800"/>
            </a:xfrm>
            <a:custGeom>
              <a:rect b="b" l="l" r="r" t="t"/>
              <a:pathLst>
                <a:path extrusionOk="0" h="1792" w="1791">
                  <a:moveTo>
                    <a:pt x="283" y="1"/>
                  </a:moveTo>
                  <a:lnTo>
                    <a:pt x="0" y="142"/>
                  </a:lnTo>
                  <a:lnTo>
                    <a:pt x="1650" y="1791"/>
                  </a:lnTo>
                  <a:lnTo>
                    <a:pt x="1744" y="1509"/>
                  </a:lnTo>
                  <a:lnTo>
                    <a:pt x="1791" y="1179"/>
                  </a:lnTo>
                  <a:lnTo>
                    <a:pt x="1697" y="896"/>
                  </a:lnTo>
                  <a:lnTo>
                    <a:pt x="1508" y="660"/>
                  </a:lnTo>
                  <a:lnTo>
                    <a:pt x="1131" y="236"/>
                  </a:lnTo>
                  <a:lnTo>
                    <a:pt x="990" y="142"/>
                  </a:lnTo>
                  <a:lnTo>
                    <a:pt x="849" y="48"/>
                  </a:lnTo>
                  <a:lnTo>
                    <a:pt x="56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21"/>
            <p:cNvSpPr/>
            <p:nvPr/>
          </p:nvSpPr>
          <p:spPr>
            <a:xfrm>
              <a:off x="7245200" y="2863375"/>
              <a:ext cx="127275" cy="120175"/>
            </a:xfrm>
            <a:custGeom>
              <a:rect b="b" l="l" r="r" t="t"/>
              <a:pathLst>
                <a:path extrusionOk="0" h="4807" w="5091">
                  <a:moveTo>
                    <a:pt x="2687" y="0"/>
                  </a:moveTo>
                  <a:lnTo>
                    <a:pt x="2168" y="518"/>
                  </a:lnTo>
                  <a:lnTo>
                    <a:pt x="2216" y="518"/>
                  </a:lnTo>
                  <a:lnTo>
                    <a:pt x="2357" y="707"/>
                  </a:lnTo>
                  <a:lnTo>
                    <a:pt x="2451" y="895"/>
                  </a:lnTo>
                  <a:lnTo>
                    <a:pt x="2498" y="1131"/>
                  </a:lnTo>
                  <a:lnTo>
                    <a:pt x="2545" y="1320"/>
                  </a:lnTo>
                  <a:lnTo>
                    <a:pt x="2498" y="1555"/>
                  </a:lnTo>
                  <a:lnTo>
                    <a:pt x="2451" y="1744"/>
                  </a:lnTo>
                  <a:lnTo>
                    <a:pt x="2357" y="1932"/>
                  </a:lnTo>
                  <a:lnTo>
                    <a:pt x="2216" y="2121"/>
                  </a:lnTo>
                  <a:lnTo>
                    <a:pt x="2027" y="2262"/>
                  </a:lnTo>
                  <a:lnTo>
                    <a:pt x="1839" y="2356"/>
                  </a:lnTo>
                  <a:lnTo>
                    <a:pt x="1603" y="2403"/>
                  </a:lnTo>
                  <a:lnTo>
                    <a:pt x="1414" y="2450"/>
                  </a:lnTo>
                  <a:lnTo>
                    <a:pt x="1179" y="2403"/>
                  </a:lnTo>
                  <a:lnTo>
                    <a:pt x="990" y="2356"/>
                  </a:lnTo>
                  <a:lnTo>
                    <a:pt x="755" y="2215"/>
                  </a:lnTo>
                  <a:lnTo>
                    <a:pt x="613" y="2073"/>
                  </a:lnTo>
                  <a:lnTo>
                    <a:pt x="1" y="2639"/>
                  </a:lnTo>
                  <a:lnTo>
                    <a:pt x="990" y="3629"/>
                  </a:lnTo>
                  <a:lnTo>
                    <a:pt x="1179" y="3770"/>
                  </a:lnTo>
                  <a:lnTo>
                    <a:pt x="1367" y="3911"/>
                  </a:lnTo>
                  <a:lnTo>
                    <a:pt x="1603" y="3958"/>
                  </a:lnTo>
                  <a:lnTo>
                    <a:pt x="2027" y="3958"/>
                  </a:lnTo>
                  <a:lnTo>
                    <a:pt x="2263" y="3911"/>
                  </a:lnTo>
                  <a:lnTo>
                    <a:pt x="2451" y="3770"/>
                  </a:lnTo>
                  <a:lnTo>
                    <a:pt x="2593" y="3629"/>
                  </a:lnTo>
                  <a:lnTo>
                    <a:pt x="2640" y="3629"/>
                  </a:lnTo>
                  <a:lnTo>
                    <a:pt x="2640" y="3864"/>
                  </a:lnTo>
                  <a:lnTo>
                    <a:pt x="2687" y="4147"/>
                  </a:lnTo>
                  <a:lnTo>
                    <a:pt x="2781" y="4382"/>
                  </a:lnTo>
                  <a:lnTo>
                    <a:pt x="2970" y="4618"/>
                  </a:lnTo>
                  <a:lnTo>
                    <a:pt x="3158" y="4807"/>
                  </a:lnTo>
                  <a:lnTo>
                    <a:pt x="3347" y="4524"/>
                  </a:lnTo>
                  <a:lnTo>
                    <a:pt x="3723" y="4147"/>
                  </a:lnTo>
                  <a:lnTo>
                    <a:pt x="3959" y="3958"/>
                  </a:lnTo>
                  <a:lnTo>
                    <a:pt x="4289" y="3770"/>
                  </a:lnTo>
                  <a:lnTo>
                    <a:pt x="4666" y="3581"/>
                  </a:lnTo>
                  <a:lnTo>
                    <a:pt x="5090" y="3440"/>
                  </a:lnTo>
                  <a:lnTo>
                    <a:pt x="4619" y="2969"/>
                  </a:lnTo>
                  <a:lnTo>
                    <a:pt x="4430" y="2780"/>
                  </a:lnTo>
                  <a:lnTo>
                    <a:pt x="4148" y="2686"/>
                  </a:lnTo>
                  <a:lnTo>
                    <a:pt x="3912" y="2639"/>
                  </a:lnTo>
                  <a:lnTo>
                    <a:pt x="3629" y="2639"/>
                  </a:lnTo>
                  <a:lnTo>
                    <a:pt x="3676" y="2592"/>
                  </a:lnTo>
                  <a:lnTo>
                    <a:pt x="3818" y="2450"/>
                  </a:lnTo>
                  <a:lnTo>
                    <a:pt x="3912" y="2215"/>
                  </a:lnTo>
                  <a:lnTo>
                    <a:pt x="3959" y="2026"/>
                  </a:lnTo>
                  <a:lnTo>
                    <a:pt x="4006" y="1791"/>
                  </a:lnTo>
                  <a:lnTo>
                    <a:pt x="3959" y="1602"/>
                  </a:lnTo>
                  <a:lnTo>
                    <a:pt x="3912" y="1367"/>
                  </a:lnTo>
                  <a:lnTo>
                    <a:pt x="3818" y="1178"/>
                  </a:lnTo>
                  <a:lnTo>
                    <a:pt x="3676" y="990"/>
                  </a:lnTo>
                  <a:lnTo>
                    <a:pt x="268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21"/>
            <p:cNvSpPr/>
            <p:nvPr/>
          </p:nvSpPr>
          <p:spPr>
            <a:xfrm>
              <a:off x="7112075" y="2863375"/>
              <a:ext cx="121375" cy="120175"/>
            </a:xfrm>
            <a:custGeom>
              <a:rect b="b" l="l" r="r" t="t"/>
              <a:pathLst>
                <a:path extrusionOk="0" h="4807" w="4855">
                  <a:moveTo>
                    <a:pt x="2169" y="0"/>
                  </a:moveTo>
                  <a:lnTo>
                    <a:pt x="1226" y="943"/>
                  </a:lnTo>
                  <a:lnTo>
                    <a:pt x="1085" y="1131"/>
                  </a:lnTo>
                  <a:lnTo>
                    <a:pt x="991" y="1320"/>
                  </a:lnTo>
                  <a:lnTo>
                    <a:pt x="896" y="1555"/>
                  </a:lnTo>
                  <a:lnTo>
                    <a:pt x="896" y="1744"/>
                  </a:lnTo>
                  <a:lnTo>
                    <a:pt x="896" y="1979"/>
                  </a:lnTo>
                  <a:lnTo>
                    <a:pt x="991" y="2168"/>
                  </a:lnTo>
                  <a:lnTo>
                    <a:pt x="1085" y="2403"/>
                  </a:lnTo>
                  <a:lnTo>
                    <a:pt x="1226" y="2545"/>
                  </a:lnTo>
                  <a:lnTo>
                    <a:pt x="1320" y="2686"/>
                  </a:lnTo>
                  <a:lnTo>
                    <a:pt x="1038" y="2639"/>
                  </a:lnTo>
                  <a:lnTo>
                    <a:pt x="755" y="2686"/>
                  </a:lnTo>
                  <a:lnTo>
                    <a:pt x="472" y="2780"/>
                  </a:lnTo>
                  <a:lnTo>
                    <a:pt x="189" y="2969"/>
                  </a:lnTo>
                  <a:lnTo>
                    <a:pt x="1" y="3157"/>
                  </a:lnTo>
                  <a:lnTo>
                    <a:pt x="1650" y="4807"/>
                  </a:lnTo>
                  <a:lnTo>
                    <a:pt x="1886" y="4618"/>
                  </a:lnTo>
                  <a:lnTo>
                    <a:pt x="2074" y="4382"/>
                  </a:lnTo>
                  <a:lnTo>
                    <a:pt x="2169" y="4100"/>
                  </a:lnTo>
                  <a:lnTo>
                    <a:pt x="2216" y="3817"/>
                  </a:lnTo>
                  <a:lnTo>
                    <a:pt x="2169" y="3487"/>
                  </a:lnTo>
                  <a:lnTo>
                    <a:pt x="2263" y="3629"/>
                  </a:lnTo>
                  <a:lnTo>
                    <a:pt x="2451" y="3770"/>
                  </a:lnTo>
                  <a:lnTo>
                    <a:pt x="2640" y="3864"/>
                  </a:lnTo>
                  <a:lnTo>
                    <a:pt x="2875" y="3911"/>
                  </a:lnTo>
                  <a:lnTo>
                    <a:pt x="3064" y="3958"/>
                  </a:lnTo>
                  <a:lnTo>
                    <a:pt x="3300" y="3911"/>
                  </a:lnTo>
                  <a:lnTo>
                    <a:pt x="3488" y="3864"/>
                  </a:lnTo>
                  <a:lnTo>
                    <a:pt x="3724" y="3770"/>
                  </a:lnTo>
                  <a:lnTo>
                    <a:pt x="3865" y="3629"/>
                  </a:lnTo>
                  <a:lnTo>
                    <a:pt x="4855" y="2639"/>
                  </a:lnTo>
                  <a:lnTo>
                    <a:pt x="4289" y="2121"/>
                  </a:lnTo>
                  <a:lnTo>
                    <a:pt x="4195" y="2215"/>
                  </a:lnTo>
                  <a:lnTo>
                    <a:pt x="4054" y="2356"/>
                  </a:lnTo>
                  <a:lnTo>
                    <a:pt x="3818" y="2450"/>
                  </a:lnTo>
                  <a:lnTo>
                    <a:pt x="3629" y="2545"/>
                  </a:lnTo>
                  <a:lnTo>
                    <a:pt x="3205" y="2545"/>
                  </a:lnTo>
                  <a:lnTo>
                    <a:pt x="2970" y="2450"/>
                  </a:lnTo>
                  <a:lnTo>
                    <a:pt x="2781" y="2356"/>
                  </a:lnTo>
                  <a:lnTo>
                    <a:pt x="2640" y="2215"/>
                  </a:lnTo>
                  <a:lnTo>
                    <a:pt x="2451" y="2026"/>
                  </a:lnTo>
                  <a:lnTo>
                    <a:pt x="2357" y="1838"/>
                  </a:lnTo>
                  <a:lnTo>
                    <a:pt x="2310" y="1602"/>
                  </a:lnTo>
                  <a:lnTo>
                    <a:pt x="2310" y="1367"/>
                  </a:lnTo>
                  <a:lnTo>
                    <a:pt x="2310" y="1131"/>
                  </a:lnTo>
                  <a:lnTo>
                    <a:pt x="2404" y="895"/>
                  </a:lnTo>
                  <a:lnTo>
                    <a:pt x="2546" y="707"/>
                  </a:lnTo>
                  <a:lnTo>
                    <a:pt x="2734" y="566"/>
                  </a:lnTo>
                  <a:lnTo>
                    <a:pt x="216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21"/>
            <p:cNvSpPr/>
            <p:nvPr/>
          </p:nvSpPr>
          <p:spPr>
            <a:xfrm>
              <a:off x="7096775" y="2714925"/>
              <a:ext cx="51850" cy="35375"/>
            </a:xfrm>
            <a:custGeom>
              <a:rect b="b" l="l" r="r" t="t"/>
              <a:pathLst>
                <a:path extrusionOk="0" h="1415" w="2074">
                  <a:moveTo>
                    <a:pt x="1084" y="1"/>
                  </a:moveTo>
                  <a:lnTo>
                    <a:pt x="943" y="48"/>
                  </a:lnTo>
                  <a:lnTo>
                    <a:pt x="801" y="142"/>
                  </a:lnTo>
                  <a:lnTo>
                    <a:pt x="660" y="236"/>
                  </a:lnTo>
                  <a:lnTo>
                    <a:pt x="236" y="660"/>
                  </a:lnTo>
                  <a:lnTo>
                    <a:pt x="95" y="802"/>
                  </a:lnTo>
                  <a:lnTo>
                    <a:pt x="0" y="990"/>
                  </a:lnTo>
                  <a:lnTo>
                    <a:pt x="0" y="1226"/>
                  </a:lnTo>
                  <a:lnTo>
                    <a:pt x="0" y="1414"/>
                  </a:lnTo>
                  <a:lnTo>
                    <a:pt x="2074" y="425"/>
                  </a:lnTo>
                  <a:lnTo>
                    <a:pt x="1885" y="236"/>
                  </a:lnTo>
                  <a:lnTo>
                    <a:pt x="1744" y="142"/>
                  </a:lnTo>
                  <a:lnTo>
                    <a:pt x="1603" y="48"/>
                  </a:lnTo>
                  <a:lnTo>
                    <a:pt x="146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21"/>
            <p:cNvSpPr/>
            <p:nvPr/>
          </p:nvSpPr>
          <p:spPr>
            <a:xfrm>
              <a:off x="7338275" y="2964675"/>
              <a:ext cx="43600" cy="35375"/>
            </a:xfrm>
            <a:custGeom>
              <a:rect b="b" l="l" r="r" t="t"/>
              <a:pathLst>
                <a:path extrusionOk="0" h="1415" w="1744">
                  <a:moveTo>
                    <a:pt x="1744" y="1"/>
                  </a:moveTo>
                  <a:lnTo>
                    <a:pt x="1273" y="189"/>
                  </a:lnTo>
                  <a:lnTo>
                    <a:pt x="896" y="378"/>
                  </a:lnTo>
                  <a:lnTo>
                    <a:pt x="613" y="566"/>
                  </a:lnTo>
                  <a:lnTo>
                    <a:pt x="377" y="755"/>
                  </a:lnTo>
                  <a:lnTo>
                    <a:pt x="142" y="1037"/>
                  </a:lnTo>
                  <a:lnTo>
                    <a:pt x="48" y="1132"/>
                  </a:lnTo>
                  <a:lnTo>
                    <a:pt x="0" y="1273"/>
                  </a:lnTo>
                  <a:lnTo>
                    <a:pt x="236" y="1367"/>
                  </a:lnTo>
                  <a:lnTo>
                    <a:pt x="566" y="1414"/>
                  </a:lnTo>
                  <a:lnTo>
                    <a:pt x="849" y="1320"/>
                  </a:lnTo>
                  <a:lnTo>
                    <a:pt x="1084" y="1132"/>
                  </a:lnTo>
                  <a:lnTo>
                    <a:pt x="1508" y="755"/>
                  </a:lnTo>
                  <a:lnTo>
                    <a:pt x="1603" y="566"/>
                  </a:lnTo>
                  <a:lnTo>
                    <a:pt x="1697" y="378"/>
                  </a:lnTo>
                  <a:lnTo>
                    <a:pt x="1744" y="189"/>
                  </a:lnTo>
                  <a:lnTo>
                    <a:pt x="174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21"/>
            <p:cNvSpPr/>
            <p:nvPr/>
          </p:nvSpPr>
          <p:spPr>
            <a:xfrm>
              <a:off x="7096775" y="2955250"/>
              <a:ext cx="43600" cy="44800"/>
            </a:xfrm>
            <a:custGeom>
              <a:rect b="b" l="l" r="r" t="t"/>
              <a:pathLst>
                <a:path extrusionOk="0" h="1792" w="1744">
                  <a:moveTo>
                    <a:pt x="142" y="1"/>
                  </a:moveTo>
                  <a:lnTo>
                    <a:pt x="0" y="283"/>
                  </a:lnTo>
                  <a:lnTo>
                    <a:pt x="0" y="613"/>
                  </a:lnTo>
                  <a:lnTo>
                    <a:pt x="48" y="896"/>
                  </a:lnTo>
                  <a:lnTo>
                    <a:pt x="236" y="1132"/>
                  </a:lnTo>
                  <a:lnTo>
                    <a:pt x="660" y="1556"/>
                  </a:lnTo>
                  <a:lnTo>
                    <a:pt x="896" y="1744"/>
                  </a:lnTo>
                  <a:lnTo>
                    <a:pt x="1178" y="1791"/>
                  </a:lnTo>
                  <a:lnTo>
                    <a:pt x="1461" y="1791"/>
                  </a:lnTo>
                  <a:lnTo>
                    <a:pt x="1744" y="1650"/>
                  </a:lnTo>
                  <a:lnTo>
                    <a:pt x="14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7" name="Google Shape;1797;p21"/>
          <p:cNvGrpSpPr/>
          <p:nvPr/>
        </p:nvGrpSpPr>
        <p:grpSpPr>
          <a:xfrm>
            <a:off x="1000125" y="3319650"/>
            <a:ext cx="285100" cy="286275"/>
            <a:chOff x="238125" y="3395850"/>
            <a:chExt cx="285100" cy="286275"/>
          </a:xfrm>
        </p:grpSpPr>
        <p:sp>
          <p:nvSpPr>
            <p:cNvPr id="1798" name="Google Shape;1798;p21"/>
            <p:cNvSpPr/>
            <p:nvPr/>
          </p:nvSpPr>
          <p:spPr>
            <a:xfrm>
              <a:off x="421900" y="3531325"/>
              <a:ext cx="53025" cy="34175"/>
            </a:xfrm>
            <a:custGeom>
              <a:rect b="b" l="l" r="r" t="t"/>
              <a:pathLst>
                <a:path extrusionOk="0" h="1367" w="2121">
                  <a:moveTo>
                    <a:pt x="0" y="0"/>
                  </a:moveTo>
                  <a:lnTo>
                    <a:pt x="0" y="330"/>
                  </a:lnTo>
                  <a:lnTo>
                    <a:pt x="47" y="566"/>
                  </a:lnTo>
                  <a:lnTo>
                    <a:pt x="94" y="801"/>
                  </a:lnTo>
                  <a:lnTo>
                    <a:pt x="236" y="990"/>
                  </a:lnTo>
                  <a:lnTo>
                    <a:pt x="330" y="1131"/>
                  </a:lnTo>
                  <a:lnTo>
                    <a:pt x="518" y="1226"/>
                  </a:lnTo>
                  <a:lnTo>
                    <a:pt x="660" y="1320"/>
                  </a:lnTo>
                  <a:lnTo>
                    <a:pt x="848" y="1367"/>
                  </a:lnTo>
                  <a:lnTo>
                    <a:pt x="1225" y="1367"/>
                  </a:lnTo>
                  <a:lnTo>
                    <a:pt x="1414" y="1320"/>
                  </a:lnTo>
                  <a:lnTo>
                    <a:pt x="1602" y="1226"/>
                  </a:lnTo>
                  <a:lnTo>
                    <a:pt x="1744" y="1131"/>
                  </a:lnTo>
                  <a:lnTo>
                    <a:pt x="1885" y="990"/>
                  </a:lnTo>
                  <a:lnTo>
                    <a:pt x="1979" y="801"/>
                  </a:lnTo>
                  <a:lnTo>
                    <a:pt x="2073" y="566"/>
                  </a:lnTo>
                  <a:lnTo>
                    <a:pt x="2121" y="330"/>
                  </a:lnTo>
                  <a:lnTo>
                    <a:pt x="2121" y="0"/>
                  </a:lnTo>
                  <a:lnTo>
                    <a:pt x="1602" y="95"/>
                  </a:lnTo>
                  <a:lnTo>
                    <a:pt x="1037" y="142"/>
                  </a:lnTo>
                  <a:lnTo>
                    <a:pt x="518" y="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21"/>
            <p:cNvSpPr/>
            <p:nvPr/>
          </p:nvSpPr>
          <p:spPr>
            <a:xfrm>
              <a:off x="423075" y="3497150"/>
              <a:ext cx="50675" cy="21225"/>
            </a:xfrm>
            <a:custGeom>
              <a:rect b="b" l="l" r="r" t="t"/>
              <a:pathLst>
                <a:path extrusionOk="0" h="849" w="2027">
                  <a:moveTo>
                    <a:pt x="754" y="1"/>
                  </a:moveTo>
                  <a:lnTo>
                    <a:pt x="471" y="48"/>
                  </a:lnTo>
                  <a:lnTo>
                    <a:pt x="283" y="189"/>
                  </a:lnTo>
                  <a:lnTo>
                    <a:pt x="94" y="378"/>
                  </a:lnTo>
                  <a:lnTo>
                    <a:pt x="0" y="661"/>
                  </a:lnTo>
                  <a:lnTo>
                    <a:pt x="189" y="755"/>
                  </a:lnTo>
                  <a:lnTo>
                    <a:pt x="471" y="802"/>
                  </a:lnTo>
                  <a:lnTo>
                    <a:pt x="990" y="849"/>
                  </a:lnTo>
                  <a:lnTo>
                    <a:pt x="1555" y="802"/>
                  </a:lnTo>
                  <a:lnTo>
                    <a:pt x="1791" y="755"/>
                  </a:lnTo>
                  <a:lnTo>
                    <a:pt x="2026" y="661"/>
                  </a:lnTo>
                  <a:lnTo>
                    <a:pt x="1932" y="378"/>
                  </a:lnTo>
                  <a:lnTo>
                    <a:pt x="1744" y="189"/>
                  </a:lnTo>
                  <a:lnTo>
                    <a:pt x="1508" y="48"/>
                  </a:lnTo>
                  <a:lnTo>
                    <a:pt x="127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21"/>
            <p:cNvSpPr/>
            <p:nvPr/>
          </p:nvSpPr>
          <p:spPr>
            <a:xfrm>
              <a:off x="431325" y="3464175"/>
              <a:ext cx="34175" cy="17700"/>
            </a:xfrm>
            <a:custGeom>
              <a:rect b="b" l="l" r="r" t="t"/>
              <a:pathLst>
                <a:path extrusionOk="0" h="708" w="1367">
                  <a:moveTo>
                    <a:pt x="518" y="0"/>
                  </a:moveTo>
                  <a:lnTo>
                    <a:pt x="424" y="47"/>
                  </a:lnTo>
                  <a:lnTo>
                    <a:pt x="189" y="236"/>
                  </a:lnTo>
                  <a:lnTo>
                    <a:pt x="47" y="472"/>
                  </a:lnTo>
                  <a:lnTo>
                    <a:pt x="0" y="566"/>
                  </a:lnTo>
                  <a:lnTo>
                    <a:pt x="0" y="707"/>
                  </a:lnTo>
                  <a:lnTo>
                    <a:pt x="236" y="660"/>
                  </a:lnTo>
                  <a:lnTo>
                    <a:pt x="1131" y="660"/>
                  </a:lnTo>
                  <a:lnTo>
                    <a:pt x="1367" y="707"/>
                  </a:lnTo>
                  <a:lnTo>
                    <a:pt x="1367" y="707"/>
                  </a:lnTo>
                  <a:lnTo>
                    <a:pt x="1319" y="566"/>
                  </a:lnTo>
                  <a:lnTo>
                    <a:pt x="1319" y="472"/>
                  </a:lnTo>
                  <a:lnTo>
                    <a:pt x="1178" y="236"/>
                  </a:lnTo>
                  <a:lnTo>
                    <a:pt x="943" y="47"/>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21"/>
            <p:cNvSpPr/>
            <p:nvPr/>
          </p:nvSpPr>
          <p:spPr>
            <a:xfrm>
              <a:off x="287600" y="3527775"/>
              <a:ext cx="53025" cy="37725"/>
            </a:xfrm>
            <a:custGeom>
              <a:rect b="b" l="l" r="r" t="t"/>
              <a:pathLst>
                <a:path extrusionOk="0" h="1509" w="2121">
                  <a:moveTo>
                    <a:pt x="0" y="1"/>
                  </a:moveTo>
                  <a:lnTo>
                    <a:pt x="0" y="472"/>
                  </a:lnTo>
                  <a:lnTo>
                    <a:pt x="0" y="708"/>
                  </a:lnTo>
                  <a:lnTo>
                    <a:pt x="94" y="896"/>
                  </a:lnTo>
                  <a:lnTo>
                    <a:pt x="189" y="1085"/>
                  </a:lnTo>
                  <a:lnTo>
                    <a:pt x="330" y="1226"/>
                  </a:lnTo>
                  <a:lnTo>
                    <a:pt x="471" y="1368"/>
                  </a:lnTo>
                  <a:lnTo>
                    <a:pt x="660" y="1462"/>
                  </a:lnTo>
                  <a:lnTo>
                    <a:pt x="848" y="1509"/>
                  </a:lnTo>
                  <a:lnTo>
                    <a:pt x="1272" y="1509"/>
                  </a:lnTo>
                  <a:lnTo>
                    <a:pt x="1461" y="1462"/>
                  </a:lnTo>
                  <a:lnTo>
                    <a:pt x="1649" y="1368"/>
                  </a:lnTo>
                  <a:lnTo>
                    <a:pt x="1791" y="1226"/>
                  </a:lnTo>
                  <a:lnTo>
                    <a:pt x="1932" y="1085"/>
                  </a:lnTo>
                  <a:lnTo>
                    <a:pt x="2026" y="896"/>
                  </a:lnTo>
                  <a:lnTo>
                    <a:pt x="2074" y="708"/>
                  </a:lnTo>
                  <a:lnTo>
                    <a:pt x="2121" y="472"/>
                  </a:lnTo>
                  <a:lnTo>
                    <a:pt x="2121" y="37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21"/>
            <p:cNvSpPr/>
            <p:nvPr/>
          </p:nvSpPr>
          <p:spPr>
            <a:xfrm>
              <a:off x="288775" y="3497150"/>
              <a:ext cx="51850" cy="23600"/>
            </a:xfrm>
            <a:custGeom>
              <a:rect b="b" l="l" r="r" t="t"/>
              <a:pathLst>
                <a:path extrusionOk="0" h="944" w="2074">
                  <a:moveTo>
                    <a:pt x="754" y="1"/>
                  </a:moveTo>
                  <a:lnTo>
                    <a:pt x="519" y="48"/>
                  </a:lnTo>
                  <a:lnTo>
                    <a:pt x="283" y="189"/>
                  </a:lnTo>
                  <a:lnTo>
                    <a:pt x="95" y="331"/>
                  </a:lnTo>
                  <a:lnTo>
                    <a:pt x="0" y="566"/>
                  </a:lnTo>
                  <a:lnTo>
                    <a:pt x="2074" y="943"/>
                  </a:lnTo>
                  <a:lnTo>
                    <a:pt x="2074" y="802"/>
                  </a:lnTo>
                  <a:lnTo>
                    <a:pt x="2027" y="661"/>
                  </a:lnTo>
                  <a:lnTo>
                    <a:pt x="1979" y="519"/>
                  </a:lnTo>
                  <a:lnTo>
                    <a:pt x="1932" y="378"/>
                  </a:lnTo>
                  <a:lnTo>
                    <a:pt x="1838" y="236"/>
                  </a:lnTo>
                  <a:lnTo>
                    <a:pt x="1697" y="142"/>
                  </a:lnTo>
                  <a:lnTo>
                    <a:pt x="1555" y="95"/>
                  </a:lnTo>
                  <a:lnTo>
                    <a:pt x="1414" y="48"/>
                  </a:lnTo>
                  <a:lnTo>
                    <a:pt x="122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21"/>
            <p:cNvSpPr/>
            <p:nvPr/>
          </p:nvSpPr>
          <p:spPr>
            <a:xfrm>
              <a:off x="306450" y="3639700"/>
              <a:ext cx="149625" cy="42425"/>
            </a:xfrm>
            <a:custGeom>
              <a:rect b="b" l="l" r="r" t="t"/>
              <a:pathLst>
                <a:path extrusionOk="0" h="1697" w="5985">
                  <a:moveTo>
                    <a:pt x="990" y="1"/>
                  </a:moveTo>
                  <a:lnTo>
                    <a:pt x="848" y="1037"/>
                  </a:lnTo>
                  <a:lnTo>
                    <a:pt x="330" y="1037"/>
                  </a:lnTo>
                  <a:lnTo>
                    <a:pt x="189" y="1084"/>
                  </a:lnTo>
                  <a:lnTo>
                    <a:pt x="94" y="1131"/>
                  </a:lnTo>
                  <a:lnTo>
                    <a:pt x="0" y="1226"/>
                  </a:lnTo>
                  <a:lnTo>
                    <a:pt x="0" y="1367"/>
                  </a:lnTo>
                  <a:lnTo>
                    <a:pt x="0" y="1461"/>
                  </a:lnTo>
                  <a:lnTo>
                    <a:pt x="94" y="1603"/>
                  </a:lnTo>
                  <a:lnTo>
                    <a:pt x="189" y="1650"/>
                  </a:lnTo>
                  <a:lnTo>
                    <a:pt x="330" y="1697"/>
                  </a:lnTo>
                  <a:lnTo>
                    <a:pt x="5655" y="1697"/>
                  </a:lnTo>
                  <a:lnTo>
                    <a:pt x="5796" y="1650"/>
                  </a:lnTo>
                  <a:lnTo>
                    <a:pt x="5890" y="1603"/>
                  </a:lnTo>
                  <a:lnTo>
                    <a:pt x="5938" y="1461"/>
                  </a:lnTo>
                  <a:lnTo>
                    <a:pt x="5985" y="1367"/>
                  </a:lnTo>
                  <a:lnTo>
                    <a:pt x="5938" y="1226"/>
                  </a:lnTo>
                  <a:lnTo>
                    <a:pt x="5890" y="1131"/>
                  </a:lnTo>
                  <a:lnTo>
                    <a:pt x="5796" y="1084"/>
                  </a:lnTo>
                  <a:lnTo>
                    <a:pt x="5655" y="1037"/>
                  </a:lnTo>
                  <a:lnTo>
                    <a:pt x="5089" y="1037"/>
                  </a:lnTo>
                  <a:lnTo>
                    <a:pt x="494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21"/>
            <p:cNvSpPr/>
            <p:nvPr/>
          </p:nvSpPr>
          <p:spPr>
            <a:xfrm>
              <a:off x="238125" y="3395850"/>
              <a:ext cx="285100" cy="228550"/>
            </a:xfrm>
            <a:custGeom>
              <a:rect b="b" l="l" r="r" t="t"/>
              <a:pathLst>
                <a:path extrusionOk="0" h="9142" w="11404">
                  <a:moveTo>
                    <a:pt x="6032" y="707"/>
                  </a:moveTo>
                  <a:lnTo>
                    <a:pt x="6032" y="7917"/>
                  </a:lnTo>
                  <a:lnTo>
                    <a:pt x="6267" y="7587"/>
                  </a:lnTo>
                  <a:lnTo>
                    <a:pt x="6503" y="7304"/>
                  </a:lnTo>
                  <a:lnTo>
                    <a:pt x="6786" y="7116"/>
                  </a:lnTo>
                  <a:lnTo>
                    <a:pt x="7163" y="6927"/>
                  </a:lnTo>
                  <a:lnTo>
                    <a:pt x="6974" y="6692"/>
                  </a:lnTo>
                  <a:lnTo>
                    <a:pt x="6833" y="6409"/>
                  </a:lnTo>
                  <a:lnTo>
                    <a:pt x="6738" y="6079"/>
                  </a:lnTo>
                  <a:lnTo>
                    <a:pt x="6691" y="5749"/>
                  </a:lnTo>
                  <a:lnTo>
                    <a:pt x="6691" y="4854"/>
                  </a:lnTo>
                  <a:lnTo>
                    <a:pt x="6738" y="4571"/>
                  </a:lnTo>
                  <a:lnTo>
                    <a:pt x="6786" y="4288"/>
                  </a:lnTo>
                  <a:lnTo>
                    <a:pt x="6927" y="4053"/>
                  </a:lnTo>
                  <a:lnTo>
                    <a:pt x="7115" y="3817"/>
                  </a:lnTo>
                  <a:lnTo>
                    <a:pt x="7068" y="3487"/>
                  </a:lnTo>
                  <a:lnTo>
                    <a:pt x="7068" y="3205"/>
                  </a:lnTo>
                  <a:lnTo>
                    <a:pt x="7163" y="2875"/>
                  </a:lnTo>
                  <a:lnTo>
                    <a:pt x="7304" y="2639"/>
                  </a:lnTo>
                  <a:lnTo>
                    <a:pt x="7540" y="2404"/>
                  </a:lnTo>
                  <a:lnTo>
                    <a:pt x="7775" y="2215"/>
                  </a:lnTo>
                  <a:lnTo>
                    <a:pt x="8105" y="2074"/>
                  </a:lnTo>
                  <a:lnTo>
                    <a:pt x="8718" y="2074"/>
                  </a:lnTo>
                  <a:lnTo>
                    <a:pt x="9047" y="2215"/>
                  </a:lnTo>
                  <a:lnTo>
                    <a:pt x="9283" y="2404"/>
                  </a:lnTo>
                  <a:lnTo>
                    <a:pt x="9472" y="2639"/>
                  </a:lnTo>
                  <a:lnTo>
                    <a:pt x="9660" y="2875"/>
                  </a:lnTo>
                  <a:lnTo>
                    <a:pt x="9707" y="3205"/>
                  </a:lnTo>
                  <a:lnTo>
                    <a:pt x="9754" y="3487"/>
                  </a:lnTo>
                  <a:lnTo>
                    <a:pt x="9660" y="3817"/>
                  </a:lnTo>
                  <a:lnTo>
                    <a:pt x="9849" y="4053"/>
                  </a:lnTo>
                  <a:lnTo>
                    <a:pt x="9990" y="4288"/>
                  </a:lnTo>
                  <a:lnTo>
                    <a:pt x="10084" y="4571"/>
                  </a:lnTo>
                  <a:lnTo>
                    <a:pt x="10131" y="4854"/>
                  </a:lnTo>
                  <a:lnTo>
                    <a:pt x="10131" y="5749"/>
                  </a:lnTo>
                  <a:lnTo>
                    <a:pt x="10084" y="6079"/>
                  </a:lnTo>
                  <a:lnTo>
                    <a:pt x="9990" y="6409"/>
                  </a:lnTo>
                  <a:lnTo>
                    <a:pt x="9849" y="6692"/>
                  </a:lnTo>
                  <a:lnTo>
                    <a:pt x="9660" y="6927"/>
                  </a:lnTo>
                  <a:lnTo>
                    <a:pt x="9990" y="7069"/>
                  </a:lnTo>
                  <a:lnTo>
                    <a:pt x="10320" y="7304"/>
                  </a:lnTo>
                  <a:lnTo>
                    <a:pt x="10555" y="7540"/>
                  </a:lnTo>
                  <a:lnTo>
                    <a:pt x="10744" y="7870"/>
                  </a:lnTo>
                  <a:lnTo>
                    <a:pt x="10744" y="8011"/>
                  </a:lnTo>
                  <a:lnTo>
                    <a:pt x="10697" y="8200"/>
                  </a:lnTo>
                  <a:lnTo>
                    <a:pt x="10650" y="8341"/>
                  </a:lnTo>
                  <a:lnTo>
                    <a:pt x="10508" y="8435"/>
                  </a:lnTo>
                  <a:lnTo>
                    <a:pt x="10273" y="8435"/>
                  </a:lnTo>
                  <a:lnTo>
                    <a:pt x="10178" y="8247"/>
                  </a:lnTo>
                  <a:lnTo>
                    <a:pt x="10084" y="8058"/>
                  </a:lnTo>
                  <a:lnTo>
                    <a:pt x="9990" y="7917"/>
                  </a:lnTo>
                  <a:lnTo>
                    <a:pt x="9801" y="7775"/>
                  </a:lnTo>
                  <a:lnTo>
                    <a:pt x="9613" y="7634"/>
                  </a:lnTo>
                  <a:lnTo>
                    <a:pt x="9424" y="7540"/>
                  </a:lnTo>
                  <a:lnTo>
                    <a:pt x="9236" y="7493"/>
                  </a:lnTo>
                  <a:lnTo>
                    <a:pt x="7587" y="7493"/>
                  </a:lnTo>
                  <a:lnTo>
                    <a:pt x="7398" y="7540"/>
                  </a:lnTo>
                  <a:lnTo>
                    <a:pt x="7210" y="7634"/>
                  </a:lnTo>
                  <a:lnTo>
                    <a:pt x="7021" y="7775"/>
                  </a:lnTo>
                  <a:lnTo>
                    <a:pt x="6880" y="7917"/>
                  </a:lnTo>
                  <a:lnTo>
                    <a:pt x="6738" y="8058"/>
                  </a:lnTo>
                  <a:lnTo>
                    <a:pt x="6644" y="8247"/>
                  </a:lnTo>
                  <a:lnTo>
                    <a:pt x="6550" y="8435"/>
                  </a:lnTo>
                  <a:lnTo>
                    <a:pt x="4854" y="8435"/>
                  </a:lnTo>
                  <a:lnTo>
                    <a:pt x="4806" y="8247"/>
                  </a:lnTo>
                  <a:lnTo>
                    <a:pt x="4712" y="8058"/>
                  </a:lnTo>
                  <a:lnTo>
                    <a:pt x="4571" y="7917"/>
                  </a:lnTo>
                  <a:lnTo>
                    <a:pt x="4430" y="7775"/>
                  </a:lnTo>
                  <a:lnTo>
                    <a:pt x="4241" y="7634"/>
                  </a:lnTo>
                  <a:lnTo>
                    <a:pt x="4053" y="7540"/>
                  </a:lnTo>
                  <a:lnTo>
                    <a:pt x="3817" y="7493"/>
                  </a:lnTo>
                  <a:lnTo>
                    <a:pt x="2215" y="7493"/>
                  </a:lnTo>
                  <a:lnTo>
                    <a:pt x="1979" y="7540"/>
                  </a:lnTo>
                  <a:lnTo>
                    <a:pt x="1791" y="7634"/>
                  </a:lnTo>
                  <a:lnTo>
                    <a:pt x="1602" y="7775"/>
                  </a:lnTo>
                  <a:lnTo>
                    <a:pt x="1461" y="7917"/>
                  </a:lnTo>
                  <a:lnTo>
                    <a:pt x="1319" y="8058"/>
                  </a:lnTo>
                  <a:lnTo>
                    <a:pt x="1225" y="8247"/>
                  </a:lnTo>
                  <a:lnTo>
                    <a:pt x="1178" y="8435"/>
                  </a:lnTo>
                  <a:lnTo>
                    <a:pt x="942" y="8435"/>
                  </a:lnTo>
                  <a:lnTo>
                    <a:pt x="801" y="8341"/>
                  </a:lnTo>
                  <a:lnTo>
                    <a:pt x="707" y="8200"/>
                  </a:lnTo>
                  <a:lnTo>
                    <a:pt x="660" y="8011"/>
                  </a:lnTo>
                  <a:lnTo>
                    <a:pt x="660" y="7917"/>
                  </a:lnTo>
                  <a:lnTo>
                    <a:pt x="848" y="7587"/>
                  </a:lnTo>
                  <a:lnTo>
                    <a:pt x="1131" y="7304"/>
                  </a:lnTo>
                  <a:lnTo>
                    <a:pt x="1414" y="7069"/>
                  </a:lnTo>
                  <a:lnTo>
                    <a:pt x="1744" y="6927"/>
                  </a:lnTo>
                  <a:lnTo>
                    <a:pt x="1555" y="6692"/>
                  </a:lnTo>
                  <a:lnTo>
                    <a:pt x="1414" y="6409"/>
                  </a:lnTo>
                  <a:lnTo>
                    <a:pt x="1319" y="6079"/>
                  </a:lnTo>
                  <a:lnTo>
                    <a:pt x="1319" y="5749"/>
                  </a:lnTo>
                  <a:lnTo>
                    <a:pt x="1319" y="4854"/>
                  </a:lnTo>
                  <a:lnTo>
                    <a:pt x="1319" y="4571"/>
                  </a:lnTo>
                  <a:lnTo>
                    <a:pt x="1414" y="4288"/>
                  </a:lnTo>
                  <a:lnTo>
                    <a:pt x="1555" y="4053"/>
                  </a:lnTo>
                  <a:lnTo>
                    <a:pt x="1744" y="3817"/>
                  </a:lnTo>
                  <a:lnTo>
                    <a:pt x="1979" y="3629"/>
                  </a:lnTo>
                  <a:lnTo>
                    <a:pt x="2215" y="3534"/>
                  </a:lnTo>
                  <a:lnTo>
                    <a:pt x="2497" y="3440"/>
                  </a:lnTo>
                  <a:lnTo>
                    <a:pt x="2780" y="3393"/>
                  </a:lnTo>
                  <a:lnTo>
                    <a:pt x="3251" y="3393"/>
                  </a:lnTo>
                  <a:lnTo>
                    <a:pt x="3581" y="3440"/>
                  </a:lnTo>
                  <a:lnTo>
                    <a:pt x="3864" y="3534"/>
                  </a:lnTo>
                  <a:lnTo>
                    <a:pt x="4100" y="3629"/>
                  </a:lnTo>
                  <a:lnTo>
                    <a:pt x="4335" y="3817"/>
                  </a:lnTo>
                  <a:lnTo>
                    <a:pt x="4477" y="4053"/>
                  </a:lnTo>
                  <a:lnTo>
                    <a:pt x="4618" y="4288"/>
                  </a:lnTo>
                  <a:lnTo>
                    <a:pt x="4712" y="4571"/>
                  </a:lnTo>
                  <a:lnTo>
                    <a:pt x="4759" y="4854"/>
                  </a:lnTo>
                  <a:lnTo>
                    <a:pt x="4759" y="5372"/>
                  </a:lnTo>
                  <a:lnTo>
                    <a:pt x="4759" y="5749"/>
                  </a:lnTo>
                  <a:lnTo>
                    <a:pt x="4712" y="6079"/>
                  </a:lnTo>
                  <a:lnTo>
                    <a:pt x="4618" y="6409"/>
                  </a:lnTo>
                  <a:lnTo>
                    <a:pt x="4477" y="6692"/>
                  </a:lnTo>
                  <a:lnTo>
                    <a:pt x="4288" y="6927"/>
                  </a:lnTo>
                  <a:lnTo>
                    <a:pt x="4618" y="7116"/>
                  </a:lnTo>
                  <a:lnTo>
                    <a:pt x="4948" y="7304"/>
                  </a:lnTo>
                  <a:lnTo>
                    <a:pt x="5183" y="7587"/>
                  </a:lnTo>
                  <a:lnTo>
                    <a:pt x="5372" y="7917"/>
                  </a:lnTo>
                  <a:lnTo>
                    <a:pt x="5372" y="707"/>
                  </a:lnTo>
                  <a:close/>
                  <a:moveTo>
                    <a:pt x="1084" y="0"/>
                  </a:moveTo>
                  <a:lnTo>
                    <a:pt x="848" y="47"/>
                  </a:lnTo>
                  <a:lnTo>
                    <a:pt x="660" y="95"/>
                  </a:lnTo>
                  <a:lnTo>
                    <a:pt x="471" y="189"/>
                  </a:lnTo>
                  <a:lnTo>
                    <a:pt x="330" y="330"/>
                  </a:lnTo>
                  <a:lnTo>
                    <a:pt x="188" y="519"/>
                  </a:lnTo>
                  <a:lnTo>
                    <a:pt x="94" y="707"/>
                  </a:lnTo>
                  <a:lnTo>
                    <a:pt x="0" y="896"/>
                  </a:lnTo>
                  <a:lnTo>
                    <a:pt x="0" y="1131"/>
                  </a:lnTo>
                  <a:lnTo>
                    <a:pt x="0" y="8011"/>
                  </a:lnTo>
                  <a:lnTo>
                    <a:pt x="0" y="8247"/>
                  </a:lnTo>
                  <a:lnTo>
                    <a:pt x="94" y="8435"/>
                  </a:lnTo>
                  <a:lnTo>
                    <a:pt x="188" y="8624"/>
                  </a:lnTo>
                  <a:lnTo>
                    <a:pt x="330" y="8812"/>
                  </a:lnTo>
                  <a:lnTo>
                    <a:pt x="471" y="8953"/>
                  </a:lnTo>
                  <a:lnTo>
                    <a:pt x="660" y="9048"/>
                  </a:lnTo>
                  <a:lnTo>
                    <a:pt x="848" y="9095"/>
                  </a:lnTo>
                  <a:lnTo>
                    <a:pt x="1084" y="9142"/>
                  </a:lnTo>
                  <a:lnTo>
                    <a:pt x="10320" y="9142"/>
                  </a:lnTo>
                  <a:lnTo>
                    <a:pt x="10555" y="9095"/>
                  </a:lnTo>
                  <a:lnTo>
                    <a:pt x="10744" y="9048"/>
                  </a:lnTo>
                  <a:lnTo>
                    <a:pt x="10932" y="8953"/>
                  </a:lnTo>
                  <a:lnTo>
                    <a:pt x="11121" y="8812"/>
                  </a:lnTo>
                  <a:lnTo>
                    <a:pt x="11215" y="8624"/>
                  </a:lnTo>
                  <a:lnTo>
                    <a:pt x="11356" y="8435"/>
                  </a:lnTo>
                  <a:lnTo>
                    <a:pt x="11404" y="8247"/>
                  </a:lnTo>
                  <a:lnTo>
                    <a:pt x="11404" y="8011"/>
                  </a:lnTo>
                  <a:lnTo>
                    <a:pt x="11404" y="1131"/>
                  </a:lnTo>
                  <a:lnTo>
                    <a:pt x="11404" y="896"/>
                  </a:lnTo>
                  <a:lnTo>
                    <a:pt x="11356" y="707"/>
                  </a:lnTo>
                  <a:lnTo>
                    <a:pt x="11215" y="519"/>
                  </a:lnTo>
                  <a:lnTo>
                    <a:pt x="11121" y="330"/>
                  </a:lnTo>
                  <a:lnTo>
                    <a:pt x="10932" y="189"/>
                  </a:lnTo>
                  <a:lnTo>
                    <a:pt x="10744" y="95"/>
                  </a:lnTo>
                  <a:lnTo>
                    <a:pt x="10555" y="47"/>
                  </a:lnTo>
                  <a:lnTo>
                    <a:pt x="1032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5" name="Google Shape;1805;p21"/>
          <p:cNvGrpSpPr/>
          <p:nvPr/>
        </p:nvGrpSpPr>
        <p:grpSpPr>
          <a:xfrm>
            <a:off x="1762325" y="3325525"/>
            <a:ext cx="285100" cy="274525"/>
            <a:chOff x="1000325" y="3401725"/>
            <a:chExt cx="285100" cy="274525"/>
          </a:xfrm>
        </p:grpSpPr>
        <p:sp>
          <p:nvSpPr>
            <p:cNvPr id="1806" name="Google Shape;1806;p21"/>
            <p:cNvSpPr/>
            <p:nvPr/>
          </p:nvSpPr>
          <p:spPr>
            <a:xfrm>
              <a:off x="1204125" y="3440600"/>
              <a:ext cx="30650" cy="30675"/>
            </a:xfrm>
            <a:custGeom>
              <a:rect b="b" l="l" r="r" t="t"/>
              <a:pathLst>
                <a:path extrusionOk="0" h="1227" w="1226">
                  <a:moveTo>
                    <a:pt x="613" y="1"/>
                  </a:moveTo>
                  <a:lnTo>
                    <a:pt x="377" y="48"/>
                  </a:lnTo>
                  <a:lnTo>
                    <a:pt x="189" y="142"/>
                  </a:lnTo>
                  <a:lnTo>
                    <a:pt x="47" y="331"/>
                  </a:lnTo>
                  <a:lnTo>
                    <a:pt x="0" y="614"/>
                  </a:lnTo>
                  <a:lnTo>
                    <a:pt x="47" y="849"/>
                  </a:lnTo>
                  <a:lnTo>
                    <a:pt x="189" y="1038"/>
                  </a:lnTo>
                  <a:lnTo>
                    <a:pt x="377" y="1179"/>
                  </a:lnTo>
                  <a:lnTo>
                    <a:pt x="613" y="1226"/>
                  </a:lnTo>
                  <a:lnTo>
                    <a:pt x="849" y="1179"/>
                  </a:lnTo>
                  <a:lnTo>
                    <a:pt x="1037" y="1038"/>
                  </a:lnTo>
                  <a:lnTo>
                    <a:pt x="1178" y="849"/>
                  </a:lnTo>
                  <a:lnTo>
                    <a:pt x="1226" y="614"/>
                  </a:lnTo>
                  <a:lnTo>
                    <a:pt x="1178" y="331"/>
                  </a:lnTo>
                  <a:lnTo>
                    <a:pt x="1037" y="142"/>
                  </a:lnTo>
                  <a:lnTo>
                    <a:pt x="849" y="48"/>
                  </a:lnTo>
                  <a:lnTo>
                    <a:pt x="6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21"/>
            <p:cNvSpPr/>
            <p:nvPr/>
          </p:nvSpPr>
          <p:spPr>
            <a:xfrm>
              <a:off x="1240650" y="3518350"/>
              <a:ext cx="44775" cy="40100"/>
            </a:xfrm>
            <a:custGeom>
              <a:rect b="b" l="l" r="r" t="t"/>
              <a:pathLst>
                <a:path extrusionOk="0" h="1604" w="1791">
                  <a:moveTo>
                    <a:pt x="1272" y="1"/>
                  </a:moveTo>
                  <a:lnTo>
                    <a:pt x="1084" y="48"/>
                  </a:lnTo>
                  <a:lnTo>
                    <a:pt x="943" y="142"/>
                  </a:lnTo>
                  <a:lnTo>
                    <a:pt x="801" y="237"/>
                  </a:lnTo>
                  <a:lnTo>
                    <a:pt x="660" y="378"/>
                  </a:lnTo>
                  <a:lnTo>
                    <a:pt x="566" y="519"/>
                  </a:lnTo>
                  <a:lnTo>
                    <a:pt x="471" y="708"/>
                  </a:lnTo>
                  <a:lnTo>
                    <a:pt x="424" y="896"/>
                  </a:lnTo>
                  <a:lnTo>
                    <a:pt x="0" y="896"/>
                  </a:lnTo>
                  <a:lnTo>
                    <a:pt x="189" y="1226"/>
                  </a:lnTo>
                  <a:lnTo>
                    <a:pt x="283" y="1603"/>
                  </a:lnTo>
                  <a:lnTo>
                    <a:pt x="566" y="1603"/>
                  </a:lnTo>
                  <a:lnTo>
                    <a:pt x="801" y="1556"/>
                  </a:lnTo>
                  <a:lnTo>
                    <a:pt x="990" y="1415"/>
                  </a:lnTo>
                  <a:lnTo>
                    <a:pt x="1084" y="1226"/>
                  </a:lnTo>
                  <a:lnTo>
                    <a:pt x="1131" y="991"/>
                  </a:lnTo>
                  <a:lnTo>
                    <a:pt x="1178" y="896"/>
                  </a:lnTo>
                  <a:lnTo>
                    <a:pt x="1225" y="802"/>
                  </a:lnTo>
                  <a:lnTo>
                    <a:pt x="1320" y="755"/>
                  </a:lnTo>
                  <a:lnTo>
                    <a:pt x="1461" y="708"/>
                  </a:lnTo>
                  <a:lnTo>
                    <a:pt x="1602" y="661"/>
                  </a:lnTo>
                  <a:lnTo>
                    <a:pt x="1697" y="614"/>
                  </a:lnTo>
                  <a:lnTo>
                    <a:pt x="1791" y="472"/>
                  </a:lnTo>
                  <a:lnTo>
                    <a:pt x="1791" y="331"/>
                  </a:lnTo>
                  <a:lnTo>
                    <a:pt x="1791" y="237"/>
                  </a:lnTo>
                  <a:lnTo>
                    <a:pt x="1697" y="95"/>
                  </a:lnTo>
                  <a:lnTo>
                    <a:pt x="1602" y="48"/>
                  </a:lnTo>
                  <a:lnTo>
                    <a:pt x="146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21"/>
            <p:cNvSpPr/>
            <p:nvPr/>
          </p:nvSpPr>
          <p:spPr>
            <a:xfrm>
              <a:off x="1166425" y="3401725"/>
              <a:ext cx="106050" cy="107225"/>
            </a:xfrm>
            <a:custGeom>
              <a:rect b="b" l="l" r="r" t="t"/>
              <a:pathLst>
                <a:path extrusionOk="0" h="4289" w="4242">
                  <a:moveTo>
                    <a:pt x="2404" y="849"/>
                  </a:moveTo>
                  <a:lnTo>
                    <a:pt x="2639" y="943"/>
                  </a:lnTo>
                  <a:lnTo>
                    <a:pt x="2875" y="1038"/>
                  </a:lnTo>
                  <a:lnTo>
                    <a:pt x="3063" y="1226"/>
                  </a:lnTo>
                  <a:lnTo>
                    <a:pt x="3205" y="1415"/>
                  </a:lnTo>
                  <a:lnTo>
                    <a:pt x="3346" y="1650"/>
                  </a:lnTo>
                  <a:lnTo>
                    <a:pt x="3393" y="1886"/>
                  </a:lnTo>
                  <a:lnTo>
                    <a:pt x="3440" y="2169"/>
                  </a:lnTo>
                  <a:lnTo>
                    <a:pt x="3393" y="2451"/>
                  </a:lnTo>
                  <a:lnTo>
                    <a:pt x="3299" y="2734"/>
                  </a:lnTo>
                  <a:lnTo>
                    <a:pt x="3158" y="2970"/>
                  </a:lnTo>
                  <a:lnTo>
                    <a:pt x="3016" y="3158"/>
                  </a:lnTo>
                  <a:lnTo>
                    <a:pt x="2828" y="3299"/>
                  </a:lnTo>
                  <a:lnTo>
                    <a:pt x="2592" y="3394"/>
                  </a:lnTo>
                  <a:lnTo>
                    <a:pt x="2357" y="3441"/>
                  </a:lnTo>
                  <a:lnTo>
                    <a:pt x="2121" y="3488"/>
                  </a:lnTo>
                  <a:lnTo>
                    <a:pt x="1885" y="3441"/>
                  </a:lnTo>
                  <a:lnTo>
                    <a:pt x="1650" y="3394"/>
                  </a:lnTo>
                  <a:lnTo>
                    <a:pt x="1414" y="3299"/>
                  </a:lnTo>
                  <a:lnTo>
                    <a:pt x="1226" y="3158"/>
                  </a:lnTo>
                  <a:lnTo>
                    <a:pt x="1037" y="2970"/>
                  </a:lnTo>
                  <a:lnTo>
                    <a:pt x="943" y="2734"/>
                  </a:lnTo>
                  <a:lnTo>
                    <a:pt x="849" y="2451"/>
                  </a:lnTo>
                  <a:lnTo>
                    <a:pt x="802" y="2169"/>
                  </a:lnTo>
                  <a:lnTo>
                    <a:pt x="802" y="1886"/>
                  </a:lnTo>
                  <a:lnTo>
                    <a:pt x="896" y="1650"/>
                  </a:lnTo>
                  <a:lnTo>
                    <a:pt x="1037" y="1415"/>
                  </a:lnTo>
                  <a:lnTo>
                    <a:pt x="1178" y="1226"/>
                  </a:lnTo>
                  <a:lnTo>
                    <a:pt x="1367" y="1038"/>
                  </a:lnTo>
                  <a:lnTo>
                    <a:pt x="1603" y="943"/>
                  </a:lnTo>
                  <a:lnTo>
                    <a:pt x="1838" y="849"/>
                  </a:lnTo>
                  <a:close/>
                  <a:moveTo>
                    <a:pt x="2121" y="1"/>
                  </a:moveTo>
                  <a:lnTo>
                    <a:pt x="1744" y="48"/>
                  </a:lnTo>
                  <a:lnTo>
                    <a:pt x="1367" y="142"/>
                  </a:lnTo>
                  <a:lnTo>
                    <a:pt x="990" y="331"/>
                  </a:lnTo>
                  <a:lnTo>
                    <a:pt x="660" y="566"/>
                  </a:lnTo>
                  <a:lnTo>
                    <a:pt x="425" y="849"/>
                  </a:lnTo>
                  <a:lnTo>
                    <a:pt x="189" y="1226"/>
                  </a:lnTo>
                  <a:lnTo>
                    <a:pt x="48" y="1650"/>
                  </a:lnTo>
                  <a:lnTo>
                    <a:pt x="0" y="2169"/>
                  </a:lnTo>
                  <a:lnTo>
                    <a:pt x="0" y="2593"/>
                  </a:lnTo>
                  <a:lnTo>
                    <a:pt x="142" y="2970"/>
                  </a:lnTo>
                  <a:lnTo>
                    <a:pt x="330" y="3347"/>
                  </a:lnTo>
                  <a:lnTo>
                    <a:pt x="613" y="3676"/>
                  </a:lnTo>
                  <a:lnTo>
                    <a:pt x="943" y="3912"/>
                  </a:lnTo>
                  <a:lnTo>
                    <a:pt x="1273" y="4148"/>
                  </a:lnTo>
                  <a:lnTo>
                    <a:pt x="1697" y="4242"/>
                  </a:lnTo>
                  <a:lnTo>
                    <a:pt x="2121" y="4289"/>
                  </a:lnTo>
                  <a:lnTo>
                    <a:pt x="2545" y="4242"/>
                  </a:lnTo>
                  <a:lnTo>
                    <a:pt x="2969" y="4148"/>
                  </a:lnTo>
                  <a:lnTo>
                    <a:pt x="3299" y="3912"/>
                  </a:lnTo>
                  <a:lnTo>
                    <a:pt x="3629" y="3676"/>
                  </a:lnTo>
                  <a:lnTo>
                    <a:pt x="3912" y="3347"/>
                  </a:lnTo>
                  <a:lnTo>
                    <a:pt x="4100" y="2970"/>
                  </a:lnTo>
                  <a:lnTo>
                    <a:pt x="4194" y="2593"/>
                  </a:lnTo>
                  <a:lnTo>
                    <a:pt x="4241" y="2169"/>
                  </a:lnTo>
                  <a:lnTo>
                    <a:pt x="4194" y="1650"/>
                  </a:lnTo>
                  <a:lnTo>
                    <a:pt x="4053" y="1226"/>
                  </a:lnTo>
                  <a:lnTo>
                    <a:pt x="3817" y="849"/>
                  </a:lnTo>
                  <a:lnTo>
                    <a:pt x="3535" y="566"/>
                  </a:lnTo>
                  <a:lnTo>
                    <a:pt x="3252" y="331"/>
                  </a:lnTo>
                  <a:lnTo>
                    <a:pt x="2875" y="142"/>
                  </a:lnTo>
                  <a:lnTo>
                    <a:pt x="2498" y="48"/>
                  </a:lnTo>
                  <a:lnTo>
                    <a:pt x="212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21"/>
            <p:cNvSpPr/>
            <p:nvPr/>
          </p:nvSpPr>
          <p:spPr>
            <a:xfrm>
              <a:off x="1000325" y="3474775"/>
              <a:ext cx="232100" cy="201475"/>
            </a:xfrm>
            <a:custGeom>
              <a:rect b="b" l="l" r="r" t="t"/>
              <a:pathLst>
                <a:path extrusionOk="0" h="8059" w="9284">
                  <a:moveTo>
                    <a:pt x="6126" y="1744"/>
                  </a:moveTo>
                  <a:lnTo>
                    <a:pt x="6220" y="1838"/>
                  </a:lnTo>
                  <a:lnTo>
                    <a:pt x="6267" y="1932"/>
                  </a:lnTo>
                  <a:lnTo>
                    <a:pt x="6315" y="2074"/>
                  </a:lnTo>
                  <a:lnTo>
                    <a:pt x="6267" y="2215"/>
                  </a:lnTo>
                  <a:lnTo>
                    <a:pt x="6220" y="2309"/>
                  </a:lnTo>
                  <a:lnTo>
                    <a:pt x="6126" y="2404"/>
                  </a:lnTo>
                  <a:lnTo>
                    <a:pt x="5938" y="2451"/>
                  </a:lnTo>
                  <a:lnTo>
                    <a:pt x="4100" y="2451"/>
                  </a:lnTo>
                  <a:lnTo>
                    <a:pt x="3958" y="2404"/>
                  </a:lnTo>
                  <a:lnTo>
                    <a:pt x="3864" y="2309"/>
                  </a:lnTo>
                  <a:lnTo>
                    <a:pt x="3770" y="2215"/>
                  </a:lnTo>
                  <a:lnTo>
                    <a:pt x="3770" y="2074"/>
                  </a:lnTo>
                  <a:lnTo>
                    <a:pt x="3770" y="1932"/>
                  </a:lnTo>
                  <a:lnTo>
                    <a:pt x="3864" y="1838"/>
                  </a:lnTo>
                  <a:lnTo>
                    <a:pt x="3958" y="1744"/>
                  </a:lnTo>
                  <a:close/>
                  <a:moveTo>
                    <a:pt x="1979" y="2639"/>
                  </a:moveTo>
                  <a:lnTo>
                    <a:pt x="2121" y="2686"/>
                  </a:lnTo>
                  <a:lnTo>
                    <a:pt x="2215" y="2734"/>
                  </a:lnTo>
                  <a:lnTo>
                    <a:pt x="2309" y="2875"/>
                  </a:lnTo>
                  <a:lnTo>
                    <a:pt x="2356" y="3016"/>
                  </a:lnTo>
                  <a:lnTo>
                    <a:pt x="2309" y="3158"/>
                  </a:lnTo>
                  <a:lnTo>
                    <a:pt x="2262" y="3252"/>
                  </a:lnTo>
                  <a:lnTo>
                    <a:pt x="2121" y="3346"/>
                  </a:lnTo>
                  <a:lnTo>
                    <a:pt x="1838" y="3346"/>
                  </a:lnTo>
                  <a:lnTo>
                    <a:pt x="1744" y="3252"/>
                  </a:lnTo>
                  <a:lnTo>
                    <a:pt x="1649" y="3158"/>
                  </a:lnTo>
                  <a:lnTo>
                    <a:pt x="1649" y="3016"/>
                  </a:lnTo>
                  <a:lnTo>
                    <a:pt x="1649" y="2875"/>
                  </a:lnTo>
                  <a:lnTo>
                    <a:pt x="1744" y="2734"/>
                  </a:lnTo>
                  <a:lnTo>
                    <a:pt x="1838" y="2686"/>
                  </a:lnTo>
                  <a:lnTo>
                    <a:pt x="1979" y="2639"/>
                  </a:lnTo>
                  <a:close/>
                  <a:moveTo>
                    <a:pt x="1508" y="0"/>
                  </a:moveTo>
                  <a:lnTo>
                    <a:pt x="1461" y="48"/>
                  </a:lnTo>
                  <a:lnTo>
                    <a:pt x="1414" y="95"/>
                  </a:lnTo>
                  <a:lnTo>
                    <a:pt x="1414" y="189"/>
                  </a:lnTo>
                  <a:lnTo>
                    <a:pt x="1838" y="1226"/>
                  </a:lnTo>
                  <a:lnTo>
                    <a:pt x="1838" y="1320"/>
                  </a:lnTo>
                  <a:lnTo>
                    <a:pt x="1838" y="1461"/>
                  </a:lnTo>
                  <a:lnTo>
                    <a:pt x="1791" y="1556"/>
                  </a:lnTo>
                  <a:lnTo>
                    <a:pt x="1744" y="1603"/>
                  </a:lnTo>
                  <a:lnTo>
                    <a:pt x="1555" y="1744"/>
                  </a:lnTo>
                  <a:lnTo>
                    <a:pt x="1367" y="1980"/>
                  </a:lnTo>
                  <a:lnTo>
                    <a:pt x="1178" y="2309"/>
                  </a:lnTo>
                  <a:lnTo>
                    <a:pt x="895" y="2734"/>
                  </a:lnTo>
                  <a:lnTo>
                    <a:pt x="801" y="2875"/>
                  </a:lnTo>
                  <a:lnTo>
                    <a:pt x="613" y="2922"/>
                  </a:lnTo>
                  <a:lnTo>
                    <a:pt x="377" y="2969"/>
                  </a:lnTo>
                  <a:lnTo>
                    <a:pt x="142" y="3111"/>
                  </a:lnTo>
                  <a:lnTo>
                    <a:pt x="47" y="3299"/>
                  </a:lnTo>
                  <a:lnTo>
                    <a:pt x="0" y="3535"/>
                  </a:lnTo>
                  <a:lnTo>
                    <a:pt x="0" y="4477"/>
                  </a:lnTo>
                  <a:lnTo>
                    <a:pt x="47" y="4713"/>
                  </a:lnTo>
                  <a:lnTo>
                    <a:pt x="142" y="4901"/>
                  </a:lnTo>
                  <a:lnTo>
                    <a:pt x="330" y="4995"/>
                  </a:lnTo>
                  <a:lnTo>
                    <a:pt x="566" y="5043"/>
                  </a:lnTo>
                  <a:lnTo>
                    <a:pt x="660" y="5090"/>
                  </a:lnTo>
                  <a:lnTo>
                    <a:pt x="801" y="5137"/>
                  </a:lnTo>
                  <a:lnTo>
                    <a:pt x="848" y="5231"/>
                  </a:lnTo>
                  <a:lnTo>
                    <a:pt x="895" y="5325"/>
                  </a:lnTo>
                  <a:lnTo>
                    <a:pt x="990" y="5561"/>
                  </a:lnTo>
                  <a:lnTo>
                    <a:pt x="1084" y="5796"/>
                  </a:lnTo>
                  <a:lnTo>
                    <a:pt x="1367" y="6221"/>
                  </a:lnTo>
                  <a:lnTo>
                    <a:pt x="1649" y="6550"/>
                  </a:lnTo>
                  <a:lnTo>
                    <a:pt x="1932" y="6739"/>
                  </a:lnTo>
                  <a:lnTo>
                    <a:pt x="2026" y="6880"/>
                  </a:lnTo>
                  <a:lnTo>
                    <a:pt x="2074" y="7069"/>
                  </a:lnTo>
                  <a:lnTo>
                    <a:pt x="2074" y="7917"/>
                  </a:lnTo>
                  <a:lnTo>
                    <a:pt x="2121" y="8011"/>
                  </a:lnTo>
                  <a:lnTo>
                    <a:pt x="2215" y="8058"/>
                  </a:lnTo>
                  <a:lnTo>
                    <a:pt x="3063" y="8058"/>
                  </a:lnTo>
                  <a:lnTo>
                    <a:pt x="3110" y="8011"/>
                  </a:lnTo>
                  <a:lnTo>
                    <a:pt x="3157" y="7917"/>
                  </a:lnTo>
                  <a:lnTo>
                    <a:pt x="3157" y="7728"/>
                  </a:lnTo>
                  <a:lnTo>
                    <a:pt x="3204" y="7587"/>
                  </a:lnTo>
                  <a:lnTo>
                    <a:pt x="3252" y="7493"/>
                  </a:lnTo>
                  <a:lnTo>
                    <a:pt x="3393" y="7399"/>
                  </a:lnTo>
                  <a:lnTo>
                    <a:pt x="5938" y="7399"/>
                  </a:lnTo>
                  <a:lnTo>
                    <a:pt x="6267" y="7304"/>
                  </a:lnTo>
                  <a:lnTo>
                    <a:pt x="6409" y="7352"/>
                  </a:lnTo>
                  <a:lnTo>
                    <a:pt x="6550" y="7399"/>
                  </a:lnTo>
                  <a:lnTo>
                    <a:pt x="6644" y="7540"/>
                  </a:lnTo>
                  <a:lnTo>
                    <a:pt x="6692" y="7681"/>
                  </a:lnTo>
                  <a:lnTo>
                    <a:pt x="6692" y="7917"/>
                  </a:lnTo>
                  <a:lnTo>
                    <a:pt x="6739" y="8011"/>
                  </a:lnTo>
                  <a:lnTo>
                    <a:pt x="6786" y="8058"/>
                  </a:lnTo>
                  <a:lnTo>
                    <a:pt x="7634" y="8058"/>
                  </a:lnTo>
                  <a:lnTo>
                    <a:pt x="7728" y="8011"/>
                  </a:lnTo>
                  <a:lnTo>
                    <a:pt x="7775" y="7917"/>
                  </a:lnTo>
                  <a:lnTo>
                    <a:pt x="7775" y="7587"/>
                  </a:lnTo>
                  <a:lnTo>
                    <a:pt x="7775" y="7210"/>
                  </a:lnTo>
                  <a:lnTo>
                    <a:pt x="7822" y="7069"/>
                  </a:lnTo>
                  <a:lnTo>
                    <a:pt x="7870" y="6927"/>
                  </a:lnTo>
                  <a:lnTo>
                    <a:pt x="7964" y="6786"/>
                  </a:lnTo>
                  <a:lnTo>
                    <a:pt x="8105" y="6598"/>
                  </a:lnTo>
                  <a:lnTo>
                    <a:pt x="8341" y="6409"/>
                  </a:lnTo>
                  <a:lnTo>
                    <a:pt x="8576" y="6173"/>
                  </a:lnTo>
                  <a:lnTo>
                    <a:pt x="8765" y="5891"/>
                  </a:lnTo>
                  <a:lnTo>
                    <a:pt x="8906" y="5655"/>
                  </a:lnTo>
                  <a:lnTo>
                    <a:pt x="9048" y="5325"/>
                  </a:lnTo>
                  <a:lnTo>
                    <a:pt x="9142" y="5043"/>
                  </a:lnTo>
                  <a:lnTo>
                    <a:pt x="9189" y="4760"/>
                  </a:lnTo>
                  <a:lnTo>
                    <a:pt x="9236" y="4430"/>
                  </a:lnTo>
                  <a:lnTo>
                    <a:pt x="9283" y="4147"/>
                  </a:lnTo>
                  <a:lnTo>
                    <a:pt x="9236" y="3817"/>
                  </a:lnTo>
                  <a:lnTo>
                    <a:pt x="9189" y="3488"/>
                  </a:lnTo>
                  <a:lnTo>
                    <a:pt x="9142" y="3205"/>
                  </a:lnTo>
                  <a:lnTo>
                    <a:pt x="9048" y="2922"/>
                  </a:lnTo>
                  <a:lnTo>
                    <a:pt x="8906" y="2592"/>
                  </a:lnTo>
                  <a:lnTo>
                    <a:pt x="8718" y="2357"/>
                  </a:lnTo>
                  <a:lnTo>
                    <a:pt x="8529" y="2074"/>
                  </a:lnTo>
                  <a:lnTo>
                    <a:pt x="8199" y="2027"/>
                  </a:lnTo>
                  <a:lnTo>
                    <a:pt x="7917" y="1932"/>
                  </a:lnTo>
                  <a:lnTo>
                    <a:pt x="7634" y="1838"/>
                  </a:lnTo>
                  <a:lnTo>
                    <a:pt x="7351" y="1697"/>
                  </a:lnTo>
                  <a:lnTo>
                    <a:pt x="7069" y="1556"/>
                  </a:lnTo>
                  <a:lnTo>
                    <a:pt x="6833" y="1320"/>
                  </a:lnTo>
                  <a:lnTo>
                    <a:pt x="6644" y="1131"/>
                  </a:lnTo>
                  <a:lnTo>
                    <a:pt x="6456" y="896"/>
                  </a:lnTo>
                  <a:lnTo>
                    <a:pt x="5985" y="849"/>
                  </a:lnTo>
                  <a:lnTo>
                    <a:pt x="3487" y="849"/>
                  </a:lnTo>
                  <a:lnTo>
                    <a:pt x="3299" y="802"/>
                  </a:lnTo>
                  <a:lnTo>
                    <a:pt x="3204" y="660"/>
                  </a:lnTo>
                  <a:lnTo>
                    <a:pt x="2969" y="377"/>
                  </a:lnTo>
                  <a:lnTo>
                    <a:pt x="2639" y="142"/>
                  </a:lnTo>
                  <a:lnTo>
                    <a:pt x="230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0" name="Google Shape;1810;p21"/>
          <p:cNvGrpSpPr/>
          <p:nvPr/>
        </p:nvGrpSpPr>
        <p:grpSpPr>
          <a:xfrm>
            <a:off x="2546900" y="3319650"/>
            <a:ext cx="240350" cy="286275"/>
            <a:chOff x="1784900" y="3395850"/>
            <a:chExt cx="240350" cy="286275"/>
          </a:xfrm>
        </p:grpSpPr>
        <p:sp>
          <p:nvSpPr>
            <p:cNvPr id="1811" name="Google Shape;1811;p21"/>
            <p:cNvSpPr/>
            <p:nvPr/>
          </p:nvSpPr>
          <p:spPr>
            <a:xfrm>
              <a:off x="1789625" y="3446500"/>
              <a:ext cx="235625" cy="235625"/>
            </a:xfrm>
            <a:custGeom>
              <a:rect b="b" l="l" r="r" t="t"/>
              <a:pathLst>
                <a:path extrusionOk="0" h="9425" w="9425">
                  <a:moveTo>
                    <a:pt x="5089" y="990"/>
                  </a:moveTo>
                  <a:lnTo>
                    <a:pt x="5419" y="1037"/>
                  </a:lnTo>
                  <a:lnTo>
                    <a:pt x="5749" y="1131"/>
                  </a:lnTo>
                  <a:lnTo>
                    <a:pt x="6079" y="1226"/>
                  </a:lnTo>
                  <a:lnTo>
                    <a:pt x="6220" y="1320"/>
                  </a:lnTo>
                  <a:lnTo>
                    <a:pt x="6267" y="1414"/>
                  </a:lnTo>
                  <a:lnTo>
                    <a:pt x="6315" y="1556"/>
                  </a:lnTo>
                  <a:lnTo>
                    <a:pt x="6267" y="1697"/>
                  </a:lnTo>
                  <a:lnTo>
                    <a:pt x="6220" y="1791"/>
                  </a:lnTo>
                  <a:lnTo>
                    <a:pt x="6079" y="1885"/>
                  </a:lnTo>
                  <a:lnTo>
                    <a:pt x="5843" y="1885"/>
                  </a:lnTo>
                  <a:lnTo>
                    <a:pt x="5466" y="1744"/>
                  </a:lnTo>
                  <a:lnTo>
                    <a:pt x="5042" y="1697"/>
                  </a:lnTo>
                  <a:lnTo>
                    <a:pt x="5042" y="2074"/>
                  </a:lnTo>
                  <a:lnTo>
                    <a:pt x="5042" y="2215"/>
                  </a:lnTo>
                  <a:lnTo>
                    <a:pt x="4948" y="2310"/>
                  </a:lnTo>
                  <a:lnTo>
                    <a:pt x="4854" y="2404"/>
                  </a:lnTo>
                  <a:lnTo>
                    <a:pt x="4618" y="2404"/>
                  </a:lnTo>
                  <a:lnTo>
                    <a:pt x="4524" y="2310"/>
                  </a:lnTo>
                  <a:lnTo>
                    <a:pt x="4430" y="2215"/>
                  </a:lnTo>
                  <a:lnTo>
                    <a:pt x="4383" y="2074"/>
                  </a:lnTo>
                  <a:lnTo>
                    <a:pt x="4383" y="1697"/>
                  </a:lnTo>
                  <a:lnTo>
                    <a:pt x="4006" y="1744"/>
                  </a:lnTo>
                  <a:lnTo>
                    <a:pt x="3629" y="1838"/>
                  </a:lnTo>
                  <a:lnTo>
                    <a:pt x="3487" y="1885"/>
                  </a:lnTo>
                  <a:lnTo>
                    <a:pt x="3346" y="1838"/>
                  </a:lnTo>
                  <a:lnTo>
                    <a:pt x="3252" y="1791"/>
                  </a:lnTo>
                  <a:lnTo>
                    <a:pt x="3204" y="1650"/>
                  </a:lnTo>
                  <a:lnTo>
                    <a:pt x="3204" y="1556"/>
                  </a:lnTo>
                  <a:lnTo>
                    <a:pt x="3204" y="1414"/>
                  </a:lnTo>
                  <a:lnTo>
                    <a:pt x="3299" y="1320"/>
                  </a:lnTo>
                  <a:lnTo>
                    <a:pt x="3393" y="1226"/>
                  </a:lnTo>
                  <a:lnTo>
                    <a:pt x="3723" y="1131"/>
                  </a:lnTo>
                  <a:lnTo>
                    <a:pt x="4053" y="1037"/>
                  </a:lnTo>
                  <a:lnTo>
                    <a:pt x="4383" y="990"/>
                  </a:lnTo>
                  <a:close/>
                  <a:moveTo>
                    <a:pt x="4712" y="2969"/>
                  </a:moveTo>
                  <a:lnTo>
                    <a:pt x="4854" y="3016"/>
                  </a:lnTo>
                  <a:lnTo>
                    <a:pt x="4948" y="3063"/>
                  </a:lnTo>
                  <a:lnTo>
                    <a:pt x="5042" y="3158"/>
                  </a:lnTo>
                  <a:lnTo>
                    <a:pt x="5042" y="3299"/>
                  </a:lnTo>
                  <a:lnTo>
                    <a:pt x="5042" y="4383"/>
                  </a:lnTo>
                  <a:lnTo>
                    <a:pt x="5325" y="4383"/>
                  </a:lnTo>
                  <a:lnTo>
                    <a:pt x="5466" y="4430"/>
                  </a:lnTo>
                  <a:lnTo>
                    <a:pt x="5561" y="4477"/>
                  </a:lnTo>
                  <a:lnTo>
                    <a:pt x="5608" y="4619"/>
                  </a:lnTo>
                  <a:lnTo>
                    <a:pt x="5655" y="4713"/>
                  </a:lnTo>
                  <a:lnTo>
                    <a:pt x="5608" y="4854"/>
                  </a:lnTo>
                  <a:lnTo>
                    <a:pt x="5561" y="4948"/>
                  </a:lnTo>
                  <a:lnTo>
                    <a:pt x="5466" y="5043"/>
                  </a:lnTo>
                  <a:lnTo>
                    <a:pt x="4571" y="5043"/>
                  </a:lnTo>
                  <a:lnTo>
                    <a:pt x="4477" y="4948"/>
                  </a:lnTo>
                  <a:lnTo>
                    <a:pt x="4430" y="4854"/>
                  </a:lnTo>
                  <a:lnTo>
                    <a:pt x="4383" y="4713"/>
                  </a:lnTo>
                  <a:lnTo>
                    <a:pt x="4383" y="3299"/>
                  </a:lnTo>
                  <a:lnTo>
                    <a:pt x="4430" y="3158"/>
                  </a:lnTo>
                  <a:lnTo>
                    <a:pt x="4477" y="3063"/>
                  </a:lnTo>
                  <a:lnTo>
                    <a:pt x="4618" y="3016"/>
                  </a:lnTo>
                  <a:lnTo>
                    <a:pt x="4712" y="2969"/>
                  </a:lnTo>
                  <a:close/>
                  <a:moveTo>
                    <a:pt x="1555" y="3158"/>
                  </a:moveTo>
                  <a:lnTo>
                    <a:pt x="1697" y="3205"/>
                  </a:lnTo>
                  <a:lnTo>
                    <a:pt x="1791" y="3252"/>
                  </a:lnTo>
                  <a:lnTo>
                    <a:pt x="1885" y="3393"/>
                  </a:lnTo>
                  <a:lnTo>
                    <a:pt x="1885" y="3488"/>
                  </a:lnTo>
                  <a:lnTo>
                    <a:pt x="1885" y="3629"/>
                  </a:lnTo>
                  <a:lnTo>
                    <a:pt x="1744" y="4006"/>
                  </a:lnTo>
                  <a:lnTo>
                    <a:pt x="1697" y="4383"/>
                  </a:lnTo>
                  <a:lnTo>
                    <a:pt x="2074" y="4383"/>
                  </a:lnTo>
                  <a:lnTo>
                    <a:pt x="2262" y="4430"/>
                  </a:lnTo>
                  <a:lnTo>
                    <a:pt x="2356" y="4477"/>
                  </a:lnTo>
                  <a:lnTo>
                    <a:pt x="2403" y="4571"/>
                  </a:lnTo>
                  <a:lnTo>
                    <a:pt x="2451" y="4713"/>
                  </a:lnTo>
                  <a:lnTo>
                    <a:pt x="2403" y="4854"/>
                  </a:lnTo>
                  <a:lnTo>
                    <a:pt x="2356" y="4948"/>
                  </a:lnTo>
                  <a:lnTo>
                    <a:pt x="2262" y="4995"/>
                  </a:lnTo>
                  <a:lnTo>
                    <a:pt x="2074" y="5043"/>
                  </a:lnTo>
                  <a:lnTo>
                    <a:pt x="1697" y="5043"/>
                  </a:lnTo>
                  <a:lnTo>
                    <a:pt x="1744" y="5420"/>
                  </a:lnTo>
                  <a:lnTo>
                    <a:pt x="1885" y="5797"/>
                  </a:lnTo>
                  <a:lnTo>
                    <a:pt x="1885" y="5938"/>
                  </a:lnTo>
                  <a:lnTo>
                    <a:pt x="1885" y="6032"/>
                  </a:lnTo>
                  <a:lnTo>
                    <a:pt x="1791" y="6174"/>
                  </a:lnTo>
                  <a:lnTo>
                    <a:pt x="1697" y="6221"/>
                  </a:lnTo>
                  <a:lnTo>
                    <a:pt x="1555" y="6268"/>
                  </a:lnTo>
                  <a:lnTo>
                    <a:pt x="1414" y="6221"/>
                  </a:lnTo>
                  <a:lnTo>
                    <a:pt x="1320" y="6126"/>
                  </a:lnTo>
                  <a:lnTo>
                    <a:pt x="1225" y="6032"/>
                  </a:lnTo>
                  <a:lnTo>
                    <a:pt x="1131" y="5702"/>
                  </a:lnTo>
                  <a:lnTo>
                    <a:pt x="1084" y="5372"/>
                  </a:lnTo>
                  <a:lnTo>
                    <a:pt x="1037" y="5043"/>
                  </a:lnTo>
                  <a:lnTo>
                    <a:pt x="990" y="4713"/>
                  </a:lnTo>
                  <a:lnTo>
                    <a:pt x="1037" y="4383"/>
                  </a:lnTo>
                  <a:lnTo>
                    <a:pt x="1084" y="4053"/>
                  </a:lnTo>
                  <a:lnTo>
                    <a:pt x="1131" y="3723"/>
                  </a:lnTo>
                  <a:lnTo>
                    <a:pt x="1225" y="3393"/>
                  </a:lnTo>
                  <a:lnTo>
                    <a:pt x="1320" y="3299"/>
                  </a:lnTo>
                  <a:lnTo>
                    <a:pt x="1414" y="3205"/>
                  </a:lnTo>
                  <a:lnTo>
                    <a:pt x="1555" y="3158"/>
                  </a:lnTo>
                  <a:close/>
                  <a:moveTo>
                    <a:pt x="8011" y="3205"/>
                  </a:moveTo>
                  <a:lnTo>
                    <a:pt x="8152" y="3299"/>
                  </a:lnTo>
                  <a:lnTo>
                    <a:pt x="8199" y="3393"/>
                  </a:lnTo>
                  <a:lnTo>
                    <a:pt x="8341" y="3723"/>
                  </a:lnTo>
                  <a:lnTo>
                    <a:pt x="8388" y="4053"/>
                  </a:lnTo>
                  <a:lnTo>
                    <a:pt x="8435" y="4383"/>
                  </a:lnTo>
                  <a:lnTo>
                    <a:pt x="8435" y="4760"/>
                  </a:lnTo>
                  <a:lnTo>
                    <a:pt x="8435" y="5090"/>
                  </a:lnTo>
                  <a:lnTo>
                    <a:pt x="8388" y="5420"/>
                  </a:lnTo>
                  <a:lnTo>
                    <a:pt x="8294" y="5749"/>
                  </a:lnTo>
                  <a:lnTo>
                    <a:pt x="8199" y="6079"/>
                  </a:lnTo>
                  <a:lnTo>
                    <a:pt x="8105" y="6174"/>
                  </a:lnTo>
                  <a:lnTo>
                    <a:pt x="8011" y="6268"/>
                  </a:lnTo>
                  <a:lnTo>
                    <a:pt x="7775" y="6268"/>
                  </a:lnTo>
                  <a:lnTo>
                    <a:pt x="7634" y="6174"/>
                  </a:lnTo>
                  <a:lnTo>
                    <a:pt x="7587" y="6079"/>
                  </a:lnTo>
                  <a:lnTo>
                    <a:pt x="7540" y="5938"/>
                  </a:lnTo>
                  <a:lnTo>
                    <a:pt x="7587" y="5797"/>
                  </a:lnTo>
                  <a:lnTo>
                    <a:pt x="7681" y="5420"/>
                  </a:lnTo>
                  <a:lnTo>
                    <a:pt x="7775" y="5043"/>
                  </a:lnTo>
                  <a:lnTo>
                    <a:pt x="7304" y="5043"/>
                  </a:lnTo>
                  <a:lnTo>
                    <a:pt x="7163" y="4995"/>
                  </a:lnTo>
                  <a:lnTo>
                    <a:pt x="7069" y="4948"/>
                  </a:lnTo>
                  <a:lnTo>
                    <a:pt x="7021" y="4854"/>
                  </a:lnTo>
                  <a:lnTo>
                    <a:pt x="6974" y="4713"/>
                  </a:lnTo>
                  <a:lnTo>
                    <a:pt x="7021" y="4571"/>
                  </a:lnTo>
                  <a:lnTo>
                    <a:pt x="7069" y="4477"/>
                  </a:lnTo>
                  <a:lnTo>
                    <a:pt x="7163" y="4430"/>
                  </a:lnTo>
                  <a:lnTo>
                    <a:pt x="7304" y="4383"/>
                  </a:lnTo>
                  <a:lnTo>
                    <a:pt x="7775" y="4383"/>
                  </a:lnTo>
                  <a:lnTo>
                    <a:pt x="7681" y="4006"/>
                  </a:lnTo>
                  <a:lnTo>
                    <a:pt x="7587" y="3629"/>
                  </a:lnTo>
                  <a:lnTo>
                    <a:pt x="7587" y="3488"/>
                  </a:lnTo>
                  <a:lnTo>
                    <a:pt x="7587" y="3393"/>
                  </a:lnTo>
                  <a:lnTo>
                    <a:pt x="7681" y="3299"/>
                  </a:lnTo>
                  <a:lnTo>
                    <a:pt x="7775" y="3205"/>
                  </a:lnTo>
                  <a:close/>
                  <a:moveTo>
                    <a:pt x="4854" y="7069"/>
                  </a:moveTo>
                  <a:lnTo>
                    <a:pt x="4948" y="7163"/>
                  </a:lnTo>
                  <a:lnTo>
                    <a:pt x="5042" y="7257"/>
                  </a:lnTo>
                  <a:lnTo>
                    <a:pt x="5042" y="7399"/>
                  </a:lnTo>
                  <a:lnTo>
                    <a:pt x="5042" y="7729"/>
                  </a:lnTo>
                  <a:lnTo>
                    <a:pt x="5513" y="7681"/>
                  </a:lnTo>
                  <a:lnTo>
                    <a:pt x="5938" y="7493"/>
                  </a:lnTo>
                  <a:lnTo>
                    <a:pt x="6220" y="7493"/>
                  </a:lnTo>
                  <a:lnTo>
                    <a:pt x="6315" y="7587"/>
                  </a:lnTo>
                  <a:lnTo>
                    <a:pt x="6409" y="7681"/>
                  </a:lnTo>
                  <a:lnTo>
                    <a:pt x="6409" y="7823"/>
                  </a:lnTo>
                  <a:lnTo>
                    <a:pt x="6409" y="7917"/>
                  </a:lnTo>
                  <a:lnTo>
                    <a:pt x="6315" y="8058"/>
                  </a:lnTo>
                  <a:lnTo>
                    <a:pt x="6220" y="8106"/>
                  </a:lnTo>
                  <a:lnTo>
                    <a:pt x="5890" y="8247"/>
                  </a:lnTo>
                  <a:lnTo>
                    <a:pt x="5513" y="8341"/>
                  </a:lnTo>
                  <a:lnTo>
                    <a:pt x="5136" y="8388"/>
                  </a:lnTo>
                  <a:lnTo>
                    <a:pt x="4760" y="8435"/>
                  </a:lnTo>
                  <a:lnTo>
                    <a:pt x="4383" y="8435"/>
                  </a:lnTo>
                  <a:lnTo>
                    <a:pt x="4006" y="8341"/>
                  </a:lnTo>
                  <a:lnTo>
                    <a:pt x="3629" y="8294"/>
                  </a:lnTo>
                  <a:lnTo>
                    <a:pt x="3299" y="8153"/>
                  </a:lnTo>
                  <a:lnTo>
                    <a:pt x="3157" y="8058"/>
                  </a:lnTo>
                  <a:lnTo>
                    <a:pt x="3110" y="7964"/>
                  </a:lnTo>
                  <a:lnTo>
                    <a:pt x="3063" y="7823"/>
                  </a:lnTo>
                  <a:lnTo>
                    <a:pt x="3110" y="7729"/>
                  </a:lnTo>
                  <a:lnTo>
                    <a:pt x="3204" y="7587"/>
                  </a:lnTo>
                  <a:lnTo>
                    <a:pt x="3299" y="7540"/>
                  </a:lnTo>
                  <a:lnTo>
                    <a:pt x="3440" y="7493"/>
                  </a:lnTo>
                  <a:lnTo>
                    <a:pt x="3534" y="7540"/>
                  </a:lnTo>
                  <a:lnTo>
                    <a:pt x="3958" y="7681"/>
                  </a:lnTo>
                  <a:lnTo>
                    <a:pt x="4383" y="7729"/>
                  </a:lnTo>
                  <a:lnTo>
                    <a:pt x="4383" y="7399"/>
                  </a:lnTo>
                  <a:lnTo>
                    <a:pt x="4430" y="7257"/>
                  </a:lnTo>
                  <a:lnTo>
                    <a:pt x="4524" y="7163"/>
                  </a:lnTo>
                  <a:lnTo>
                    <a:pt x="4618" y="7069"/>
                  </a:lnTo>
                  <a:close/>
                  <a:moveTo>
                    <a:pt x="4241" y="1"/>
                  </a:moveTo>
                  <a:lnTo>
                    <a:pt x="3770" y="95"/>
                  </a:lnTo>
                  <a:lnTo>
                    <a:pt x="3346" y="189"/>
                  </a:lnTo>
                  <a:lnTo>
                    <a:pt x="2875" y="378"/>
                  </a:lnTo>
                  <a:lnTo>
                    <a:pt x="2498" y="566"/>
                  </a:lnTo>
                  <a:lnTo>
                    <a:pt x="2074" y="802"/>
                  </a:lnTo>
                  <a:lnTo>
                    <a:pt x="1744" y="1084"/>
                  </a:lnTo>
                  <a:lnTo>
                    <a:pt x="1414" y="1367"/>
                  </a:lnTo>
                  <a:lnTo>
                    <a:pt x="1084" y="1697"/>
                  </a:lnTo>
                  <a:lnTo>
                    <a:pt x="801" y="2074"/>
                  </a:lnTo>
                  <a:lnTo>
                    <a:pt x="566" y="2451"/>
                  </a:lnTo>
                  <a:lnTo>
                    <a:pt x="377" y="2875"/>
                  </a:lnTo>
                  <a:lnTo>
                    <a:pt x="236" y="3299"/>
                  </a:lnTo>
                  <a:lnTo>
                    <a:pt x="94" y="3770"/>
                  </a:lnTo>
                  <a:lnTo>
                    <a:pt x="47" y="4242"/>
                  </a:lnTo>
                  <a:lnTo>
                    <a:pt x="0" y="4713"/>
                  </a:lnTo>
                  <a:lnTo>
                    <a:pt x="47" y="5184"/>
                  </a:lnTo>
                  <a:lnTo>
                    <a:pt x="94" y="5655"/>
                  </a:lnTo>
                  <a:lnTo>
                    <a:pt x="236" y="6126"/>
                  </a:lnTo>
                  <a:lnTo>
                    <a:pt x="377" y="6551"/>
                  </a:lnTo>
                  <a:lnTo>
                    <a:pt x="566" y="6975"/>
                  </a:lnTo>
                  <a:lnTo>
                    <a:pt x="801" y="7352"/>
                  </a:lnTo>
                  <a:lnTo>
                    <a:pt x="1084" y="7729"/>
                  </a:lnTo>
                  <a:lnTo>
                    <a:pt x="1414" y="8058"/>
                  </a:lnTo>
                  <a:lnTo>
                    <a:pt x="1744" y="8341"/>
                  </a:lnTo>
                  <a:lnTo>
                    <a:pt x="2074" y="8624"/>
                  </a:lnTo>
                  <a:lnTo>
                    <a:pt x="2498" y="8859"/>
                  </a:lnTo>
                  <a:lnTo>
                    <a:pt x="2875" y="9048"/>
                  </a:lnTo>
                  <a:lnTo>
                    <a:pt x="3346" y="9236"/>
                  </a:lnTo>
                  <a:lnTo>
                    <a:pt x="3770" y="9331"/>
                  </a:lnTo>
                  <a:lnTo>
                    <a:pt x="4241" y="9425"/>
                  </a:lnTo>
                  <a:lnTo>
                    <a:pt x="4712" y="9425"/>
                  </a:lnTo>
                  <a:lnTo>
                    <a:pt x="5278" y="9378"/>
                  </a:lnTo>
                  <a:lnTo>
                    <a:pt x="5843" y="9284"/>
                  </a:lnTo>
                  <a:lnTo>
                    <a:pt x="6315" y="9142"/>
                  </a:lnTo>
                  <a:lnTo>
                    <a:pt x="6786" y="8954"/>
                  </a:lnTo>
                  <a:lnTo>
                    <a:pt x="7210" y="8718"/>
                  </a:lnTo>
                  <a:lnTo>
                    <a:pt x="7587" y="8483"/>
                  </a:lnTo>
                  <a:lnTo>
                    <a:pt x="7917" y="8200"/>
                  </a:lnTo>
                  <a:lnTo>
                    <a:pt x="8247" y="7870"/>
                  </a:lnTo>
                  <a:lnTo>
                    <a:pt x="8529" y="7540"/>
                  </a:lnTo>
                  <a:lnTo>
                    <a:pt x="8765" y="7163"/>
                  </a:lnTo>
                  <a:lnTo>
                    <a:pt x="8953" y="6786"/>
                  </a:lnTo>
                  <a:lnTo>
                    <a:pt x="9142" y="6409"/>
                  </a:lnTo>
                  <a:lnTo>
                    <a:pt x="9236" y="5985"/>
                  </a:lnTo>
                  <a:lnTo>
                    <a:pt x="9330" y="5561"/>
                  </a:lnTo>
                  <a:lnTo>
                    <a:pt x="9425" y="5137"/>
                  </a:lnTo>
                  <a:lnTo>
                    <a:pt x="9425" y="4713"/>
                  </a:lnTo>
                  <a:lnTo>
                    <a:pt x="9378" y="4289"/>
                  </a:lnTo>
                  <a:lnTo>
                    <a:pt x="9330" y="3865"/>
                  </a:lnTo>
                  <a:lnTo>
                    <a:pt x="9236" y="3440"/>
                  </a:lnTo>
                  <a:lnTo>
                    <a:pt x="9142" y="3016"/>
                  </a:lnTo>
                  <a:lnTo>
                    <a:pt x="8953" y="2639"/>
                  </a:lnTo>
                  <a:lnTo>
                    <a:pt x="8765" y="2262"/>
                  </a:lnTo>
                  <a:lnTo>
                    <a:pt x="8529" y="1885"/>
                  </a:lnTo>
                  <a:lnTo>
                    <a:pt x="8247" y="1556"/>
                  </a:lnTo>
                  <a:lnTo>
                    <a:pt x="7917" y="1226"/>
                  </a:lnTo>
                  <a:lnTo>
                    <a:pt x="7587" y="943"/>
                  </a:lnTo>
                  <a:lnTo>
                    <a:pt x="7210" y="660"/>
                  </a:lnTo>
                  <a:lnTo>
                    <a:pt x="6786" y="472"/>
                  </a:lnTo>
                  <a:lnTo>
                    <a:pt x="6315" y="283"/>
                  </a:lnTo>
                  <a:lnTo>
                    <a:pt x="5843" y="142"/>
                  </a:lnTo>
                  <a:lnTo>
                    <a:pt x="5278" y="48"/>
                  </a:lnTo>
                  <a:lnTo>
                    <a:pt x="471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21"/>
            <p:cNvSpPr/>
            <p:nvPr/>
          </p:nvSpPr>
          <p:spPr>
            <a:xfrm>
              <a:off x="1784900" y="3422950"/>
              <a:ext cx="42450" cy="43600"/>
            </a:xfrm>
            <a:custGeom>
              <a:rect b="b" l="l" r="r" t="t"/>
              <a:pathLst>
                <a:path extrusionOk="0" h="1744" w="1698">
                  <a:moveTo>
                    <a:pt x="1226" y="0"/>
                  </a:moveTo>
                  <a:lnTo>
                    <a:pt x="1132" y="47"/>
                  </a:lnTo>
                  <a:lnTo>
                    <a:pt x="990" y="141"/>
                  </a:lnTo>
                  <a:lnTo>
                    <a:pt x="566" y="566"/>
                  </a:lnTo>
                  <a:lnTo>
                    <a:pt x="95" y="1037"/>
                  </a:lnTo>
                  <a:lnTo>
                    <a:pt x="1" y="1131"/>
                  </a:lnTo>
                  <a:lnTo>
                    <a:pt x="1" y="1272"/>
                  </a:lnTo>
                  <a:lnTo>
                    <a:pt x="1" y="1367"/>
                  </a:lnTo>
                  <a:lnTo>
                    <a:pt x="95" y="1508"/>
                  </a:lnTo>
                  <a:lnTo>
                    <a:pt x="189" y="1555"/>
                  </a:lnTo>
                  <a:lnTo>
                    <a:pt x="331" y="1602"/>
                  </a:lnTo>
                  <a:lnTo>
                    <a:pt x="425" y="1555"/>
                  </a:lnTo>
                  <a:lnTo>
                    <a:pt x="566" y="1508"/>
                  </a:lnTo>
                  <a:lnTo>
                    <a:pt x="755" y="1272"/>
                  </a:lnTo>
                  <a:lnTo>
                    <a:pt x="1179" y="1744"/>
                  </a:lnTo>
                  <a:lnTo>
                    <a:pt x="1697" y="1320"/>
                  </a:lnTo>
                  <a:lnTo>
                    <a:pt x="1226" y="801"/>
                  </a:lnTo>
                  <a:lnTo>
                    <a:pt x="1461" y="613"/>
                  </a:lnTo>
                  <a:lnTo>
                    <a:pt x="1556" y="471"/>
                  </a:lnTo>
                  <a:lnTo>
                    <a:pt x="1556" y="377"/>
                  </a:lnTo>
                  <a:lnTo>
                    <a:pt x="1556" y="236"/>
                  </a:lnTo>
                  <a:lnTo>
                    <a:pt x="1461" y="141"/>
                  </a:lnTo>
                  <a:lnTo>
                    <a:pt x="1367" y="47"/>
                  </a:lnTo>
                  <a:lnTo>
                    <a:pt x="122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21"/>
            <p:cNvSpPr/>
            <p:nvPr/>
          </p:nvSpPr>
          <p:spPr>
            <a:xfrm>
              <a:off x="1984000" y="3437075"/>
              <a:ext cx="37725" cy="36550"/>
            </a:xfrm>
            <a:custGeom>
              <a:rect b="b" l="l" r="r" t="t"/>
              <a:pathLst>
                <a:path extrusionOk="0" h="1462" w="1509">
                  <a:moveTo>
                    <a:pt x="849" y="1"/>
                  </a:moveTo>
                  <a:lnTo>
                    <a:pt x="613" y="48"/>
                  </a:lnTo>
                  <a:lnTo>
                    <a:pt x="424" y="189"/>
                  </a:lnTo>
                  <a:lnTo>
                    <a:pt x="0" y="660"/>
                  </a:lnTo>
                  <a:lnTo>
                    <a:pt x="424" y="943"/>
                  </a:lnTo>
                  <a:lnTo>
                    <a:pt x="754" y="1273"/>
                  </a:lnTo>
                  <a:lnTo>
                    <a:pt x="943" y="1461"/>
                  </a:lnTo>
                  <a:lnTo>
                    <a:pt x="1367" y="1037"/>
                  </a:lnTo>
                  <a:lnTo>
                    <a:pt x="1508" y="849"/>
                  </a:lnTo>
                  <a:lnTo>
                    <a:pt x="1508" y="566"/>
                  </a:lnTo>
                  <a:lnTo>
                    <a:pt x="1461" y="330"/>
                  </a:lnTo>
                  <a:lnTo>
                    <a:pt x="1320" y="142"/>
                  </a:lnTo>
                  <a:lnTo>
                    <a:pt x="1084" y="48"/>
                  </a:lnTo>
                  <a:lnTo>
                    <a:pt x="84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21"/>
            <p:cNvSpPr/>
            <p:nvPr/>
          </p:nvSpPr>
          <p:spPr>
            <a:xfrm>
              <a:off x="1856775" y="3395850"/>
              <a:ext cx="102500" cy="35350"/>
            </a:xfrm>
            <a:custGeom>
              <a:rect b="b" l="l" r="r" t="t"/>
              <a:pathLst>
                <a:path extrusionOk="0" h="1414" w="4100">
                  <a:moveTo>
                    <a:pt x="330" y="0"/>
                  </a:moveTo>
                  <a:lnTo>
                    <a:pt x="189" y="47"/>
                  </a:lnTo>
                  <a:lnTo>
                    <a:pt x="94" y="142"/>
                  </a:lnTo>
                  <a:lnTo>
                    <a:pt x="0" y="236"/>
                  </a:lnTo>
                  <a:lnTo>
                    <a:pt x="0" y="330"/>
                  </a:lnTo>
                  <a:lnTo>
                    <a:pt x="0" y="472"/>
                  </a:lnTo>
                  <a:lnTo>
                    <a:pt x="94" y="566"/>
                  </a:lnTo>
                  <a:lnTo>
                    <a:pt x="189" y="660"/>
                  </a:lnTo>
                  <a:lnTo>
                    <a:pt x="330" y="707"/>
                  </a:lnTo>
                  <a:lnTo>
                    <a:pt x="1178" y="707"/>
                  </a:lnTo>
                  <a:lnTo>
                    <a:pt x="1178" y="1414"/>
                  </a:lnTo>
                  <a:lnTo>
                    <a:pt x="1602" y="1367"/>
                  </a:lnTo>
                  <a:lnTo>
                    <a:pt x="2450" y="1367"/>
                  </a:lnTo>
                  <a:lnTo>
                    <a:pt x="2875" y="1414"/>
                  </a:lnTo>
                  <a:lnTo>
                    <a:pt x="2875" y="707"/>
                  </a:lnTo>
                  <a:lnTo>
                    <a:pt x="3770" y="707"/>
                  </a:lnTo>
                  <a:lnTo>
                    <a:pt x="3911" y="660"/>
                  </a:lnTo>
                  <a:lnTo>
                    <a:pt x="4006" y="566"/>
                  </a:lnTo>
                  <a:lnTo>
                    <a:pt x="4053" y="472"/>
                  </a:lnTo>
                  <a:lnTo>
                    <a:pt x="4100" y="330"/>
                  </a:lnTo>
                  <a:lnTo>
                    <a:pt x="4053" y="236"/>
                  </a:lnTo>
                  <a:lnTo>
                    <a:pt x="4006" y="142"/>
                  </a:lnTo>
                  <a:lnTo>
                    <a:pt x="3911" y="47"/>
                  </a:lnTo>
                  <a:lnTo>
                    <a:pt x="377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5" name="Google Shape;1815;p21"/>
          <p:cNvGrpSpPr/>
          <p:nvPr/>
        </p:nvGrpSpPr>
        <p:grpSpPr>
          <a:xfrm>
            <a:off x="3285550" y="3337325"/>
            <a:ext cx="286300" cy="252125"/>
            <a:chOff x="2523550" y="3413525"/>
            <a:chExt cx="286300" cy="252125"/>
          </a:xfrm>
        </p:grpSpPr>
        <p:sp>
          <p:nvSpPr>
            <p:cNvPr id="1816" name="Google Shape;1816;p21"/>
            <p:cNvSpPr/>
            <p:nvPr/>
          </p:nvSpPr>
          <p:spPr>
            <a:xfrm>
              <a:off x="2675525" y="3413525"/>
              <a:ext cx="87200" cy="64800"/>
            </a:xfrm>
            <a:custGeom>
              <a:rect b="b" l="l" r="r" t="t"/>
              <a:pathLst>
                <a:path extrusionOk="0" h="2592" w="3488">
                  <a:moveTo>
                    <a:pt x="0" y="0"/>
                  </a:moveTo>
                  <a:lnTo>
                    <a:pt x="0" y="1602"/>
                  </a:lnTo>
                  <a:lnTo>
                    <a:pt x="660" y="1744"/>
                  </a:lnTo>
                  <a:lnTo>
                    <a:pt x="1272" y="1932"/>
                  </a:lnTo>
                  <a:lnTo>
                    <a:pt x="1838" y="2215"/>
                  </a:lnTo>
                  <a:lnTo>
                    <a:pt x="2356" y="2592"/>
                  </a:lnTo>
                  <a:lnTo>
                    <a:pt x="3487" y="1461"/>
                  </a:lnTo>
                  <a:lnTo>
                    <a:pt x="3110" y="1131"/>
                  </a:lnTo>
                  <a:lnTo>
                    <a:pt x="2733" y="895"/>
                  </a:lnTo>
                  <a:lnTo>
                    <a:pt x="2356" y="613"/>
                  </a:lnTo>
                  <a:lnTo>
                    <a:pt x="1885" y="424"/>
                  </a:lnTo>
                  <a:lnTo>
                    <a:pt x="1461" y="236"/>
                  </a:lnTo>
                  <a:lnTo>
                    <a:pt x="990" y="141"/>
                  </a:lnTo>
                  <a:lnTo>
                    <a:pt x="519" y="4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21"/>
            <p:cNvSpPr/>
            <p:nvPr/>
          </p:nvSpPr>
          <p:spPr>
            <a:xfrm>
              <a:off x="2746200" y="3463000"/>
              <a:ext cx="63650" cy="93075"/>
            </a:xfrm>
            <a:custGeom>
              <a:rect b="b" l="l" r="r" t="t"/>
              <a:pathLst>
                <a:path extrusionOk="0" h="3723" w="2546">
                  <a:moveTo>
                    <a:pt x="1179" y="0"/>
                  </a:moveTo>
                  <a:lnTo>
                    <a:pt x="1" y="1131"/>
                  </a:lnTo>
                  <a:lnTo>
                    <a:pt x="377" y="1650"/>
                  </a:lnTo>
                  <a:lnTo>
                    <a:pt x="660" y="2215"/>
                  </a:lnTo>
                  <a:lnTo>
                    <a:pt x="896" y="2875"/>
                  </a:lnTo>
                  <a:lnTo>
                    <a:pt x="990" y="3534"/>
                  </a:lnTo>
                  <a:lnTo>
                    <a:pt x="990" y="3582"/>
                  </a:lnTo>
                  <a:lnTo>
                    <a:pt x="1037" y="3676"/>
                  </a:lnTo>
                  <a:lnTo>
                    <a:pt x="1084" y="3676"/>
                  </a:lnTo>
                  <a:lnTo>
                    <a:pt x="1179" y="3723"/>
                  </a:lnTo>
                  <a:lnTo>
                    <a:pt x="2357" y="3723"/>
                  </a:lnTo>
                  <a:lnTo>
                    <a:pt x="2404" y="3676"/>
                  </a:lnTo>
                  <a:lnTo>
                    <a:pt x="2498" y="3629"/>
                  </a:lnTo>
                  <a:lnTo>
                    <a:pt x="2545" y="3582"/>
                  </a:lnTo>
                  <a:lnTo>
                    <a:pt x="2545" y="3487"/>
                  </a:lnTo>
                  <a:lnTo>
                    <a:pt x="2498" y="3016"/>
                  </a:lnTo>
                  <a:lnTo>
                    <a:pt x="2404" y="2498"/>
                  </a:lnTo>
                  <a:lnTo>
                    <a:pt x="2310" y="2027"/>
                  </a:lnTo>
                  <a:lnTo>
                    <a:pt x="2121" y="1602"/>
                  </a:lnTo>
                  <a:lnTo>
                    <a:pt x="1933" y="1178"/>
                  </a:lnTo>
                  <a:lnTo>
                    <a:pt x="1697" y="754"/>
                  </a:lnTo>
                  <a:lnTo>
                    <a:pt x="1461" y="330"/>
                  </a:lnTo>
                  <a:lnTo>
                    <a:pt x="117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21"/>
            <p:cNvSpPr/>
            <p:nvPr/>
          </p:nvSpPr>
          <p:spPr>
            <a:xfrm>
              <a:off x="2597775" y="3487725"/>
              <a:ext cx="55375" cy="55400"/>
            </a:xfrm>
            <a:custGeom>
              <a:rect b="b" l="l" r="r" t="t"/>
              <a:pathLst>
                <a:path extrusionOk="0" h="2216" w="2215">
                  <a:moveTo>
                    <a:pt x="141" y="1"/>
                  </a:moveTo>
                  <a:lnTo>
                    <a:pt x="94" y="48"/>
                  </a:lnTo>
                  <a:lnTo>
                    <a:pt x="0" y="142"/>
                  </a:lnTo>
                  <a:lnTo>
                    <a:pt x="0" y="236"/>
                  </a:lnTo>
                  <a:lnTo>
                    <a:pt x="0" y="331"/>
                  </a:lnTo>
                  <a:lnTo>
                    <a:pt x="47" y="378"/>
                  </a:lnTo>
                  <a:lnTo>
                    <a:pt x="1461" y="2216"/>
                  </a:lnTo>
                  <a:lnTo>
                    <a:pt x="1602" y="1980"/>
                  </a:lnTo>
                  <a:lnTo>
                    <a:pt x="1791" y="1791"/>
                  </a:lnTo>
                  <a:lnTo>
                    <a:pt x="1979" y="1603"/>
                  </a:lnTo>
                  <a:lnTo>
                    <a:pt x="2215" y="1462"/>
                  </a:lnTo>
                  <a:lnTo>
                    <a:pt x="377" y="48"/>
                  </a:lnTo>
                  <a:lnTo>
                    <a:pt x="33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21"/>
            <p:cNvSpPr/>
            <p:nvPr/>
          </p:nvSpPr>
          <p:spPr>
            <a:xfrm>
              <a:off x="2649600" y="3539575"/>
              <a:ext cx="34200" cy="35350"/>
            </a:xfrm>
            <a:custGeom>
              <a:rect b="b" l="l" r="r" t="t"/>
              <a:pathLst>
                <a:path extrusionOk="0" h="1414" w="1368">
                  <a:moveTo>
                    <a:pt x="707" y="0"/>
                  </a:moveTo>
                  <a:lnTo>
                    <a:pt x="425" y="47"/>
                  </a:lnTo>
                  <a:lnTo>
                    <a:pt x="236" y="189"/>
                  </a:lnTo>
                  <a:lnTo>
                    <a:pt x="142" y="283"/>
                  </a:lnTo>
                  <a:lnTo>
                    <a:pt x="48" y="424"/>
                  </a:lnTo>
                  <a:lnTo>
                    <a:pt x="0" y="566"/>
                  </a:lnTo>
                  <a:lnTo>
                    <a:pt x="0" y="707"/>
                  </a:lnTo>
                  <a:lnTo>
                    <a:pt x="0" y="848"/>
                  </a:lnTo>
                  <a:lnTo>
                    <a:pt x="48" y="990"/>
                  </a:lnTo>
                  <a:lnTo>
                    <a:pt x="189" y="1178"/>
                  </a:lnTo>
                  <a:lnTo>
                    <a:pt x="425" y="1367"/>
                  </a:lnTo>
                  <a:lnTo>
                    <a:pt x="566" y="1367"/>
                  </a:lnTo>
                  <a:lnTo>
                    <a:pt x="707" y="1414"/>
                  </a:lnTo>
                  <a:lnTo>
                    <a:pt x="849" y="1367"/>
                  </a:lnTo>
                  <a:lnTo>
                    <a:pt x="943" y="1367"/>
                  </a:lnTo>
                  <a:lnTo>
                    <a:pt x="1179" y="1178"/>
                  </a:lnTo>
                  <a:lnTo>
                    <a:pt x="1320" y="990"/>
                  </a:lnTo>
                  <a:lnTo>
                    <a:pt x="1367" y="848"/>
                  </a:lnTo>
                  <a:lnTo>
                    <a:pt x="1367" y="707"/>
                  </a:lnTo>
                  <a:lnTo>
                    <a:pt x="1367" y="566"/>
                  </a:lnTo>
                  <a:lnTo>
                    <a:pt x="1320" y="424"/>
                  </a:lnTo>
                  <a:lnTo>
                    <a:pt x="1273" y="283"/>
                  </a:lnTo>
                  <a:lnTo>
                    <a:pt x="1179" y="189"/>
                  </a:lnTo>
                  <a:lnTo>
                    <a:pt x="943" y="47"/>
                  </a:lnTo>
                  <a:lnTo>
                    <a:pt x="70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21"/>
            <p:cNvSpPr/>
            <p:nvPr/>
          </p:nvSpPr>
          <p:spPr>
            <a:xfrm>
              <a:off x="2594225" y="3637350"/>
              <a:ext cx="146100" cy="28300"/>
            </a:xfrm>
            <a:custGeom>
              <a:rect b="b" l="l" r="r" t="t"/>
              <a:pathLst>
                <a:path extrusionOk="0" h="1132" w="5844">
                  <a:moveTo>
                    <a:pt x="95" y="0"/>
                  </a:moveTo>
                  <a:lnTo>
                    <a:pt x="1" y="47"/>
                  </a:lnTo>
                  <a:lnTo>
                    <a:pt x="1" y="142"/>
                  </a:lnTo>
                  <a:lnTo>
                    <a:pt x="1" y="990"/>
                  </a:lnTo>
                  <a:lnTo>
                    <a:pt x="1" y="1084"/>
                  </a:lnTo>
                  <a:lnTo>
                    <a:pt x="95" y="1131"/>
                  </a:lnTo>
                  <a:lnTo>
                    <a:pt x="5703" y="1131"/>
                  </a:lnTo>
                  <a:lnTo>
                    <a:pt x="5797" y="1084"/>
                  </a:lnTo>
                  <a:lnTo>
                    <a:pt x="5844" y="990"/>
                  </a:lnTo>
                  <a:lnTo>
                    <a:pt x="5844" y="142"/>
                  </a:lnTo>
                  <a:lnTo>
                    <a:pt x="5797" y="47"/>
                  </a:lnTo>
                  <a:lnTo>
                    <a:pt x="570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21"/>
            <p:cNvSpPr/>
            <p:nvPr/>
          </p:nvSpPr>
          <p:spPr>
            <a:xfrm>
              <a:off x="2581275" y="3471250"/>
              <a:ext cx="172025" cy="148450"/>
            </a:xfrm>
            <a:custGeom>
              <a:rect b="b" l="l" r="r" t="t"/>
              <a:pathLst>
                <a:path extrusionOk="0" h="5938" w="6881">
                  <a:moveTo>
                    <a:pt x="3158" y="0"/>
                  </a:moveTo>
                  <a:lnTo>
                    <a:pt x="2828" y="47"/>
                  </a:lnTo>
                  <a:lnTo>
                    <a:pt x="2498" y="141"/>
                  </a:lnTo>
                  <a:lnTo>
                    <a:pt x="2168" y="236"/>
                  </a:lnTo>
                  <a:lnTo>
                    <a:pt x="1838" y="424"/>
                  </a:lnTo>
                  <a:lnTo>
                    <a:pt x="4289" y="2356"/>
                  </a:lnTo>
                  <a:lnTo>
                    <a:pt x="4336" y="2356"/>
                  </a:lnTo>
                  <a:lnTo>
                    <a:pt x="4477" y="2498"/>
                  </a:lnTo>
                  <a:lnTo>
                    <a:pt x="4618" y="2686"/>
                  </a:lnTo>
                  <a:lnTo>
                    <a:pt x="4713" y="2875"/>
                  </a:lnTo>
                  <a:lnTo>
                    <a:pt x="4807" y="3110"/>
                  </a:lnTo>
                  <a:lnTo>
                    <a:pt x="4807" y="3299"/>
                  </a:lnTo>
                  <a:lnTo>
                    <a:pt x="4807" y="3487"/>
                  </a:lnTo>
                  <a:lnTo>
                    <a:pt x="4807" y="3723"/>
                  </a:lnTo>
                  <a:lnTo>
                    <a:pt x="4760" y="3911"/>
                  </a:lnTo>
                  <a:lnTo>
                    <a:pt x="4665" y="4100"/>
                  </a:lnTo>
                  <a:lnTo>
                    <a:pt x="4571" y="4288"/>
                  </a:lnTo>
                  <a:lnTo>
                    <a:pt x="4430" y="4430"/>
                  </a:lnTo>
                  <a:lnTo>
                    <a:pt x="4289" y="4571"/>
                  </a:lnTo>
                  <a:lnTo>
                    <a:pt x="4100" y="4665"/>
                  </a:lnTo>
                  <a:lnTo>
                    <a:pt x="3864" y="4759"/>
                  </a:lnTo>
                  <a:lnTo>
                    <a:pt x="3676" y="4807"/>
                  </a:lnTo>
                  <a:lnTo>
                    <a:pt x="3440" y="4854"/>
                  </a:lnTo>
                  <a:lnTo>
                    <a:pt x="3063" y="4807"/>
                  </a:lnTo>
                  <a:lnTo>
                    <a:pt x="2781" y="4665"/>
                  </a:lnTo>
                  <a:lnTo>
                    <a:pt x="2498" y="4477"/>
                  </a:lnTo>
                  <a:lnTo>
                    <a:pt x="2262" y="4241"/>
                  </a:lnTo>
                  <a:lnTo>
                    <a:pt x="424" y="1791"/>
                  </a:lnTo>
                  <a:lnTo>
                    <a:pt x="189" y="2356"/>
                  </a:lnTo>
                  <a:lnTo>
                    <a:pt x="48" y="2875"/>
                  </a:lnTo>
                  <a:lnTo>
                    <a:pt x="0" y="3440"/>
                  </a:lnTo>
                  <a:lnTo>
                    <a:pt x="48" y="4005"/>
                  </a:lnTo>
                  <a:lnTo>
                    <a:pt x="189" y="4571"/>
                  </a:lnTo>
                  <a:lnTo>
                    <a:pt x="377" y="5042"/>
                  </a:lnTo>
                  <a:lnTo>
                    <a:pt x="707" y="5513"/>
                  </a:lnTo>
                  <a:lnTo>
                    <a:pt x="1084" y="5937"/>
                  </a:lnTo>
                  <a:lnTo>
                    <a:pt x="5796" y="5937"/>
                  </a:lnTo>
                  <a:lnTo>
                    <a:pt x="6032" y="5702"/>
                  </a:lnTo>
                  <a:lnTo>
                    <a:pt x="6221" y="5419"/>
                  </a:lnTo>
                  <a:lnTo>
                    <a:pt x="6409" y="5136"/>
                  </a:lnTo>
                  <a:lnTo>
                    <a:pt x="6598" y="4854"/>
                  </a:lnTo>
                  <a:lnTo>
                    <a:pt x="6692" y="4571"/>
                  </a:lnTo>
                  <a:lnTo>
                    <a:pt x="6786" y="4241"/>
                  </a:lnTo>
                  <a:lnTo>
                    <a:pt x="6833" y="3958"/>
                  </a:lnTo>
                  <a:lnTo>
                    <a:pt x="6880" y="3676"/>
                  </a:lnTo>
                  <a:lnTo>
                    <a:pt x="6833" y="3063"/>
                  </a:lnTo>
                  <a:lnTo>
                    <a:pt x="6739" y="2498"/>
                  </a:lnTo>
                  <a:lnTo>
                    <a:pt x="6503" y="1979"/>
                  </a:lnTo>
                  <a:lnTo>
                    <a:pt x="6221" y="1461"/>
                  </a:lnTo>
                  <a:lnTo>
                    <a:pt x="5844" y="1037"/>
                  </a:lnTo>
                  <a:lnTo>
                    <a:pt x="5419" y="660"/>
                  </a:lnTo>
                  <a:lnTo>
                    <a:pt x="4901" y="330"/>
                  </a:lnTo>
                  <a:lnTo>
                    <a:pt x="4383" y="141"/>
                  </a:lnTo>
                  <a:lnTo>
                    <a:pt x="4053" y="47"/>
                  </a:lnTo>
                  <a:lnTo>
                    <a:pt x="377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21"/>
            <p:cNvSpPr/>
            <p:nvPr/>
          </p:nvSpPr>
          <p:spPr>
            <a:xfrm>
              <a:off x="2570675" y="3413525"/>
              <a:ext cx="87200" cy="58925"/>
            </a:xfrm>
            <a:custGeom>
              <a:rect b="b" l="l" r="r" t="t"/>
              <a:pathLst>
                <a:path extrusionOk="0" h="2357" w="3488">
                  <a:moveTo>
                    <a:pt x="3487" y="0"/>
                  </a:moveTo>
                  <a:lnTo>
                    <a:pt x="3016" y="47"/>
                  </a:lnTo>
                  <a:lnTo>
                    <a:pt x="2498" y="141"/>
                  </a:lnTo>
                  <a:lnTo>
                    <a:pt x="2074" y="236"/>
                  </a:lnTo>
                  <a:lnTo>
                    <a:pt x="1602" y="424"/>
                  </a:lnTo>
                  <a:lnTo>
                    <a:pt x="1178" y="613"/>
                  </a:lnTo>
                  <a:lnTo>
                    <a:pt x="754" y="848"/>
                  </a:lnTo>
                  <a:lnTo>
                    <a:pt x="377" y="1131"/>
                  </a:lnTo>
                  <a:lnTo>
                    <a:pt x="0" y="1461"/>
                  </a:lnTo>
                  <a:lnTo>
                    <a:pt x="943" y="2356"/>
                  </a:lnTo>
                  <a:lnTo>
                    <a:pt x="1084" y="2309"/>
                  </a:lnTo>
                  <a:lnTo>
                    <a:pt x="1225" y="2262"/>
                  </a:lnTo>
                  <a:lnTo>
                    <a:pt x="1555" y="2262"/>
                  </a:lnTo>
                  <a:lnTo>
                    <a:pt x="2027" y="2026"/>
                  </a:lnTo>
                  <a:lnTo>
                    <a:pt x="2498" y="1838"/>
                  </a:lnTo>
                  <a:lnTo>
                    <a:pt x="2969" y="1697"/>
                  </a:lnTo>
                  <a:lnTo>
                    <a:pt x="3487" y="1602"/>
                  </a:lnTo>
                  <a:lnTo>
                    <a:pt x="348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21"/>
            <p:cNvSpPr/>
            <p:nvPr/>
          </p:nvSpPr>
          <p:spPr>
            <a:xfrm>
              <a:off x="2523550" y="3461825"/>
              <a:ext cx="57750" cy="94250"/>
            </a:xfrm>
            <a:custGeom>
              <a:rect b="b" l="l" r="r" t="t"/>
              <a:pathLst>
                <a:path extrusionOk="0" h="3770" w="2310">
                  <a:moveTo>
                    <a:pt x="1414" y="0"/>
                  </a:moveTo>
                  <a:lnTo>
                    <a:pt x="1131" y="377"/>
                  </a:lnTo>
                  <a:lnTo>
                    <a:pt x="849" y="801"/>
                  </a:lnTo>
                  <a:lnTo>
                    <a:pt x="613" y="1178"/>
                  </a:lnTo>
                  <a:lnTo>
                    <a:pt x="424" y="1649"/>
                  </a:lnTo>
                  <a:lnTo>
                    <a:pt x="236" y="2074"/>
                  </a:lnTo>
                  <a:lnTo>
                    <a:pt x="142" y="2545"/>
                  </a:lnTo>
                  <a:lnTo>
                    <a:pt x="48" y="3063"/>
                  </a:lnTo>
                  <a:lnTo>
                    <a:pt x="0" y="3534"/>
                  </a:lnTo>
                  <a:lnTo>
                    <a:pt x="48" y="3629"/>
                  </a:lnTo>
                  <a:lnTo>
                    <a:pt x="95" y="3676"/>
                  </a:lnTo>
                  <a:lnTo>
                    <a:pt x="142" y="3723"/>
                  </a:lnTo>
                  <a:lnTo>
                    <a:pt x="236" y="3770"/>
                  </a:lnTo>
                  <a:lnTo>
                    <a:pt x="1367" y="3770"/>
                  </a:lnTo>
                  <a:lnTo>
                    <a:pt x="1461" y="3723"/>
                  </a:lnTo>
                  <a:lnTo>
                    <a:pt x="1508" y="3723"/>
                  </a:lnTo>
                  <a:lnTo>
                    <a:pt x="1555" y="3629"/>
                  </a:lnTo>
                  <a:lnTo>
                    <a:pt x="1603" y="3581"/>
                  </a:lnTo>
                  <a:lnTo>
                    <a:pt x="1650" y="3016"/>
                  </a:lnTo>
                  <a:lnTo>
                    <a:pt x="1791" y="2498"/>
                  </a:lnTo>
                  <a:lnTo>
                    <a:pt x="2027" y="1979"/>
                  </a:lnTo>
                  <a:lnTo>
                    <a:pt x="2309" y="1508"/>
                  </a:lnTo>
                  <a:lnTo>
                    <a:pt x="2262" y="1225"/>
                  </a:lnTo>
                  <a:lnTo>
                    <a:pt x="2309" y="943"/>
                  </a:lnTo>
                  <a:lnTo>
                    <a:pt x="141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4" name="Google Shape;1824;p21"/>
          <p:cNvGrpSpPr/>
          <p:nvPr/>
        </p:nvGrpSpPr>
        <p:grpSpPr>
          <a:xfrm>
            <a:off x="4047750" y="3320825"/>
            <a:ext cx="286300" cy="285100"/>
            <a:chOff x="3285750" y="3397025"/>
            <a:chExt cx="286300" cy="285100"/>
          </a:xfrm>
        </p:grpSpPr>
        <p:sp>
          <p:nvSpPr>
            <p:cNvPr id="1825" name="Google Shape;1825;p21"/>
            <p:cNvSpPr/>
            <p:nvPr/>
          </p:nvSpPr>
          <p:spPr>
            <a:xfrm>
              <a:off x="3398850" y="3432375"/>
              <a:ext cx="60100" cy="20050"/>
            </a:xfrm>
            <a:custGeom>
              <a:rect b="b" l="l" r="r" t="t"/>
              <a:pathLst>
                <a:path extrusionOk="0" h="802" w="2404">
                  <a:moveTo>
                    <a:pt x="142" y="0"/>
                  </a:moveTo>
                  <a:lnTo>
                    <a:pt x="95" y="47"/>
                  </a:lnTo>
                  <a:lnTo>
                    <a:pt x="47" y="141"/>
                  </a:lnTo>
                  <a:lnTo>
                    <a:pt x="0" y="236"/>
                  </a:lnTo>
                  <a:lnTo>
                    <a:pt x="0" y="801"/>
                  </a:lnTo>
                  <a:lnTo>
                    <a:pt x="2404" y="801"/>
                  </a:lnTo>
                  <a:lnTo>
                    <a:pt x="2404" y="236"/>
                  </a:lnTo>
                  <a:lnTo>
                    <a:pt x="2356" y="141"/>
                  </a:lnTo>
                  <a:lnTo>
                    <a:pt x="2309" y="47"/>
                  </a:lnTo>
                  <a:lnTo>
                    <a:pt x="226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21"/>
            <p:cNvSpPr/>
            <p:nvPr/>
          </p:nvSpPr>
          <p:spPr>
            <a:xfrm>
              <a:off x="3420050" y="3397025"/>
              <a:ext cx="17700" cy="18875"/>
            </a:xfrm>
            <a:custGeom>
              <a:rect b="b" l="l" r="r" t="t"/>
              <a:pathLst>
                <a:path extrusionOk="0" h="755" w="708">
                  <a:moveTo>
                    <a:pt x="236" y="0"/>
                  </a:moveTo>
                  <a:lnTo>
                    <a:pt x="142" y="48"/>
                  </a:lnTo>
                  <a:lnTo>
                    <a:pt x="48" y="189"/>
                  </a:lnTo>
                  <a:lnTo>
                    <a:pt x="1" y="330"/>
                  </a:lnTo>
                  <a:lnTo>
                    <a:pt x="1" y="754"/>
                  </a:lnTo>
                  <a:lnTo>
                    <a:pt x="707" y="754"/>
                  </a:lnTo>
                  <a:lnTo>
                    <a:pt x="707" y="330"/>
                  </a:lnTo>
                  <a:lnTo>
                    <a:pt x="660" y="189"/>
                  </a:lnTo>
                  <a:lnTo>
                    <a:pt x="566" y="48"/>
                  </a:lnTo>
                  <a:lnTo>
                    <a:pt x="47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21"/>
            <p:cNvSpPr/>
            <p:nvPr/>
          </p:nvSpPr>
          <p:spPr>
            <a:xfrm>
              <a:off x="3515475" y="3546625"/>
              <a:ext cx="43600" cy="89575"/>
            </a:xfrm>
            <a:custGeom>
              <a:rect b="b" l="l" r="r" t="t"/>
              <a:pathLst>
                <a:path extrusionOk="0" h="3583" w="1744">
                  <a:moveTo>
                    <a:pt x="707" y="1"/>
                  </a:moveTo>
                  <a:lnTo>
                    <a:pt x="519" y="142"/>
                  </a:lnTo>
                  <a:lnTo>
                    <a:pt x="377" y="284"/>
                  </a:lnTo>
                  <a:lnTo>
                    <a:pt x="283" y="519"/>
                  </a:lnTo>
                  <a:lnTo>
                    <a:pt x="142" y="755"/>
                  </a:lnTo>
                  <a:lnTo>
                    <a:pt x="95" y="1085"/>
                  </a:lnTo>
                  <a:lnTo>
                    <a:pt x="48" y="1415"/>
                  </a:lnTo>
                  <a:lnTo>
                    <a:pt x="0" y="1792"/>
                  </a:lnTo>
                  <a:lnTo>
                    <a:pt x="48" y="2216"/>
                  </a:lnTo>
                  <a:lnTo>
                    <a:pt x="95" y="2546"/>
                  </a:lnTo>
                  <a:lnTo>
                    <a:pt x="189" y="2875"/>
                  </a:lnTo>
                  <a:lnTo>
                    <a:pt x="283" y="3111"/>
                  </a:lnTo>
                  <a:lnTo>
                    <a:pt x="425" y="3299"/>
                  </a:lnTo>
                  <a:lnTo>
                    <a:pt x="566" y="3441"/>
                  </a:lnTo>
                  <a:lnTo>
                    <a:pt x="707" y="3535"/>
                  </a:lnTo>
                  <a:lnTo>
                    <a:pt x="849" y="3582"/>
                  </a:lnTo>
                  <a:lnTo>
                    <a:pt x="1037" y="3535"/>
                  </a:lnTo>
                  <a:lnTo>
                    <a:pt x="1178" y="3441"/>
                  </a:lnTo>
                  <a:lnTo>
                    <a:pt x="1320" y="3299"/>
                  </a:lnTo>
                  <a:lnTo>
                    <a:pt x="1461" y="3111"/>
                  </a:lnTo>
                  <a:lnTo>
                    <a:pt x="1555" y="2875"/>
                  </a:lnTo>
                  <a:lnTo>
                    <a:pt x="1650" y="2546"/>
                  </a:lnTo>
                  <a:lnTo>
                    <a:pt x="1697" y="2216"/>
                  </a:lnTo>
                  <a:lnTo>
                    <a:pt x="1744" y="1792"/>
                  </a:lnTo>
                  <a:lnTo>
                    <a:pt x="1697" y="1415"/>
                  </a:lnTo>
                  <a:lnTo>
                    <a:pt x="1650" y="1085"/>
                  </a:lnTo>
                  <a:lnTo>
                    <a:pt x="1603" y="755"/>
                  </a:lnTo>
                  <a:lnTo>
                    <a:pt x="1461" y="519"/>
                  </a:lnTo>
                  <a:lnTo>
                    <a:pt x="1367" y="284"/>
                  </a:lnTo>
                  <a:lnTo>
                    <a:pt x="1226" y="142"/>
                  </a:lnTo>
                  <a:lnTo>
                    <a:pt x="103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21"/>
            <p:cNvSpPr/>
            <p:nvPr/>
          </p:nvSpPr>
          <p:spPr>
            <a:xfrm>
              <a:off x="3298700" y="3546625"/>
              <a:ext cx="42450" cy="89575"/>
            </a:xfrm>
            <a:custGeom>
              <a:rect b="b" l="l" r="r" t="t"/>
              <a:pathLst>
                <a:path extrusionOk="0" h="3583" w="1698">
                  <a:moveTo>
                    <a:pt x="708" y="1"/>
                  </a:moveTo>
                  <a:lnTo>
                    <a:pt x="566" y="95"/>
                  </a:lnTo>
                  <a:lnTo>
                    <a:pt x="425" y="237"/>
                  </a:lnTo>
                  <a:lnTo>
                    <a:pt x="284" y="425"/>
                  </a:lnTo>
                  <a:lnTo>
                    <a:pt x="189" y="708"/>
                  </a:lnTo>
                  <a:lnTo>
                    <a:pt x="95" y="990"/>
                  </a:lnTo>
                  <a:lnTo>
                    <a:pt x="1" y="1367"/>
                  </a:lnTo>
                  <a:lnTo>
                    <a:pt x="1" y="1792"/>
                  </a:lnTo>
                  <a:lnTo>
                    <a:pt x="1" y="2121"/>
                  </a:lnTo>
                  <a:lnTo>
                    <a:pt x="48" y="2498"/>
                  </a:lnTo>
                  <a:lnTo>
                    <a:pt x="142" y="2781"/>
                  </a:lnTo>
                  <a:lnTo>
                    <a:pt x="237" y="3064"/>
                  </a:lnTo>
                  <a:lnTo>
                    <a:pt x="378" y="3252"/>
                  </a:lnTo>
                  <a:lnTo>
                    <a:pt x="519" y="3441"/>
                  </a:lnTo>
                  <a:lnTo>
                    <a:pt x="661" y="3535"/>
                  </a:lnTo>
                  <a:lnTo>
                    <a:pt x="849" y="3582"/>
                  </a:lnTo>
                  <a:lnTo>
                    <a:pt x="1038" y="3535"/>
                  </a:lnTo>
                  <a:lnTo>
                    <a:pt x="1179" y="3441"/>
                  </a:lnTo>
                  <a:lnTo>
                    <a:pt x="1320" y="3252"/>
                  </a:lnTo>
                  <a:lnTo>
                    <a:pt x="1462" y="3064"/>
                  </a:lnTo>
                  <a:lnTo>
                    <a:pt x="1556" y="2781"/>
                  </a:lnTo>
                  <a:lnTo>
                    <a:pt x="1650" y="2498"/>
                  </a:lnTo>
                  <a:lnTo>
                    <a:pt x="1697" y="2121"/>
                  </a:lnTo>
                  <a:lnTo>
                    <a:pt x="1697" y="1792"/>
                  </a:lnTo>
                  <a:lnTo>
                    <a:pt x="1697" y="1367"/>
                  </a:lnTo>
                  <a:lnTo>
                    <a:pt x="1603" y="990"/>
                  </a:lnTo>
                  <a:lnTo>
                    <a:pt x="1556" y="708"/>
                  </a:lnTo>
                  <a:lnTo>
                    <a:pt x="1415" y="425"/>
                  </a:lnTo>
                  <a:lnTo>
                    <a:pt x="1320" y="237"/>
                  </a:lnTo>
                  <a:lnTo>
                    <a:pt x="1179" y="95"/>
                  </a:lnTo>
                  <a:lnTo>
                    <a:pt x="99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21"/>
            <p:cNvSpPr/>
            <p:nvPr/>
          </p:nvSpPr>
          <p:spPr>
            <a:xfrm>
              <a:off x="3285750" y="3468875"/>
              <a:ext cx="286300" cy="213250"/>
            </a:xfrm>
            <a:custGeom>
              <a:rect b="b" l="l" r="r" t="t"/>
              <a:pathLst>
                <a:path extrusionOk="0" h="8530" w="11452">
                  <a:moveTo>
                    <a:pt x="5043" y="1132"/>
                  </a:moveTo>
                  <a:lnTo>
                    <a:pt x="5184" y="1179"/>
                  </a:lnTo>
                  <a:lnTo>
                    <a:pt x="5278" y="1226"/>
                  </a:lnTo>
                  <a:lnTo>
                    <a:pt x="5373" y="1320"/>
                  </a:lnTo>
                  <a:lnTo>
                    <a:pt x="5373" y="1462"/>
                  </a:lnTo>
                  <a:lnTo>
                    <a:pt x="5373" y="1603"/>
                  </a:lnTo>
                  <a:lnTo>
                    <a:pt x="5278" y="1744"/>
                  </a:lnTo>
                  <a:lnTo>
                    <a:pt x="5184" y="1792"/>
                  </a:lnTo>
                  <a:lnTo>
                    <a:pt x="4948" y="1792"/>
                  </a:lnTo>
                  <a:lnTo>
                    <a:pt x="4807" y="1744"/>
                  </a:lnTo>
                  <a:lnTo>
                    <a:pt x="4760" y="1603"/>
                  </a:lnTo>
                  <a:lnTo>
                    <a:pt x="4713" y="1462"/>
                  </a:lnTo>
                  <a:lnTo>
                    <a:pt x="4760" y="1320"/>
                  </a:lnTo>
                  <a:lnTo>
                    <a:pt x="4807" y="1226"/>
                  </a:lnTo>
                  <a:lnTo>
                    <a:pt x="4901" y="1179"/>
                  </a:lnTo>
                  <a:lnTo>
                    <a:pt x="5043" y="1132"/>
                  </a:lnTo>
                  <a:close/>
                  <a:moveTo>
                    <a:pt x="6362" y="1132"/>
                  </a:moveTo>
                  <a:lnTo>
                    <a:pt x="6503" y="1179"/>
                  </a:lnTo>
                  <a:lnTo>
                    <a:pt x="6598" y="1226"/>
                  </a:lnTo>
                  <a:lnTo>
                    <a:pt x="6692" y="1320"/>
                  </a:lnTo>
                  <a:lnTo>
                    <a:pt x="6692" y="1462"/>
                  </a:lnTo>
                  <a:lnTo>
                    <a:pt x="6692" y="1603"/>
                  </a:lnTo>
                  <a:lnTo>
                    <a:pt x="6598" y="1744"/>
                  </a:lnTo>
                  <a:lnTo>
                    <a:pt x="6503" y="1792"/>
                  </a:lnTo>
                  <a:lnTo>
                    <a:pt x="6268" y="1792"/>
                  </a:lnTo>
                  <a:lnTo>
                    <a:pt x="6126" y="1744"/>
                  </a:lnTo>
                  <a:lnTo>
                    <a:pt x="6079" y="1603"/>
                  </a:lnTo>
                  <a:lnTo>
                    <a:pt x="6032" y="1462"/>
                  </a:lnTo>
                  <a:lnTo>
                    <a:pt x="6079" y="1320"/>
                  </a:lnTo>
                  <a:lnTo>
                    <a:pt x="6126" y="1226"/>
                  </a:lnTo>
                  <a:lnTo>
                    <a:pt x="6221" y="1179"/>
                  </a:lnTo>
                  <a:lnTo>
                    <a:pt x="6362" y="1132"/>
                  </a:lnTo>
                  <a:close/>
                  <a:moveTo>
                    <a:pt x="5184" y="2310"/>
                  </a:moveTo>
                  <a:lnTo>
                    <a:pt x="5278" y="2404"/>
                  </a:lnTo>
                  <a:lnTo>
                    <a:pt x="5373" y="2498"/>
                  </a:lnTo>
                  <a:lnTo>
                    <a:pt x="5373" y="2640"/>
                  </a:lnTo>
                  <a:lnTo>
                    <a:pt x="5373" y="2781"/>
                  </a:lnTo>
                  <a:lnTo>
                    <a:pt x="5278" y="2875"/>
                  </a:lnTo>
                  <a:lnTo>
                    <a:pt x="5184" y="2922"/>
                  </a:lnTo>
                  <a:lnTo>
                    <a:pt x="5043" y="2970"/>
                  </a:lnTo>
                  <a:lnTo>
                    <a:pt x="4948" y="2922"/>
                  </a:lnTo>
                  <a:lnTo>
                    <a:pt x="4807" y="2875"/>
                  </a:lnTo>
                  <a:lnTo>
                    <a:pt x="4760" y="2781"/>
                  </a:lnTo>
                  <a:lnTo>
                    <a:pt x="4713" y="2640"/>
                  </a:lnTo>
                  <a:lnTo>
                    <a:pt x="4760" y="2498"/>
                  </a:lnTo>
                  <a:lnTo>
                    <a:pt x="4807" y="2404"/>
                  </a:lnTo>
                  <a:lnTo>
                    <a:pt x="4901" y="2310"/>
                  </a:lnTo>
                  <a:close/>
                  <a:moveTo>
                    <a:pt x="6503" y="2310"/>
                  </a:moveTo>
                  <a:lnTo>
                    <a:pt x="6598" y="2404"/>
                  </a:lnTo>
                  <a:lnTo>
                    <a:pt x="6692" y="2498"/>
                  </a:lnTo>
                  <a:lnTo>
                    <a:pt x="6692" y="2640"/>
                  </a:lnTo>
                  <a:lnTo>
                    <a:pt x="6692" y="2781"/>
                  </a:lnTo>
                  <a:lnTo>
                    <a:pt x="6598" y="2875"/>
                  </a:lnTo>
                  <a:lnTo>
                    <a:pt x="6503" y="2922"/>
                  </a:lnTo>
                  <a:lnTo>
                    <a:pt x="6362" y="2970"/>
                  </a:lnTo>
                  <a:lnTo>
                    <a:pt x="6268" y="2922"/>
                  </a:lnTo>
                  <a:lnTo>
                    <a:pt x="6126" y="2875"/>
                  </a:lnTo>
                  <a:lnTo>
                    <a:pt x="6079" y="2781"/>
                  </a:lnTo>
                  <a:lnTo>
                    <a:pt x="6032" y="2640"/>
                  </a:lnTo>
                  <a:lnTo>
                    <a:pt x="6079" y="2498"/>
                  </a:lnTo>
                  <a:lnTo>
                    <a:pt x="6126" y="2404"/>
                  </a:lnTo>
                  <a:lnTo>
                    <a:pt x="6221" y="2310"/>
                  </a:lnTo>
                  <a:close/>
                  <a:moveTo>
                    <a:pt x="3865" y="3535"/>
                  </a:moveTo>
                  <a:lnTo>
                    <a:pt x="3959" y="3629"/>
                  </a:lnTo>
                  <a:lnTo>
                    <a:pt x="4053" y="3724"/>
                  </a:lnTo>
                  <a:lnTo>
                    <a:pt x="4053" y="3865"/>
                  </a:lnTo>
                  <a:lnTo>
                    <a:pt x="4053" y="4006"/>
                  </a:lnTo>
                  <a:lnTo>
                    <a:pt x="3959" y="4100"/>
                  </a:lnTo>
                  <a:lnTo>
                    <a:pt x="3865" y="4148"/>
                  </a:lnTo>
                  <a:lnTo>
                    <a:pt x="3723" y="4195"/>
                  </a:lnTo>
                  <a:lnTo>
                    <a:pt x="3629" y="4148"/>
                  </a:lnTo>
                  <a:lnTo>
                    <a:pt x="3488" y="4100"/>
                  </a:lnTo>
                  <a:lnTo>
                    <a:pt x="3440" y="4006"/>
                  </a:lnTo>
                  <a:lnTo>
                    <a:pt x="3393" y="3865"/>
                  </a:lnTo>
                  <a:lnTo>
                    <a:pt x="3440" y="3724"/>
                  </a:lnTo>
                  <a:lnTo>
                    <a:pt x="3488" y="3629"/>
                  </a:lnTo>
                  <a:lnTo>
                    <a:pt x="3582" y="3535"/>
                  </a:lnTo>
                  <a:close/>
                  <a:moveTo>
                    <a:pt x="5184" y="3535"/>
                  </a:moveTo>
                  <a:lnTo>
                    <a:pt x="5278" y="3629"/>
                  </a:lnTo>
                  <a:lnTo>
                    <a:pt x="5373" y="3724"/>
                  </a:lnTo>
                  <a:lnTo>
                    <a:pt x="5373" y="3865"/>
                  </a:lnTo>
                  <a:lnTo>
                    <a:pt x="5373" y="4006"/>
                  </a:lnTo>
                  <a:lnTo>
                    <a:pt x="5278" y="4100"/>
                  </a:lnTo>
                  <a:lnTo>
                    <a:pt x="5184" y="4148"/>
                  </a:lnTo>
                  <a:lnTo>
                    <a:pt x="5043" y="4195"/>
                  </a:lnTo>
                  <a:lnTo>
                    <a:pt x="4948" y="4148"/>
                  </a:lnTo>
                  <a:lnTo>
                    <a:pt x="4807" y="4100"/>
                  </a:lnTo>
                  <a:lnTo>
                    <a:pt x="4760" y="4006"/>
                  </a:lnTo>
                  <a:lnTo>
                    <a:pt x="4713" y="3865"/>
                  </a:lnTo>
                  <a:lnTo>
                    <a:pt x="4760" y="3724"/>
                  </a:lnTo>
                  <a:lnTo>
                    <a:pt x="4807" y="3629"/>
                  </a:lnTo>
                  <a:lnTo>
                    <a:pt x="4901" y="3535"/>
                  </a:lnTo>
                  <a:close/>
                  <a:moveTo>
                    <a:pt x="6503" y="3535"/>
                  </a:moveTo>
                  <a:lnTo>
                    <a:pt x="6598" y="3629"/>
                  </a:lnTo>
                  <a:lnTo>
                    <a:pt x="6692" y="3724"/>
                  </a:lnTo>
                  <a:lnTo>
                    <a:pt x="6692" y="3865"/>
                  </a:lnTo>
                  <a:lnTo>
                    <a:pt x="6692" y="4006"/>
                  </a:lnTo>
                  <a:lnTo>
                    <a:pt x="6598" y="4100"/>
                  </a:lnTo>
                  <a:lnTo>
                    <a:pt x="6503" y="4148"/>
                  </a:lnTo>
                  <a:lnTo>
                    <a:pt x="6362" y="4195"/>
                  </a:lnTo>
                  <a:lnTo>
                    <a:pt x="6268" y="4148"/>
                  </a:lnTo>
                  <a:lnTo>
                    <a:pt x="6126" y="4100"/>
                  </a:lnTo>
                  <a:lnTo>
                    <a:pt x="6079" y="4006"/>
                  </a:lnTo>
                  <a:lnTo>
                    <a:pt x="6032" y="3865"/>
                  </a:lnTo>
                  <a:lnTo>
                    <a:pt x="6079" y="3724"/>
                  </a:lnTo>
                  <a:lnTo>
                    <a:pt x="6126" y="3629"/>
                  </a:lnTo>
                  <a:lnTo>
                    <a:pt x="6221" y="3535"/>
                  </a:lnTo>
                  <a:close/>
                  <a:moveTo>
                    <a:pt x="7823" y="3535"/>
                  </a:moveTo>
                  <a:lnTo>
                    <a:pt x="7917" y="3629"/>
                  </a:lnTo>
                  <a:lnTo>
                    <a:pt x="8011" y="3724"/>
                  </a:lnTo>
                  <a:lnTo>
                    <a:pt x="8011" y="3865"/>
                  </a:lnTo>
                  <a:lnTo>
                    <a:pt x="8011" y="4006"/>
                  </a:lnTo>
                  <a:lnTo>
                    <a:pt x="7917" y="4100"/>
                  </a:lnTo>
                  <a:lnTo>
                    <a:pt x="7823" y="4148"/>
                  </a:lnTo>
                  <a:lnTo>
                    <a:pt x="7682" y="4195"/>
                  </a:lnTo>
                  <a:lnTo>
                    <a:pt x="7587" y="4148"/>
                  </a:lnTo>
                  <a:lnTo>
                    <a:pt x="7446" y="4100"/>
                  </a:lnTo>
                  <a:lnTo>
                    <a:pt x="7399" y="4006"/>
                  </a:lnTo>
                  <a:lnTo>
                    <a:pt x="7352" y="3865"/>
                  </a:lnTo>
                  <a:lnTo>
                    <a:pt x="7399" y="3724"/>
                  </a:lnTo>
                  <a:lnTo>
                    <a:pt x="7446" y="3629"/>
                  </a:lnTo>
                  <a:lnTo>
                    <a:pt x="7540" y="3535"/>
                  </a:lnTo>
                  <a:close/>
                  <a:moveTo>
                    <a:pt x="3865" y="4713"/>
                  </a:moveTo>
                  <a:lnTo>
                    <a:pt x="3959" y="4807"/>
                  </a:lnTo>
                  <a:lnTo>
                    <a:pt x="4053" y="4902"/>
                  </a:lnTo>
                  <a:lnTo>
                    <a:pt x="4053" y="5043"/>
                  </a:lnTo>
                  <a:lnTo>
                    <a:pt x="4053" y="5184"/>
                  </a:lnTo>
                  <a:lnTo>
                    <a:pt x="3959" y="5279"/>
                  </a:lnTo>
                  <a:lnTo>
                    <a:pt x="3865" y="5373"/>
                  </a:lnTo>
                  <a:lnTo>
                    <a:pt x="3629" y="5373"/>
                  </a:lnTo>
                  <a:lnTo>
                    <a:pt x="3488" y="5279"/>
                  </a:lnTo>
                  <a:lnTo>
                    <a:pt x="3440" y="5184"/>
                  </a:lnTo>
                  <a:lnTo>
                    <a:pt x="3393" y="5043"/>
                  </a:lnTo>
                  <a:lnTo>
                    <a:pt x="3440" y="4902"/>
                  </a:lnTo>
                  <a:lnTo>
                    <a:pt x="3488" y="4807"/>
                  </a:lnTo>
                  <a:lnTo>
                    <a:pt x="3582" y="4713"/>
                  </a:lnTo>
                  <a:close/>
                  <a:moveTo>
                    <a:pt x="5184" y="4713"/>
                  </a:moveTo>
                  <a:lnTo>
                    <a:pt x="5278" y="4807"/>
                  </a:lnTo>
                  <a:lnTo>
                    <a:pt x="5373" y="4902"/>
                  </a:lnTo>
                  <a:lnTo>
                    <a:pt x="5373" y="5043"/>
                  </a:lnTo>
                  <a:lnTo>
                    <a:pt x="5373" y="5184"/>
                  </a:lnTo>
                  <a:lnTo>
                    <a:pt x="5278" y="5279"/>
                  </a:lnTo>
                  <a:lnTo>
                    <a:pt x="5184" y="5373"/>
                  </a:lnTo>
                  <a:lnTo>
                    <a:pt x="4948" y="5373"/>
                  </a:lnTo>
                  <a:lnTo>
                    <a:pt x="4807" y="5279"/>
                  </a:lnTo>
                  <a:lnTo>
                    <a:pt x="4760" y="5184"/>
                  </a:lnTo>
                  <a:lnTo>
                    <a:pt x="4713" y="5043"/>
                  </a:lnTo>
                  <a:lnTo>
                    <a:pt x="4760" y="4902"/>
                  </a:lnTo>
                  <a:lnTo>
                    <a:pt x="4807" y="4807"/>
                  </a:lnTo>
                  <a:lnTo>
                    <a:pt x="4901" y="4713"/>
                  </a:lnTo>
                  <a:close/>
                  <a:moveTo>
                    <a:pt x="6503" y="4713"/>
                  </a:moveTo>
                  <a:lnTo>
                    <a:pt x="6598" y="4807"/>
                  </a:lnTo>
                  <a:lnTo>
                    <a:pt x="6692" y="4902"/>
                  </a:lnTo>
                  <a:lnTo>
                    <a:pt x="6692" y="5043"/>
                  </a:lnTo>
                  <a:lnTo>
                    <a:pt x="6692" y="5184"/>
                  </a:lnTo>
                  <a:lnTo>
                    <a:pt x="6598" y="5279"/>
                  </a:lnTo>
                  <a:lnTo>
                    <a:pt x="6503" y="5373"/>
                  </a:lnTo>
                  <a:lnTo>
                    <a:pt x="6268" y="5373"/>
                  </a:lnTo>
                  <a:lnTo>
                    <a:pt x="6126" y="5279"/>
                  </a:lnTo>
                  <a:lnTo>
                    <a:pt x="6079" y="5184"/>
                  </a:lnTo>
                  <a:lnTo>
                    <a:pt x="6032" y="5043"/>
                  </a:lnTo>
                  <a:lnTo>
                    <a:pt x="6079" y="4902"/>
                  </a:lnTo>
                  <a:lnTo>
                    <a:pt x="6126" y="4807"/>
                  </a:lnTo>
                  <a:lnTo>
                    <a:pt x="6221" y="4713"/>
                  </a:lnTo>
                  <a:close/>
                  <a:moveTo>
                    <a:pt x="7823" y="4713"/>
                  </a:moveTo>
                  <a:lnTo>
                    <a:pt x="7917" y="4807"/>
                  </a:lnTo>
                  <a:lnTo>
                    <a:pt x="8011" y="4902"/>
                  </a:lnTo>
                  <a:lnTo>
                    <a:pt x="8011" y="5043"/>
                  </a:lnTo>
                  <a:lnTo>
                    <a:pt x="8011" y="5184"/>
                  </a:lnTo>
                  <a:lnTo>
                    <a:pt x="7917" y="5279"/>
                  </a:lnTo>
                  <a:lnTo>
                    <a:pt x="7823" y="5373"/>
                  </a:lnTo>
                  <a:lnTo>
                    <a:pt x="7587" y="5373"/>
                  </a:lnTo>
                  <a:lnTo>
                    <a:pt x="7446" y="5279"/>
                  </a:lnTo>
                  <a:lnTo>
                    <a:pt x="7399" y="5184"/>
                  </a:lnTo>
                  <a:lnTo>
                    <a:pt x="7352" y="5043"/>
                  </a:lnTo>
                  <a:lnTo>
                    <a:pt x="7399" y="4902"/>
                  </a:lnTo>
                  <a:lnTo>
                    <a:pt x="7446" y="4807"/>
                  </a:lnTo>
                  <a:lnTo>
                    <a:pt x="7540" y="4713"/>
                  </a:lnTo>
                  <a:close/>
                  <a:moveTo>
                    <a:pt x="7729" y="6032"/>
                  </a:moveTo>
                  <a:lnTo>
                    <a:pt x="7870" y="6080"/>
                  </a:lnTo>
                  <a:lnTo>
                    <a:pt x="7964" y="6127"/>
                  </a:lnTo>
                  <a:lnTo>
                    <a:pt x="8058" y="6221"/>
                  </a:lnTo>
                  <a:lnTo>
                    <a:pt x="8058" y="6362"/>
                  </a:lnTo>
                  <a:lnTo>
                    <a:pt x="8058" y="7870"/>
                  </a:lnTo>
                  <a:lnTo>
                    <a:pt x="7399" y="7870"/>
                  </a:lnTo>
                  <a:lnTo>
                    <a:pt x="7399" y="6692"/>
                  </a:lnTo>
                  <a:lnTo>
                    <a:pt x="6739" y="6692"/>
                  </a:lnTo>
                  <a:lnTo>
                    <a:pt x="6739" y="7870"/>
                  </a:lnTo>
                  <a:lnTo>
                    <a:pt x="6079" y="7870"/>
                  </a:lnTo>
                  <a:lnTo>
                    <a:pt x="6079" y="6692"/>
                  </a:lnTo>
                  <a:lnTo>
                    <a:pt x="5373" y="6692"/>
                  </a:lnTo>
                  <a:lnTo>
                    <a:pt x="5373" y="7870"/>
                  </a:lnTo>
                  <a:lnTo>
                    <a:pt x="4713" y="7870"/>
                  </a:lnTo>
                  <a:lnTo>
                    <a:pt x="4713" y="6692"/>
                  </a:lnTo>
                  <a:lnTo>
                    <a:pt x="4053" y="6692"/>
                  </a:lnTo>
                  <a:lnTo>
                    <a:pt x="4053" y="7870"/>
                  </a:lnTo>
                  <a:lnTo>
                    <a:pt x="3393" y="7870"/>
                  </a:lnTo>
                  <a:lnTo>
                    <a:pt x="3393" y="6362"/>
                  </a:lnTo>
                  <a:lnTo>
                    <a:pt x="3393" y="6221"/>
                  </a:lnTo>
                  <a:lnTo>
                    <a:pt x="3488" y="6127"/>
                  </a:lnTo>
                  <a:lnTo>
                    <a:pt x="3582" y="6080"/>
                  </a:lnTo>
                  <a:lnTo>
                    <a:pt x="3723" y="6032"/>
                  </a:lnTo>
                  <a:close/>
                  <a:moveTo>
                    <a:pt x="3252" y="1"/>
                  </a:moveTo>
                  <a:lnTo>
                    <a:pt x="3158" y="48"/>
                  </a:lnTo>
                  <a:lnTo>
                    <a:pt x="3064" y="95"/>
                  </a:lnTo>
                  <a:lnTo>
                    <a:pt x="3016" y="142"/>
                  </a:lnTo>
                  <a:lnTo>
                    <a:pt x="3016" y="236"/>
                  </a:lnTo>
                  <a:lnTo>
                    <a:pt x="3016" y="1367"/>
                  </a:lnTo>
                  <a:lnTo>
                    <a:pt x="990" y="1367"/>
                  </a:lnTo>
                  <a:lnTo>
                    <a:pt x="896" y="1415"/>
                  </a:lnTo>
                  <a:lnTo>
                    <a:pt x="802" y="1462"/>
                  </a:lnTo>
                  <a:lnTo>
                    <a:pt x="755" y="1509"/>
                  </a:lnTo>
                  <a:lnTo>
                    <a:pt x="755" y="1603"/>
                  </a:lnTo>
                  <a:lnTo>
                    <a:pt x="755" y="2640"/>
                  </a:lnTo>
                  <a:lnTo>
                    <a:pt x="896" y="2545"/>
                  </a:lnTo>
                  <a:lnTo>
                    <a:pt x="1084" y="2451"/>
                  </a:lnTo>
                  <a:lnTo>
                    <a:pt x="1273" y="2451"/>
                  </a:lnTo>
                  <a:lnTo>
                    <a:pt x="1461" y="2404"/>
                  </a:lnTo>
                  <a:lnTo>
                    <a:pt x="1650" y="2451"/>
                  </a:lnTo>
                  <a:lnTo>
                    <a:pt x="1838" y="2498"/>
                  </a:lnTo>
                  <a:lnTo>
                    <a:pt x="1980" y="2593"/>
                  </a:lnTo>
                  <a:lnTo>
                    <a:pt x="2168" y="2734"/>
                  </a:lnTo>
                  <a:lnTo>
                    <a:pt x="2310" y="2922"/>
                  </a:lnTo>
                  <a:lnTo>
                    <a:pt x="2451" y="3158"/>
                  </a:lnTo>
                  <a:lnTo>
                    <a:pt x="2592" y="3394"/>
                  </a:lnTo>
                  <a:lnTo>
                    <a:pt x="2687" y="3676"/>
                  </a:lnTo>
                  <a:lnTo>
                    <a:pt x="2828" y="4242"/>
                  </a:lnTo>
                  <a:lnTo>
                    <a:pt x="2875" y="4902"/>
                  </a:lnTo>
                  <a:lnTo>
                    <a:pt x="2828" y="5514"/>
                  </a:lnTo>
                  <a:lnTo>
                    <a:pt x="2687" y="6127"/>
                  </a:lnTo>
                  <a:lnTo>
                    <a:pt x="2592" y="6362"/>
                  </a:lnTo>
                  <a:lnTo>
                    <a:pt x="2451" y="6645"/>
                  </a:lnTo>
                  <a:lnTo>
                    <a:pt x="2310" y="6834"/>
                  </a:lnTo>
                  <a:lnTo>
                    <a:pt x="2168" y="7022"/>
                  </a:lnTo>
                  <a:lnTo>
                    <a:pt x="1933" y="7211"/>
                  </a:lnTo>
                  <a:lnTo>
                    <a:pt x="1697" y="7305"/>
                  </a:lnTo>
                  <a:lnTo>
                    <a:pt x="1697" y="7870"/>
                  </a:lnTo>
                  <a:lnTo>
                    <a:pt x="1037" y="7870"/>
                  </a:lnTo>
                  <a:lnTo>
                    <a:pt x="1037" y="7305"/>
                  </a:lnTo>
                  <a:lnTo>
                    <a:pt x="755" y="7163"/>
                  </a:lnTo>
                  <a:lnTo>
                    <a:pt x="755" y="7870"/>
                  </a:lnTo>
                  <a:lnTo>
                    <a:pt x="189" y="7870"/>
                  </a:lnTo>
                  <a:lnTo>
                    <a:pt x="95" y="7964"/>
                  </a:lnTo>
                  <a:lnTo>
                    <a:pt x="48" y="8059"/>
                  </a:lnTo>
                  <a:lnTo>
                    <a:pt x="1" y="8200"/>
                  </a:lnTo>
                  <a:lnTo>
                    <a:pt x="48" y="8294"/>
                  </a:lnTo>
                  <a:lnTo>
                    <a:pt x="95" y="8436"/>
                  </a:lnTo>
                  <a:lnTo>
                    <a:pt x="189" y="8483"/>
                  </a:lnTo>
                  <a:lnTo>
                    <a:pt x="330" y="8530"/>
                  </a:lnTo>
                  <a:lnTo>
                    <a:pt x="11121" y="8530"/>
                  </a:lnTo>
                  <a:lnTo>
                    <a:pt x="11263" y="8483"/>
                  </a:lnTo>
                  <a:lnTo>
                    <a:pt x="11357" y="8436"/>
                  </a:lnTo>
                  <a:lnTo>
                    <a:pt x="11404" y="8294"/>
                  </a:lnTo>
                  <a:lnTo>
                    <a:pt x="11451" y="8200"/>
                  </a:lnTo>
                  <a:lnTo>
                    <a:pt x="11404" y="8059"/>
                  </a:lnTo>
                  <a:lnTo>
                    <a:pt x="11357" y="7964"/>
                  </a:lnTo>
                  <a:lnTo>
                    <a:pt x="11263" y="7870"/>
                  </a:lnTo>
                  <a:lnTo>
                    <a:pt x="10839" y="7870"/>
                  </a:lnTo>
                  <a:lnTo>
                    <a:pt x="10839" y="7069"/>
                  </a:lnTo>
                  <a:lnTo>
                    <a:pt x="10603" y="7211"/>
                  </a:lnTo>
                  <a:lnTo>
                    <a:pt x="10415" y="7305"/>
                  </a:lnTo>
                  <a:lnTo>
                    <a:pt x="10415" y="7870"/>
                  </a:lnTo>
                  <a:lnTo>
                    <a:pt x="9708" y="7870"/>
                  </a:lnTo>
                  <a:lnTo>
                    <a:pt x="9708" y="7305"/>
                  </a:lnTo>
                  <a:lnTo>
                    <a:pt x="9519" y="7211"/>
                  </a:lnTo>
                  <a:lnTo>
                    <a:pt x="9284" y="7022"/>
                  </a:lnTo>
                  <a:lnTo>
                    <a:pt x="9048" y="6786"/>
                  </a:lnTo>
                  <a:lnTo>
                    <a:pt x="8860" y="6457"/>
                  </a:lnTo>
                  <a:lnTo>
                    <a:pt x="8718" y="6127"/>
                  </a:lnTo>
                  <a:lnTo>
                    <a:pt x="8624" y="5703"/>
                  </a:lnTo>
                  <a:lnTo>
                    <a:pt x="8577" y="5326"/>
                  </a:lnTo>
                  <a:lnTo>
                    <a:pt x="8530" y="4902"/>
                  </a:lnTo>
                  <a:lnTo>
                    <a:pt x="8577" y="4477"/>
                  </a:lnTo>
                  <a:lnTo>
                    <a:pt x="8624" y="4053"/>
                  </a:lnTo>
                  <a:lnTo>
                    <a:pt x="8718" y="3676"/>
                  </a:lnTo>
                  <a:lnTo>
                    <a:pt x="8860" y="3347"/>
                  </a:lnTo>
                  <a:lnTo>
                    <a:pt x="9048" y="3017"/>
                  </a:lnTo>
                  <a:lnTo>
                    <a:pt x="9284" y="2734"/>
                  </a:lnTo>
                  <a:lnTo>
                    <a:pt x="9472" y="2593"/>
                  </a:lnTo>
                  <a:lnTo>
                    <a:pt x="9661" y="2498"/>
                  </a:lnTo>
                  <a:lnTo>
                    <a:pt x="9849" y="2451"/>
                  </a:lnTo>
                  <a:lnTo>
                    <a:pt x="10038" y="2404"/>
                  </a:lnTo>
                  <a:lnTo>
                    <a:pt x="10273" y="2451"/>
                  </a:lnTo>
                  <a:lnTo>
                    <a:pt x="10462" y="2498"/>
                  </a:lnTo>
                  <a:lnTo>
                    <a:pt x="10650" y="2593"/>
                  </a:lnTo>
                  <a:lnTo>
                    <a:pt x="10839" y="2734"/>
                  </a:lnTo>
                  <a:lnTo>
                    <a:pt x="10839" y="1603"/>
                  </a:lnTo>
                  <a:lnTo>
                    <a:pt x="10792" y="1509"/>
                  </a:lnTo>
                  <a:lnTo>
                    <a:pt x="10744" y="1462"/>
                  </a:lnTo>
                  <a:lnTo>
                    <a:pt x="10697" y="1415"/>
                  </a:lnTo>
                  <a:lnTo>
                    <a:pt x="10603" y="1367"/>
                  </a:lnTo>
                  <a:lnTo>
                    <a:pt x="8435" y="1367"/>
                  </a:lnTo>
                  <a:lnTo>
                    <a:pt x="8435" y="236"/>
                  </a:lnTo>
                  <a:lnTo>
                    <a:pt x="8435" y="142"/>
                  </a:lnTo>
                  <a:lnTo>
                    <a:pt x="8388" y="95"/>
                  </a:lnTo>
                  <a:lnTo>
                    <a:pt x="8294" y="48"/>
                  </a:lnTo>
                  <a:lnTo>
                    <a:pt x="820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0" name="Google Shape;1830;p21"/>
          <p:cNvGrpSpPr/>
          <p:nvPr/>
        </p:nvGrpSpPr>
        <p:grpSpPr>
          <a:xfrm>
            <a:off x="4809950" y="3326725"/>
            <a:ext cx="286300" cy="273325"/>
            <a:chOff x="4047950" y="3402925"/>
            <a:chExt cx="286300" cy="273325"/>
          </a:xfrm>
        </p:grpSpPr>
        <p:sp>
          <p:nvSpPr>
            <p:cNvPr id="1831" name="Google Shape;1831;p21"/>
            <p:cNvSpPr/>
            <p:nvPr/>
          </p:nvSpPr>
          <p:spPr>
            <a:xfrm>
              <a:off x="4136300" y="3484200"/>
              <a:ext cx="109600" cy="110750"/>
            </a:xfrm>
            <a:custGeom>
              <a:rect b="b" l="l" r="r" t="t"/>
              <a:pathLst>
                <a:path extrusionOk="0" h="4430" w="4384">
                  <a:moveTo>
                    <a:pt x="2169" y="849"/>
                  </a:moveTo>
                  <a:lnTo>
                    <a:pt x="2451" y="896"/>
                  </a:lnTo>
                  <a:lnTo>
                    <a:pt x="2687" y="943"/>
                  </a:lnTo>
                  <a:lnTo>
                    <a:pt x="2875" y="1037"/>
                  </a:lnTo>
                  <a:lnTo>
                    <a:pt x="3111" y="1179"/>
                  </a:lnTo>
                  <a:lnTo>
                    <a:pt x="3299" y="1367"/>
                  </a:lnTo>
                  <a:lnTo>
                    <a:pt x="3394" y="1603"/>
                  </a:lnTo>
                  <a:lnTo>
                    <a:pt x="3488" y="1885"/>
                  </a:lnTo>
                  <a:lnTo>
                    <a:pt x="3535" y="2215"/>
                  </a:lnTo>
                  <a:lnTo>
                    <a:pt x="3535" y="2498"/>
                  </a:lnTo>
                  <a:lnTo>
                    <a:pt x="3441" y="2734"/>
                  </a:lnTo>
                  <a:lnTo>
                    <a:pt x="3299" y="2969"/>
                  </a:lnTo>
                  <a:lnTo>
                    <a:pt x="3158" y="3158"/>
                  </a:lnTo>
                  <a:lnTo>
                    <a:pt x="2970" y="3346"/>
                  </a:lnTo>
                  <a:lnTo>
                    <a:pt x="2734" y="3487"/>
                  </a:lnTo>
                  <a:lnTo>
                    <a:pt x="2451" y="3535"/>
                  </a:lnTo>
                  <a:lnTo>
                    <a:pt x="2169" y="3582"/>
                  </a:lnTo>
                  <a:lnTo>
                    <a:pt x="1933" y="3535"/>
                  </a:lnTo>
                  <a:lnTo>
                    <a:pt x="1650" y="3487"/>
                  </a:lnTo>
                  <a:lnTo>
                    <a:pt x="1415" y="3346"/>
                  </a:lnTo>
                  <a:lnTo>
                    <a:pt x="1226" y="3158"/>
                  </a:lnTo>
                  <a:lnTo>
                    <a:pt x="1038" y="2969"/>
                  </a:lnTo>
                  <a:lnTo>
                    <a:pt x="943" y="2734"/>
                  </a:lnTo>
                  <a:lnTo>
                    <a:pt x="849" y="2498"/>
                  </a:lnTo>
                  <a:lnTo>
                    <a:pt x="802" y="2215"/>
                  </a:lnTo>
                  <a:lnTo>
                    <a:pt x="849" y="1885"/>
                  </a:lnTo>
                  <a:lnTo>
                    <a:pt x="943" y="1603"/>
                  </a:lnTo>
                  <a:lnTo>
                    <a:pt x="1085" y="1367"/>
                  </a:lnTo>
                  <a:lnTo>
                    <a:pt x="1273" y="1179"/>
                  </a:lnTo>
                  <a:lnTo>
                    <a:pt x="1462" y="1037"/>
                  </a:lnTo>
                  <a:lnTo>
                    <a:pt x="1697" y="943"/>
                  </a:lnTo>
                  <a:lnTo>
                    <a:pt x="1933" y="896"/>
                  </a:lnTo>
                  <a:lnTo>
                    <a:pt x="2169" y="849"/>
                  </a:lnTo>
                  <a:close/>
                  <a:moveTo>
                    <a:pt x="2169" y="0"/>
                  </a:moveTo>
                  <a:lnTo>
                    <a:pt x="1650" y="48"/>
                  </a:lnTo>
                  <a:lnTo>
                    <a:pt x="1226" y="236"/>
                  </a:lnTo>
                  <a:lnTo>
                    <a:pt x="849" y="425"/>
                  </a:lnTo>
                  <a:lnTo>
                    <a:pt x="519" y="707"/>
                  </a:lnTo>
                  <a:lnTo>
                    <a:pt x="284" y="1037"/>
                  </a:lnTo>
                  <a:lnTo>
                    <a:pt x="95" y="1414"/>
                  </a:lnTo>
                  <a:lnTo>
                    <a:pt x="1" y="1791"/>
                  </a:lnTo>
                  <a:lnTo>
                    <a:pt x="1" y="2215"/>
                  </a:lnTo>
                  <a:lnTo>
                    <a:pt x="1" y="2639"/>
                  </a:lnTo>
                  <a:lnTo>
                    <a:pt x="95" y="3016"/>
                  </a:lnTo>
                  <a:lnTo>
                    <a:pt x="284" y="3393"/>
                  </a:lnTo>
                  <a:lnTo>
                    <a:pt x="519" y="3723"/>
                  </a:lnTo>
                  <a:lnTo>
                    <a:pt x="849" y="4006"/>
                  </a:lnTo>
                  <a:lnTo>
                    <a:pt x="1226" y="4194"/>
                  </a:lnTo>
                  <a:lnTo>
                    <a:pt x="1650" y="4383"/>
                  </a:lnTo>
                  <a:lnTo>
                    <a:pt x="2169" y="4430"/>
                  </a:lnTo>
                  <a:lnTo>
                    <a:pt x="2640" y="4383"/>
                  </a:lnTo>
                  <a:lnTo>
                    <a:pt x="3064" y="4241"/>
                  </a:lnTo>
                  <a:lnTo>
                    <a:pt x="3441" y="4053"/>
                  </a:lnTo>
                  <a:lnTo>
                    <a:pt x="3771" y="3770"/>
                  </a:lnTo>
                  <a:lnTo>
                    <a:pt x="4006" y="3440"/>
                  </a:lnTo>
                  <a:lnTo>
                    <a:pt x="4242" y="3063"/>
                  </a:lnTo>
                  <a:lnTo>
                    <a:pt x="4336" y="2686"/>
                  </a:lnTo>
                  <a:lnTo>
                    <a:pt x="4383" y="2215"/>
                  </a:lnTo>
                  <a:lnTo>
                    <a:pt x="4336" y="1791"/>
                  </a:lnTo>
                  <a:lnTo>
                    <a:pt x="4242" y="1367"/>
                  </a:lnTo>
                  <a:lnTo>
                    <a:pt x="4006" y="990"/>
                  </a:lnTo>
                  <a:lnTo>
                    <a:pt x="3771" y="660"/>
                  </a:lnTo>
                  <a:lnTo>
                    <a:pt x="3441" y="377"/>
                  </a:lnTo>
                  <a:lnTo>
                    <a:pt x="3064" y="189"/>
                  </a:lnTo>
                  <a:lnTo>
                    <a:pt x="2640" y="48"/>
                  </a:lnTo>
                  <a:lnTo>
                    <a:pt x="216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21"/>
            <p:cNvSpPr/>
            <p:nvPr/>
          </p:nvSpPr>
          <p:spPr>
            <a:xfrm>
              <a:off x="4199925" y="3433550"/>
              <a:ext cx="134325" cy="212075"/>
            </a:xfrm>
            <a:custGeom>
              <a:rect b="b" l="l" r="r" t="t"/>
              <a:pathLst>
                <a:path extrusionOk="0" h="8483" w="5373">
                  <a:moveTo>
                    <a:pt x="1" y="0"/>
                  </a:moveTo>
                  <a:lnTo>
                    <a:pt x="1" y="1367"/>
                  </a:lnTo>
                  <a:lnTo>
                    <a:pt x="472" y="1461"/>
                  </a:lnTo>
                  <a:lnTo>
                    <a:pt x="896" y="1649"/>
                  </a:lnTo>
                  <a:lnTo>
                    <a:pt x="1320" y="1885"/>
                  </a:lnTo>
                  <a:lnTo>
                    <a:pt x="1697" y="2215"/>
                  </a:lnTo>
                  <a:lnTo>
                    <a:pt x="1980" y="2545"/>
                  </a:lnTo>
                  <a:lnTo>
                    <a:pt x="2262" y="2969"/>
                  </a:lnTo>
                  <a:lnTo>
                    <a:pt x="2404" y="3440"/>
                  </a:lnTo>
                  <a:lnTo>
                    <a:pt x="2498" y="3911"/>
                  </a:lnTo>
                  <a:lnTo>
                    <a:pt x="3912" y="3911"/>
                  </a:lnTo>
                  <a:lnTo>
                    <a:pt x="4053" y="3958"/>
                  </a:lnTo>
                  <a:lnTo>
                    <a:pt x="4194" y="4006"/>
                  </a:lnTo>
                  <a:lnTo>
                    <a:pt x="4242" y="4100"/>
                  </a:lnTo>
                  <a:lnTo>
                    <a:pt x="4289" y="4241"/>
                  </a:lnTo>
                  <a:lnTo>
                    <a:pt x="4242" y="4383"/>
                  </a:lnTo>
                  <a:lnTo>
                    <a:pt x="4194" y="4477"/>
                  </a:lnTo>
                  <a:lnTo>
                    <a:pt x="4100" y="4524"/>
                  </a:lnTo>
                  <a:lnTo>
                    <a:pt x="3959" y="4571"/>
                  </a:lnTo>
                  <a:lnTo>
                    <a:pt x="2498" y="4571"/>
                  </a:lnTo>
                  <a:lnTo>
                    <a:pt x="2404" y="5042"/>
                  </a:lnTo>
                  <a:lnTo>
                    <a:pt x="2262" y="5513"/>
                  </a:lnTo>
                  <a:lnTo>
                    <a:pt x="1980" y="5938"/>
                  </a:lnTo>
                  <a:lnTo>
                    <a:pt x="1697" y="6267"/>
                  </a:lnTo>
                  <a:lnTo>
                    <a:pt x="1320" y="6597"/>
                  </a:lnTo>
                  <a:lnTo>
                    <a:pt x="896" y="6833"/>
                  </a:lnTo>
                  <a:lnTo>
                    <a:pt x="472" y="7021"/>
                  </a:lnTo>
                  <a:lnTo>
                    <a:pt x="1" y="7116"/>
                  </a:lnTo>
                  <a:lnTo>
                    <a:pt x="1" y="8482"/>
                  </a:lnTo>
                  <a:lnTo>
                    <a:pt x="613" y="8435"/>
                  </a:lnTo>
                  <a:lnTo>
                    <a:pt x="1179" y="8294"/>
                  </a:lnTo>
                  <a:lnTo>
                    <a:pt x="1697" y="8105"/>
                  </a:lnTo>
                  <a:lnTo>
                    <a:pt x="2215" y="7870"/>
                  </a:lnTo>
                  <a:lnTo>
                    <a:pt x="2639" y="7634"/>
                  </a:lnTo>
                  <a:lnTo>
                    <a:pt x="3063" y="7304"/>
                  </a:lnTo>
                  <a:lnTo>
                    <a:pt x="3440" y="7021"/>
                  </a:lnTo>
                  <a:lnTo>
                    <a:pt x="3817" y="6644"/>
                  </a:lnTo>
                  <a:lnTo>
                    <a:pt x="4383" y="5985"/>
                  </a:lnTo>
                  <a:lnTo>
                    <a:pt x="4807" y="5325"/>
                  </a:lnTo>
                  <a:lnTo>
                    <a:pt x="5137" y="4760"/>
                  </a:lnTo>
                  <a:lnTo>
                    <a:pt x="5325" y="4383"/>
                  </a:lnTo>
                  <a:lnTo>
                    <a:pt x="5372" y="4241"/>
                  </a:lnTo>
                  <a:lnTo>
                    <a:pt x="5325" y="4100"/>
                  </a:lnTo>
                  <a:lnTo>
                    <a:pt x="5137" y="3723"/>
                  </a:lnTo>
                  <a:lnTo>
                    <a:pt x="4807" y="3205"/>
                  </a:lnTo>
                  <a:lnTo>
                    <a:pt x="4383" y="2545"/>
                  </a:lnTo>
                  <a:lnTo>
                    <a:pt x="3817" y="1838"/>
                  </a:lnTo>
                  <a:lnTo>
                    <a:pt x="3440" y="1508"/>
                  </a:lnTo>
                  <a:lnTo>
                    <a:pt x="3063" y="1178"/>
                  </a:lnTo>
                  <a:lnTo>
                    <a:pt x="2639" y="896"/>
                  </a:lnTo>
                  <a:lnTo>
                    <a:pt x="2215" y="613"/>
                  </a:lnTo>
                  <a:lnTo>
                    <a:pt x="1697" y="377"/>
                  </a:lnTo>
                  <a:lnTo>
                    <a:pt x="1179" y="189"/>
                  </a:lnTo>
                  <a:lnTo>
                    <a:pt x="613" y="4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21"/>
            <p:cNvSpPr/>
            <p:nvPr/>
          </p:nvSpPr>
          <p:spPr>
            <a:xfrm>
              <a:off x="4174000" y="3521900"/>
              <a:ext cx="34200" cy="35375"/>
            </a:xfrm>
            <a:custGeom>
              <a:rect b="b" l="l" r="r" t="t"/>
              <a:pathLst>
                <a:path extrusionOk="0" h="1415" w="1368">
                  <a:moveTo>
                    <a:pt x="661" y="0"/>
                  </a:moveTo>
                  <a:lnTo>
                    <a:pt x="425" y="95"/>
                  </a:lnTo>
                  <a:lnTo>
                    <a:pt x="189" y="236"/>
                  </a:lnTo>
                  <a:lnTo>
                    <a:pt x="48" y="424"/>
                  </a:lnTo>
                  <a:lnTo>
                    <a:pt x="1" y="707"/>
                  </a:lnTo>
                  <a:lnTo>
                    <a:pt x="1" y="849"/>
                  </a:lnTo>
                  <a:lnTo>
                    <a:pt x="48" y="990"/>
                  </a:lnTo>
                  <a:lnTo>
                    <a:pt x="142" y="1131"/>
                  </a:lnTo>
                  <a:lnTo>
                    <a:pt x="236" y="1226"/>
                  </a:lnTo>
                  <a:lnTo>
                    <a:pt x="425" y="1367"/>
                  </a:lnTo>
                  <a:lnTo>
                    <a:pt x="661" y="1414"/>
                  </a:lnTo>
                  <a:lnTo>
                    <a:pt x="943" y="1367"/>
                  </a:lnTo>
                  <a:lnTo>
                    <a:pt x="1132" y="1226"/>
                  </a:lnTo>
                  <a:lnTo>
                    <a:pt x="1226" y="1131"/>
                  </a:lnTo>
                  <a:lnTo>
                    <a:pt x="1320" y="990"/>
                  </a:lnTo>
                  <a:lnTo>
                    <a:pt x="1367" y="849"/>
                  </a:lnTo>
                  <a:lnTo>
                    <a:pt x="1367" y="707"/>
                  </a:lnTo>
                  <a:lnTo>
                    <a:pt x="1320" y="424"/>
                  </a:lnTo>
                  <a:lnTo>
                    <a:pt x="1179" y="236"/>
                  </a:lnTo>
                  <a:lnTo>
                    <a:pt x="943" y="95"/>
                  </a:ln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21"/>
            <p:cNvSpPr/>
            <p:nvPr/>
          </p:nvSpPr>
          <p:spPr>
            <a:xfrm>
              <a:off x="4047950" y="3433550"/>
              <a:ext cx="134325" cy="212075"/>
            </a:xfrm>
            <a:custGeom>
              <a:rect b="b" l="l" r="r" t="t"/>
              <a:pathLst>
                <a:path extrusionOk="0" h="8483" w="5373">
                  <a:moveTo>
                    <a:pt x="5373" y="0"/>
                  </a:moveTo>
                  <a:lnTo>
                    <a:pt x="4760" y="47"/>
                  </a:lnTo>
                  <a:lnTo>
                    <a:pt x="4195" y="189"/>
                  </a:lnTo>
                  <a:lnTo>
                    <a:pt x="3676" y="377"/>
                  </a:lnTo>
                  <a:lnTo>
                    <a:pt x="3158" y="613"/>
                  </a:lnTo>
                  <a:lnTo>
                    <a:pt x="2687" y="848"/>
                  </a:lnTo>
                  <a:lnTo>
                    <a:pt x="2263" y="1178"/>
                  </a:lnTo>
                  <a:lnTo>
                    <a:pt x="1886" y="1508"/>
                  </a:lnTo>
                  <a:lnTo>
                    <a:pt x="1556" y="1838"/>
                  </a:lnTo>
                  <a:lnTo>
                    <a:pt x="990" y="2498"/>
                  </a:lnTo>
                  <a:lnTo>
                    <a:pt x="519" y="3157"/>
                  </a:lnTo>
                  <a:lnTo>
                    <a:pt x="236" y="3723"/>
                  </a:lnTo>
                  <a:lnTo>
                    <a:pt x="48" y="4100"/>
                  </a:lnTo>
                  <a:lnTo>
                    <a:pt x="1" y="4241"/>
                  </a:lnTo>
                  <a:lnTo>
                    <a:pt x="48" y="4383"/>
                  </a:lnTo>
                  <a:lnTo>
                    <a:pt x="236" y="4760"/>
                  </a:lnTo>
                  <a:lnTo>
                    <a:pt x="519" y="5325"/>
                  </a:lnTo>
                  <a:lnTo>
                    <a:pt x="990" y="5938"/>
                  </a:lnTo>
                  <a:lnTo>
                    <a:pt x="1556" y="6644"/>
                  </a:lnTo>
                  <a:lnTo>
                    <a:pt x="1886" y="6974"/>
                  </a:lnTo>
                  <a:lnTo>
                    <a:pt x="2263" y="7304"/>
                  </a:lnTo>
                  <a:lnTo>
                    <a:pt x="2687" y="7587"/>
                  </a:lnTo>
                  <a:lnTo>
                    <a:pt x="3158" y="7870"/>
                  </a:lnTo>
                  <a:lnTo>
                    <a:pt x="3676" y="8105"/>
                  </a:lnTo>
                  <a:lnTo>
                    <a:pt x="4195" y="8294"/>
                  </a:lnTo>
                  <a:lnTo>
                    <a:pt x="4760" y="8435"/>
                  </a:lnTo>
                  <a:lnTo>
                    <a:pt x="5373" y="8482"/>
                  </a:lnTo>
                  <a:lnTo>
                    <a:pt x="5373" y="7116"/>
                  </a:lnTo>
                  <a:lnTo>
                    <a:pt x="4901" y="7021"/>
                  </a:lnTo>
                  <a:lnTo>
                    <a:pt x="4430" y="6833"/>
                  </a:lnTo>
                  <a:lnTo>
                    <a:pt x="4053" y="6597"/>
                  </a:lnTo>
                  <a:lnTo>
                    <a:pt x="3676" y="6267"/>
                  </a:lnTo>
                  <a:lnTo>
                    <a:pt x="3346" y="5938"/>
                  </a:lnTo>
                  <a:lnTo>
                    <a:pt x="3111" y="5513"/>
                  </a:lnTo>
                  <a:lnTo>
                    <a:pt x="2922" y="5042"/>
                  </a:lnTo>
                  <a:lnTo>
                    <a:pt x="2828" y="4571"/>
                  </a:lnTo>
                  <a:lnTo>
                    <a:pt x="1414" y="4571"/>
                  </a:lnTo>
                  <a:lnTo>
                    <a:pt x="1273" y="4524"/>
                  </a:lnTo>
                  <a:lnTo>
                    <a:pt x="1179" y="4477"/>
                  </a:lnTo>
                  <a:lnTo>
                    <a:pt x="1132" y="4383"/>
                  </a:lnTo>
                  <a:lnTo>
                    <a:pt x="1085" y="4241"/>
                  </a:lnTo>
                  <a:lnTo>
                    <a:pt x="1132" y="4147"/>
                  </a:lnTo>
                  <a:lnTo>
                    <a:pt x="1179" y="4006"/>
                  </a:lnTo>
                  <a:lnTo>
                    <a:pt x="1273" y="3958"/>
                  </a:lnTo>
                  <a:lnTo>
                    <a:pt x="1414" y="3911"/>
                  </a:lnTo>
                  <a:lnTo>
                    <a:pt x="2828" y="3911"/>
                  </a:lnTo>
                  <a:lnTo>
                    <a:pt x="2922" y="3440"/>
                  </a:lnTo>
                  <a:lnTo>
                    <a:pt x="3111" y="2969"/>
                  </a:lnTo>
                  <a:lnTo>
                    <a:pt x="3346" y="2545"/>
                  </a:lnTo>
                  <a:lnTo>
                    <a:pt x="3676" y="2215"/>
                  </a:lnTo>
                  <a:lnTo>
                    <a:pt x="4053" y="1885"/>
                  </a:lnTo>
                  <a:lnTo>
                    <a:pt x="4430" y="1649"/>
                  </a:lnTo>
                  <a:lnTo>
                    <a:pt x="4901" y="1461"/>
                  </a:lnTo>
                  <a:lnTo>
                    <a:pt x="5373" y="1367"/>
                  </a:lnTo>
                  <a:lnTo>
                    <a:pt x="537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21"/>
            <p:cNvSpPr/>
            <p:nvPr/>
          </p:nvSpPr>
          <p:spPr>
            <a:xfrm>
              <a:off x="4182250" y="3402925"/>
              <a:ext cx="17700" cy="30650"/>
            </a:xfrm>
            <a:custGeom>
              <a:rect b="b" l="l" r="r" t="t"/>
              <a:pathLst>
                <a:path extrusionOk="0" h="1226" w="708">
                  <a:moveTo>
                    <a:pt x="236" y="0"/>
                  </a:moveTo>
                  <a:lnTo>
                    <a:pt x="142" y="47"/>
                  </a:lnTo>
                  <a:lnTo>
                    <a:pt x="48" y="189"/>
                  </a:lnTo>
                  <a:lnTo>
                    <a:pt x="1" y="330"/>
                  </a:lnTo>
                  <a:lnTo>
                    <a:pt x="1" y="1225"/>
                  </a:lnTo>
                  <a:lnTo>
                    <a:pt x="708" y="1225"/>
                  </a:lnTo>
                  <a:lnTo>
                    <a:pt x="708" y="330"/>
                  </a:lnTo>
                  <a:lnTo>
                    <a:pt x="660" y="189"/>
                  </a:lnTo>
                  <a:lnTo>
                    <a:pt x="566" y="47"/>
                  </a:lnTo>
                  <a:lnTo>
                    <a:pt x="47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21"/>
            <p:cNvSpPr/>
            <p:nvPr/>
          </p:nvSpPr>
          <p:spPr>
            <a:xfrm>
              <a:off x="4182250" y="3645600"/>
              <a:ext cx="17700" cy="30650"/>
            </a:xfrm>
            <a:custGeom>
              <a:rect b="b" l="l" r="r" t="t"/>
              <a:pathLst>
                <a:path extrusionOk="0" h="1226" w="708">
                  <a:moveTo>
                    <a:pt x="1" y="0"/>
                  </a:moveTo>
                  <a:lnTo>
                    <a:pt x="1" y="895"/>
                  </a:lnTo>
                  <a:lnTo>
                    <a:pt x="48" y="1037"/>
                  </a:lnTo>
                  <a:lnTo>
                    <a:pt x="142" y="1131"/>
                  </a:lnTo>
                  <a:lnTo>
                    <a:pt x="236" y="1178"/>
                  </a:lnTo>
                  <a:lnTo>
                    <a:pt x="331" y="1225"/>
                  </a:lnTo>
                  <a:lnTo>
                    <a:pt x="472" y="1178"/>
                  </a:lnTo>
                  <a:lnTo>
                    <a:pt x="566" y="1131"/>
                  </a:lnTo>
                  <a:lnTo>
                    <a:pt x="660" y="1037"/>
                  </a:lnTo>
                  <a:lnTo>
                    <a:pt x="708" y="895"/>
                  </a:lnTo>
                  <a:lnTo>
                    <a:pt x="7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7" name="Google Shape;1837;p21"/>
          <p:cNvGrpSpPr/>
          <p:nvPr/>
        </p:nvGrpSpPr>
        <p:grpSpPr>
          <a:xfrm>
            <a:off x="5612225" y="3319650"/>
            <a:ext cx="205000" cy="286275"/>
            <a:chOff x="4850225" y="3395850"/>
            <a:chExt cx="205000" cy="286275"/>
          </a:xfrm>
        </p:grpSpPr>
        <p:sp>
          <p:nvSpPr>
            <p:cNvPr id="1838" name="Google Shape;1838;p21"/>
            <p:cNvSpPr/>
            <p:nvPr/>
          </p:nvSpPr>
          <p:spPr>
            <a:xfrm>
              <a:off x="4916175" y="3470050"/>
              <a:ext cx="74250" cy="15350"/>
            </a:xfrm>
            <a:custGeom>
              <a:rect b="b" l="l" r="r" t="t"/>
              <a:pathLst>
                <a:path extrusionOk="0" h="614" w="2970">
                  <a:moveTo>
                    <a:pt x="284" y="1"/>
                  </a:moveTo>
                  <a:lnTo>
                    <a:pt x="189" y="48"/>
                  </a:lnTo>
                  <a:lnTo>
                    <a:pt x="95" y="95"/>
                  </a:lnTo>
                  <a:lnTo>
                    <a:pt x="1" y="189"/>
                  </a:lnTo>
                  <a:lnTo>
                    <a:pt x="1" y="331"/>
                  </a:lnTo>
                  <a:lnTo>
                    <a:pt x="1" y="425"/>
                  </a:lnTo>
                  <a:lnTo>
                    <a:pt x="95" y="519"/>
                  </a:lnTo>
                  <a:lnTo>
                    <a:pt x="189" y="614"/>
                  </a:lnTo>
                  <a:lnTo>
                    <a:pt x="2781" y="614"/>
                  </a:lnTo>
                  <a:lnTo>
                    <a:pt x="2875" y="519"/>
                  </a:lnTo>
                  <a:lnTo>
                    <a:pt x="2922" y="425"/>
                  </a:lnTo>
                  <a:lnTo>
                    <a:pt x="2970" y="331"/>
                  </a:lnTo>
                  <a:lnTo>
                    <a:pt x="2922" y="189"/>
                  </a:lnTo>
                  <a:lnTo>
                    <a:pt x="2875" y="95"/>
                  </a:lnTo>
                  <a:lnTo>
                    <a:pt x="2781" y="48"/>
                  </a:lnTo>
                  <a:lnTo>
                    <a:pt x="264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21"/>
            <p:cNvSpPr/>
            <p:nvPr/>
          </p:nvSpPr>
          <p:spPr>
            <a:xfrm>
              <a:off x="4850225" y="3504225"/>
              <a:ext cx="205000" cy="177900"/>
            </a:xfrm>
            <a:custGeom>
              <a:rect b="b" l="l" r="r" t="t"/>
              <a:pathLst>
                <a:path extrusionOk="0" h="7116" w="8200">
                  <a:moveTo>
                    <a:pt x="4712" y="1980"/>
                  </a:moveTo>
                  <a:lnTo>
                    <a:pt x="4854" y="2027"/>
                  </a:lnTo>
                  <a:lnTo>
                    <a:pt x="4995" y="2074"/>
                  </a:lnTo>
                  <a:lnTo>
                    <a:pt x="5042" y="2215"/>
                  </a:lnTo>
                  <a:lnTo>
                    <a:pt x="5089" y="2357"/>
                  </a:lnTo>
                  <a:lnTo>
                    <a:pt x="5042" y="2498"/>
                  </a:lnTo>
                  <a:lnTo>
                    <a:pt x="4995" y="2592"/>
                  </a:lnTo>
                  <a:lnTo>
                    <a:pt x="4854" y="2686"/>
                  </a:lnTo>
                  <a:lnTo>
                    <a:pt x="4712" y="2734"/>
                  </a:lnTo>
                  <a:lnTo>
                    <a:pt x="4430" y="2734"/>
                  </a:lnTo>
                  <a:lnTo>
                    <a:pt x="4194" y="2875"/>
                  </a:lnTo>
                  <a:lnTo>
                    <a:pt x="4005" y="3063"/>
                  </a:lnTo>
                  <a:lnTo>
                    <a:pt x="3864" y="3252"/>
                  </a:lnTo>
                  <a:lnTo>
                    <a:pt x="4712" y="3252"/>
                  </a:lnTo>
                  <a:lnTo>
                    <a:pt x="4854" y="3299"/>
                  </a:lnTo>
                  <a:lnTo>
                    <a:pt x="4995" y="3393"/>
                  </a:lnTo>
                  <a:lnTo>
                    <a:pt x="5042" y="3488"/>
                  </a:lnTo>
                  <a:lnTo>
                    <a:pt x="5089" y="3629"/>
                  </a:lnTo>
                  <a:lnTo>
                    <a:pt x="5042" y="3770"/>
                  </a:lnTo>
                  <a:lnTo>
                    <a:pt x="4995" y="3865"/>
                  </a:lnTo>
                  <a:lnTo>
                    <a:pt x="4854" y="3959"/>
                  </a:lnTo>
                  <a:lnTo>
                    <a:pt x="4712" y="4006"/>
                  </a:lnTo>
                  <a:lnTo>
                    <a:pt x="3864" y="4006"/>
                  </a:lnTo>
                  <a:lnTo>
                    <a:pt x="4005" y="4242"/>
                  </a:lnTo>
                  <a:lnTo>
                    <a:pt x="4194" y="4383"/>
                  </a:lnTo>
                  <a:lnTo>
                    <a:pt x="4430" y="4524"/>
                  </a:lnTo>
                  <a:lnTo>
                    <a:pt x="4712" y="4571"/>
                  </a:lnTo>
                  <a:lnTo>
                    <a:pt x="4854" y="4571"/>
                  </a:lnTo>
                  <a:lnTo>
                    <a:pt x="4995" y="4666"/>
                  </a:lnTo>
                  <a:lnTo>
                    <a:pt x="5042" y="4760"/>
                  </a:lnTo>
                  <a:lnTo>
                    <a:pt x="5089" y="4901"/>
                  </a:lnTo>
                  <a:lnTo>
                    <a:pt x="5042" y="5043"/>
                  </a:lnTo>
                  <a:lnTo>
                    <a:pt x="4995" y="5184"/>
                  </a:lnTo>
                  <a:lnTo>
                    <a:pt x="4854" y="5231"/>
                  </a:lnTo>
                  <a:lnTo>
                    <a:pt x="4712" y="5278"/>
                  </a:lnTo>
                  <a:lnTo>
                    <a:pt x="4430" y="5231"/>
                  </a:lnTo>
                  <a:lnTo>
                    <a:pt x="4147" y="5184"/>
                  </a:lnTo>
                  <a:lnTo>
                    <a:pt x="3911" y="5043"/>
                  </a:lnTo>
                  <a:lnTo>
                    <a:pt x="3676" y="4901"/>
                  </a:lnTo>
                  <a:lnTo>
                    <a:pt x="3487" y="4713"/>
                  </a:lnTo>
                  <a:lnTo>
                    <a:pt x="3299" y="4524"/>
                  </a:lnTo>
                  <a:lnTo>
                    <a:pt x="3204" y="4242"/>
                  </a:lnTo>
                  <a:lnTo>
                    <a:pt x="3110" y="4006"/>
                  </a:lnTo>
                  <a:lnTo>
                    <a:pt x="2969" y="4006"/>
                  </a:lnTo>
                  <a:lnTo>
                    <a:pt x="2827" y="3959"/>
                  </a:lnTo>
                  <a:lnTo>
                    <a:pt x="2686" y="3865"/>
                  </a:lnTo>
                  <a:lnTo>
                    <a:pt x="2639" y="3770"/>
                  </a:lnTo>
                  <a:lnTo>
                    <a:pt x="2639" y="3629"/>
                  </a:lnTo>
                  <a:lnTo>
                    <a:pt x="2639" y="3488"/>
                  </a:lnTo>
                  <a:lnTo>
                    <a:pt x="2686" y="3393"/>
                  </a:lnTo>
                  <a:lnTo>
                    <a:pt x="2827" y="3299"/>
                  </a:lnTo>
                  <a:lnTo>
                    <a:pt x="2969" y="3252"/>
                  </a:lnTo>
                  <a:lnTo>
                    <a:pt x="3110" y="3252"/>
                  </a:lnTo>
                  <a:lnTo>
                    <a:pt x="3204" y="3016"/>
                  </a:lnTo>
                  <a:lnTo>
                    <a:pt x="3299" y="2734"/>
                  </a:lnTo>
                  <a:lnTo>
                    <a:pt x="3487" y="2545"/>
                  </a:lnTo>
                  <a:lnTo>
                    <a:pt x="3676" y="2357"/>
                  </a:lnTo>
                  <a:lnTo>
                    <a:pt x="3911" y="2215"/>
                  </a:lnTo>
                  <a:lnTo>
                    <a:pt x="4147" y="2074"/>
                  </a:lnTo>
                  <a:lnTo>
                    <a:pt x="4430" y="2027"/>
                  </a:lnTo>
                  <a:lnTo>
                    <a:pt x="4712" y="1980"/>
                  </a:lnTo>
                  <a:close/>
                  <a:moveTo>
                    <a:pt x="2827" y="1"/>
                  </a:moveTo>
                  <a:lnTo>
                    <a:pt x="2639" y="48"/>
                  </a:lnTo>
                  <a:lnTo>
                    <a:pt x="2498" y="142"/>
                  </a:lnTo>
                  <a:lnTo>
                    <a:pt x="2309" y="283"/>
                  </a:lnTo>
                  <a:lnTo>
                    <a:pt x="2215" y="425"/>
                  </a:lnTo>
                  <a:lnTo>
                    <a:pt x="2121" y="613"/>
                  </a:lnTo>
                  <a:lnTo>
                    <a:pt x="2073" y="802"/>
                  </a:lnTo>
                  <a:lnTo>
                    <a:pt x="2026" y="990"/>
                  </a:lnTo>
                  <a:lnTo>
                    <a:pt x="1979" y="1367"/>
                  </a:lnTo>
                  <a:lnTo>
                    <a:pt x="1838" y="1697"/>
                  </a:lnTo>
                  <a:lnTo>
                    <a:pt x="1649" y="1980"/>
                  </a:lnTo>
                  <a:lnTo>
                    <a:pt x="1367" y="2215"/>
                  </a:lnTo>
                  <a:lnTo>
                    <a:pt x="1037" y="2404"/>
                  </a:lnTo>
                  <a:lnTo>
                    <a:pt x="801" y="2639"/>
                  </a:lnTo>
                  <a:lnTo>
                    <a:pt x="566" y="2875"/>
                  </a:lnTo>
                  <a:lnTo>
                    <a:pt x="377" y="3158"/>
                  </a:lnTo>
                  <a:lnTo>
                    <a:pt x="189" y="3440"/>
                  </a:lnTo>
                  <a:lnTo>
                    <a:pt x="94" y="3723"/>
                  </a:lnTo>
                  <a:lnTo>
                    <a:pt x="47" y="4006"/>
                  </a:lnTo>
                  <a:lnTo>
                    <a:pt x="0" y="4289"/>
                  </a:lnTo>
                  <a:lnTo>
                    <a:pt x="0" y="4571"/>
                  </a:lnTo>
                  <a:lnTo>
                    <a:pt x="94" y="4854"/>
                  </a:lnTo>
                  <a:lnTo>
                    <a:pt x="189" y="5090"/>
                  </a:lnTo>
                  <a:lnTo>
                    <a:pt x="283" y="5372"/>
                  </a:lnTo>
                  <a:lnTo>
                    <a:pt x="471" y="5608"/>
                  </a:lnTo>
                  <a:lnTo>
                    <a:pt x="660" y="5844"/>
                  </a:lnTo>
                  <a:lnTo>
                    <a:pt x="895" y="6032"/>
                  </a:lnTo>
                  <a:lnTo>
                    <a:pt x="1178" y="6268"/>
                  </a:lnTo>
                  <a:lnTo>
                    <a:pt x="1461" y="6456"/>
                  </a:lnTo>
                  <a:lnTo>
                    <a:pt x="1791" y="6645"/>
                  </a:lnTo>
                  <a:lnTo>
                    <a:pt x="2168" y="6786"/>
                  </a:lnTo>
                  <a:lnTo>
                    <a:pt x="2498" y="6880"/>
                  </a:lnTo>
                  <a:lnTo>
                    <a:pt x="2922" y="6975"/>
                  </a:lnTo>
                  <a:lnTo>
                    <a:pt x="3299" y="7069"/>
                  </a:lnTo>
                  <a:lnTo>
                    <a:pt x="4100" y="7116"/>
                  </a:lnTo>
                  <a:lnTo>
                    <a:pt x="4948" y="7069"/>
                  </a:lnTo>
                  <a:lnTo>
                    <a:pt x="5325" y="6975"/>
                  </a:lnTo>
                  <a:lnTo>
                    <a:pt x="5702" y="6880"/>
                  </a:lnTo>
                  <a:lnTo>
                    <a:pt x="6079" y="6786"/>
                  </a:lnTo>
                  <a:lnTo>
                    <a:pt x="6456" y="6645"/>
                  </a:lnTo>
                  <a:lnTo>
                    <a:pt x="6786" y="6456"/>
                  </a:lnTo>
                  <a:lnTo>
                    <a:pt x="7068" y="6268"/>
                  </a:lnTo>
                  <a:lnTo>
                    <a:pt x="7351" y="6032"/>
                  </a:lnTo>
                  <a:lnTo>
                    <a:pt x="7587" y="5797"/>
                  </a:lnTo>
                  <a:lnTo>
                    <a:pt x="7775" y="5561"/>
                  </a:lnTo>
                  <a:lnTo>
                    <a:pt x="7964" y="5278"/>
                  </a:lnTo>
                  <a:lnTo>
                    <a:pt x="8105" y="5043"/>
                  </a:lnTo>
                  <a:lnTo>
                    <a:pt x="8152" y="4760"/>
                  </a:lnTo>
                  <a:lnTo>
                    <a:pt x="8199" y="4477"/>
                  </a:lnTo>
                  <a:lnTo>
                    <a:pt x="8199" y="4194"/>
                  </a:lnTo>
                  <a:lnTo>
                    <a:pt x="8199" y="3912"/>
                  </a:lnTo>
                  <a:lnTo>
                    <a:pt x="8105" y="3629"/>
                  </a:lnTo>
                  <a:lnTo>
                    <a:pt x="8011" y="3393"/>
                  </a:lnTo>
                  <a:lnTo>
                    <a:pt x="7822" y="3111"/>
                  </a:lnTo>
                  <a:lnTo>
                    <a:pt x="7634" y="2875"/>
                  </a:lnTo>
                  <a:lnTo>
                    <a:pt x="7445" y="2639"/>
                  </a:lnTo>
                  <a:lnTo>
                    <a:pt x="7163" y="2404"/>
                  </a:lnTo>
                  <a:lnTo>
                    <a:pt x="6880" y="2215"/>
                  </a:lnTo>
                  <a:lnTo>
                    <a:pt x="6597" y="1980"/>
                  </a:lnTo>
                  <a:lnTo>
                    <a:pt x="6362" y="1697"/>
                  </a:lnTo>
                  <a:lnTo>
                    <a:pt x="6220" y="1367"/>
                  </a:lnTo>
                  <a:lnTo>
                    <a:pt x="6173" y="990"/>
                  </a:lnTo>
                  <a:lnTo>
                    <a:pt x="6173" y="802"/>
                  </a:lnTo>
                  <a:lnTo>
                    <a:pt x="6126" y="613"/>
                  </a:lnTo>
                  <a:lnTo>
                    <a:pt x="6032" y="425"/>
                  </a:lnTo>
                  <a:lnTo>
                    <a:pt x="5890" y="283"/>
                  </a:lnTo>
                  <a:lnTo>
                    <a:pt x="5749" y="142"/>
                  </a:lnTo>
                  <a:lnTo>
                    <a:pt x="5560" y="48"/>
                  </a:lnTo>
                  <a:lnTo>
                    <a:pt x="53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21"/>
            <p:cNvSpPr/>
            <p:nvPr/>
          </p:nvSpPr>
          <p:spPr>
            <a:xfrm>
              <a:off x="4900875" y="3395850"/>
              <a:ext cx="104875" cy="60100"/>
            </a:xfrm>
            <a:custGeom>
              <a:rect b="b" l="l" r="r" t="t"/>
              <a:pathLst>
                <a:path extrusionOk="0" h="2404" w="4195">
                  <a:moveTo>
                    <a:pt x="3393" y="0"/>
                  </a:moveTo>
                  <a:lnTo>
                    <a:pt x="3205" y="47"/>
                  </a:lnTo>
                  <a:lnTo>
                    <a:pt x="2781" y="142"/>
                  </a:lnTo>
                  <a:lnTo>
                    <a:pt x="2309" y="330"/>
                  </a:lnTo>
                  <a:lnTo>
                    <a:pt x="1838" y="472"/>
                  </a:lnTo>
                  <a:lnTo>
                    <a:pt x="1367" y="519"/>
                  </a:lnTo>
                  <a:lnTo>
                    <a:pt x="990" y="519"/>
                  </a:lnTo>
                  <a:lnTo>
                    <a:pt x="660" y="472"/>
                  </a:lnTo>
                  <a:lnTo>
                    <a:pt x="519" y="472"/>
                  </a:lnTo>
                  <a:lnTo>
                    <a:pt x="377" y="519"/>
                  </a:lnTo>
                  <a:lnTo>
                    <a:pt x="189" y="613"/>
                  </a:lnTo>
                  <a:lnTo>
                    <a:pt x="47" y="801"/>
                  </a:lnTo>
                  <a:lnTo>
                    <a:pt x="0" y="943"/>
                  </a:lnTo>
                  <a:lnTo>
                    <a:pt x="0" y="1037"/>
                  </a:lnTo>
                  <a:lnTo>
                    <a:pt x="0" y="1697"/>
                  </a:lnTo>
                  <a:lnTo>
                    <a:pt x="0" y="1885"/>
                  </a:lnTo>
                  <a:lnTo>
                    <a:pt x="95" y="2074"/>
                  </a:lnTo>
                  <a:lnTo>
                    <a:pt x="236" y="2262"/>
                  </a:lnTo>
                  <a:lnTo>
                    <a:pt x="377" y="2404"/>
                  </a:lnTo>
                  <a:lnTo>
                    <a:pt x="660" y="2262"/>
                  </a:lnTo>
                  <a:lnTo>
                    <a:pt x="1084" y="2262"/>
                  </a:lnTo>
                  <a:lnTo>
                    <a:pt x="1084" y="1979"/>
                  </a:lnTo>
                  <a:lnTo>
                    <a:pt x="1131" y="1791"/>
                  </a:lnTo>
                  <a:lnTo>
                    <a:pt x="1178" y="1697"/>
                  </a:lnTo>
                  <a:lnTo>
                    <a:pt x="1320" y="1602"/>
                  </a:lnTo>
                  <a:lnTo>
                    <a:pt x="1555" y="1602"/>
                  </a:lnTo>
                  <a:lnTo>
                    <a:pt x="1697" y="1697"/>
                  </a:lnTo>
                  <a:lnTo>
                    <a:pt x="1744" y="1791"/>
                  </a:lnTo>
                  <a:lnTo>
                    <a:pt x="1791" y="1979"/>
                  </a:lnTo>
                  <a:lnTo>
                    <a:pt x="1791" y="2262"/>
                  </a:lnTo>
                  <a:lnTo>
                    <a:pt x="2451" y="2262"/>
                  </a:lnTo>
                  <a:lnTo>
                    <a:pt x="2451" y="1461"/>
                  </a:lnTo>
                  <a:lnTo>
                    <a:pt x="2498" y="1320"/>
                  </a:lnTo>
                  <a:lnTo>
                    <a:pt x="2545" y="1225"/>
                  </a:lnTo>
                  <a:lnTo>
                    <a:pt x="2686" y="1131"/>
                  </a:lnTo>
                  <a:lnTo>
                    <a:pt x="2922" y="1131"/>
                  </a:lnTo>
                  <a:lnTo>
                    <a:pt x="3063" y="1225"/>
                  </a:lnTo>
                  <a:lnTo>
                    <a:pt x="3158" y="1320"/>
                  </a:lnTo>
                  <a:lnTo>
                    <a:pt x="3158" y="1461"/>
                  </a:lnTo>
                  <a:lnTo>
                    <a:pt x="3158" y="2262"/>
                  </a:lnTo>
                  <a:lnTo>
                    <a:pt x="3534" y="2262"/>
                  </a:lnTo>
                  <a:lnTo>
                    <a:pt x="3770" y="2404"/>
                  </a:lnTo>
                  <a:lnTo>
                    <a:pt x="3959" y="2262"/>
                  </a:lnTo>
                  <a:lnTo>
                    <a:pt x="4100" y="2074"/>
                  </a:lnTo>
                  <a:lnTo>
                    <a:pt x="4147" y="1885"/>
                  </a:lnTo>
                  <a:lnTo>
                    <a:pt x="4194" y="1697"/>
                  </a:lnTo>
                  <a:lnTo>
                    <a:pt x="4194" y="801"/>
                  </a:lnTo>
                  <a:lnTo>
                    <a:pt x="4147" y="613"/>
                  </a:lnTo>
                  <a:lnTo>
                    <a:pt x="4100" y="472"/>
                  </a:lnTo>
                  <a:lnTo>
                    <a:pt x="4006" y="330"/>
                  </a:lnTo>
                  <a:lnTo>
                    <a:pt x="3911" y="189"/>
                  </a:lnTo>
                  <a:lnTo>
                    <a:pt x="3723" y="95"/>
                  </a:lnTo>
                  <a:lnTo>
                    <a:pt x="3582" y="47"/>
                  </a:lnTo>
                  <a:lnTo>
                    <a:pt x="339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1" name="Google Shape;1841;p21"/>
          <p:cNvGrpSpPr/>
          <p:nvPr/>
        </p:nvGrpSpPr>
        <p:grpSpPr>
          <a:xfrm>
            <a:off x="6334375" y="3319650"/>
            <a:ext cx="285100" cy="286275"/>
            <a:chOff x="5572375" y="3395850"/>
            <a:chExt cx="285100" cy="286275"/>
          </a:xfrm>
        </p:grpSpPr>
        <p:sp>
          <p:nvSpPr>
            <p:cNvPr id="1842" name="Google Shape;1842;p21"/>
            <p:cNvSpPr/>
            <p:nvPr/>
          </p:nvSpPr>
          <p:spPr>
            <a:xfrm>
              <a:off x="5818575" y="3433550"/>
              <a:ext cx="31825" cy="24750"/>
            </a:xfrm>
            <a:custGeom>
              <a:rect b="b" l="l" r="r" t="t"/>
              <a:pathLst>
                <a:path extrusionOk="0" h="990" w="1273">
                  <a:moveTo>
                    <a:pt x="943" y="0"/>
                  </a:moveTo>
                  <a:lnTo>
                    <a:pt x="802" y="47"/>
                  </a:lnTo>
                  <a:lnTo>
                    <a:pt x="189" y="330"/>
                  </a:lnTo>
                  <a:lnTo>
                    <a:pt x="95" y="424"/>
                  </a:lnTo>
                  <a:lnTo>
                    <a:pt x="1" y="519"/>
                  </a:lnTo>
                  <a:lnTo>
                    <a:pt x="1" y="613"/>
                  </a:lnTo>
                  <a:lnTo>
                    <a:pt x="1" y="707"/>
                  </a:lnTo>
                  <a:lnTo>
                    <a:pt x="48" y="801"/>
                  </a:lnTo>
                  <a:lnTo>
                    <a:pt x="95" y="896"/>
                  </a:lnTo>
                  <a:lnTo>
                    <a:pt x="189" y="943"/>
                  </a:lnTo>
                  <a:lnTo>
                    <a:pt x="330" y="990"/>
                  </a:lnTo>
                  <a:lnTo>
                    <a:pt x="472" y="943"/>
                  </a:lnTo>
                  <a:lnTo>
                    <a:pt x="1084" y="660"/>
                  </a:lnTo>
                  <a:lnTo>
                    <a:pt x="1226" y="566"/>
                  </a:lnTo>
                  <a:lnTo>
                    <a:pt x="1273" y="471"/>
                  </a:lnTo>
                  <a:lnTo>
                    <a:pt x="1273" y="330"/>
                  </a:lnTo>
                  <a:lnTo>
                    <a:pt x="1273" y="189"/>
                  </a:lnTo>
                  <a:lnTo>
                    <a:pt x="1179" y="94"/>
                  </a:lnTo>
                  <a:lnTo>
                    <a:pt x="1084" y="47"/>
                  </a:lnTo>
                  <a:lnTo>
                    <a:pt x="94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21"/>
            <p:cNvSpPr/>
            <p:nvPr/>
          </p:nvSpPr>
          <p:spPr>
            <a:xfrm>
              <a:off x="5823300" y="3477125"/>
              <a:ext cx="34175" cy="16525"/>
            </a:xfrm>
            <a:custGeom>
              <a:rect b="b" l="l" r="r" t="t"/>
              <a:pathLst>
                <a:path extrusionOk="0" h="661" w="1367">
                  <a:moveTo>
                    <a:pt x="189" y="1"/>
                  </a:moveTo>
                  <a:lnTo>
                    <a:pt x="94" y="95"/>
                  </a:lnTo>
                  <a:lnTo>
                    <a:pt x="47" y="189"/>
                  </a:lnTo>
                  <a:lnTo>
                    <a:pt x="0" y="331"/>
                  </a:lnTo>
                  <a:lnTo>
                    <a:pt x="47" y="425"/>
                  </a:lnTo>
                  <a:lnTo>
                    <a:pt x="94" y="519"/>
                  </a:lnTo>
                  <a:lnTo>
                    <a:pt x="189" y="613"/>
                  </a:lnTo>
                  <a:lnTo>
                    <a:pt x="330" y="660"/>
                  </a:lnTo>
                  <a:lnTo>
                    <a:pt x="1037" y="660"/>
                  </a:lnTo>
                  <a:lnTo>
                    <a:pt x="1178" y="613"/>
                  </a:lnTo>
                  <a:lnTo>
                    <a:pt x="1320" y="519"/>
                  </a:lnTo>
                  <a:lnTo>
                    <a:pt x="1367" y="425"/>
                  </a:lnTo>
                  <a:lnTo>
                    <a:pt x="1367" y="331"/>
                  </a:lnTo>
                  <a:lnTo>
                    <a:pt x="1367" y="189"/>
                  </a:lnTo>
                  <a:lnTo>
                    <a:pt x="1320" y="95"/>
                  </a:lnTo>
                  <a:lnTo>
                    <a:pt x="117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21"/>
            <p:cNvSpPr/>
            <p:nvPr/>
          </p:nvSpPr>
          <p:spPr>
            <a:xfrm>
              <a:off x="5818575" y="3512475"/>
              <a:ext cx="31825" cy="23575"/>
            </a:xfrm>
            <a:custGeom>
              <a:rect b="b" l="l" r="r" t="t"/>
              <a:pathLst>
                <a:path extrusionOk="0" h="943" w="1273">
                  <a:moveTo>
                    <a:pt x="189" y="0"/>
                  </a:moveTo>
                  <a:lnTo>
                    <a:pt x="95" y="95"/>
                  </a:lnTo>
                  <a:lnTo>
                    <a:pt x="1" y="189"/>
                  </a:lnTo>
                  <a:lnTo>
                    <a:pt x="1" y="283"/>
                  </a:lnTo>
                  <a:lnTo>
                    <a:pt x="1" y="424"/>
                  </a:lnTo>
                  <a:lnTo>
                    <a:pt x="48" y="519"/>
                  </a:lnTo>
                  <a:lnTo>
                    <a:pt x="189" y="613"/>
                  </a:lnTo>
                  <a:lnTo>
                    <a:pt x="802" y="896"/>
                  </a:lnTo>
                  <a:lnTo>
                    <a:pt x="943" y="943"/>
                  </a:lnTo>
                  <a:lnTo>
                    <a:pt x="1084" y="943"/>
                  </a:lnTo>
                  <a:lnTo>
                    <a:pt x="1179" y="849"/>
                  </a:lnTo>
                  <a:lnTo>
                    <a:pt x="1273" y="754"/>
                  </a:lnTo>
                  <a:lnTo>
                    <a:pt x="1273" y="613"/>
                  </a:lnTo>
                  <a:lnTo>
                    <a:pt x="1273" y="519"/>
                  </a:lnTo>
                  <a:lnTo>
                    <a:pt x="1179" y="377"/>
                  </a:lnTo>
                  <a:lnTo>
                    <a:pt x="1084" y="283"/>
                  </a:lnTo>
                  <a:lnTo>
                    <a:pt x="47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21"/>
            <p:cNvSpPr/>
            <p:nvPr/>
          </p:nvSpPr>
          <p:spPr>
            <a:xfrm>
              <a:off x="5579425" y="3512475"/>
              <a:ext cx="31850" cy="23575"/>
            </a:xfrm>
            <a:custGeom>
              <a:rect b="b" l="l" r="r" t="t"/>
              <a:pathLst>
                <a:path extrusionOk="0" h="943" w="1274">
                  <a:moveTo>
                    <a:pt x="802" y="0"/>
                  </a:moveTo>
                  <a:lnTo>
                    <a:pt x="189" y="283"/>
                  </a:lnTo>
                  <a:lnTo>
                    <a:pt x="95" y="377"/>
                  </a:lnTo>
                  <a:lnTo>
                    <a:pt x="1" y="519"/>
                  </a:lnTo>
                  <a:lnTo>
                    <a:pt x="1" y="613"/>
                  </a:lnTo>
                  <a:lnTo>
                    <a:pt x="1" y="754"/>
                  </a:lnTo>
                  <a:lnTo>
                    <a:pt x="95" y="849"/>
                  </a:lnTo>
                  <a:lnTo>
                    <a:pt x="189" y="943"/>
                  </a:lnTo>
                  <a:lnTo>
                    <a:pt x="331" y="943"/>
                  </a:lnTo>
                  <a:lnTo>
                    <a:pt x="472" y="896"/>
                  </a:lnTo>
                  <a:lnTo>
                    <a:pt x="1085" y="613"/>
                  </a:lnTo>
                  <a:lnTo>
                    <a:pt x="1226" y="566"/>
                  </a:lnTo>
                  <a:lnTo>
                    <a:pt x="1273" y="424"/>
                  </a:lnTo>
                  <a:lnTo>
                    <a:pt x="1273" y="283"/>
                  </a:lnTo>
                  <a:lnTo>
                    <a:pt x="1273" y="189"/>
                  </a:lnTo>
                  <a:lnTo>
                    <a:pt x="1179" y="48"/>
                  </a:lnTo>
                  <a:lnTo>
                    <a:pt x="108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21"/>
            <p:cNvSpPr/>
            <p:nvPr/>
          </p:nvSpPr>
          <p:spPr>
            <a:xfrm>
              <a:off x="5572375" y="3477125"/>
              <a:ext cx="34175" cy="16525"/>
            </a:xfrm>
            <a:custGeom>
              <a:rect b="b" l="l" r="r" t="t"/>
              <a:pathLst>
                <a:path extrusionOk="0" h="661" w="1367">
                  <a:moveTo>
                    <a:pt x="189" y="1"/>
                  </a:moveTo>
                  <a:lnTo>
                    <a:pt x="47" y="95"/>
                  </a:lnTo>
                  <a:lnTo>
                    <a:pt x="0" y="189"/>
                  </a:lnTo>
                  <a:lnTo>
                    <a:pt x="0" y="331"/>
                  </a:lnTo>
                  <a:lnTo>
                    <a:pt x="0" y="425"/>
                  </a:lnTo>
                  <a:lnTo>
                    <a:pt x="47" y="519"/>
                  </a:lnTo>
                  <a:lnTo>
                    <a:pt x="189" y="613"/>
                  </a:lnTo>
                  <a:lnTo>
                    <a:pt x="330" y="660"/>
                  </a:lnTo>
                  <a:lnTo>
                    <a:pt x="1037" y="660"/>
                  </a:lnTo>
                  <a:lnTo>
                    <a:pt x="1178" y="613"/>
                  </a:lnTo>
                  <a:lnTo>
                    <a:pt x="1272" y="519"/>
                  </a:lnTo>
                  <a:lnTo>
                    <a:pt x="1319" y="425"/>
                  </a:lnTo>
                  <a:lnTo>
                    <a:pt x="1367" y="331"/>
                  </a:lnTo>
                  <a:lnTo>
                    <a:pt x="1319" y="189"/>
                  </a:lnTo>
                  <a:lnTo>
                    <a:pt x="1272" y="95"/>
                  </a:lnTo>
                  <a:lnTo>
                    <a:pt x="117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21"/>
            <p:cNvSpPr/>
            <p:nvPr/>
          </p:nvSpPr>
          <p:spPr>
            <a:xfrm>
              <a:off x="5579425" y="3433550"/>
              <a:ext cx="33025" cy="24750"/>
            </a:xfrm>
            <a:custGeom>
              <a:rect b="b" l="l" r="r" t="t"/>
              <a:pathLst>
                <a:path extrusionOk="0" h="990" w="1321">
                  <a:moveTo>
                    <a:pt x="331" y="0"/>
                  </a:moveTo>
                  <a:lnTo>
                    <a:pt x="236" y="47"/>
                  </a:lnTo>
                  <a:lnTo>
                    <a:pt x="95" y="94"/>
                  </a:lnTo>
                  <a:lnTo>
                    <a:pt x="48" y="189"/>
                  </a:lnTo>
                  <a:lnTo>
                    <a:pt x="1" y="330"/>
                  </a:lnTo>
                  <a:lnTo>
                    <a:pt x="1" y="471"/>
                  </a:lnTo>
                  <a:lnTo>
                    <a:pt x="95" y="566"/>
                  </a:lnTo>
                  <a:lnTo>
                    <a:pt x="189" y="660"/>
                  </a:lnTo>
                  <a:lnTo>
                    <a:pt x="802" y="943"/>
                  </a:lnTo>
                  <a:lnTo>
                    <a:pt x="943" y="990"/>
                  </a:lnTo>
                  <a:lnTo>
                    <a:pt x="1085" y="943"/>
                  </a:lnTo>
                  <a:lnTo>
                    <a:pt x="1179" y="896"/>
                  </a:lnTo>
                  <a:lnTo>
                    <a:pt x="1273" y="801"/>
                  </a:lnTo>
                  <a:lnTo>
                    <a:pt x="1320" y="660"/>
                  </a:lnTo>
                  <a:lnTo>
                    <a:pt x="1273" y="519"/>
                  </a:lnTo>
                  <a:lnTo>
                    <a:pt x="1226" y="424"/>
                  </a:lnTo>
                  <a:lnTo>
                    <a:pt x="1085" y="330"/>
                  </a:lnTo>
                  <a:lnTo>
                    <a:pt x="472" y="47"/>
                  </a:lnTo>
                  <a:lnTo>
                    <a:pt x="3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21"/>
            <p:cNvSpPr/>
            <p:nvPr/>
          </p:nvSpPr>
          <p:spPr>
            <a:xfrm>
              <a:off x="5630100" y="3395850"/>
              <a:ext cx="169650" cy="173200"/>
            </a:xfrm>
            <a:custGeom>
              <a:rect b="b" l="l" r="r" t="t"/>
              <a:pathLst>
                <a:path extrusionOk="0" h="6928" w="6786">
                  <a:moveTo>
                    <a:pt x="3393" y="0"/>
                  </a:moveTo>
                  <a:lnTo>
                    <a:pt x="2827" y="47"/>
                  </a:lnTo>
                  <a:lnTo>
                    <a:pt x="2262" y="189"/>
                  </a:lnTo>
                  <a:lnTo>
                    <a:pt x="1791" y="424"/>
                  </a:lnTo>
                  <a:lnTo>
                    <a:pt x="1367" y="707"/>
                  </a:lnTo>
                  <a:lnTo>
                    <a:pt x="943" y="1084"/>
                  </a:lnTo>
                  <a:lnTo>
                    <a:pt x="660" y="1461"/>
                  </a:lnTo>
                  <a:lnTo>
                    <a:pt x="377" y="1932"/>
                  </a:lnTo>
                  <a:lnTo>
                    <a:pt x="189" y="2404"/>
                  </a:lnTo>
                  <a:lnTo>
                    <a:pt x="47" y="2922"/>
                  </a:lnTo>
                  <a:lnTo>
                    <a:pt x="0" y="3440"/>
                  </a:lnTo>
                  <a:lnTo>
                    <a:pt x="47" y="3959"/>
                  </a:lnTo>
                  <a:lnTo>
                    <a:pt x="189" y="4430"/>
                  </a:lnTo>
                  <a:lnTo>
                    <a:pt x="377" y="4901"/>
                  </a:lnTo>
                  <a:lnTo>
                    <a:pt x="660" y="5372"/>
                  </a:lnTo>
                  <a:lnTo>
                    <a:pt x="1037" y="5796"/>
                  </a:lnTo>
                  <a:lnTo>
                    <a:pt x="1508" y="6126"/>
                  </a:lnTo>
                  <a:lnTo>
                    <a:pt x="1649" y="6268"/>
                  </a:lnTo>
                  <a:lnTo>
                    <a:pt x="1696" y="6456"/>
                  </a:lnTo>
                  <a:lnTo>
                    <a:pt x="1696" y="6927"/>
                  </a:lnTo>
                  <a:lnTo>
                    <a:pt x="2356" y="6927"/>
                  </a:lnTo>
                  <a:lnTo>
                    <a:pt x="2356" y="5278"/>
                  </a:lnTo>
                  <a:lnTo>
                    <a:pt x="1555" y="4524"/>
                  </a:lnTo>
                  <a:lnTo>
                    <a:pt x="1508" y="4383"/>
                  </a:lnTo>
                  <a:lnTo>
                    <a:pt x="1461" y="4241"/>
                  </a:lnTo>
                  <a:lnTo>
                    <a:pt x="1508" y="4100"/>
                  </a:lnTo>
                  <a:lnTo>
                    <a:pt x="1555" y="4006"/>
                  </a:lnTo>
                  <a:lnTo>
                    <a:pt x="1696" y="3911"/>
                  </a:lnTo>
                  <a:lnTo>
                    <a:pt x="1979" y="3911"/>
                  </a:lnTo>
                  <a:lnTo>
                    <a:pt x="2073" y="4006"/>
                  </a:lnTo>
                  <a:lnTo>
                    <a:pt x="2969" y="4901"/>
                  </a:lnTo>
                  <a:lnTo>
                    <a:pt x="3063" y="4995"/>
                  </a:lnTo>
                  <a:lnTo>
                    <a:pt x="3110" y="5137"/>
                  </a:lnTo>
                  <a:lnTo>
                    <a:pt x="3110" y="6927"/>
                  </a:lnTo>
                  <a:lnTo>
                    <a:pt x="3723" y="6927"/>
                  </a:lnTo>
                  <a:lnTo>
                    <a:pt x="3723" y="5137"/>
                  </a:lnTo>
                  <a:lnTo>
                    <a:pt x="3723" y="4995"/>
                  </a:lnTo>
                  <a:lnTo>
                    <a:pt x="3817" y="4901"/>
                  </a:lnTo>
                  <a:lnTo>
                    <a:pt x="4712" y="4006"/>
                  </a:lnTo>
                  <a:lnTo>
                    <a:pt x="4854" y="3911"/>
                  </a:lnTo>
                  <a:lnTo>
                    <a:pt x="5089" y="3911"/>
                  </a:lnTo>
                  <a:lnTo>
                    <a:pt x="5231" y="4006"/>
                  </a:lnTo>
                  <a:lnTo>
                    <a:pt x="5325" y="4147"/>
                  </a:lnTo>
                  <a:lnTo>
                    <a:pt x="5325" y="4241"/>
                  </a:lnTo>
                  <a:lnTo>
                    <a:pt x="5325" y="4383"/>
                  </a:lnTo>
                  <a:lnTo>
                    <a:pt x="5231" y="4524"/>
                  </a:lnTo>
                  <a:lnTo>
                    <a:pt x="4430" y="5325"/>
                  </a:lnTo>
                  <a:lnTo>
                    <a:pt x="4430" y="6927"/>
                  </a:lnTo>
                  <a:lnTo>
                    <a:pt x="5136" y="6927"/>
                  </a:lnTo>
                  <a:lnTo>
                    <a:pt x="5136" y="6456"/>
                  </a:lnTo>
                  <a:lnTo>
                    <a:pt x="5184" y="6268"/>
                  </a:lnTo>
                  <a:lnTo>
                    <a:pt x="5278" y="6126"/>
                  </a:lnTo>
                  <a:lnTo>
                    <a:pt x="5749" y="5796"/>
                  </a:lnTo>
                  <a:lnTo>
                    <a:pt x="6126" y="5372"/>
                  </a:lnTo>
                  <a:lnTo>
                    <a:pt x="6409" y="4901"/>
                  </a:lnTo>
                  <a:lnTo>
                    <a:pt x="6644" y="4430"/>
                  </a:lnTo>
                  <a:lnTo>
                    <a:pt x="6739" y="3911"/>
                  </a:lnTo>
                  <a:lnTo>
                    <a:pt x="6786" y="3440"/>
                  </a:lnTo>
                  <a:lnTo>
                    <a:pt x="6739" y="2922"/>
                  </a:lnTo>
                  <a:lnTo>
                    <a:pt x="6597" y="2404"/>
                  </a:lnTo>
                  <a:lnTo>
                    <a:pt x="6409" y="1932"/>
                  </a:lnTo>
                  <a:lnTo>
                    <a:pt x="6173" y="1461"/>
                  </a:lnTo>
                  <a:lnTo>
                    <a:pt x="5843" y="1084"/>
                  </a:lnTo>
                  <a:lnTo>
                    <a:pt x="5466" y="707"/>
                  </a:lnTo>
                  <a:lnTo>
                    <a:pt x="4995" y="424"/>
                  </a:lnTo>
                  <a:lnTo>
                    <a:pt x="4524" y="189"/>
                  </a:lnTo>
                  <a:lnTo>
                    <a:pt x="3958" y="47"/>
                  </a:lnTo>
                  <a:lnTo>
                    <a:pt x="339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21"/>
            <p:cNvSpPr/>
            <p:nvPr/>
          </p:nvSpPr>
          <p:spPr>
            <a:xfrm>
              <a:off x="5665425" y="3587875"/>
              <a:ext cx="98975" cy="16500"/>
            </a:xfrm>
            <a:custGeom>
              <a:rect b="b" l="l" r="r" t="t"/>
              <a:pathLst>
                <a:path extrusionOk="0" h="660" w="3959">
                  <a:moveTo>
                    <a:pt x="331" y="0"/>
                  </a:moveTo>
                  <a:lnTo>
                    <a:pt x="189" y="47"/>
                  </a:lnTo>
                  <a:lnTo>
                    <a:pt x="95" y="94"/>
                  </a:lnTo>
                  <a:lnTo>
                    <a:pt x="48" y="189"/>
                  </a:lnTo>
                  <a:lnTo>
                    <a:pt x="1" y="330"/>
                  </a:lnTo>
                  <a:lnTo>
                    <a:pt x="48" y="424"/>
                  </a:lnTo>
                  <a:lnTo>
                    <a:pt x="95" y="519"/>
                  </a:lnTo>
                  <a:lnTo>
                    <a:pt x="189" y="613"/>
                  </a:lnTo>
                  <a:lnTo>
                    <a:pt x="331" y="660"/>
                  </a:lnTo>
                  <a:lnTo>
                    <a:pt x="3629" y="660"/>
                  </a:lnTo>
                  <a:lnTo>
                    <a:pt x="3771" y="613"/>
                  </a:lnTo>
                  <a:lnTo>
                    <a:pt x="3865" y="519"/>
                  </a:lnTo>
                  <a:lnTo>
                    <a:pt x="3912" y="424"/>
                  </a:lnTo>
                  <a:lnTo>
                    <a:pt x="3959" y="330"/>
                  </a:lnTo>
                  <a:lnTo>
                    <a:pt x="3912" y="189"/>
                  </a:lnTo>
                  <a:lnTo>
                    <a:pt x="3865" y="94"/>
                  </a:lnTo>
                  <a:lnTo>
                    <a:pt x="3771" y="47"/>
                  </a:lnTo>
                  <a:lnTo>
                    <a:pt x="362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21"/>
            <p:cNvSpPr/>
            <p:nvPr/>
          </p:nvSpPr>
          <p:spPr>
            <a:xfrm>
              <a:off x="5684275" y="3657375"/>
              <a:ext cx="62475" cy="24750"/>
            </a:xfrm>
            <a:custGeom>
              <a:rect b="b" l="l" r="r" t="t"/>
              <a:pathLst>
                <a:path extrusionOk="0" h="990" w="2499">
                  <a:moveTo>
                    <a:pt x="1" y="0"/>
                  </a:moveTo>
                  <a:lnTo>
                    <a:pt x="48" y="189"/>
                  </a:lnTo>
                  <a:lnTo>
                    <a:pt x="142" y="377"/>
                  </a:lnTo>
                  <a:lnTo>
                    <a:pt x="283" y="566"/>
                  </a:lnTo>
                  <a:lnTo>
                    <a:pt x="425" y="707"/>
                  </a:lnTo>
                  <a:lnTo>
                    <a:pt x="613" y="849"/>
                  </a:lnTo>
                  <a:lnTo>
                    <a:pt x="802" y="896"/>
                  </a:lnTo>
                  <a:lnTo>
                    <a:pt x="990" y="990"/>
                  </a:lnTo>
                  <a:lnTo>
                    <a:pt x="1461" y="990"/>
                  </a:lnTo>
                  <a:lnTo>
                    <a:pt x="1650" y="896"/>
                  </a:lnTo>
                  <a:lnTo>
                    <a:pt x="1838" y="849"/>
                  </a:lnTo>
                  <a:lnTo>
                    <a:pt x="2027" y="707"/>
                  </a:lnTo>
                  <a:lnTo>
                    <a:pt x="2168" y="566"/>
                  </a:lnTo>
                  <a:lnTo>
                    <a:pt x="2310" y="377"/>
                  </a:lnTo>
                  <a:lnTo>
                    <a:pt x="2404" y="189"/>
                  </a:lnTo>
                  <a:lnTo>
                    <a:pt x="249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21"/>
            <p:cNvSpPr/>
            <p:nvPr/>
          </p:nvSpPr>
          <p:spPr>
            <a:xfrm>
              <a:off x="5665425" y="3622025"/>
              <a:ext cx="98975" cy="16525"/>
            </a:xfrm>
            <a:custGeom>
              <a:rect b="b" l="l" r="r" t="t"/>
              <a:pathLst>
                <a:path extrusionOk="0" h="661" w="3959">
                  <a:moveTo>
                    <a:pt x="331" y="1"/>
                  </a:moveTo>
                  <a:lnTo>
                    <a:pt x="189" y="48"/>
                  </a:lnTo>
                  <a:lnTo>
                    <a:pt x="95" y="142"/>
                  </a:lnTo>
                  <a:lnTo>
                    <a:pt x="48" y="236"/>
                  </a:lnTo>
                  <a:lnTo>
                    <a:pt x="1" y="331"/>
                  </a:lnTo>
                  <a:lnTo>
                    <a:pt x="48" y="472"/>
                  </a:lnTo>
                  <a:lnTo>
                    <a:pt x="95" y="566"/>
                  </a:lnTo>
                  <a:lnTo>
                    <a:pt x="189" y="660"/>
                  </a:lnTo>
                  <a:lnTo>
                    <a:pt x="3771" y="660"/>
                  </a:lnTo>
                  <a:lnTo>
                    <a:pt x="3865" y="566"/>
                  </a:lnTo>
                  <a:lnTo>
                    <a:pt x="3912" y="472"/>
                  </a:lnTo>
                  <a:lnTo>
                    <a:pt x="3959" y="331"/>
                  </a:lnTo>
                  <a:lnTo>
                    <a:pt x="3912" y="236"/>
                  </a:lnTo>
                  <a:lnTo>
                    <a:pt x="3865" y="142"/>
                  </a:lnTo>
                  <a:lnTo>
                    <a:pt x="3771" y="48"/>
                  </a:lnTo>
                  <a:lnTo>
                    <a:pt x="362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2" name="Google Shape;1852;p21"/>
          <p:cNvGrpSpPr/>
          <p:nvPr/>
        </p:nvGrpSpPr>
        <p:grpSpPr>
          <a:xfrm>
            <a:off x="7104825" y="3319650"/>
            <a:ext cx="268600" cy="286275"/>
            <a:chOff x="6342825" y="3395850"/>
            <a:chExt cx="268600" cy="286275"/>
          </a:xfrm>
        </p:grpSpPr>
        <p:sp>
          <p:nvSpPr>
            <p:cNvPr id="1853" name="Google Shape;1853;p21"/>
            <p:cNvSpPr/>
            <p:nvPr/>
          </p:nvSpPr>
          <p:spPr>
            <a:xfrm>
              <a:off x="6458275" y="3435900"/>
              <a:ext cx="17675" cy="21225"/>
            </a:xfrm>
            <a:custGeom>
              <a:rect b="b" l="l" r="r" t="t"/>
              <a:pathLst>
                <a:path extrusionOk="0" h="849" w="707">
                  <a:moveTo>
                    <a:pt x="0" y="0"/>
                  </a:moveTo>
                  <a:lnTo>
                    <a:pt x="189" y="189"/>
                  </a:lnTo>
                  <a:lnTo>
                    <a:pt x="330" y="377"/>
                  </a:lnTo>
                  <a:lnTo>
                    <a:pt x="424" y="613"/>
                  </a:lnTo>
                  <a:lnTo>
                    <a:pt x="471" y="849"/>
                  </a:lnTo>
                  <a:lnTo>
                    <a:pt x="613" y="707"/>
                  </a:lnTo>
                  <a:lnTo>
                    <a:pt x="707" y="519"/>
                  </a:lnTo>
                  <a:lnTo>
                    <a:pt x="707" y="330"/>
                  </a:lnTo>
                  <a:lnTo>
                    <a:pt x="613" y="142"/>
                  </a:lnTo>
                  <a:lnTo>
                    <a:pt x="424" y="9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21"/>
            <p:cNvSpPr/>
            <p:nvPr/>
          </p:nvSpPr>
          <p:spPr>
            <a:xfrm>
              <a:off x="6367550" y="3448850"/>
              <a:ext cx="206200" cy="233275"/>
            </a:xfrm>
            <a:custGeom>
              <a:rect b="b" l="l" r="r" t="t"/>
              <a:pathLst>
                <a:path extrusionOk="0" h="9331" w="8248">
                  <a:moveTo>
                    <a:pt x="2969" y="1"/>
                  </a:moveTo>
                  <a:lnTo>
                    <a:pt x="2828" y="48"/>
                  </a:lnTo>
                  <a:lnTo>
                    <a:pt x="2687" y="95"/>
                  </a:lnTo>
                  <a:lnTo>
                    <a:pt x="2592" y="236"/>
                  </a:lnTo>
                  <a:lnTo>
                    <a:pt x="2545" y="425"/>
                  </a:lnTo>
                  <a:lnTo>
                    <a:pt x="2545" y="5278"/>
                  </a:lnTo>
                  <a:lnTo>
                    <a:pt x="2545" y="5420"/>
                  </a:lnTo>
                  <a:lnTo>
                    <a:pt x="2498" y="5514"/>
                  </a:lnTo>
                  <a:lnTo>
                    <a:pt x="2404" y="5608"/>
                  </a:lnTo>
                  <a:lnTo>
                    <a:pt x="2310" y="5655"/>
                  </a:lnTo>
                  <a:lnTo>
                    <a:pt x="2215" y="5655"/>
                  </a:lnTo>
                  <a:lnTo>
                    <a:pt x="2074" y="5608"/>
                  </a:lnTo>
                  <a:lnTo>
                    <a:pt x="1980" y="5561"/>
                  </a:lnTo>
                  <a:lnTo>
                    <a:pt x="1886" y="5467"/>
                  </a:lnTo>
                  <a:lnTo>
                    <a:pt x="1273" y="4430"/>
                  </a:lnTo>
                  <a:lnTo>
                    <a:pt x="1132" y="4289"/>
                  </a:lnTo>
                  <a:lnTo>
                    <a:pt x="1037" y="4195"/>
                  </a:lnTo>
                  <a:lnTo>
                    <a:pt x="896" y="4100"/>
                  </a:lnTo>
                  <a:lnTo>
                    <a:pt x="707" y="4053"/>
                  </a:lnTo>
                  <a:lnTo>
                    <a:pt x="566" y="4006"/>
                  </a:lnTo>
                  <a:lnTo>
                    <a:pt x="378" y="4053"/>
                  </a:lnTo>
                  <a:lnTo>
                    <a:pt x="189" y="4100"/>
                  </a:lnTo>
                  <a:lnTo>
                    <a:pt x="48" y="4148"/>
                  </a:lnTo>
                  <a:lnTo>
                    <a:pt x="1" y="4195"/>
                  </a:lnTo>
                  <a:lnTo>
                    <a:pt x="943" y="5985"/>
                  </a:lnTo>
                  <a:lnTo>
                    <a:pt x="1509" y="7069"/>
                  </a:lnTo>
                  <a:lnTo>
                    <a:pt x="1980" y="8012"/>
                  </a:lnTo>
                  <a:lnTo>
                    <a:pt x="2027" y="8059"/>
                  </a:lnTo>
                  <a:lnTo>
                    <a:pt x="2168" y="8341"/>
                  </a:lnTo>
                  <a:lnTo>
                    <a:pt x="2357" y="8577"/>
                  </a:lnTo>
                  <a:lnTo>
                    <a:pt x="2592" y="8813"/>
                  </a:lnTo>
                  <a:lnTo>
                    <a:pt x="2875" y="9001"/>
                  </a:lnTo>
                  <a:lnTo>
                    <a:pt x="3111" y="9142"/>
                  </a:lnTo>
                  <a:lnTo>
                    <a:pt x="3441" y="9237"/>
                  </a:lnTo>
                  <a:lnTo>
                    <a:pt x="3723" y="9331"/>
                  </a:lnTo>
                  <a:lnTo>
                    <a:pt x="5891" y="9331"/>
                  </a:lnTo>
                  <a:lnTo>
                    <a:pt x="6315" y="9284"/>
                  </a:lnTo>
                  <a:lnTo>
                    <a:pt x="6786" y="9142"/>
                  </a:lnTo>
                  <a:lnTo>
                    <a:pt x="7163" y="8954"/>
                  </a:lnTo>
                  <a:lnTo>
                    <a:pt x="7540" y="8671"/>
                  </a:lnTo>
                  <a:lnTo>
                    <a:pt x="7823" y="8294"/>
                  </a:lnTo>
                  <a:lnTo>
                    <a:pt x="8059" y="7917"/>
                  </a:lnTo>
                  <a:lnTo>
                    <a:pt x="8200" y="7446"/>
                  </a:lnTo>
                  <a:lnTo>
                    <a:pt x="8247" y="7022"/>
                  </a:lnTo>
                  <a:lnTo>
                    <a:pt x="8247" y="4525"/>
                  </a:lnTo>
                  <a:lnTo>
                    <a:pt x="8247" y="3912"/>
                  </a:lnTo>
                  <a:lnTo>
                    <a:pt x="8200" y="3771"/>
                  </a:lnTo>
                  <a:lnTo>
                    <a:pt x="8106" y="3629"/>
                  </a:lnTo>
                  <a:lnTo>
                    <a:pt x="7964" y="3535"/>
                  </a:lnTo>
                  <a:lnTo>
                    <a:pt x="7776" y="3488"/>
                  </a:lnTo>
                  <a:lnTo>
                    <a:pt x="7634" y="3535"/>
                  </a:lnTo>
                  <a:lnTo>
                    <a:pt x="7493" y="3629"/>
                  </a:lnTo>
                  <a:lnTo>
                    <a:pt x="7399" y="3771"/>
                  </a:lnTo>
                  <a:lnTo>
                    <a:pt x="7352" y="3912"/>
                  </a:lnTo>
                  <a:lnTo>
                    <a:pt x="7352" y="4525"/>
                  </a:lnTo>
                  <a:lnTo>
                    <a:pt x="7305" y="4666"/>
                  </a:lnTo>
                  <a:lnTo>
                    <a:pt x="7210" y="4807"/>
                  </a:lnTo>
                  <a:lnTo>
                    <a:pt x="7116" y="4854"/>
                  </a:lnTo>
                  <a:lnTo>
                    <a:pt x="6975" y="4901"/>
                  </a:lnTo>
                  <a:lnTo>
                    <a:pt x="6833" y="4854"/>
                  </a:lnTo>
                  <a:lnTo>
                    <a:pt x="6739" y="4807"/>
                  </a:lnTo>
                  <a:lnTo>
                    <a:pt x="6645" y="4666"/>
                  </a:lnTo>
                  <a:lnTo>
                    <a:pt x="6645" y="4525"/>
                  </a:lnTo>
                  <a:lnTo>
                    <a:pt x="6645" y="3252"/>
                  </a:lnTo>
                  <a:lnTo>
                    <a:pt x="6598" y="3064"/>
                  </a:lnTo>
                  <a:lnTo>
                    <a:pt x="6456" y="2922"/>
                  </a:lnTo>
                  <a:lnTo>
                    <a:pt x="6315" y="2828"/>
                  </a:lnTo>
                  <a:lnTo>
                    <a:pt x="6032" y="2828"/>
                  </a:lnTo>
                  <a:lnTo>
                    <a:pt x="5891" y="2922"/>
                  </a:lnTo>
                  <a:lnTo>
                    <a:pt x="5750" y="3064"/>
                  </a:lnTo>
                  <a:lnTo>
                    <a:pt x="5702" y="3252"/>
                  </a:lnTo>
                  <a:lnTo>
                    <a:pt x="5702" y="4525"/>
                  </a:lnTo>
                  <a:lnTo>
                    <a:pt x="5702" y="4666"/>
                  </a:lnTo>
                  <a:lnTo>
                    <a:pt x="5608" y="4807"/>
                  </a:lnTo>
                  <a:lnTo>
                    <a:pt x="5514" y="4854"/>
                  </a:lnTo>
                  <a:lnTo>
                    <a:pt x="5373" y="4901"/>
                  </a:lnTo>
                  <a:lnTo>
                    <a:pt x="5231" y="4854"/>
                  </a:lnTo>
                  <a:lnTo>
                    <a:pt x="5137" y="4807"/>
                  </a:lnTo>
                  <a:lnTo>
                    <a:pt x="5043" y="4666"/>
                  </a:lnTo>
                  <a:lnTo>
                    <a:pt x="4996" y="4525"/>
                  </a:lnTo>
                  <a:lnTo>
                    <a:pt x="4996" y="2875"/>
                  </a:lnTo>
                  <a:lnTo>
                    <a:pt x="4949" y="2687"/>
                  </a:lnTo>
                  <a:lnTo>
                    <a:pt x="4854" y="2545"/>
                  </a:lnTo>
                  <a:lnTo>
                    <a:pt x="4713" y="2451"/>
                  </a:lnTo>
                  <a:lnTo>
                    <a:pt x="4383" y="2451"/>
                  </a:lnTo>
                  <a:lnTo>
                    <a:pt x="4242" y="2545"/>
                  </a:lnTo>
                  <a:lnTo>
                    <a:pt x="4147" y="2687"/>
                  </a:lnTo>
                  <a:lnTo>
                    <a:pt x="4100" y="2875"/>
                  </a:lnTo>
                  <a:lnTo>
                    <a:pt x="4100" y="4525"/>
                  </a:lnTo>
                  <a:lnTo>
                    <a:pt x="4053" y="4666"/>
                  </a:lnTo>
                  <a:lnTo>
                    <a:pt x="4006" y="4807"/>
                  </a:lnTo>
                  <a:lnTo>
                    <a:pt x="3865" y="4854"/>
                  </a:lnTo>
                  <a:lnTo>
                    <a:pt x="3723" y="4901"/>
                  </a:lnTo>
                  <a:lnTo>
                    <a:pt x="3629" y="4854"/>
                  </a:lnTo>
                  <a:lnTo>
                    <a:pt x="3488" y="4807"/>
                  </a:lnTo>
                  <a:lnTo>
                    <a:pt x="3441" y="4666"/>
                  </a:lnTo>
                  <a:lnTo>
                    <a:pt x="3393" y="4525"/>
                  </a:lnTo>
                  <a:lnTo>
                    <a:pt x="3393" y="425"/>
                  </a:lnTo>
                  <a:lnTo>
                    <a:pt x="3346" y="236"/>
                  </a:lnTo>
                  <a:lnTo>
                    <a:pt x="3252" y="95"/>
                  </a:lnTo>
                  <a:lnTo>
                    <a:pt x="3111" y="48"/>
                  </a:lnTo>
                  <a:lnTo>
                    <a:pt x="296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21"/>
            <p:cNvSpPr/>
            <p:nvPr/>
          </p:nvSpPr>
          <p:spPr>
            <a:xfrm>
              <a:off x="6342825" y="3395850"/>
              <a:ext cx="90725" cy="128425"/>
            </a:xfrm>
            <a:custGeom>
              <a:rect b="b" l="l" r="r" t="t"/>
              <a:pathLst>
                <a:path extrusionOk="0" h="5137" w="3629">
                  <a:moveTo>
                    <a:pt x="2686" y="0"/>
                  </a:moveTo>
                  <a:lnTo>
                    <a:pt x="2498" y="47"/>
                  </a:lnTo>
                  <a:lnTo>
                    <a:pt x="2356" y="236"/>
                  </a:lnTo>
                  <a:lnTo>
                    <a:pt x="1744" y="1461"/>
                  </a:lnTo>
                  <a:lnTo>
                    <a:pt x="1696" y="1508"/>
                  </a:lnTo>
                  <a:lnTo>
                    <a:pt x="1649" y="1508"/>
                  </a:lnTo>
                  <a:lnTo>
                    <a:pt x="283" y="1697"/>
                  </a:lnTo>
                  <a:lnTo>
                    <a:pt x="189" y="1744"/>
                  </a:lnTo>
                  <a:lnTo>
                    <a:pt x="94" y="1791"/>
                  </a:lnTo>
                  <a:lnTo>
                    <a:pt x="0" y="1979"/>
                  </a:lnTo>
                  <a:lnTo>
                    <a:pt x="0" y="2168"/>
                  </a:lnTo>
                  <a:lnTo>
                    <a:pt x="47" y="2262"/>
                  </a:lnTo>
                  <a:lnTo>
                    <a:pt x="94" y="2309"/>
                  </a:lnTo>
                  <a:lnTo>
                    <a:pt x="1084" y="3252"/>
                  </a:lnTo>
                  <a:lnTo>
                    <a:pt x="1084" y="3346"/>
                  </a:lnTo>
                  <a:lnTo>
                    <a:pt x="1131" y="3393"/>
                  </a:lnTo>
                  <a:lnTo>
                    <a:pt x="895" y="4713"/>
                  </a:lnTo>
                  <a:lnTo>
                    <a:pt x="895" y="4854"/>
                  </a:lnTo>
                  <a:lnTo>
                    <a:pt x="895" y="4948"/>
                  </a:lnTo>
                  <a:lnTo>
                    <a:pt x="1037" y="5089"/>
                  </a:lnTo>
                  <a:lnTo>
                    <a:pt x="1178" y="5137"/>
                  </a:lnTo>
                  <a:lnTo>
                    <a:pt x="1414" y="5137"/>
                  </a:lnTo>
                  <a:lnTo>
                    <a:pt x="2592" y="4477"/>
                  </a:lnTo>
                  <a:lnTo>
                    <a:pt x="2733" y="4477"/>
                  </a:lnTo>
                  <a:lnTo>
                    <a:pt x="2827" y="4524"/>
                  </a:lnTo>
                  <a:lnTo>
                    <a:pt x="2827" y="2545"/>
                  </a:lnTo>
                  <a:lnTo>
                    <a:pt x="2875" y="2356"/>
                  </a:lnTo>
                  <a:lnTo>
                    <a:pt x="2922" y="2168"/>
                  </a:lnTo>
                  <a:lnTo>
                    <a:pt x="3063" y="1885"/>
                  </a:lnTo>
                  <a:lnTo>
                    <a:pt x="3299" y="1650"/>
                  </a:lnTo>
                  <a:lnTo>
                    <a:pt x="3629" y="1461"/>
                  </a:lnTo>
                  <a:lnTo>
                    <a:pt x="2969" y="236"/>
                  </a:lnTo>
                  <a:lnTo>
                    <a:pt x="2875" y="47"/>
                  </a:lnTo>
                  <a:lnTo>
                    <a:pt x="268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21"/>
            <p:cNvSpPr/>
            <p:nvPr/>
          </p:nvSpPr>
          <p:spPr>
            <a:xfrm>
              <a:off x="6527775" y="3395850"/>
              <a:ext cx="83650" cy="81300"/>
            </a:xfrm>
            <a:custGeom>
              <a:rect b="b" l="l" r="r" t="t"/>
              <a:pathLst>
                <a:path extrusionOk="0" h="3252" w="3346">
                  <a:moveTo>
                    <a:pt x="1650" y="0"/>
                  </a:moveTo>
                  <a:lnTo>
                    <a:pt x="1555" y="47"/>
                  </a:lnTo>
                  <a:lnTo>
                    <a:pt x="1461" y="142"/>
                  </a:lnTo>
                  <a:lnTo>
                    <a:pt x="1084" y="896"/>
                  </a:lnTo>
                  <a:lnTo>
                    <a:pt x="990" y="943"/>
                  </a:lnTo>
                  <a:lnTo>
                    <a:pt x="189" y="1084"/>
                  </a:lnTo>
                  <a:lnTo>
                    <a:pt x="95" y="1084"/>
                  </a:lnTo>
                  <a:lnTo>
                    <a:pt x="0" y="1178"/>
                  </a:lnTo>
                  <a:lnTo>
                    <a:pt x="0" y="1273"/>
                  </a:lnTo>
                  <a:lnTo>
                    <a:pt x="0" y="1320"/>
                  </a:lnTo>
                  <a:lnTo>
                    <a:pt x="0" y="1414"/>
                  </a:lnTo>
                  <a:lnTo>
                    <a:pt x="47" y="1508"/>
                  </a:lnTo>
                  <a:lnTo>
                    <a:pt x="660" y="2074"/>
                  </a:lnTo>
                  <a:lnTo>
                    <a:pt x="660" y="2168"/>
                  </a:lnTo>
                  <a:lnTo>
                    <a:pt x="519" y="2969"/>
                  </a:lnTo>
                  <a:lnTo>
                    <a:pt x="519" y="3063"/>
                  </a:lnTo>
                  <a:lnTo>
                    <a:pt x="613" y="3157"/>
                  </a:lnTo>
                  <a:lnTo>
                    <a:pt x="660" y="3205"/>
                  </a:lnTo>
                  <a:lnTo>
                    <a:pt x="754" y="3252"/>
                  </a:lnTo>
                  <a:lnTo>
                    <a:pt x="896" y="3205"/>
                  </a:lnTo>
                  <a:lnTo>
                    <a:pt x="1602" y="2828"/>
                  </a:lnTo>
                  <a:lnTo>
                    <a:pt x="1697" y="2828"/>
                  </a:lnTo>
                  <a:lnTo>
                    <a:pt x="2451" y="3205"/>
                  </a:lnTo>
                  <a:lnTo>
                    <a:pt x="2498" y="3252"/>
                  </a:lnTo>
                  <a:lnTo>
                    <a:pt x="2592" y="3252"/>
                  </a:lnTo>
                  <a:lnTo>
                    <a:pt x="2686" y="3205"/>
                  </a:lnTo>
                  <a:lnTo>
                    <a:pt x="2733" y="3157"/>
                  </a:lnTo>
                  <a:lnTo>
                    <a:pt x="2781" y="3063"/>
                  </a:lnTo>
                  <a:lnTo>
                    <a:pt x="2781" y="2969"/>
                  </a:lnTo>
                  <a:lnTo>
                    <a:pt x="2686" y="2168"/>
                  </a:lnTo>
                  <a:lnTo>
                    <a:pt x="2686" y="2074"/>
                  </a:lnTo>
                  <a:lnTo>
                    <a:pt x="3299" y="1508"/>
                  </a:lnTo>
                  <a:lnTo>
                    <a:pt x="3346" y="1414"/>
                  </a:lnTo>
                  <a:lnTo>
                    <a:pt x="3346" y="1320"/>
                  </a:lnTo>
                  <a:lnTo>
                    <a:pt x="3346" y="1273"/>
                  </a:lnTo>
                  <a:lnTo>
                    <a:pt x="3299" y="1178"/>
                  </a:lnTo>
                  <a:lnTo>
                    <a:pt x="3252" y="1084"/>
                  </a:lnTo>
                  <a:lnTo>
                    <a:pt x="3110" y="1084"/>
                  </a:lnTo>
                  <a:lnTo>
                    <a:pt x="2309" y="943"/>
                  </a:lnTo>
                  <a:lnTo>
                    <a:pt x="2262" y="896"/>
                  </a:lnTo>
                  <a:lnTo>
                    <a:pt x="1885" y="142"/>
                  </a:lnTo>
                  <a:lnTo>
                    <a:pt x="1791" y="47"/>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7" name="Google Shape;1857;p21"/>
          <p:cNvGrpSpPr/>
          <p:nvPr/>
        </p:nvGrpSpPr>
        <p:grpSpPr>
          <a:xfrm>
            <a:off x="7872900" y="3319650"/>
            <a:ext cx="256850" cy="286275"/>
            <a:chOff x="7110900" y="3395850"/>
            <a:chExt cx="256850" cy="286275"/>
          </a:xfrm>
        </p:grpSpPr>
        <p:sp>
          <p:nvSpPr>
            <p:cNvPr id="1858" name="Google Shape;1858;p21"/>
            <p:cNvSpPr/>
            <p:nvPr/>
          </p:nvSpPr>
          <p:spPr>
            <a:xfrm>
              <a:off x="7176875" y="3395850"/>
              <a:ext cx="156700" cy="28300"/>
            </a:xfrm>
            <a:custGeom>
              <a:rect b="b" l="l" r="r" t="t"/>
              <a:pathLst>
                <a:path extrusionOk="0" h="1132" w="6268">
                  <a:moveTo>
                    <a:pt x="1" y="0"/>
                  </a:moveTo>
                  <a:lnTo>
                    <a:pt x="1" y="1131"/>
                  </a:lnTo>
                  <a:lnTo>
                    <a:pt x="6268" y="1131"/>
                  </a:lnTo>
                  <a:lnTo>
                    <a:pt x="6268" y="377"/>
                  </a:lnTo>
                  <a:lnTo>
                    <a:pt x="6221" y="236"/>
                  </a:lnTo>
                  <a:lnTo>
                    <a:pt x="6174" y="142"/>
                  </a:lnTo>
                  <a:lnTo>
                    <a:pt x="6032" y="47"/>
                  </a:lnTo>
                  <a:lnTo>
                    <a:pt x="589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21"/>
            <p:cNvSpPr/>
            <p:nvPr/>
          </p:nvSpPr>
          <p:spPr>
            <a:xfrm>
              <a:off x="7123875" y="3406450"/>
              <a:ext cx="35350" cy="37725"/>
            </a:xfrm>
            <a:custGeom>
              <a:rect b="b" l="l" r="r" t="t"/>
              <a:pathLst>
                <a:path extrusionOk="0" h="1509" w="1414">
                  <a:moveTo>
                    <a:pt x="1414" y="0"/>
                  </a:moveTo>
                  <a:lnTo>
                    <a:pt x="0" y="1508"/>
                  </a:lnTo>
                  <a:lnTo>
                    <a:pt x="1414" y="1508"/>
                  </a:lnTo>
                  <a:lnTo>
                    <a:pt x="1414" y="1461"/>
                  </a:lnTo>
                  <a:lnTo>
                    <a:pt x="141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21"/>
            <p:cNvSpPr/>
            <p:nvPr/>
          </p:nvSpPr>
          <p:spPr>
            <a:xfrm>
              <a:off x="7325325" y="3591400"/>
              <a:ext cx="10625" cy="18875"/>
            </a:xfrm>
            <a:custGeom>
              <a:rect b="b" l="l" r="r" t="t"/>
              <a:pathLst>
                <a:path extrusionOk="0" h="755" w="425">
                  <a:moveTo>
                    <a:pt x="424" y="1"/>
                  </a:moveTo>
                  <a:lnTo>
                    <a:pt x="0" y="95"/>
                  </a:lnTo>
                  <a:lnTo>
                    <a:pt x="0" y="755"/>
                  </a:lnTo>
                  <a:lnTo>
                    <a:pt x="424" y="755"/>
                  </a:lnTo>
                  <a:lnTo>
                    <a:pt x="42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21"/>
            <p:cNvSpPr/>
            <p:nvPr/>
          </p:nvSpPr>
          <p:spPr>
            <a:xfrm>
              <a:off x="7264050" y="3473600"/>
              <a:ext cx="103700" cy="103700"/>
            </a:xfrm>
            <a:custGeom>
              <a:rect b="b" l="l" r="r" t="t"/>
              <a:pathLst>
                <a:path extrusionOk="0" h="4148" w="4148">
                  <a:moveTo>
                    <a:pt x="2781" y="1273"/>
                  </a:moveTo>
                  <a:lnTo>
                    <a:pt x="2922" y="1320"/>
                  </a:lnTo>
                  <a:lnTo>
                    <a:pt x="3017" y="1367"/>
                  </a:lnTo>
                  <a:lnTo>
                    <a:pt x="3111" y="1508"/>
                  </a:lnTo>
                  <a:lnTo>
                    <a:pt x="3158" y="1650"/>
                  </a:lnTo>
                  <a:lnTo>
                    <a:pt x="3111" y="1744"/>
                  </a:lnTo>
                  <a:lnTo>
                    <a:pt x="3017" y="1885"/>
                  </a:lnTo>
                  <a:lnTo>
                    <a:pt x="2121" y="2781"/>
                  </a:lnTo>
                  <a:lnTo>
                    <a:pt x="2027" y="2828"/>
                  </a:lnTo>
                  <a:lnTo>
                    <a:pt x="1933" y="2875"/>
                  </a:lnTo>
                  <a:lnTo>
                    <a:pt x="1791" y="2875"/>
                  </a:lnTo>
                  <a:lnTo>
                    <a:pt x="1697" y="2781"/>
                  </a:lnTo>
                  <a:lnTo>
                    <a:pt x="1132" y="2356"/>
                  </a:lnTo>
                  <a:lnTo>
                    <a:pt x="1037" y="2215"/>
                  </a:lnTo>
                  <a:lnTo>
                    <a:pt x="1037" y="2074"/>
                  </a:lnTo>
                  <a:lnTo>
                    <a:pt x="1037" y="1979"/>
                  </a:lnTo>
                  <a:lnTo>
                    <a:pt x="1132" y="1838"/>
                  </a:lnTo>
                  <a:lnTo>
                    <a:pt x="1226" y="1791"/>
                  </a:lnTo>
                  <a:lnTo>
                    <a:pt x="1320" y="1744"/>
                  </a:lnTo>
                  <a:lnTo>
                    <a:pt x="1462" y="1744"/>
                  </a:lnTo>
                  <a:lnTo>
                    <a:pt x="1603" y="1838"/>
                  </a:lnTo>
                  <a:lnTo>
                    <a:pt x="1886" y="2074"/>
                  </a:lnTo>
                  <a:lnTo>
                    <a:pt x="2545" y="1367"/>
                  </a:lnTo>
                  <a:lnTo>
                    <a:pt x="2687" y="1320"/>
                  </a:lnTo>
                  <a:lnTo>
                    <a:pt x="2781" y="1273"/>
                  </a:lnTo>
                  <a:close/>
                  <a:moveTo>
                    <a:pt x="2074" y="0"/>
                  </a:moveTo>
                  <a:lnTo>
                    <a:pt x="1650" y="47"/>
                  </a:lnTo>
                  <a:lnTo>
                    <a:pt x="1273" y="189"/>
                  </a:lnTo>
                  <a:lnTo>
                    <a:pt x="943" y="377"/>
                  </a:lnTo>
                  <a:lnTo>
                    <a:pt x="613" y="613"/>
                  </a:lnTo>
                  <a:lnTo>
                    <a:pt x="378" y="943"/>
                  </a:lnTo>
                  <a:lnTo>
                    <a:pt x="189" y="1273"/>
                  </a:lnTo>
                  <a:lnTo>
                    <a:pt x="48" y="1650"/>
                  </a:lnTo>
                  <a:lnTo>
                    <a:pt x="1" y="2074"/>
                  </a:lnTo>
                  <a:lnTo>
                    <a:pt x="48" y="2356"/>
                  </a:lnTo>
                  <a:lnTo>
                    <a:pt x="95" y="2639"/>
                  </a:lnTo>
                  <a:lnTo>
                    <a:pt x="142" y="2733"/>
                  </a:lnTo>
                  <a:lnTo>
                    <a:pt x="236" y="3016"/>
                  </a:lnTo>
                  <a:lnTo>
                    <a:pt x="425" y="3299"/>
                  </a:lnTo>
                  <a:lnTo>
                    <a:pt x="613" y="3535"/>
                  </a:lnTo>
                  <a:lnTo>
                    <a:pt x="849" y="3770"/>
                  </a:lnTo>
                  <a:lnTo>
                    <a:pt x="1132" y="3911"/>
                  </a:lnTo>
                  <a:lnTo>
                    <a:pt x="1414" y="4053"/>
                  </a:lnTo>
                  <a:lnTo>
                    <a:pt x="1744" y="4100"/>
                  </a:lnTo>
                  <a:lnTo>
                    <a:pt x="2074" y="4147"/>
                  </a:lnTo>
                  <a:lnTo>
                    <a:pt x="2545" y="4100"/>
                  </a:lnTo>
                  <a:lnTo>
                    <a:pt x="2969" y="3959"/>
                  </a:lnTo>
                  <a:lnTo>
                    <a:pt x="3346" y="3723"/>
                  </a:lnTo>
                  <a:lnTo>
                    <a:pt x="3629" y="3487"/>
                  </a:lnTo>
                  <a:lnTo>
                    <a:pt x="3865" y="3158"/>
                  </a:lnTo>
                  <a:lnTo>
                    <a:pt x="4006" y="2828"/>
                  </a:lnTo>
                  <a:lnTo>
                    <a:pt x="4100" y="2451"/>
                  </a:lnTo>
                  <a:lnTo>
                    <a:pt x="4148" y="2074"/>
                  </a:lnTo>
                  <a:lnTo>
                    <a:pt x="4100" y="1697"/>
                  </a:lnTo>
                  <a:lnTo>
                    <a:pt x="4006" y="1320"/>
                  </a:lnTo>
                  <a:lnTo>
                    <a:pt x="3865" y="990"/>
                  </a:lnTo>
                  <a:lnTo>
                    <a:pt x="3629" y="707"/>
                  </a:lnTo>
                  <a:lnTo>
                    <a:pt x="3346" y="424"/>
                  </a:lnTo>
                  <a:lnTo>
                    <a:pt x="2969" y="236"/>
                  </a:lnTo>
                  <a:lnTo>
                    <a:pt x="2545" y="95"/>
                  </a:lnTo>
                  <a:lnTo>
                    <a:pt x="207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21"/>
            <p:cNvSpPr/>
            <p:nvPr/>
          </p:nvSpPr>
          <p:spPr>
            <a:xfrm>
              <a:off x="7307650" y="3627925"/>
              <a:ext cx="17700" cy="36550"/>
            </a:xfrm>
            <a:custGeom>
              <a:rect b="b" l="l" r="r" t="t"/>
              <a:pathLst>
                <a:path extrusionOk="0" h="1462" w="708">
                  <a:moveTo>
                    <a:pt x="0" y="0"/>
                  </a:moveTo>
                  <a:lnTo>
                    <a:pt x="0" y="47"/>
                  </a:lnTo>
                  <a:lnTo>
                    <a:pt x="0" y="1414"/>
                  </a:lnTo>
                  <a:lnTo>
                    <a:pt x="0" y="1461"/>
                  </a:lnTo>
                  <a:lnTo>
                    <a:pt x="660" y="1461"/>
                  </a:lnTo>
                  <a:lnTo>
                    <a:pt x="707" y="1414"/>
                  </a:lnTo>
                  <a:lnTo>
                    <a:pt x="707" y="47"/>
                  </a:lnTo>
                  <a:lnTo>
                    <a:pt x="66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21"/>
            <p:cNvSpPr/>
            <p:nvPr/>
          </p:nvSpPr>
          <p:spPr>
            <a:xfrm>
              <a:off x="7110900" y="3441800"/>
              <a:ext cx="222675" cy="240325"/>
            </a:xfrm>
            <a:custGeom>
              <a:rect b="b" l="l" r="r" t="t"/>
              <a:pathLst>
                <a:path extrusionOk="0" h="9613" w="8907">
                  <a:moveTo>
                    <a:pt x="1697" y="2073"/>
                  </a:moveTo>
                  <a:lnTo>
                    <a:pt x="1792" y="2121"/>
                  </a:lnTo>
                  <a:lnTo>
                    <a:pt x="1886" y="2262"/>
                  </a:lnTo>
                  <a:lnTo>
                    <a:pt x="1886" y="2403"/>
                  </a:lnTo>
                  <a:lnTo>
                    <a:pt x="1886" y="2545"/>
                  </a:lnTo>
                  <a:lnTo>
                    <a:pt x="1792" y="2639"/>
                  </a:lnTo>
                  <a:lnTo>
                    <a:pt x="1697" y="2733"/>
                  </a:lnTo>
                  <a:lnTo>
                    <a:pt x="1415" y="2733"/>
                  </a:lnTo>
                  <a:lnTo>
                    <a:pt x="1320" y="2639"/>
                  </a:lnTo>
                  <a:lnTo>
                    <a:pt x="1226" y="2545"/>
                  </a:lnTo>
                  <a:lnTo>
                    <a:pt x="1226" y="2403"/>
                  </a:lnTo>
                  <a:lnTo>
                    <a:pt x="1273" y="2262"/>
                  </a:lnTo>
                  <a:lnTo>
                    <a:pt x="1320" y="2121"/>
                  </a:lnTo>
                  <a:lnTo>
                    <a:pt x="1462" y="2073"/>
                  </a:lnTo>
                  <a:close/>
                  <a:moveTo>
                    <a:pt x="1556" y="3723"/>
                  </a:moveTo>
                  <a:lnTo>
                    <a:pt x="1697" y="3770"/>
                  </a:lnTo>
                  <a:lnTo>
                    <a:pt x="1792" y="3817"/>
                  </a:lnTo>
                  <a:lnTo>
                    <a:pt x="1886" y="3911"/>
                  </a:lnTo>
                  <a:lnTo>
                    <a:pt x="1886" y="4053"/>
                  </a:lnTo>
                  <a:lnTo>
                    <a:pt x="1886" y="4194"/>
                  </a:lnTo>
                  <a:lnTo>
                    <a:pt x="1792" y="4335"/>
                  </a:lnTo>
                  <a:lnTo>
                    <a:pt x="1697" y="4382"/>
                  </a:lnTo>
                  <a:lnTo>
                    <a:pt x="1556" y="4430"/>
                  </a:lnTo>
                  <a:lnTo>
                    <a:pt x="1415" y="4382"/>
                  </a:lnTo>
                  <a:lnTo>
                    <a:pt x="1320" y="4335"/>
                  </a:lnTo>
                  <a:lnTo>
                    <a:pt x="1226" y="4194"/>
                  </a:lnTo>
                  <a:lnTo>
                    <a:pt x="1226" y="4053"/>
                  </a:lnTo>
                  <a:lnTo>
                    <a:pt x="1273" y="3911"/>
                  </a:lnTo>
                  <a:lnTo>
                    <a:pt x="1320" y="3817"/>
                  </a:lnTo>
                  <a:lnTo>
                    <a:pt x="1462" y="3770"/>
                  </a:lnTo>
                  <a:lnTo>
                    <a:pt x="1556" y="3723"/>
                  </a:lnTo>
                  <a:close/>
                  <a:moveTo>
                    <a:pt x="1697" y="5419"/>
                  </a:moveTo>
                  <a:lnTo>
                    <a:pt x="1792" y="5513"/>
                  </a:lnTo>
                  <a:lnTo>
                    <a:pt x="1886" y="5608"/>
                  </a:lnTo>
                  <a:lnTo>
                    <a:pt x="1886" y="5749"/>
                  </a:lnTo>
                  <a:lnTo>
                    <a:pt x="1886" y="5890"/>
                  </a:lnTo>
                  <a:lnTo>
                    <a:pt x="1792" y="5985"/>
                  </a:lnTo>
                  <a:lnTo>
                    <a:pt x="1697" y="6079"/>
                  </a:lnTo>
                  <a:lnTo>
                    <a:pt x="1415" y="6079"/>
                  </a:lnTo>
                  <a:lnTo>
                    <a:pt x="1320" y="5985"/>
                  </a:lnTo>
                  <a:lnTo>
                    <a:pt x="1226" y="5890"/>
                  </a:lnTo>
                  <a:lnTo>
                    <a:pt x="1226" y="5749"/>
                  </a:lnTo>
                  <a:lnTo>
                    <a:pt x="1273" y="5608"/>
                  </a:lnTo>
                  <a:lnTo>
                    <a:pt x="1320" y="5513"/>
                  </a:lnTo>
                  <a:lnTo>
                    <a:pt x="1462" y="5419"/>
                  </a:lnTo>
                  <a:close/>
                  <a:moveTo>
                    <a:pt x="5090" y="5419"/>
                  </a:moveTo>
                  <a:lnTo>
                    <a:pt x="5231" y="5513"/>
                  </a:lnTo>
                  <a:lnTo>
                    <a:pt x="5279" y="5608"/>
                  </a:lnTo>
                  <a:lnTo>
                    <a:pt x="5326" y="5749"/>
                  </a:lnTo>
                  <a:lnTo>
                    <a:pt x="5279" y="5890"/>
                  </a:lnTo>
                  <a:lnTo>
                    <a:pt x="5231" y="5985"/>
                  </a:lnTo>
                  <a:lnTo>
                    <a:pt x="5090" y="6079"/>
                  </a:lnTo>
                  <a:lnTo>
                    <a:pt x="2781" y="6079"/>
                  </a:lnTo>
                  <a:lnTo>
                    <a:pt x="2687" y="5985"/>
                  </a:lnTo>
                  <a:lnTo>
                    <a:pt x="2640" y="5890"/>
                  </a:lnTo>
                  <a:lnTo>
                    <a:pt x="2593" y="5749"/>
                  </a:lnTo>
                  <a:lnTo>
                    <a:pt x="2640" y="5608"/>
                  </a:lnTo>
                  <a:lnTo>
                    <a:pt x="2687" y="5513"/>
                  </a:lnTo>
                  <a:lnTo>
                    <a:pt x="2781" y="5419"/>
                  </a:lnTo>
                  <a:close/>
                  <a:moveTo>
                    <a:pt x="1556" y="7068"/>
                  </a:moveTo>
                  <a:lnTo>
                    <a:pt x="1697" y="7115"/>
                  </a:lnTo>
                  <a:lnTo>
                    <a:pt x="1792" y="7163"/>
                  </a:lnTo>
                  <a:lnTo>
                    <a:pt x="1886" y="7257"/>
                  </a:lnTo>
                  <a:lnTo>
                    <a:pt x="1886" y="7445"/>
                  </a:lnTo>
                  <a:lnTo>
                    <a:pt x="1886" y="7540"/>
                  </a:lnTo>
                  <a:lnTo>
                    <a:pt x="1792" y="7681"/>
                  </a:lnTo>
                  <a:lnTo>
                    <a:pt x="1697" y="7728"/>
                  </a:lnTo>
                  <a:lnTo>
                    <a:pt x="1556" y="7775"/>
                  </a:lnTo>
                  <a:lnTo>
                    <a:pt x="1415" y="7728"/>
                  </a:lnTo>
                  <a:lnTo>
                    <a:pt x="1320" y="7681"/>
                  </a:lnTo>
                  <a:lnTo>
                    <a:pt x="1226" y="7540"/>
                  </a:lnTo>
                  <a:lnTo>
                    <a:pt x="1226" y="7445"/>
                  </a:lnTo>
                  <a:lnTo>
                    <a:pt x="1273" y="7257"/>
                  </a:lnTo>
                  <a:lnTo>
                    <a:pt x="1320" y="7163"/>
                  </a:lnTo>
                  <a:lnTo>
                    <a:pt x="1462" y="7115"/>
                  </a:lnTo>
                  <a:lnTo>
                    <a:pt x="1556" y="7068"/>
                  </a:lnTo>
                  <a:close/>
                  <a:moveTo>
                    <a:pt x="4242" y="7068"/>
                  </a:moveTo>
                  <a:lnTo>
                    <a:pt x="4383" y="7115"/>
                  </a:lnTo>
                  <a:lnTo>
                    <a:pt x="4477" y="7210"/>
                  </a:lnTo>
                  <a:lnTo>
                    <a:pt x="4572" y="7304"/>
                  </a:lnTo>
                  <a:lnTo>
                    <a:pt x="4572" y="7445"/>
                  </a:lnTo>
                  <a:lnTo>
                    <a:pt x="4572" y="7540"/>
                  </a:lnTo>
                  <a:lnTo>
                    <a:pt x="4477" y="7634"/>
                  </a:lnTo>
                  <a:lnTo>
                    <a:pt x="4383" y="7728"/>
                  </a:lnTo>
                  <a:lnTo>
                    <a:pt x="4242" y="7775"/>
                  </a:lnTo>
                  <a:lnTo>
                    <a:pt x="2922" y="7775"/>
                  </a:lnTo>
                  <a:lnTo>
                    <a:pt x="2781" y="7728"/>
                  </a:lnTo>
                  <a:lnTo>
                    <a:pt x="2687" y="7634"/>
                  </a:lnTo>
                  <a:lnTo>
                    <a:pt x="2640" y="7540"/>
                  </a:lnTo>
                  <a:lnTo>
                    <a:pt x="2593" y="7445"/>
                  </a:lnTo>
                  <a:lnTo>
                    <a:pt x="2640" y="7304"/>
                  </a:lnTo>
                  <a:lnTo>
                    <a:pt x="2687" y="7210"/>
                  </a:lnTo>
                  <a:lnTo>
                    <a:pt x="2781" y="7115"/>
                  </a:lnTo>
                  <a:lnTo>
                    <a:pt x="2922" y="7068"/>
                  </a:lnTo>
                  <a:close/>
                  <a:moveTo>
                    <a:pt x="2640" y="0"/>
                  </a:moveTo>
                  <a:lnTo>
                    <a:pt x="2640" y="471"/>
                  </a:lnTo>
                  <a:lnTo>
                    <a:pt x="2593" y="613"/>
                  </a:lnTo>
                  <a:lnTo>
                    <a:pt x="2545" y="707"/>
                  </a:lnTo>
                  <a:lnTo>
                    <a:pt x="2451" y="754"/>
                  </a:lnTo>
                  <a:lnTo>
                    <a:pt x="2310" y="801"/>
                  </a:lnTo>
                  <a:lnTo>
                    <a:pt x="1" y="801"/>
                  </a:lnTo>
                  <a:lnTo>
                    <a:pt x="1" y="9236"/>
                  </a:lnTo>
                  <a:lnTo>
                    <a:pt x="1" y="9377"/>
                  </a:lnTo>
                  <a:lnTo>
                    <a:pt x="95" y="9519"/>
                  </a:lnTo>
                  <a:lnTo>
                    <a:pt x="189" y="9566"/>
                  </a:lnTo>
                  <a:lnTo>
                    <a:pt x="331" y="9613"/>
                  </a:lnTo>
                  <a:lnTo>
                    <a:pt x="7493" y="9613"/>
                  </a:lnTo>
                  <a:lnTo>
                    <a:pt x="7399" y="9566"/>
                  </a:lnTo>
                  <a:lnTo>
                    <a:pt x="7258" y="9519"/>
                  </a:lnTo>
                  <a:lnTo>
                    <a:pt x="7211" y="9424"/>
                  </a:lnTo>
                  <a:lnTo>
                    <a:pt x="7163" y="9283"/>
                  </a:lnTo>
                  <a:lnTo>
                    <a:pt x="7163" y="7068"/>
                  </a:lnTo>
                  <a:lnTo>
                    <a:pt x="7211" y="6927"/>
                  </a:lnTo>
                  <a:lnTo>
                    <a:pt x="7258" y="6833"/>
                  </a:lnTo>
                  <a:lnTo>
                    <a:pt x="7399" y="6739"/>
                  </a:lnTo>
                  <a:lnTo>
                    <a:pt x="7870" y="6739"/>
                  </a:lnTo>
                  <a:lnTo>
                    <a:pt x="7870" y="6079"/>
                  </a:lnTo>
                  <a:lnTo>
                    <a:pt x="7493" y="6032"/>
                  </a:lnTo>
                  <a:lnTo>
                    <a:pt x="7163" y="5890"/>
                  </a:lnTo>
                  <a:lnTo>
                    <a:pt x="6834" y="5749"/>
                  </a:lnTo>
                  <a:lnTo>
                    <a:pt x="6551" y="5560"/>
                  </a:lnTo>
                  <a:lnTo>
                    <a:pt x="6268" y="5325"/>
                  </a:lnTo>
                  <a:lnTo>
                    <a:pt x="6033" y="5042"/>
                  </a:lnTo>
                  <a:lnTo>
                    <a:pt x="5844" y="4759"/>
                  </a:lnTo>
                  <a:lnTo>
                    <a:pt x="5656" y="4430"/>
                  </a:lnTo>
                  <a:lnTo>
                    <a:pt x="2970" y="4430"/>
                  </a:lnTo>
                  <a:lnTo>
                    <a:pt x="2781" y="4382"/>
                  </a:lnTo>
                  <a:lnTo>
                    <a:pt x="2687" y="4288"/>
                  </a:lnTo>
                  <a:lnTo>
                    <a:pt x="2640" y="4194"/>
                  </a:lnTo>
                  <a:lnTo>
                    <a:pt x="2593" y="4053"/>
                  </a:lnTo>
                  <a:lnTo>
                    <a:pt x="2640" y="3958"/>
                  </a:lnTo>
                  <a:lnTo>
                    <a:pt x="2687" y="3864"/>
                  </a:lnTo>
                  <a:lnTo>
                    <a:pt x="2781" y="3770"/>
                  </a:lnTo>
                  <a:lnTo>
                    <a:pt x="2922" y="3723"/>
                  </a:lnTo>
                  <a:lnTo>
                    <a:pt x="5467" y="3723"/>
                  </a:lnTo>
                  <a:lnTo>
                    <a:pt x="5467" y="3251"/>
                  </a:lnTo>
                  <a:lnTo>
                    <a:pt x="5514" y="2733"/>
                  </a:lnTo>
                  <a:lnTo>
                    <a:pt x="2781" y="2733"/>
                  </a:lnTo>
                  <a:lnTo>
                    <a:pt x="2687" y="2639"/>
                  </a:lnTo>
                  <a:lnTo>
                    <a:pt x="2640" y="2545"/>
                  </a:lnTo>
                  <a:lnTo>
                    <a:pt x="2593" y="2403"/>
                  </a:lnTo>
                  <a:lnTo>
                    <a:pt x="2640" y="2262"/>
                  </a:lnTo>
                  <a:lnTo>
                    <a:pt x="2687" y="2168"/>
                  </a:lnTo>
                  <a:lnTo>
                    <a:pt x="2781" y="2073"/>
                  </a:lnTo>
                  <a:lnTo>
                    <a:pt x="5750" y="2073"/>
                  </a:lnTo>
                  <a:lnTo>
                    <a:pt x="6033" y="1649"/>
                  </a:lnTo>
                  <a:lnTo>
                    <a:pt x="6315" y="1319"/>
                  </a:lnTo>
                  <a:lnTo>
                    <a:pt x="6692" y="1037"/>
                  </a:lnTo>
                  <a:lnTo>
                    <a:pt x="7069" y="848"/>
                  </a:lnTo>
                  <a:lnTo>
                    <a:pt x="7540" y="660"/>
                  </a:lnTo>
                  <a:lnTo>
                    <a:pt x="7965" y="613"/>
                  </a:lnTo>
                  <a:lnTo>
                    <a:pt x="8436" y="613"/>
                  </a:lnTo>
                  <a:lnTo>
                    <a:pt x="8907" y="660"/>
                  </a:lnTo>
                  <a:lnTo>
                    <a:pt x="890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4" name="Google Shape;1864;p21"/>
          <p:cNvGrpSpPr/>
          <p:nvPr/>
        </p:nvGrpSpPr>
        <p:grpSpPr>
          <a:xfrm>
            <a:off x="1000125" y="4053575"/>
            <a:ext cx="285100" cy="286275"/>
            <a:chOff x="238125" y="4129775"/>
            <a:chExt cx="285100" cy="286275"/>
          </a:xfrm>
        </p:grpSpPr>
        <p:sp>
          <p:nvSpPr>
            <p:cNvPr id="1865" name="Google Shape;1865;p21"/>
            <p:cNvSpPr/>
            <p:nvPr/>
          </p:nvSpPr>
          <p:spPr>
            <a:xfrm>
              <a:off x="238125" y="4292350"/>
              <a:ext cx="53025" cy="53025"/>
            </a:xfrm>
            <a:custGeom>
              <a:rect b="b" l="l" r="r" t="t"/>
              <a:pathLst>
                <a:path extrusionOk="0" h="2121" w="2121">
                  <a:moveTo>
                    <a:pt x="1037" y="0"/>
                  </a:moveTo>
                  <a:lnTo>
                    <a:pt x="848" y="47"/>
                  </a:lnTo>
                  <a:lnTo>
                    <a:pt x="660" y="94"/>
                  </a:lnTo>
                  <a:lnTo>
                    <a:pt x="471" y="189"/>
                  </a:lnTo>
                  <a:lnTo>
                    <a:pt x="283" y="330"/>
                  </a:lnTo>
                  <a:lnTo>
                    <a:pt x="188" y="471"/>
                  </a:lnTo>
                  <a:lnTo>
                    <a:pt x="94" y="660"/>
                  </a:lnTo>
                  <a:lnTo>
                    <a:pt x="0" y="848"/>
                  </a:lnTo>
                  <a:lnTo>
                    <a:pt x="0" y="1084"/>
                  </a:lnTo>
                  <a:lnTo>
                    <a:pt x="47" y="1320"/>
                  </a:lnTo>
                  <a:lnTo>
                    <a:pt x="94" y="1555"/>
                  </a:lnTo>
                  <a:lnTo>
                    <a:pt x="188" y="1744"/>
                  </a:lnTo>
                  <a:lnTo>
                    <a:pt x="330" y="1885"/>
                  </a:lnTo>
                  <a:lnTo>
                    <a:pt x="518" y="1979"/>
                  </a:lnTo>
                  <a:lnTo>
                    <a:pt x="660" y="2074"/>
                  </a:lnTo>
                  <a:lnTo>
                    <a:pt x="848" y="2121"/>
                  </a:lnTo>
                  <a:lnTo>
                    <a:pt x="1272" y="2121"/>
                  </a:lnTo>
                  <a:lnTo>
                    <a:pt x="1461" y="2074"/>
                  </a:lnTo>
                  <a:lnTo>
                    <a:pt x="1602" y="1979"/>
                  </a:lnTo>
                  <a:lnTo>
                    <a:pt x="1791" y="1885"/>
                  </a:lnTo>
                  <a:lnTo>
                    <a:pt x="1932" y="1744"/>
                  </a:lnTo>
                  <a:lnTo>
                    <a:pt x="2026" y="1555"/>
                  </a:lnTo>
                  <a:lnTo>
                    <a:pt x="2073" y="1320"/>
                  </a:lnTo>
                  <a:lnTo>
                    <a:pt x="2121" y="1084"/>
                  </a:lnTo>
                  <a:lnTo>
                    <a:pt x="2121" y="848"/>
                  </a:lnTo>
                  <a:lnTo>
                    <a:pt x="2026" y="660"/>
                  </a:lnTo>
                  <a:lnTo>
                    <a:pt x="1932" y="471"/>
                  </a:lnTo>
                  <a:lnTo>
                    <a:pt x="1791" y="330"/>
                  </a:lnTo>
                  <a:lnTo>
                    <a:pt x="1649" y="189"/>
                  </a:lnTo>
                  <a:lnTo>
                    <a:pt x="1461" y="94"/>
                  </a:lnTo>
                  <a:lnTo>
                    <a:pt x="1272" y="47"/>
                  </a:lnTo>
                  <a:lnTo>
                    <a:pt x="103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21"/>
            <p:cNvSpPr/>
            <p:nvPr/>
          </p:nvSpPr>
          <p:spPr>
            <a:xfrm>
              <a:off x="338250" y="4208700"/>
              <a:ext cx="97800" cy="96625"/>
            </a:xfrm>
            <a:custGeom>
              <a:rect b="b" l="l" r="r" t="t"/>
              <a:pathLst>
                <a:path extrusionOk="0" h="3865" w="3912">
                  <a:moveTo>
                    <a:pt x="1932" y="1"/>
                  </a:moveTo>
                  <a:lnTo>
                    <a:pt x="1555" y="48"/>
                  </a:lnTo>
                  <a:lnTo>
                    <a:pt x="1178" y="142"/>
                  </a:lnTo>
                  <a:lnTo>
                    <a:pt x="849" y="330"/>
                  </a:lnTo>
                  <a:lnTo>
                    <a:pt x="566" y="566"/>
                  </a:lnTo>
                  <a:lnTo>
                    <a:pt x="330" y="849"/>
                  </a:lnTo>
                  <a:lnTo>
                    <a:pt x="142" y="1179"/>
                  </a:lnTo>
                  <a:lnTo>
                    <a:pt x="48" y="1556"/>
                  </a:lnTo>
                  <a:lnTo>
                    <a:pt x="0" y="1933"/>
                  </a:lnTo>
                  <a:lnTo>
                    <a:pt x="48" y="2404"/>
                  </a:lnTo>
                  <a:lnTo>
                    <a:pt x="189" y="2781"/>
                  </a:lnTo>
                  <a:lnTo>
                    <a:pt x="377" y="3111"/>
                  </a:lnTo>
                  <a:lnTo>
                    <a:pt x="660" y="3393"/>
                  </a:lnTo>
                  <a:lnTo>
                    <a:pt x="943" y="3629"/>
                  </a:lnTo>
                  <a:lnTo>
                    <a:pt x="1273" y="3770"/>
                  </a:lnTo>
                  <a:lnTo>
                    <a:pt x="1603" y="3865"/>
                  </a:lnTo>
                  <a:lnTo>
                    <a:pt x="2309" y="3865"/>
                  </a:lnTo>
                  <a:lnTo>
                    <a:pt x="2639" y="3770"/>
                  </a:lnTo>
                  <a:lnTo>
                    <a:pt x="2969" y="3629"/>
                  </a:lnTo>
                  <a:lnTo>
                    <a:pt x="3252" y="3393"/>
                  </a:lnTo>
                  <a:lnTo>
                    <a:pt x="3487" y="3111"/>
                  </a:lnTo>
                  <a:lnTo>
                    <a:pt x="3723" y="2781"/>
                  </a:lnTo>
                  <a:lnTo>
                    <a:pt x="3817" y="2404"/>
                  </a:lnTo>
                  <a:lnTo>
                    <a:pt x="3912" y="1933"/>
                  </a:lnTo>
                  <a:lnTo>
                    <a:pt x="3864" y="1556"/>
                  </a:lnTo>
                  <a:lnTo>
                    <a:pt x="3723" y="1179"/>
                  </a:lnTo>
                  <a:lnTo>
                    <a:pt x="3582" y="849"/>
                  </a:lnTo>
                  <a:lnTo>
                    <a:pt x="3346" y="566"/>
                  </a:lnTo>
                  <a:lnTo>
                    <a:pt x="3016" y="330"/>
                  </a:lnTo>
                  <a:lnTo>
                    <a:pt x="2686" y="142"/>
                  </a:lnTo>
                  <a:lnTo>
                    <a:pt x="2357" y="48"/>
                  </a:lnTo>
                  <a:lnTo>
                    <a:pt x="193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21"/>
            <p:cNvSpPr/>
            <p:nvPr/>
          </p:nvSpPr>
          <p:spPr>
            <a:xfrm>
              <a:off x="471375" y="4129775"/>
              <a:ext cx="51850" cy="53025"/>
            </a:xfrm>
            <a:custGeom>
              <a:rect b="b" l="l" r="r" t="t"/>
              <a:pathLst>
                <a:path extrusionOk="0" h="2121" w="2074">
                  <a:moveTo>
                    <a:pt x="1037" y="0"/>
                  </a:moveTo>
                  <a:lnTo>
                    <a:pt x="848" y="47"/>
                  </a:lnTo>
                  <a:lnTo>
                    <a:pt x="660" y="95"/>
                  </a:lnTo>
                  <a:lnTo>
                    <a:pt x="471" y="189"/>
                  </a:lnTo>
                  <a:lnTo>
                    <a:pt x="283" y="330"/>
                  </a:lnTo>
                  <a:lnTo>
                    <a:pt x="189" y="472"/>
                  </a:lnTo>
                  <a:lnTo>
                    <a:pt x="94" y="660"/>
                  </a:lnTo>
                  <a:lnTo>
                    <a:pt x="0" y="849"/>
                  </a:lnTo>
                  <a:lnTo>
                    <a:pt x="0" y="1084"/>
                  </a:lnTo>
                  <a:lnTo>
                    <a:pt x="47" y="1320"/>
                  </a:lnTo>
                  <a:lnTo>
                    <a:pt x="94" y="1508"/>
                  </a:lnTo>
                  <a:lnTo>
                    <a:pt x="189" y="1697"/>
                  </a:lnTo>
                  <a:lnTo>
                    <a:pt x="330" y="1838"/>
                  </a:lnTo>
                  <a:lnTo>
                    <a:pt x="519" y="1979"/>
                  </a:lnTo>
                  <a:lnTo>
                    <a:pt x="660" y="2027"/>
                  </a:lnTo>
                  <a:lnTo>
                    <a:pt x="848" y="2074"/>
                  </a:lnTo>
                  <a:lnTo>
                    <a:pt x="1037" y="2121"/>
                  </a:lnTo>
                  <a:lnTo>
                    <a:pt x="1225" y="2074"/>
                  </a:lnTo>
                  <a:lnTo>
                    <a:pt x="1414" y="2027"/>
                  </a:lnTo>
                  <a:lnTo>
                    <a:pt x="1602" y="1979"/>
                  </a:lnTo>
                  <a:lnTo>
                    <a:pt x="1744" y="1838"/>
                  </a:lnTo>
                  <a:lnTo>
                    <a:pt x="1885" y="1697"/>
                  </a:lnTo>
                  <a:lnTo>
                    <a:pt x="1979" y="1508"/>
                  </a:lnTo>
                  <a:lnTo>
                    <a:pt x="2074" y="1320"/>
                  </a:lnTo>
                  <a:lnTo>
                    <a:pt x="2074" y="1084"/>
                  </a:lnTo>
                  <a:lnTo>
                    <a:pt x="2074" y="849"/>
                  </a:lnTo>
                  <a:lnTo>
                    <a:pt x="2026" y="660"/>
                  </a:lnTo>
                  <a:lnTo>
                    <a:pt x="1932" y="472"/>
                  </a:lnTo>
                  <a:lnTo>
                    <a:pt x="1791" y="330"/>
                  </a:lnTo>
                  <a:lnTo>
                    <a:pt x="1650" y="189"/>
                  </a:lnTo>
                  <a:lnTo>
                    <a:pt x="1461" y="95"/>
                  </a:lnTo>
                  <a:lnTo>
                    <a:pt x="1273" y="47"/>
                  </a:lnTo>
                  <a:lnTo>
                    <a:pt x="103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21"/>
            <p:cNvSpPr/>
            <p:nvPr/>
          </p:nvSpPr>
          <p:spPr>
            <a:xfrm>
              <a:off x="487850" y="4293525"/>
              <a:ext cx="35375" cy="36550"/>
            </a:xfrm>
            <a:custGeom>
              <a:rect b="b" l="l" r="r" t="t"/>
              <a:pathLst>
                <a:path extrusionOk="0" h="1462" w="1415">
                  <a:moveTo>
                    <a:pt x="519" y="0"/>
                  </a:moveTo>
                  <a:lnTo>
                    <a:pt x="378" y="47"/>
                  </a:lnTo>
                  <a:lnTo>
                    <a:pt x="284" y="142"/>
                  </a:lnTo>
                  <a:lnTo>
                    <a:pt x="142" y="236"/>
                  </a:lnTo>
                  <a:lnTo>
                    <a:pt x="48" y="472"/>
                  </a:lnTo>
                  <a:lnTo>
                    <a:pt x="1" y="707"/>
                  </a:lnTo>
                  <a:lnTo>
                    <a:pt x="48" y="990"/>
                  </a:lnTo>
                  <a:lnTo>
                    <a:pt x="142" y="1225"/>
                  </a:lnTo>
                  <a:lnTo>
                    <a:pt x="284" y="1320"/>
                  </a:lnTo>
                  <a:lnTo>
                    <a:pt x="378" y="1367"/>
                  </a:lnTo>
                  <a:lnTo>
                    <a:pt x="519" y="1414"/>
                  </a:lnTo>
                  <a:lnTo>
                    <a:pt x="708" y="1461"/>
                  </a:lnTo>
                  <a:lnTo>
                    <a:pt x="849" y="1414"/>
                  </a:lnTo>
                  <a:lnTo>
                    <a:pt x="991" y="1367"/>
                  </a:lnTo>
                  <a:lnTo>
                    <a:pt x="1226" y="1225"/>
                  </a:lnTo>
                  <a:lnTo>
                    <a:pt x="1367" y="990"/>
                  </a:lnTo>
                  <a:lnTo>
                    <a:pt x="1415" y="849"/>
                  </a:lnTo>
                  <a:lnTo>
                    <a:pt x="1415" y="707"/>
                  </a:lnTo>
                  <a:lnTo>
                    <a:pt x="1415" y="566"/>
                  </a:lnTo>
                  <a:lnTo>
                    <a:pt x="1367" y="424"/>
                  </a:lnTo>
                  <a:lnTo>
                    <a:pt x="1226" y="189"/>
                  </a:lnTo>
                  <a:lnTo>
                    <a:pt x="991" y="47"/>
                  </a:lnTo>
                  <a:lnTo>
                    <a:pt x="84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21"/>
            <p:cNvSpPr/>
            <p:nvPr/>
          </p:nvSpPr>
          <p:spPr>
            <a:xfrm>
              <a:off x="427775" y="4178075"/>
              <a:ext cx="43625" cy="40075"/>
            </a:xfrm>
            <a:custGeom>
              <a:rect b="b" l="l" r="r" t="t"/>
              <a:pathLst>
                <a:path extrusionOk="0" h="1603" w="1745">
                  <a:moveTo>
                    <a:pt x="1273" y="0"/>
                  </a:moveTo>
                  <a:lnTo>
                    <a:pt x="1" y="1084"/>
                  </a:lnTo>
                  <a:lnTo>
                    <a:pt x="236" y="1273"/>
                  </a:lnTo>
                  <a:lnTo>
                    <a:pt x="519" y="1602"/>
                  </a:lnTo>
                  <a:lnTo>
                    <a:pt x="1744" y="566"/>
                  </a:lnTo>
                  <a:lnTo>
                    <a:pt x="1461" y="330"/>
                  </a:lnTo>
                  <a:lnTo>
                    <a:pt x="127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21"/>
            <p:cNvSpPr/>
            <p:nvPr/>
          </p:nvSpPr>
          <p:spPr>
            <a:xfrm>
              <a:off x="282875" y="4167475"/>
              <a:ext cx="58925" cy="54200"/>
            </a:xfrm>
            <a:custGeom>
              <a:rect b="b" l="l" r="r" t="t"/>
              <a:pathLst>
                <a:path extrusionOk="0" h="2168" w="2357">
                  <a:moveTo>
                    <a:pt x="425" y="0"/>
                  </a:moveTo>
                  <a:lnTo>
                    <a:pt x="236" y="330"/>
                  </a:lnTo>
                  <a:lnTo>
                    <a:pt x="1" y="566"/>
                  </a:lnTo>
                  <a:lnTo>
                    <a:pt x="1933" y="2168"/>
                  </a:lnTo>
                  <a:lnTo>
                    <a:pt x="2074" y="1932"/>
                  </a:lnTo>
                  <a:lnTo>
                    <a:pt x="2263" y="1697"/>
                  </a:lnTo>
                  <a:lnTo>
                    <a:pt x="2357" y="1650"/>
                  </a:lnTo>
                  <a:lnTo>
                    <a:pt x="42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21"/>
            <p:cNvSpPr/>
            <p:nvPr/>
          </p:nvSpPr>
          <p:spPr>
            <a:xfrm>
              <a:off x="368875" y="4321800"/>
              <a:ext cx="20050" cy="34175"/>
            </a:xfrm>
            <a:custGeom>
              <a:rect b="b" l="l" r="r" t="t"/>
              <a:pathLst>
                <a:path extrusionOk="0" h="1367" w="802">
                  <a:moveTo>
                    <a:pt x="48" y="0"/>
                  </a:moveTo>
                  <a:lnTo>
                    <a:pt x="1" y="1320"/>
                  </a:lnTo>
                  <a:lnTo>
                    <a:pt x="378" y="1320"/>
                  </a:lnTo>
                  <a:lnTo>
                    <a:pt x="707" y="1367"/>
                  </a:lnTo>
                  <a:lnTo>
                    <a:pt x="802" y="94"/>
                  </a:lnTo>
                  <a:lnTo>
                    <a:pt x="425" y="47"/>
                  </a:lnTo>
                  <a:lnTo>
                    <a:pt x="4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21"/>
            <p:cNvSpPr/>
            <p:nvPr/>
          </p:nvSpPr>
          <p:spPr>
            <a:xfrm>
              <a:off x="444275" y="4274675"/>
              <a:ext cx="34175" cy="28300"/>
            </a:xfrm>
            <a:custGeom>
              <a:rect b="b" l="l" r="r" t="t"/>
              <a:pathLst>
                <a:path extrusionOk="0" h="1132" w="1367">
                  <a:moveTo>
                    <a:pt x="283" y="0"/>
                  </a:moveTo>
                  <a:lnTo>
                    <a:pt x="142" y="330"/>
                  </a:lnTo>
                  <a:lnTo>
                    <a:pt x="0" y="660"/>
                  </a:lnTo>
                  <a:lnTo>
                    <a:pt x="1037" y="1131"/>
                  </a:lnTo>
                  <a:lnTo>
                    <a:pt x="1178" y="801"/>
                  </a:lnTo>
                  <a:lnTo>
                    <a:pt x="1367" y="519"/>
                  </a:lnTo>
                  <a:lnTo>
                    <a:pt x="28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21"/>
            <p:cNvSpPr/>
            <p:nvPr/>
          </p:nvSpPr>
          <p:spPr>
            <a:xfrm>
              <a:off x="238125" y="4129775"/>
              <a:ext cx="41250" cy="42425"/>
            </a:xfrm>
            <a:custGeom>
              <a:rect b="b" l="l" r="r" t="t"/>
              <a:pathLst>
                <a:path extrusionOk="0" h="1697" w="1650">
                  <a:moveTo>
                    <a:pt x="848" y="0"/>
                  </a:moveTo>
                  <a:lnTo>
                    <a:pt x="660" y="47"/>
                  </a:lnTo>
                  <a:lnTo>
                    <a:pt x="518" y="95"/>
                  </a:lnTo>
                  <a:lnTo>
                    <a:pt x="377" y="142"/>
                  </a:lnTo>
                  <a:lnTo>
                    <a:pt x="236" y="283"/>
                  </a:lnTo>
                  <a:lnTo>
                    <a:pt x="141" y="377"/>
                  </a:lnTo>
                  <a:lnTo>
                    <a:pt x="47" y="519"/>
                  </a:lnTo>
                  <a:lnTo>
                    <a:pt x="0" y="707"/>
                  </a:lnTo>
                  <a:lnTo>
                    <a:pt x="0" y="849"/>
                  </a:lnTo>
                  <a:lnTo>
                    <a:pt x="0" y="1037"/>
                  </a:lnTo>
                  <a:lnTo>
                    <a:pt x="47" y="1178"/>
                  </a:lnTo>
                  <a:lnTo>
                    <a:pt x="141" y="1320"/>
                  </a:lnTo>
                  <a:lnTo>
                    <a:pt x="236" y="1461"/>
                  </a:lnTo>
                  <a:lnTo>
                    <a:pt x="377" y="1555"/>
                  </a:lnTo>
                  <a:lnTo>
                    <a:pt x="518" y="1650"/>
                  </a:lnTo>
                  <a:lnTo>
                    <a:pt x="660" y="1697"/>
                  </a:lnTo>
                  <a:lnTo>
                    <a:pt x="848" y="1697"/>
                  </a:lnTo>
                  <a:lnTo>
                    <a:pt x="1037" y="1650"/>
                  </a:lnTo>
                  <a:lnTo>
                    <a:pt x="1178" y="1602"/>
                  </a:lnTo>
                  <a:lnTo>
                    <a:pt x="1367" y="1508"/>
                  </a:lnTo>
                  <a:lnTo>
                    <a:pt x="1461" y="1414"/>
                  </a:lnTo>
                  <a:lnTo>
                    <a:pt x="1555" y="1320"/>
                  </a:lnTo>
                  <a:lnTo>
                    <a:pt x="1602" y="1178"/>
                  </a:lnTo>
                  <a:lnTo>
                    <a:pt x="1649" y="849"/>
                  </a:lnTo>
                  <a:lnTo>
                    <a:pt x="1602" y="566"/>
                  </a:lnTo>
                  <a:lnTo>
                    <a:pt x="1555" y="424"/>
                  </a:lnTo>
                  <a:lnTo>
                    <a:pt x="1461" y="283"/>
                  </a:lnTo>
                  <a:lnTo>
                    <a:pt x="1367" y="189"/>
                  </a:lnTo>
                  <a:lnTo>
                    <a:pt x="1178" y="95"/>
                  </a:lnTo>
                  <a:lnTo>
                    <a:pt x="1037" y="47"/>
                  </a:lnTo>
                  <a:lnTo>
                    <a:pt x="84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21"/>
            <p:cNvSpPr/>
            <p:nvPr/>
          </p:nvSpPr>
          <p:spPr>
            <a:xfrm>
              <a:off x="299375" y="4277025"/>
              <a:ext cx="31825" cy="29475"/>
            </a:xfrm>
            <a:custGeom>
              <a:rect b="b" l="l" r="r" t="t"/>
              <a:pathLst>
                <a:path extrusionOk="0" h="1179" w="1273">
                  <a:moveTo>
                    <a:pt x="943" y="1"/>
                  </a:moveTo>
                  <a:lnTo>
                    <a:pt x="0" y="566"/>
                  </a:lnTo>
                  <a:lnTo>
                    <a:pt x="189" y="849"/>
                  </a:lnTo>
                  <a:lnTo>
                    <a:pt x="330" y="1179"/>
                  </a:lnTo>
                  <a:lnTo>
                    <a:pt x="1273" y="660"/>
                  </a:lnTo>
                  <a:lnTo>
                    <a:pt x="1084" y="330"/>
                  </a:lnTo>
                  <a:lnTo>
                    <a:pt x="94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21"/>
            <p:cNvSpPr/>
            <p:nvPr/>
          </p:nvSpPr>
          <p:spPr>
            <a:xfrm>
              <a:off x="354750" y="4372450"/>
              <a:ext cx="43600" cy="43600"/>
            </a:xfrm>
            <a:custGeom>
              <a:rect b="b" l="l" r="r" t="t"/>
              <a:pathLst>
                <a:path extrusionOk="0" h="1744" w="1744">
                  <a:moveTo>
                    <a:pt x="660" y="0"/>
                  </a:moveTo>
                  <a:lnTo>
                    <a:pt x="518" y="48"/>
                  </a:lnTo>
                  <a:lnTo>
                    <a:pt x="377" y="142"/>
                  </a:lnTo>
                  <a:lnTo>
                    <a:pt x="236" y="236"/>
                  </a:lnTo>
                  <a:lnTo>
                    <a:pt x="141" y="377"/>
                  </a:lnTo>
                  <a:lnTo>
                    <a:pt x="47" y="519"/>
                  </a:lnTo>
                  <a:lnTo>
                    <a:pt x="0" y="707"/>
                  </a:lnTo>
                  <a:lnTo>
                    <a:pt x="0" y="896"/>
                  </a:lnTo>
                  <a:lnTo>
                    <a:pt x="0" y="1037"/>
                  </a:lnTo>
                  <a:lnTo>
                    <a:pt x="47" y="1226"/>
                  </a:lnTo>
                  <a:lnTo>
                    <a:pt x="141" y="1367"/>
                  </a:lnTo>
                  <a:lnTo>
                    <a:pt x="236" y="1508"/>
                  </a:lnTo>
                  <a:lnTo>
                    <a:pt x="377" y="1603"/>
                  </a:lnTo>
                  <a:lnTo>
                    <a:pt x="518" y="1697"/>
                  </a:lnTo>
                  <a:lnTo>
                    <a:pt x="660" y="1744"/>
                  </a:lnTo>
                  <a:lnTo>
                    <a:pt x="848" y="1744"/>
                  </a:lnTo>
                  <a:lnTo>
                    <a:pt x="1084" y="1697"/>
                  </a:lnTo>
                  <a:lnTo>
                    <a:pt x="1225" y="1650"/>
                  </a:lnTo>
                  <a:lnTo>
                    <a:pt x="1367" y="1556"/>
                  </a:lnTo>
                  <a:lnTo>
                    <a:pt x="1508" y="1461"/>
                  </a:lnTo>
                  <a:lnTo>
                    <a:pt x="1602" y="1320"/>
                  </a:lnTo>
                  <a:lnTo>
                    <a:pt x="1649" y="1179"/>
                  </a:lnTo>
                  <a:lnTo>
                    <a:pt x="1744" y="896"/>
                  </a:lnTo>
                  <a:lnTo>
                    <a:pt x="1649" y="566"/>
                  </a:lnTo>
                  <a:lnTo>
                    <a:pt x="1602" y="425"/>
                  </a:lnTo>
                  <a:lnTo>
                    <a:pt x="1508" y="283"/>
                  </a:lnTo>
                  <a:lnTo>
                    <a:pt x="1367" y="189"/>
                  </a:lnTo>
                  <a:lnTo>
                    <a:pt x="1225" y="95"/>
                  </a:lnTo>
                  <a:lnTo>
                    <a:pt x="1084" y="48"/>
                  </a:lnTo>
                  <a:lnTo>
                    <a:pt x="84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6" name="Google Shape;1876;p21"/>
          <p:cNvGrpSpPr/>
          <p:nvPr/>
        </p:nvGrpSpPr>
        <p:grpSpPr>
          <a:xfrm>
            <a:off x="1762325" y="4053575"/>
            <a:ext cx="285100" cy="286275"/>
            <a:chOff x="1000325" y="4129775"/>
            <a:chExt cx="285100" cy="286275"/>
          </a:xfrm>
        </p:grpSpPr>
        <p:sp>
          <p:nvSpPr>
            <p:cNvPr id="1877" name="Google Shape;1877;p21"/>
            <p:cNvSpPr/>
            <p:nvPr/>
          </p:nvSpPr>
          <p:spPr>
            <a:xfrm>
              <a:off x="1251250" y="4381875"/>
              <a:ext cx="22400" cy="21225"/>
            </a:xfrm>
            <a:custGeom>
              <a:rect b="b" l="l" r="r" t="t"/>
              <a:pathLst>
                <a:path extrusionOk="0" h="849" w="896">
                  <a:moveTo>
                    <a:pt x="47" y="0"/>
                  </a:moveTo>
                  <a:lnTo>
                    <a:pt x="0" y="95"/>
                  </a:lnTo>
                  <a:lnTo>
                    <a:pt x="0" y="849"/>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21"/>
            <p:cNvSpPr/>
            <p:nvPr/>
          </p:nvSpPr>
          <p:spPr>
            <a:xfrm>
              <a:off x="1000325" y="4175725"/>
              <a:ext cx="285100" cy="25925"/>
            </a:xfrm>
            <a:custGeom>
              <a:rect b="b" l="l" r="r" t="t"/>
              <a:pathLst>
                <a:path extrusionOk="0" h="1037" w="11404">
                  <a:moveTo>
                    <a:pt x="283" y="0"/>
                  </a:moveTo>
                  <a:lnTo>
                    <a:pt x="189" y="47"/>
                  </a:lnTo>
                  <a:lnTo>
                    <a:pt x="94" y="94"/>
                  </a:lnTo>
                  <a:lnTo>
                    <a:pt x="0" y="189"/>
                  </a:lnTo>
                  <a:lnTo>
                    <a:pt x="0" y="330"/>
                  </a:lnTo>
                  <a:lnTo>
                    <a:pt x="0" y="1037"/>
                  </a:lnTo>
                  <a:lnTo>
                    <a:pt x="11404" y="1037"/>
                  </a:lnTo>
                  <a:lnTo>
                    <a:pt x="11404" y="330"/>
                  </a:lnTo>
                  <a:lnTo>
                    <a:pt x="11404" y="189"/>
                  </a:lnTo>
                  <a:lnTo>
                    <a:pt x="11310" y="94"/>
                  </a:lnTo>
                  <a:lnTo>
                    <a:pt x="11215" y="47"/>
                  </a:lnTo>
                  <a:lnTo>
                    <a:pt x="1112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21"/>
            <p:cNvSpPr/>
            <p:nvPr/>
          </p:nvSpPr>
          <p:spPr>
            <a:xfrm>
              <a:off x="1094550" y="4282925"/>
              <a:ext cx="97825" cy="97800"/>
            </a:xfrm>
            <a:custGeom>
              <a:rect b="b" l="l" r="r" t="t"/>
              <a:pathLst>
                <a:path extrusionOk="0" h="3912" w="3913">
                  <a:moveTo>
                    <a:pt x="2074" y="754"/>
                  </a:moveTo>
                  <a:lnTo>
                    <a:pt x="2169" y="848"/>
                  </a:lnTo>
                  <a:lnTo>
                    <a:pt x="2263" y="943"/>
                  </a:lnTo>
                  <a:lnTo>
                    <a:pt x="2310" y="1084"/>
                  </a:lnTo>
                  <a:lnTo>
                    <a:pt x="2310" y="1744"/>
                  </a:lnTo>
                  <a:lnTo>
                    <a:pt x="2687" y="1744"/>
                  </a:lnTo>
                  <a:lnTo>
                    <a:pt x="2828" y="1838"/>
                  </a:lnTo>
                  <a:lnTo>
                    <a:pt x="2875" y="1932"/>
                  </a:lnTo>
                  <a:lnTo>
                    <a:pt x="2875" y="2074"/>
                  </a:lnTo>
                  <a:lnTo>
                    <a:pt x="2875" y="2215"/>
                  </a:lnTo>
                  <a:lnTo>
                    <a:pt x="2828" y="2309"/>
                  </a:lnTo>
                  <a:lnTo>
                    <a:pt x="2687" y="2403"/>
                  </a:lnTo>
                  <a:lnTo>
                    <a:pt x="2546" y="2451"/>
                  </a:lnTo>
                  <a:lnTo>
                    <a:pt x="1933" y="2451"/>
                  </a:lnTo>
                  <a:lnTo>
                    <a:pt x="1792" y="2403"/>
                  </a:lnTo>
                  <a:lnTo>
                    <a:pt x="1697" y="2309"/>
                  </a:lnTo>
                  <a:lnTo>
                    <a:pt x="1603" y="2215"/>
                  </a:lnTo>
                  <a:lnTo>
                    <a:pt x="1556" y="2074"/>
                  </a:lnTo>
                  <a:lnTo>
                    <a:pt x="1556" y="1084"/>
                  </a:lnTo>
                  <a:lnTo>
                    <a:pt x="1603" y="943"/>
                  </a:lnTo>
                  <a:lnTo>
                    <a:pt x="1697" y="848"/>
                  </a:lnTo>
                  <a:lnTo>
                    <a:pt x="1792" y="754"/>
                  </a:lnTo>
                  <a:close/>
                  <a:moveTo>
                    <a:pt x="1933" y="0"/>
                  </a:moveTo>
                  <a:lnTo>
                    <a:pt x="1556" y="47"/>
                  </a:lnTo>
                  <a:lnTo>
                    <a:pt x="1179" y="142"/>
                  </a:lnTo>
                  <a:lnTo>
                    <a:pt x="849" y="330"/>
                  </a:lnTo>
                  <a:lnTo>
                    <a:pt x="566" y="566"/>
                  </a:lnTo>
                  <a:lnTo>
                    <a:pt x="331" y="848"/>
                  </a:lnTo>
                  <a:lnTo>
                    <a:pt x="142" y="1178"/>
                  </a:lnTo>
                  <a:lnTo>
                    <a:pt x="1" y="1555"/>
                  </a:lnTo>
                  <a:lnTo>
                    <a:pt x="1" y="1932"/>
                  </a:lnTo>
                  <a:lnTo>
                    <a:pt x="48" y="2403"/>
                  </a:lnTo>
                  <a:lnTo>
                    <a:pt x="189" y="2780"/>
                  </a:lnTo>
                  <a:lnTo>
                    <a:pt x="378" y="3110"/>
                  </a:lnTo>
                  <a:lnTo>
                    <a:pt x="614" y="3393"/>
                  </a:lnTo>
                  <a:lnTo>
                    <a:pt x="896" y="3629"/>
                  </a:lnTo>
                  <a:lnTo>
                    <a:pt x="1226" y="3770"/>
                  </a:lnTo>
                  <a:lnTo>
                    <a:pt x="1603" y="3864"/>
                  </a:lnTo>
                  <a:lnTo>
                    <a:pt x="1933" y="3911"/>
                  </a:lnTo>
                  <a:lnTo>
                    <a:pt x="2310" y="3864"/>
                  </a:lnTo>
                  <a:lnTo>
                    <a:pt x="2640" y="3770"/>
                  </a:lnTo>
                  <a:lnTo>
                    <a:pt x="2970" y="3629"/>
                  </a:lnTo>
                  <a:lnTo>
                    <a:pt x="3252" y="3393"/>
                  </a:lnTo>
                  <a:lnTo>
                    <a:pt x="3488" y="3110"/>
                  </a:lnTo>
                  <a:lnTo>
                    <a:pt x="3677" y="2780"/>
                  </a:lnTo>
                  <a:lnTo>
                    <a:pt x="3818" y="2403"/>
                  </a:lnTo>
                  <a:lnTo>
                    <a:pt x="3912" y="1932"/>
                  </a:lnTo>
                  <a:lnTo>
                    <a:pt x="3865" y="1555"/>
                  </a:lnTo>
                  <a:lnTo>
                    <a:pt x="3724" y="1178"/>
                  </a:lnTo>
                  <a:lnTo>
                    <a:pt x="3535" y="848"/>
                  </a:lnTo>
                  <a:lnTo>
                    <a:pt x="3300" y="566"/>
                  </a:lnTo>
                  <a:lnTo>
                    <a:pt x="3017" y="330"/>
                  </a:lnTo>
                  <a:lnTo>
                    <a:pt x="2687" y="142"/>
                  </a:lnTo>
                  <a:lnTo>
                    <a:pt x="2310" y="47"/>
                  </a:lnTo>
                  <a:lnTo>
                    <a:pt x="19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21"/>
            <p:cNvSpPr/>
            <p:nvPr/>
          </p:nvSpPr>
          <p:spPr>
            <a:xfrm>
              <a:off x="1264200" y="4394825"/>
              <a:ext cx="21225" cy="21225"/>
            </a:xfrm>
            <a:custGeom>
              <a:rect b="b" l="l" r="r" t="t"/>
              <a:pathLst>
                <a:path extrusionOk="0" h="849" w="849">
                  <a:moveTo>
                    <a:pt x="849" y="1"/>
                  </a:moveTo>
                  <a:lnTo>
                    <a:pt x="1" y="849"/>
                  </a:lnTo>
                  <a:lnTo>
                    <a:pt x="660" y="849"/>
                  </a:lnTo>
                  <a:lnTo>
                    <a:pt x="755" y="755"/>
                  </a:lnTo>
                  <a:lnTo>
                    <a:pt x="849" y="661"/>
                  </a:lnTo>
                  <a:lnTo>
                    <a:pt x="849" y="519"/>
                  </a:lnTo>
                  <a:lnTo>
                    <a:pt x="84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21"/>
            <p:cNvSpPr/>
            <p:nvPr/>
          </p:nvSpPr>
          <p:spPr>
            <a:xfrm>
              <a:off x="1000325" y="4219300"/>
              <a:ext cx="285100" cy="196750"/>
            </a:xfrm>
            <a:custGeom>
              <a:rect b="b" l="l" r="r" t="t"/>
              <a:pathLst>
                <a:path extrusionOk="0" h="7870" w="11404">
                  <a:moveTo>
                    <a:pt x="6267" y="755"/>
                  </a:moveTo>
                  <a:lnTo>
                    <a:pt x="6456" y="802"/>
                  </a:lnTo>
                  <a:lnTo>
                    <a:pt x="6550" y="849"/>
                  </a:lnTo>
                  <a:lnTo>
                    <a:pt x="6644" y="990"/>
                  </a:lnTo>
                  <a:lnTo>
                    <a:pt x="6644" y="1084"/>
                  </a:lnTo>
                  <a:lnTo>
                    <a:pt x="6644" y="1226"/>
                  </a:lnTo>
                  <a:lnTo>
                    <a:pt x="6550" y="1367"/>
                  </a:lnTo>
                  <a:lnTo>
                    <a:pt x="6456" y="1414"/>
                  </a:lnTo>
                  <a:lnTo>
                    <a:pt x="6267" y="1461"/>
                  </a:lnTo>
                  <a:lnTo>
                    <a:pt x="6079" y="1461"/>
                  </a:lnTo>
                  <a:lnTo>
                    <a:pt x="6079" y="1838"/>
                  </a:lnTo>
                  <a:lnTo>
                    <a:pt x="6644" y="1980"/>
                  </a:lnTo>
                  <a:lnTo>
                    <a:pt x="7116" y="2215"/>
                  </a:lnTo>
                  <a:lnTo>
                    <a:pt x="7540" y="2545"/>
                  </a:lnTo>
                  <a:lnTo>
                    <a:pt x="7870" y="2875"/>
                  </a:lnTo>
                  <a:lnTo>
                    <a:pt x="8105" y="3299"/>
                  </a:lnTo>
                  <a:lnTo>
                    <a:pt x="8247" y="3723"/>
                  </a:lnTo>
                  <a:lnTo>
                    <a:pt x="8341" y="4194"/>
                  </a:lnTo>
                  <a:lnTo>
                    <a:pt x="8341" y="4666"/>
                  </a:lnTo>
                  <a:lnTo>
                    <a:pt x="8294" y="5137"/>
                  </a:lnTo>
                  <a:lnTo>
                    <a:pt x="8152" y="5561"/>
                  </a:lnTo>
                  <a:lnTo>
                    <a:pt x="7917" y="5985"/>
                  </a:lnTo>
                  <a:lnTo>
                    <a:pt x="7634" y="6362"/>
                  </a:lnTo>
                  <a:lnTo>
                    <a:pt x="7257" y="6692"/>
                  </a:lnTo>
                  <a:lnTo>
                    <a:pt x="6786" y="6928"/>
                  </a:lnTo>
                  <a:lnTo>
                    <a:pt x="6315" y="7069"/>
                  </a:lnTo>
                  <a:lnTo>
                    <a:pt x="5702" y="7163"/>
                  </a:lnTo>
                  <a:lnTo>
                    <a:pt x="5137" y="7069"/>
                  </a:lnTo>
                  <a:lnTo>
                    <a:pt x="4618" y="6928"/>
                  </a:lnTo>
                  <a:lnTo>
                    <a:pt x="4147" y="6692"/>
                  </a:lnTo>
                  <a:lnTo>
                    <a:pt x="3770" y="6362"/>
                  </a:lnTo>
                  <a:lnTo>
                    <a:pt x="3487" y="5985"/>
                  </a:lnTo>
                  <a:lnTo>
                    <a:pt x="3252" y="5561"/>
                  </a:lnTo>
                  <a:lnTo>
                    <a:pt x="3110" y="5137"/>
                  </a:lnTo>
                  <a:lnTo>
                    <a:pt x="3063" y="4666"/>
                  </a:lnTo>
                  <a:lnTo>
                    <a:pt x="3063" y="4194"/>
                  </a:lnTo>
                  <a:lnTo>
                    <a:pt x="3157" y="3723"/>
                  </a:lnTo>
                  <a:lnTo>
                    <a:pt x="3299" y="3299"/>
                  </a:lnTo>
                  <a:lnTo>
                    <a:pt x="3581" y="2875"/>
                  </a:lnTo>
                  <a:lnTo>
                    <a:pt x="3864" y="2545"/>
                  </a:lnTo>
                  <a:lnTo>
                    <a:pt x="4288" y="2215"/>
                  </a:lnTo>
                  <a:lnTo>
                    <a:pt x="4760" y="1980"/>
                  </a:lnTo>
                  <a:lnTo>
                    <a:pt x="5372" y="1838"/>
                  </a:lnTo>
                  <a:lnTo>
                    <a:pt x="5372" y="1461"/>
                  </a:lnTo>
                  <a:lnTo>
                    <a:pt x="5137" y="1461"/>
                  </a:lnTo>
                  <a:lnTo>
                    <a:pt x="4948" y="1414"/>
                  </a:lnTo>
                  <a:lnTo>
                    <a:pt x="4854" y="1367"/>
                  </a:lnTo>
                  <a:lnTo>
                    <a:pt x="4807" y="1226"/>
                  </a:lnTo>
                  <a:lnTo>
                    <a:pt x="4760" y="1084"/>
                  </a:lnTo>
                  <a:lnTo>
                    <a:pt x="4807" y="990"/>
                  </a:lnTo>
                  <a:lnTo>
                    <a:pt x="4854" y="849"/>
                  </a:lnTo>
                  <a:lnTo>
                    <a:pt x="4948" y="802"/>
                  </a:lnTo>
                  <a:lnTo>
                    <a:pt x="5137" y="755"/>
                  </a:lnTo>
                  <a:close/>
                  <a:moveTo>
                    <a:pt x="0" y="1"/>
                  </a:moveTo>
                  <a:lnTo>
                    <a:pt x="0" y="7540"/>
                  </a:lnTo>
                  <a:lnTo>
                    <a:pt x="0" y="7682"/>
                  </a:lnTo>
                  <a:lnTo>
                    <a:pt x="94" y="7776"/>
                  </a:lnTo>
                  <a:lnTo>
                    <a:pt x="189" y="7870"/>
                  </a:lnTo>
                  <a:lnTo>
                    <a:pt x="9330" y="7870"/>
                  </a:lnTo>
                  <a:lnTo>
                    <a:pt x="9330" y="6126"/>
                  </a:lnTo>
                  <a:lnTo>
                    <a:pt x="9330" y="5985"/>
                  </a:lnTo>
                  <a:lnTo>
                    <a:pt x="9425" y="5891"/>
                  </a:lnTo>
                  <a:lnTo>
                    <a:pt x="9566" y="5797"/>
                  </a:lnTo>
                  <a:lnTo>
                    <a:pt x="11404" y="5797"/>
                  </a:lnTo>
                  <a:lnTo>
                    <a:pt x="1140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21"/>
            <p:cNvSpPr/>
            <p:nvPr/>
          </p:nvSpPr>
          <p:spPr>
            <a:xfrm>
              <a:off x="1015625" y="4129775"/>
              <a:ext cx="55400" cy="28300"/>
            </a:xfrm>
            <a:custGeom>
              <a:rect b="b" l="l" r="r" t="t"/>
              <a:pathLst>
                <a:path extrusionOk="0" h="1132" w="2216">
                  <a:moveTo>
                    <a:pt x="283" y="0"/>
                  </a:moveTo>
                  <a:lnTo>
                    <a:pt x="189" y="47"/>
                  </a:lnTo>
                  <a:lnTo>
                    <a:pt x="95" y="95"/>
                  </a:lnTo>
                  <a:lnTo>
                    <a:pt x="48" y="189"/>
                  </a:lnTo>
                  <a:lnTo>
                    <a:pt x="1" y="283"/>
                  </a:lnTo>
                  <a:lnTo>
                    <a:pt x="1" y="1131"/>
                  </a:lnTo>
                  <a:lnTo>
                    <a:pt x="2216" y="1131"/>
                  </a:lnTo>
                  <a:lnTo>
                    <a:pt x="2216" y="283"/>
                  </a:lnTo>
                  <a:lnTo>
                    <a:pt x="2168" y="189"/>
                  </a:lnTo>
                  <a:lnTo>
                    <a:pt x="2121" y="95"/>
                  </a:lnTo>
                  <a:lnTo>
                    <a:pt x="2027" y="47"/>
                  </a:lnTo>
                  <a:lnTo>
                    <a:pt x="19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21"/>
            <p:cNvSpPr/>
            <p:nvPr/>
          </p:nvSpPr>
          <p:spPr>
            <a:xfrm>
              <a:off x="1215900" y="4129775"/>
              <a:ext cx="54225" cy="28300"/>
            </a:xfrm>
            <a:custGeom>
              <a:rect b="b" l="l" r="r" t="t"/>
              <a:pathLst>
                <a:path extrusionOk="0" h="1132" w="2169">
                  <a:moveTo>
                    <a:pt x="236" y="0"/>
                  </a:moveTo>
                  <a:lnTo>
                    <a:pt x="142" y="47"/>
                  </a:lnTo>
                  <a:lnTo>
                    <a:pt x="48" y="95"/>
                  </a:lnTo>
                  <a:lnTo>
                    <a:pt x="1" y="189"/>
                  </a:lnTo>
                  <a:lnTo>
                    <a:pt x="1" y="283"/>
                  </a:lnTo>
                  <a:lnTo>
                    <a:pt x="1" y="1131"/>
                  </a:lnTo>
                  <a:lnTo>
                    <a:pt x="2168" y="1131"/>
                  </a:lnTo>
                  <a:lnTo>
                    <a:pt x="2168" y="283"/>
                  </a:lnTo>
                  <a:lnTo>
                    <a:pt x="2121" y="189"/>
                  </a:lnTo>
                  <a:lnTo>
                    <a:pt x="2074" y="95"/>
                  </a:lnTo>
                  <a:lnTo>
                    <a:pt x="1980" y="47"/>
                  </a:lnTo>
                  <a:lnTo>
                    <a:pt x="188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4" name="Google Shape;1884;p21"/>
          <p:cNvGrpSpPr/>
          <p:nvPr/>
        </p:nvGrpSpPr>
        <p:grpSpPr>
          <a:xfrm>
            <a:off x="2523350" y="4053575"/>
            <a:ext cx="286275" cy="286275"/>
            <a:chOff x="1761350" y="4129775"/>
            <a:chExt cx="286275" cy="286275"/>
          </a:xfrm>
        </p:grpSpPr>
        <p:sp>
          <p:nvSpPr>
            <p:cNvPr id="1885" name="Google Shape;1885;p21"/>
            <p:cNvSpPr/>
            <p:nvPr/>
          </p:nvSpPr>
          <p:spPr>
            <a:xfrm>
              <a:off x="1834375" y="4129775"/>
              <a:ext cx="141400" cy="144925"/>
            </a:xfrm>
            <a:custGeom>
              <a:rect b="b" l="l" r="r" t="t"/>
              <a:pathLst>
                <a:path extrusionOk="0" h="5797" w="5656">
                  <a:moveTo>
                    <a:pt x="2828" y="1932"/>
                  </a:moveTo>
                  <a:lnTo>
                    <a:pt x="2970" y="1979"/>
                  </a:lnTo>
                  <a:lnTo>
                    <a:pt x="3158" y="2027"/>
                  </a:lnTo>
                  <a:lnTo>
                    <a:pt x="3299" y="2074"/>
                  </a:lnTo>
                  <a:lnTo>
                    <a:pt x="3441" y="2168"/>
                  </a:lnTo>
                  <a:lnTo>
                    <a:pt x="3582" y="2309"/>
                  </a:lnTo>
                  <a:lnTo>
                    <a:pt x="3676" y="2498"/>
                  </a:lnTo>
                  <a:lnTo>
                    <a:pt x="3723" y="2686"/>
                  </a:lnTo>
                  <a:lnTo>
                    <a:pt x="3771" y="2922"/>
                  </a:lnTo>
                  <a:lnTo>
                    <a:pt x="3771" y="3110"/>
                  </a:lnTo>
                  <a:lnTo>
                    <a:pt x="3676" y="3252"/>
                  </a:lnTo>
                  <a:lnTo>
                    <a:pt x="3629" y="3440"/>
                  </a:lnTo>
                  <a:lnTo>
                    <a:pt x="3488" y="3582"/>
                  </a:lnTo>
                  <a:lnTo>
                    <a:pt x="3346" y="3676"/>
                  </a:lnTo>
                  <a:lnTo>
                    <a:pt x="3205" y="3770"/>
                  </a:lnTo>
                  <a:lnTo>
                    <a:pt x="3017" y="3817"/>
                  </a:lnTo>
                  <a:lnTo>
                    <a:pt x="2828" y="3864"/>
                  </a:lnTo>
                  <a:lnTo>
                    <a:pt x="2640" y="3817"/>
                  </a:lnTo>
                  <a:lnTo>
                    <a:pt x="2451" y="3770"/>
                  </a:lnTo>
                  <a:lnTo>
                    <a:pt x="2310" y="3676"/>
                  </a:lnTo>
                  <a:lnTo>
                    <a:pt x="2168" y="3582"/>
                  </a:lnTo>
                  <a:lnTo>
                    <a:pt x="2027" y="3440"/>
                  </a:lnTo>
                  <a:lnTo>
                    <a:pt x="1933" y="3252"/>
                  </a:lnTo>
                  <a:lnTo>
                    <a:pt x="1886" y="3110"/>
                  </a:lnTo>
                  <a:lnTo>
                    <a:pt x="1886" y="2922"/>
                  </a:lnTo>
                  <a:lnTo>
                    <a:pt x="1886" y="2686"/>
                  </a:lnTo>
                  <a:lnTo>
                    <a:pt x="1980" y="2498"/>
                  </a:lnTo>
                  <a:lnTo>
                    <a:pt x="2074" y="2309"/>
                  </a:lnTo>
                  <a:lnTo>
                    <a:pt x="2168" y="2168"/>
                  </a:lnTo>
                  <a:lnTo>
                    <a:pt x="2310" y="2074"/>
                  </a:lnTo>
                  <a:lnTo>
                    <a:pt x="2498" y="2027"/>
                  </a:lnTo>
                  <a:lnTo>
                    <a:pt x="2640" y="1979"/>
                  </a:lnTo>
                  <a:lnTo>
                    <a:pt x="2828" y="1932"/>
                  </a:lnTo>
                  <a:close/>
                  <a:moveTo>
                    <a:pt x="2310" y="0"/>
                  </a:moveTo>
                  <a:lnTo>
                    <a:pt x="2216" y="47"/>
                  </a:lnTo>
                  <a:lnTo>
                    <a:pt x="2168" y="142"/>
                  </a:lnTo>
                  <a:lnTo>
                    <a:pt x="2168" y="660"/>
                  </a:lnTo>
                  <a:lnTo>
                    <a:pt x="2168" y="754"/>
                  </a:lnTo>
                  <a:lnTo>
                    <a:pt x="2074" y="801"/>
                  </a:lnTo>
                  <a:lnTo>
                    <a:pt x="1650" y="990"/>
                  </a:lnTo>
                  <a:lnTo>
                    <a:pt x="1273" y="1273"/>
                  </a:lnTo>
                  <a:lnTo>
                    <a:pt x="1179" y="1320"/>
                  </a:lnTo>
                  <a:lnTo>
                    <a:pt x="1132" y="1320"/>
                  </a:lnTo>
                  <a:lnTo>
                    <a:pt x="661" y="1084"/>
                  </a:lnTo>
                  <a:lnTo>
                    <a:pt x="519" y="1084"/>
                  </a:lnTo>
                  <a:lnTo>
                    <a:pt x="472" y="1131"/>
                  </a:lnTo>
                  <a:lnTo>
                    <a:pt x="1" y="2027"/>
                  </a:lnTo>
                  <a:lnTo>
                    <a:pt x="1" y="2121"/>
                  </a:lnTo>
                  <a:lnTo>
                    <a:pt x="95" y="2215"/>
                  </a:lnTo>
                  <a:lnTo>
                    <a:pt x="519" y="2451"/>
                  </a:lnTo>
                  <a:lnTo>
                    <a:pt x="613" y="2498"/>
                  </a:lnTo>
                  <a:lnTo>
                    <a:pt x="613" y="2592"/>
                  </a:lnTo>
                  <a:lnTo>
                    <a:pt x="613" y="2922"/>
                  </a:lnTo>
                  <a:lnTo>
                    <a:pt x="613" y="3299"/>
                  </a:lnTo>
                  <a:lnTo>
                    <a:pt x="613" y="3393"/>
                  </a:lnTo>
                  <a:lnTo>
                    <a:pt x="566" y="3440"/>
                  </a:lnTo>
                  <a:lnTo>
                    <a:pt x="95" y="3723"/>
                  </a:lnTo>
                  <a:lnTo>
                    <a:pt x="48" y="3817"/>
                  </a:lnTo>
                  <a:lnTo>
                    <a:pt x="48" y="3911"/>
                  </a:lnTo>
                  <a:lnTo>
                    <a:pt x="566" y="4760"/>
                  </a:lnTo>
                  <a:lnTo>
                    <a:pt x="661" y="4807"/>
                  </a:lnTo>
                  <a:lnTo>
                    <a:pt x="755" y="4807"/>
                  </a:lnTo>
                  <a:lnTo>
                    <a:pt x="1226" y="4524"/>
                  </a:lnTo>
                  <a:lnTo>
                    <a:pt x="1320" y="4524"/>
                  </a:lnTo>
                  <a:lnTo>
                    <a:pt x="1367" y="4571"/>
                  </a:lnTo>
                  <a:lnTo>
                    <a:pt x="1697" y="4807"/>
                  </a:lnTo>
                  <a:lnTo>
                    <a:pt x="2074" y="4948"/>
                  </a:lnTo>
                  <a:lnTo>
                    <a:pt x="2168" y="4995"/>
                  </a:lnTo>
                  <a:lnTo>
                    <a:pt x="2168" y="5090"/>
                  </a:lnTo>
                  <a:lnTo>
                    <a:pt x="2168" y="5655"/>
                  </a:lnTo>
                  <a:lnTo>
                    <a:pt x="2216" y="5749"/>
                  </a:lnTo>
                  <a:lnTo>
                    <a:pt x="2310" y="5796"/>
                  </a:lnTo>
                  <a:lnTo>
                    <a:pt x="3299" y="5796"/>
                  </a:lnTo>
                  <a:lnTo>
                    <a:pt x="3394" y="5749"/>
                  </a:lnTo>
                  <a:lnTo>
                    <a:pt x="3441" y="5655"/>
                  </a:lnTo>
                  <a:lnTo>
                    <a:pt x="3441" y="5090"/>
                  </a:lnTo>
                  <a:lnTo>
                    <a:pt x="3488" y="4995"/>
                  </a:lnTo>
                  <a:lnTo>
                    <a:pt x="3535" y="4948"/>
                  </a:lnTo>
                  <a:lnTo>
                    <a:pt x="4006" y="4760"/>
                  </a:lnTo>
                  <a:lnTo>
                    <a:pt x="4383" y="4477"/>
                  </a:lnTo>
                  <a:lnTo>
                    <a:pt x="4430" y="4430"/>
                  </a:lnTo>
                  <a:lnTo>
                    <a:pt x="4525" y="4430"/>
                  </a:lnTo>
                  <a:lnTo>
                    <a:pt x="4996" y="4665"/>
                  </a:lnTo>
                  <a:lnTo>
                    <a:pt x="5137" y="4665"/>
                  </a:lnTo>
                  <a:lnTo>
                    <a:pt x="5184" y="4618"/>
                  </a:lnTo>
                  <a:lnTo>
                    <a:pt x="5608" y="3723"/>
                  </a:lnTo>
                  <a:lnTo>
                    <a:pt x="5655" y="3629"/>
                  </a:lnTo>
                  <a:lnTo>
                    <a:pt x="5561" y="3534"/>
                  </a:lnTo>
                  <a:lnTo>
                    <a:pt x="5090" y="3299"/>
                  </a:lnTo>
                  <a:lnTo>
                    <a:pt x="5043" y="3252"/>
                  </a:lnTo>
                  <a:lnTo>
                    <a:pt x="5043" y="3158"/>
                  </a:lnTo>
                  <a:lnTo>
                    <a:pt x="5043" y="2781"/>
                  </a:lnTo>
                  <a:lnTo>
                    <a:pt x="4996" y="2451"/>
                  </a:lnTo>
                  <a:lnTo>
                    <a:pt x="4996" y="2356"/>
                  </a:lnTo>
                  <a:lnTo>
                    <a:pt x="5090" y="2309"/>
                  </a:lnTo>
                  <a:lnTo>
                    <a:pt x="5514" y="2027"/>
                  </a:lnTo>
                  <a:lnTo>
                    <a:pt x="5561" y="1932"/>
                  </a:lnTo>
                  <a:lnTo>
                    <a:pt x="5561" y="1838"/>
                  </a:lnTo>
                  <a:lnTo>
                    <a:pt x="5043" y="990"/>
                  </a:lnTo>
                  <a:lnTo>
                    <a:pt x="4996" y="943"/>
                  </a:lnTo>
                  <a:lnTo>
                    <a:pt x="4854" y="943"/>
                  </a:lnTo>
                  <a:lnTo>
                    <a:pt x="4430" y="1178"/>
                  </a:lnTo>
                  <a:lnTo>
                    <a:pt x="4336" y="1226"/>
                  </a:lnTo>
                  <a:lnTo>
                    <a:pt x="4242" y="1178"/>
                  </a:lnTo>
                  <a:lnTo>
                    <a:pt x="3912" y="943"/>
                  </a:lnTo>
                  <a:lnTo>
                    <a:pt x="3535" y="801"/>
                  </a:lnTo>
                  <a:lnTo>
                    <a:pt x="3488" y="754"/>
                  </a:lnTo>
                  <a:lnTo>
                    <a:pt x="3441" y="660"/>
                  </a:lnTo>
                  <a:lnTo>
                    <a:pt x="3441" y="142"/>
                  </a:lnTo>
                  <a:lnTo>
                    <a:pt x="3394" y="47"/>
                  </a:lnTo>
                  <a:lnTo>
                    <a:pt x="329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21"/>
            <p:cNvSpPr/>
            <p:nvPr/>
          </p:nvSpPr>
          <p:spPr>
            <a:xfrm>
              <a:off x="1898000" y="4195750"/>
              <a:ext cx="14150" cy="12975"/>
            </a:xfrm>
            <a:custGeom>
              <a:rect b="b" l="l" r="r" t="t"/>
              <a:pathLst>
                <a:path extrusionOk="0" h="519" w="566">
                  <a:moveTo>
                    <a:pt x="142" y="0"/>
                  </a:moveTo>
                  <a:lnTo>
                    <a:pt x="95" y="47"/>
                  </a:lnTo>
                  <a:lnTo>
                    <a:pt x="0" y="142"/>
                  </a:lnTo>
                  <a:lnTo>
                    <a:pt x="0" y="283"/>
                  </a:lnTo>
                  <a:lnTo>
                    <a:pt x="0" y="377"/>
                  </a:lnTo>
                  <a:lnTo>
                    <a:pt x="95" y="471"/>
                  </a:lnTo>
                  <a:lnTo>
                    <a:pt x="189" y="519"/>
                  </a:lnTo>
                  <a:lnTo>
                    <a:pt x="377" y="519"/>
                  </a:lnTo>
                  <a:lnTo>
                    <a:pt x="472" y="471"/>
                  </a:lnTo>
                  <a:lnTo>
                    <a:pt x="519" y="377"/>
                  </a:lnTo>
                  <a:lnTo>
                    <a:pt x="566" y="283"/>
                  </a:lnTo>
                  <a:lnTo>
                    <a:pt x="519" y="142"/>
                  </a:lnTo>
                  <a:lnTo>
                    <a:pt x="472" y="47"/>
                  </a:lnTo>
                  <a:lnTo>
                    <a:pt x="37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21"/>
            <p:cNvSpPr/>
            <p:nvPr/>
          </p:nvSpPr>
          <p:spPr>
            <a:xfrm>
              <a:off x="1875625" y="4291175"/>
              <a:ext cx="57750" cy="124875"/>
            </a:xfrm>
            <a:custGeom>
              <a:rect b="b" l="l" r="r" t="t"/>
              <a:pathLst>
                <a:path extrusionOk="0" h="4995" w="2310">
                  <a:moveTo>
                    <a:pt x="566" y="0"/>
                  </a:moveTo>
                  <a:lnTo>
                    <a:pt x="566" y="3110"/>
                  </a:lnTo>
                  <a:lnTo>
                    <a:pt x="518" y="3204"/>
                  </a:lnTo>
                  <a:lnTo>
                    <a:pt x="141" y="3204"/>
                  </a:lnTo>
                  <a:lnTo>
                    <a:pt x="47" y="3251"/>
                  </a:lnTo>
                  <a:lnTo>
                    <a:pt x="0" y="3393"/>
                  </a:lnTo>
                  <a:lnTo>
                    <a:pt x="0" y="3911"/>
                  </a:lnTo>
                  <a:lnTo>
                    <a:pt x="47" y="4053"/>
                  </a:lnTo>
                  <a:lnTo>
                    <a:pt x="1084" y="4948"/>
                  </a:lnTo>
                  <a:lnTo>
                    <a:pt x="1178" y="4995"/>
                  </a:lnTo>
                  <a:lnTo>
                    <a:pt x="1272" y="4948"/>
                  </a:lnTo>
                  <a:lnTo>
                    <a:pt x="2262" y="4053"/>
                  </a:lnTo>
                  <a:lnTo>
                    <a:pt x="2309" y="3911"/>
                  </a:lnTo>
                  <a:lnTo>
                    <a:pt x="2309" y="3393"/>
                  </a:lnTo>
                  <a:lnTo>
                    <a:pt x="2309" y="3251"/>
                  </a:lnTo>
                  <a:lnTo>
                    <a:pt x="2168" y="3204"/>
                  </a:lnTo>
                  <a:lnTo>
                    <a:pt x="1791" y="3204"/>
                  </a:lnTo>
                  <a:lnTo>
                    <a:pt x="1791" y="3110"/>
                  </a:lnTo>
                  <a:lnTo>
                    <a:pt x="179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21"/>
            <p:cNvSpPr/>
            <p:nvPr/>
          </p:nvSpPr>
          <p:spPr>
            <a:xfrm>
              <a:off x="1761350" y="4261725"/>
              <a:ext cx="116650" cy="73050"/>
            </a:xfrm>
            <a:custGeom>
              <a:rect b="b" l="l" r="r" t="t"/>
              <a:pathLst>
                <a:path extrusionOk="0" h="2922" w="4666">
                  <a:moveTo>
                    <a:pt x="4194" y="0"/>
                  </a:moveTo>
                  <a:lnTo>
                    <a:pt x="4006" y="94"/>
                  </a:lnTo>
                  <a:lnTo>
                    <a:pt x="3770" y="189"/>
                  </a:lnTo>
                  <a:lnTo>
                    <a:pt x="3534" y="189"/>
                  </a:lnTo>
                  <a:lnTo>
                    <a:pt x="3534" y="424"/>
                  </a:lnTo>
                  <a:lnTo>
                    <a:pt x="3534" y="565"/>
                  </a:lnTo>
                  <a:lnTo>
                    <a:pt x="3487" y="707"/>
                  </a:lnTo>
                  <a:lnTo>
                    <a:pt x="3299" y="942"/>
                  </a:lnTo>
                  <a:lnTo>
                    <a:pt x="3063" y="1084"/>
                  </a:lnTo>
                  <a:lnTo>
                    <a:pt x="2922" y="1131"/>
                  </a:lnTo>
                  <a:lnTo>
                    <a:pt x="1838" y="1131"/>
                  </a:lnTo>
                  <a:lnTo>
                    <a:pt x="1791" y="1037"/>
                  </a:lnTo>
                  <a:lnTo>
                    <a:pt x="1791" y="754"/>
                  </a:lnTo>
                  <a:lnTo>
                    <a:pt x="1744" y="613"/>
                  </a:lnTo>
                  <a:lnTo>
                    <a:pt x="1649" y="565"/>
                  </a:lnTo>
                  <a:lnTo>
                    <a:pt x="1084" y="565"/>
                  </a:lnTo>
                  <a:lnTo>
                    <a:pt x="990" y="613"/>
                  </a:lnTo>
                  <a:lnTo>
                    <a:pt x="47" y="1649"/>
                  </a:lnTo>
                  <a:lnTo>
                    <a:pt x="0" y="1744"/>
                  </a:lnTo>
                  <a:lnTo>
                    <a:pt x="47" y="1838"/>
                  </a:lnTo>
                  <a:lnTo>
                    <a:pt x="990" y="2874"/>
                  </a:lnTo>
                  <a:lnTo>
                    <a:pt x="1084" y="2922"/>
                  </a:lnTo>
                  <a:lnTo>
                    <a:pt x="1649" y="2922"/>
                  </a:lnTo>
                  <a:lnTo>
                    <a:pt x="1744" y="2874"/>
                  </a:lnTo>
                  <a:lnTo>
                    <a:pt x="1791" y="2780"/>
                  </a:lnTo>
                  <a:lnTo>
                    <a:pt x="1791" y="2450"/>
                  </a:lnTo>
                  <a:lnTo>
                    <a:pt x="1838" y="2403"/>
                  </a:lnTo>
                  <a:lnTo>
                    <a:pt x="1885" y="2356"/>
                  </a:lnTo>
                  <a:lnTo>
                    <a:pt x="2639" y="2356"/>
                  </a:lnTo>
                  <a:lnTo>
                    <a:pt x="2969" y="2309"/>
                  </a:lnTo>
                  <a:lnTo>
                    <a:pt x="3299" y="2262"/>
                  </a:lnTo>
                  <a:lnTo>
                    <a:pt x="3629" y="2121"/>
                  </a:lnTo>
                  <a:lnTo>
                    <a:pt x="3864" y="1932"/>
                  </a:lnTo>
                  <a:lnTo>
                    <a:pt x="4147" y="1744"/>
                  </a:lnTo>
                  <a:lnTo>
                    <a:pt x="4335" y="1508"/>
                  </a:lnTo>
                  <a:lnTo>
                    <a:pt x="4524" y="1225"/>
                  </a:lnTo>
                  <a:lnTo>
                    <a:pt x="4665" y="895"/>
                  </a:lnTo>
                  <a:lnTo>
                    <a:pt x="4477" y="660"/>
                  </a:lnTo>
                  <a:lnTo>
                    <a:pt x="4430" y="518"/>
                  </a:lnTo>
                  <a:lnTo>
                    <a:pt x="4430" y="377"/>
                  </a:lnTo>
                  <a:lnTo>
                    <a:pt x="4430" y="141"/>
                  </a:lnTo>
                  <a:lnTo>
                    <a:pt x="419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21"/>
            <p:cNvSpPr/>
            <p:nvPr/>
          </p:nvSpPr>
          <p:spPr>
            <a:xfrm>
              <a:off x="1932150" y="4259350"/>
              <a:ext cx="115475" cy="75425"/>
            </a:xfrm>
            <a:custGeom>
              <a:rect b="b" l="l" r="r" t="t"/>
              <a:pathLst>
                <a:path extrusionOk="0" h="3017" w="4619">
                  <a:moveTo>
                    <a:pt x="614" y="1"/>
                  </a:moveTo>
                  <a:lnTo>
                    <a:pt x="237" y="236"/>
                  </a:lnTo>
                  <a:lnTo>
                    <a:pt x="237" y="472"/>
                  </a:lnTo>
                  <a:lnTo>
                    <a:pt x="189" y="613"/>
                  </a:lnTo>
                  <a:lnTo>
                    <a:pt x="142" y="755"/>
                  </a:lnTo>
                  <a:lnTo>
                    <a:pt x="1" y="990"/>
                  </a:lnTo>
                  <a:lnTo>
                    <a:pt x="142" y="1320"/>
                  </a:lnTo>
                  <a:lnTo>
                    <a:pt x="284" y="1603"/>
                  </a:lnTo>
                  <a:lnTo>
                    <a:pt x="519" y="1839"/>
                  </a:lnTo>
                  <a:lnTo>
                    <a:pt x="755" y="2027"/>
                  </a:lnTo>
                  <a:lnTo>
                    <a:pt x="1038" y="2216"/>
                  </a:lnTo>
                  <a:lnTo>
                    <a:pt x="1368" y="2357"/>
                  </a:lnTo>
                  <a:lnTo>
                    <a:pt x="1650" y="2404"/>
                  </a:lnTo>
                  <a:lnTo>
                    <a:pt x="2027" y="2451"/>
                  </a:lnTo>
                  <a:lnTo>
                    <a:pt x="2734" y="2451"/>
                  </a:lnTo>
                  <a:lnTo>
                    <a:pt x="2828" y="2498"/>
                  </a:lnTo>
                  <a:lnTo>
                    <a:pt x="2828" y="2545"/>
                  </a:lnTo>
                  <a:lnTo>
                    <a:pt x="2828" y="2875"/>
                  </a:lnTo>
                  <a:lnTo>
                    <a:pt x="2875" y="2969"/>
                  </a:lnTo>
                  <a:lnTo>
                    <a:pt x="3017" y="3017"/>
                  </a:lnTo>
                  <a:lnTo>
                    <a:pt x="3535" y="3017"/>
                  </a:lnTo>
                  <a:lnTo>
                    <a:pt x="3677" y="2969"/>
                  </a:lnTo>
                  <a:lnTo>
                    <a:pt x="4572" y="1933"/>
                  </a:lnTo>
                  <a:lnTo>
                    <a:pt x="4619" y="1839"/>
                  </a:lnTo>
                  <a:lnTo>
                    <a:pt x="4572" y="1744"/>
                  </a:lnTo>
                  <a:lnTo>
                    <a:pt x="3677" y="708"/>
                  </a:lnTo>
                  <a:lnTo>
                    <a:pt x="3535" y="660"/>
                  </a:lnTo>
                  <a:lnTo>
                    <a:pt x="3017" y="660"/>
                  </a:lnTo>
                  <a:lnTo>
                    <a:pt x="2875" y="708"/>
                  </a:lnTo>
                  <a:lnTo>
                    <a:pt x="2828" y="849"/>
                  </a:lnTo>
                  <a:lnTo>
                    <a:pt x="2828" y="1132"/>
                  </a:lnTo>
                  <a:lnTo>
                    <a:pt x="2828" y="1226"/>
                  </a:lnTo>
                  <a:lnTo>
                    <a:pt x="1697" y="1226"/>
                  </a:lnTo>
                  <a:lnTo>
                    <a:pt x="1556" y="1179"/>
                  </a:lnTo>
                  <a:lnTo>
                    <a:pt x="1320" y="1037"/>
                  </a:lnTo>
                  <a:lnTo>
                    <a:pt x="1179" y="802"/>
                  </a:lnTo>
                  <a:lnTo>
                    <a:pt x="1132" y="660"/>
                  </a:lnTo>
                  <a:lnTo>
                    <a:pt x="1132" y="519"/>
                  </a:lnTo>
                  <a:lnTo>
                    <a:pt x="1132" y="189"/>
                  </a:lnTo>
                  <a:lnTo>
                    <a:pt x="943" y="142"/>
                  </a:lnTo>
                  <a:lnTo>
                    <a:pt x="755" y="95"/>
                  </a:lnTo>
                  <a:lnTo>
                    <a:pt x="6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0" name="Google Shape;1890;p21"/>
          <p:cNvGrpSpPr/>
          <p:nvPr/>
        </p:nvGrpSpPr>
        <p:grpSpPr>
          <a:xfrm>
            <a:off x="3285550" y="4053575"/>
            <a:ext cx="286300" cy="286275"/>
            <a:chOff x="2523550" y="4129775"/>
            <a:chExt cx="286300" cy="286275"/>
          </a:xfrm>
        </p:grpSpPr>
        <p:sp>
          <p:nvSpPr>
            <p:cNvPr id="1891" name="Google Shape;1891;p21"/>
            <p:cNvSpPr/>
            <p:nvPr/>
          </p:nvSpPr>
          <p:spPr>
            <a:xfrm>
              <a:off x="2613075" y="4129775"/>
              <a:ext cx="107225" cy="87200"/>
            </a:xfrm>
            <a:custGeom>
              <a:rect b="b" l="l" r="r" t="t"/>
              <a:pathLst>
                <a:path extrusionOk="0" h="3488" w="4289">
                  <a:moveTo>
                    <a:pt x="378" y="0"/>
                  </a:moveTo>
                  <a:lnTo>
                    <a:pt x="236" y="47"/>
                  </a:lnTo>
                  <a:lnTo>
                    <a:pt x="95" y="142"/>
                  </a:lnTo>
                  <a:lnTo>
                    <a:pt x="48" y="236"/>
                  </a:lnTo>
                  <a:lnTo>
                    <a:pt x="1" y="377"/>
                  </a:lnTo>
                  <a:lnTo>
                    <a:pt x="1" y="3110"/>
                  </a:lnTo>
                  <a:lnTo>
                    <a:pt x="48" y="3252"/>
                  </a:lnTo>
                  <a:lnTo>
                    <a:pt x="95" y="3393"/>
                  </a:lnTo>
                  <a:lnTo>
                    <a:pt x="236" y="3440"/>
                  </a:lnTo>
                  <a:lnTo>
                    <a:pt x="378" y="3487"/>
                  </a:lnTo>
                  <a:lnTo>
                    <a:pt x="3912" y="3487"/>
                  </a:lnTo>
                  <a:lnTo>
                    <a:pt x="4053" y="3440"/>
                  </a:lnTo>
                  <a:lnTo>
                    <a:pt x="4195" y="3393"/>
                  </a:lnTo>
                  <a:lnTo>
                    <a:pt x="4289" y="3252"/>
                  </a:lnTo>
                  <a:lnTo>
                    <a:pt x="4289" y="3110"/>
                  </a:lnTo>
                  <a:lnTo>
                    <a:pt x="4289" y="377"/>
                  </a:lnTo>
                  <a:lnTo>
                    <a:pt x="4289" y="236"/>
                  </a:lnTo>
                  <a:lnTo>
                    <a:pt x="4195" y="142"/>
                  </a:lnTo>
                  <a:lnTo>
                    <a:pt x="4053" y="47"/>
                  </a:lnTo>
                  <a:lnTo>
                    <a:pt x="391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21"/>
            <p:cNvSpPr/>
            <p:nvPr/>
          </p:nvSpPr>
          <p:spPr>
            <a:xfrm>
              <a:off x="2695550" y="4328850"/>
              <a:ext cx="108400" cy="87200"/>
            </a:xfrm>
            <a:custGeom>
              <a:rect b="b" l="l" r="r" t="t"/>
              <a:pathLst>
                <a:path extrusionOk="0" h="3488" w="4336">
                  <a:moveTo>
                    <a:pt x="377" y="1"/>
                  </a:moveTo>
                  <a:lnTo>
                    <a:pt x="236" y="48"/>
                  </a:lnTo>
                  <a:lnTo>
                    <a:pt x="142" y="142"/>
                  </a:lnTo>
                  <a:lnTo>
                    <a:pt x="47" y="237"/>
                  </a:lnTo>
                  <a:lnTo>
                    <a:pt x="0" y="378"/>
                  </a:lnTo>
                  <a:lnTo>
                    <a:pt x="0" y="3111"/>
                  </a:lnTo>
                  <a:lnTo>
                    <a:pt x="47" y="3252"/>
                  </a:lnTo>
                  <a:lnTo>
                    <a:pt x="142" y="3394"/>
                  </a:lnTo>
                  <a:lnTo>
                    <a:pt x="236" y="3441"/>
                  </a:lnTo>
                  <a:lnTo>
                    <a:pt x="377" y="3488"/>
                  </a:lnTo>
                  <a:lnTo>
                    <a:pt x="3959" y="3488"/>
                  </a:lnTo>
                  <a:lnTo>
                    <a:pt x="4100" y="3441"/>
                  </a:lnTo>
                  <a:lnTo>
                    <a:pt x="4194" y="3394"/>
                  </a:lnTo>
                  <a:lnTo>
                    <a:pt x="4288" y="3252"/>
                  </a:lnTo>
                  <a:lnTo>
                    <a:pt x="4336" y="3111"/>
                  </a:lnTo>
                  <a:lnTo>
                    <a:pt x="4336" y="378"/>
                  </a:lnTo>
                  <a:lnTo>
                    <a:pt x="4288" y="237"/>
                  </a:lnTo>
                  <a:lnTo>
                    <a:pt x="4194" y="142"/>
                  </a:lnTo>
                  <a:lnTo>
                    <a:pt x="4100" y="48"/>
                  </a:lnTo>
                  <a:lnTo>
                    <a:pt x="39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21"/>
            <p:cNvSpPr/>
            <p:nvPr/>
          </p:nvSpPr>
          <p:spPr>
            <a:xfrm>
              <a:off x="2530625" y="4328850"/>
              <a:ext cx="104875" cy="87200"/>
            </a:xfrm>
            <a:custGeom>
              <a:rect b="b" l="l" r="r" t="t"/>
              <a:pathLst>
                <a:path extrusionOk="0" h="3488" w="4195">
                  <a:moveTo>
                    <a:pt x="377" y="1"/>
                  </a:moveTo>
                  <a:lnTo>
                    <a:pt x="236" y="48"/>
                  </a:lnTo>
                  <a:lnTo>
                    <a:pt x="94" y="142"/>
                  </a:lnTo>
                  <a:lnTo>
                    <a:pt x="47" y="237"/>
                  </a:lnTo>
                  <a:lnTo>
                    <a:pt x="0" y="378"/>
                  </a:lnTo>
                  <a:lnTo>
                    <a:pt x="0" y="3111"/>
                  </a:lnTo>
                  <a:lnTo>
                    <a:pt x="47" y="3252"/>
                  </a:lnTo>
                  <a:lnTo>
                    <a:pt x="94" y="3394"/>
                  </a:lnTo>
                  <a:lnTo>
                    <a:pt x="236" y="3441"/>
                  </a:lnTo>
                  <a:lnTo>
                    <a:pt x="377" y="3488"/>
                  </a:lnTo>
                  <a:lnTo>
                    <a:pt x="3817" y="3488"/>
                  </a:lnTo>
                  <a:lnTo>
                    <a:pt x="3958" y="3441"/>
                  </a:lnTo>
                  <a:lnTo>
                    <a:pt x="4100" y="3394"/>
                  </a:lnTo>
                  <a:lnTo>
                    <a:pt x="4147" y="3252"/>
                  </a:lnTo>
                  <a:lnTo>
                    <a:pt x="4194" y="3111"/>
                  </a:lnTo>
                  <a:lnTo>
                    <a:pt x="4194" y="378"/>
                  </a:lnTo>
                  <a:lnTo>
                    <a:pt x="4147" y="237"/>
                  </a:lnTo>
                  <a:lnTo>
                    <a:pt x="4100" y="142"/>
                  </a:lnTo>
                  <a:lnTo>
                    <a:pt x="3958" y="48"/>
                  </a:lnTo>
                  <a:lnTo>
                    <a:pt x="381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21"/>
            <p:cNvSpPr/>
            <p:nvPr/>
          </p:nvSpPr>
          <p:spPr>
            <a:xfrm>
              <a:off x="2523550" y="4233450"/>
              <a:ext cx="286300" cy="78950"/>
            </a:xfrm>
            <a:custGeom>
              <a:rect b="b" l="l" r="r" t="t"/>
              <a:pathLst>
                <a:path extrusionOk="0" h="3158" w="11452">
                  <a:moveTo>
                    <a:pt x="5372" y="0"/>
                  </a:moveTo>
                  <a:lnTo>
                    <a:pt x="5372" y="707"/>
                  </a:lnTo>
                  <a:lnTo>
                    <a:pt x="5184" y="754"/>
                  </a:lnTo>
                  <a:lnTo>
                    <a:pt x="5042" y="895"/>
                  </a:lnTo>
                  <a:lnTo>
                    <a:pt x="4948" y="1037"/>
                  </a:lnTo>
                  <a:lnTo>
                    <a:pt x="4854" y="1225"/>
                  </a:lnTo>
                  <a:lnTo>
                    <a:pt x="3205" y="1225"/>
                  </a:lnTo>
                  <a:lnTo>
                    <a:pt x="3063" y="990"/>
                  </a:lnTo>
                  <a:lnTo>
                    <a:pt x="2875" y="801"/>
                  </a:lnTo>
                  <a:lnTo>
                    <a:pt x="2639" y="660"/>
                  </a:lnTo>
                  <a:lnTo>
                    <a:pt x="2357" y="613"/>
                  </a:lnTo>
                  <a:lnTo>
                    <a:pt x="2074" y="660"/>
                  </a:lnTo>
                  <a:lnTo>
                    <a:pt x="1838" y="801"/>
                  </a:lnTo>
                  <a:lnTo>
                    <a:pt x="1603" y="943"/>
                  </a:lnTo>
                  <a:lnTo>
                    <a:pt x="1461" y="1225"/>
                  </a:lnTo>
                  <a:lnTo>
                    <a:pt x="377" y="1225"/>
                  </a:lnTo>
                  <a:lnTo>
                    <a:pt x="189" y="1272"/>
                  </a:lnTo>
                  <a:lnTo>
                    <a:pt x="95" y="1320"/>
                  </a:lnTo>
                  <a:lnTo>
                    <a:pt x="48" y="1461"/>
                  </a:lnTo>
                  <a:lnTo>
                    <a:pt x="0" y="1555"/>
                  </a:lnTo>
                  <a:lnTo>
                    <a:pt x="48" y="1696"/>
                  </a:lnTo>
                  <a:lnTo>
                    <a:pt x="95" y="1791"/>
                  </a:lnTo>
                  <a:lnTo>
                    <a:pt x="189" y="1885"/>
                  </a:lnTo>
                  <a:lnTo>
                    <a:pt x="1461" y="1885"/>
                  </a:lnTo>
                  <a:lnTo>
                    <a:pt x="1555" y="2073"/>
                  </a:lnTo>
                  <a:lnTo>
                    <a:pt x="1697" y="2215"/>
                  </a:lnTo>
                  <a:lnTo>
                    <a:pt x="1838" y="2356"/>
                  </a:lnTo>
                  <a:lnTo>
                    <a:pt x="2027" y="2450"/>
                  </a:lnTo>
                  <a:lnTo>
                    <a:pt x="2027" y="3157"/>
                  </a:lnTo>
                  <a:lnTo>
                    <a:pt x="2686" y="3157"/>
                  </a:lnTo>
                  <a:lnTo>
                    <a:pt x="2686" y="2450"/>
                  </a:lnTo>
                  <a:lnTo>
                    <a:pt x="2875" y="2356"/>
                  </a:lnTo>
                  <a:lnTo>
                    <a:pt x="3016" y="2215"/>
                  </a:lnTo>
                  <a:lnTo>
                    <a:pt x="3158" y="2073"/>
                  </a:lnTo>
                  <a:lnTo>
                    <a:pt x="3205" y="1885"/>
                  </a:lnTo>
                  <a:lnTo>
                    <a:pt x="4854" y="1885"/>
                  </a:lnTo>
                  <a:lnTo>
                    <a:pt x="4995" y="2168"/>
                  </a:lnTo>
                  <a:lnTo>
                    <a:pt x="5184" y="2356"/>
                  </a:lnTo>
                  <a:lnTo>
                    <a:pt x="5467" y="2450"/>
                  </a:lnTo>
                  <a:lnTo>
                    <a:pt x="5702" y="2498"/>
                  </a:lnTo>
                  <a:lnTo>
                    <a:pt x="5985" y="2450"/>
                  </a:lnTo>
                  <a:lnTo>
                    <a:pt x="6221" y="2356"/>
                  </a:lnTo>
                  <a:lnTo>
                    <a:pt x="6456" y="2168"/>
                  </a:lnTo>
                  <a:lnTo>
                    <a:pt x="6598" y="1885"/>
                  </a:lnTo>
                  <a:lnTo>
                    <a:pt x="8153" y="1885"/>
                  </a:lnTo>
                  <a:lnTo>
                    <a:pt x="8247" y="2073"/>
                  </a:lnTo>
                  <a:lnTo>
                    <a:pt x="8388" y="2215"/>
                  </a:lnTo>
                  <a:lnTo>
                    <a:pt x="8530" y="2356"/>
                  </a:lnTo>
                  <a:lnTo>
                    <a:pt x="8718" y="2450"/>
                  </a:lnTo>
                  <a:lnTo>
                    <a:pt x="8718" y="3157"/>
                  </a:lnTo>
                  <a:lnTo>
                    <a:pt x="9378" y="3157"/>
                  </a:lnTo>
                  <a:lnTo>
                    <a:pt x="9378" y="2450"/>
                  </a:lnTo>
                  <a:lnTo>
                    <a:pt x="9566" y="2356"/>
                  </a:lnTo>
                  <a:lnTo>
                    <a:pt x="9708" y="2215"/>
                  </a:lnTo>
                  <a:lnTo>
                    <a:pt x="9849" y="2073"/>
                  </a:lnTo>
                  <a:lnTo>
                    <a:pt x="9943" y="1885"/>
                  </a:lnTo>
                  <a:lnTo>
                    <a:pt x="11263" y="1885"/>
                  </a:lnTo>
                  <a:lnTo>
                    <a:pt x="11357" y="1791"/>
                  </a:lnTo>
                  <a:lnTo>
                    <a:pt x="11404" y="1696"/>
                  </a:lnTo>
                  <a:lnTo>
                    <a:pt x="11451" y="1555"/>
                  </a:lnTo>
                  <a:lnTo>
                    <a:pt x="11404" y="1461"/>
                  </a:lnTo>
                  <a:lnTo>
                    <a:pt x="11357" y="1320"/>
                  </a:lnTo>
                  <a:lnTo>
                    <a:pt x="11263" y="1272"/>
                  </a:lnTo>
                  <a:lnTo>
                    <a:pt x="11121" y="1225"/>
                  </a:lnTo>
                  <a:lnTo>
                    <a:pt x="9943" y="1225"/>
                  </a:lnTo>
                  <a:lnTo>
                    <a:pt x="9802" y="990"/>
                  </a:lnTo>
                  <a:lnTo>
                    <a:pt x="9566" y="801"/>
                  </a:lnTo>
                  <a:lnTo>
                    <a:pt x="9331" y="660"/>
                  </a:lnTo>
                  <a:lnTo>
                    <a:pt x="9048" y="613"/>
                  </a:lnTo>
                  <a:lnTo>
                    <a:pt x="8765" y="660"/>
                  </a:lnTo>
                  <a:lnTo>
                    <a:pt x="8530" y="801"/>
                  </a:lnTo>
                  <a:lnTo>
                    <a:pt x="8341" y="990"/>
                  </a:lnTo>
                  <a:lnTo>
                    <a:pt x="8153" y="1225"/>
                  </a:lnTo>
                  <a:lnTo>
                    <a:pt x="6598" y="1225"/>
                  </a:lnTo>
                  <a:lnTo>
                    <a:pt x="6503" y="1037"/>
                  </a:lnTo>
                  <a:lnTo>
                    <a:pt x="6362" y="895"/>
                  </a:lnTo>
                  <a:lnTo>
                    <a:pt x="6221" y="754"/>
                  </a:lnTo>
                  <a:lnTo>
                    <a:pt x="6032" y="707"/>
                  </a:lnTo>
                  <a:lnTo>
                    <a:pt x="603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5" name="Google Shape;1895;p21"/>
          <p:cNvGrpSpPr/>
          <p:nvPr/>
        </p:nvGrpSpPr>
        <p:grpSpPr>
          <a:xfrm>
            <a:off x="4047750" y="4064175"/>
            <a:ext cx="286300" cy="265075"/>
            <a:chOff x="3285750" y="4140375"/>
            <a:chExt cx="286300" cy="265075"/>
          </a:xfrm>
        </p:grpSpPr>
        <p:sp>
          <p:nvSpPr>
            <p:cNvPr id="1896" name="Google Shape;1896;p21"/>
            <p:cNvSpPr/>
            <p:nvPr/>
          </p:nvSpPr>
          <p:spPr>
            <a:xfrm>
              <a:off x="3423575" y="4324150"/>
              <a:ext cx="21250" cy="31825"/>
            </a:xfrm>
            <a:custGeom>
              <a:rect b="b" l="l" r="r" t="t"/>
              <a:pathLst>
                <a:path extrusionOk="0" h="1273" w="850">
                  <a:moveTo>
                    <a:pt x="1" y="0"/>
                  </a:moveTo>
                  <a:lnTo>
                    <a:pt x="1" y="519"/>
                  </a:lnTo>
                  <a:lnTo>
                    <a:pt x="48" y="707"/>
                  </a:lnTo>
                  <a:lnTo>
                    <a:pt x="189" y="896"/>
                  </a:lnTo>
                  <a:lnTo>
                    <a:pt x="425" y="1084"/>
                  </a:lnTo>
                  <a:lnTo>
                    <a:pt x="802" y="1273"/>
                  </a:lnTo>
                  <a:lnTo>
                    <a:pt x="802" y="802"/>
                  </a:lnTo>
                  <a:lnTo>
                    <a:pt x="849" y="377"/>
                  </a:lnTo>
                  <a:lnTo>
                    <a:pt x="378" y="236"/>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21"/>
            <p:cNvSpPr/>
            <p:nvPr/>
          </p:nvSpPr>
          <p:spPr>
            <a:xfrm>
              <a:off x="3423575" y="4366550"/>
              <a:ext cx="42450" cy="37725"/>
            </a:xfrm>
            <a:custGeom>
              <a:rect b="b" l="l" r="r" t="t"/>
              <a:pathLst>
                <a:path extrusionOk="0" h="1509" w="1698">
                  <a:moveTo>
                    <a:pt x="1" y="1"/>
                  </a:moveTo>
                  <a:lnTo>
                    <a:pt x="1" y="519"/>
                  </a:lnTo>
                  <a:lnTo>
                    <a:pt x="48" y="661"/>
                  </a:lnTo>
                  <a:lnTo>
                    <a:pt x="142" y="849"/>
                  </a:lnTo>
                  <a:lnTo>
                    <a:pt x="284" y="990"/>
                  </a:lnTo>
                  <a:lnTo>
                    <a:pt x="472" y="1132"/>
                  </a:lnTo>
                  <a:lnTo>
                    <a:pt x="708" y="1273"/>
                  </a:lnTo>
                  <a:lnTo>
                    <a:pt x="990" y="1367"/>
                  </a:lnTo>
                  <a:lnTo>
                    <a:pt x="1320" y="1462"/>
                  </a:lnTo>
                  <a:lnTo>
                    <a:pt x="1697" y="1509"/>
                  </a:lnTo>
                  <a:lnTo>
                    <a:pt x="1462" y="1273"/>
                  </a:lnTo>
                  <a:lnTo>
                    <a:pt x="1273" y="1038"/>
                  </a:lnTo>
                  <a:lnTo>
                    <a:pt x="1132" y="755"/>
                  </a:lnTo>
                  <a:lnTo>
                    <a:pt x="990" y="425"/>
                  </a:lnTo>
                  <a:lnTo>
                    <a:pt x="425" y="23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21"/>
            <p:cNvSpPr/>
            <p:nvPr/>
          </p:nvSpPr>
          <p:spPr>
            <a:xfrm>
              <a:off x="3423575" y="4225200"/>
              <a:ext cx="119025" cy="53025"/>
            </a:xfrm>
            <a:custGeom>
              <a:rect b="b" l="l" r="r" t="t"/>
              <a:pathLst>
                <a:path extrusionOk="0" h="2121" w="4761">
                  <a:moveTo>
                    <a:pt x="2357" y="0"/>
                  </a:moveTo>
                  <a:lnTo>
                    <a:pt x="1886" y="47"/>
                  </a:lnTo>
                  <a:lnTo>
                    <a:pt x="1415" y="94"/>
                  </a:lnTo>
                  <a:lnTo>
                    <a:pt x="1038" y="189"/>
                  </a:lnTo>
                  <a:lnTo>
                    <a:pt x="661" y="330"/>
                  </a:lnTo>
                  <a:lnTo>
                    <a:pt x="378" y="519"/>
                  </a:lnTo>
                  <a:lnTo>
                    <a:pt x="189" y="660"/>
                  </a:lnTo>
                  <a:lnTo>
                    <a:pt x="48" y="848"/>
                  </a:lnTo>
                  <a:lnTo>
                    <a:pt x="1" y="1037"/>
                  </a:lnTo>
                  <a:lnTo>
                    <a:pt x="48" y="1225"/>
                  </a:lnTo>
                  <a:lnTo>
                    <a:pt x="189" y="1414"/>
                  </a:lnTo>
                  <a:lnTo>
                    <a:pt x="378" y="1602"/>
                  </a:lnTo>
                  <a:lnTo>
                    <a:pt x="661" y="1744"/>
                  </a:lnTo>
                  <a:lnTo>
                    <a:pt x="1038" y="1885"/>
                  </a:lnTo>
                  <a:lnTo>
                    <a:pt x="1415" y="2026"/>
                  </a:lnTo>
                  <a:lnTo>
                    <a:pt x="1886" y="2074"/>
                  </a:lnTo>
                  <a:lnTo>
                    <a:pt x="2357" y="2121"/>
                  </a:lnTo>
                  <a:lnTo>
                    <a:pt x="2875" y="2074"/>
                  </a:lnTo>
                  <a:lnTo>
                    <a:pt x="3299" y="2026"/>
                  </a:lnTo>
                  <a:lnTo>
                    <a:pt x="3724" y="1885"/>
                  </a:lnTo>
                  <a:lnTo>
                    <a:pt x="4053" y="1744"/>
                  </a:lnTo>
                  <a:lnTo>
                    <a:pt x="4336" y="1602"/>
                  </a:lnTo>
                  <a:lnTo>
                    <a:pt x="4572" y="1414"/>
                  </a:lnTo>
                  <a:lnTo>
                    <a:pt x="4713" y="1225"/>
                  </a:lnTo>
                  <a:lnTo>
                    <a:pt x="4760" y="1037"/>
                  </a:lnTo>
                  <a:lnTo>
                    <a:pt x="4713" y="848"/>
                  </a:lnTo>
                  <a:lnTo>
                    <a:pt x="4572" y="660"/>
                  </a:lnTo>
                  <a:lnTo>
                    <a:pt x="4336" y="519"/>
                  </a:lnTo>
                  <a:lnTo>
                    <a:pt x="4053" y="330"/>
                  </a:lnTo>
                  <a:lnTo>
                    <a:pt x="3724" y="189"/>
                  </a:lnTo>
                  <a:lnTo>
                    <a:pt x="3299" y="94"/>
                  </a:lnTo>
                  <a:lnTo>
                    <a:pt x="2875" y="47"/>
                  </a:lnTo>
                  <a:lnTo>
                    <a:pt x="235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21"/>
            <p:cNvSpPr/>
            <p:nvPr/>
          </p:nvSpPr>
          <p:spPr>
            <a:xfrm>
              <a:off x="3423575" y="4281750"/>
              <a:ext cx="43625" cy="34175"/>
            </a:xfrm>
            <a:custGeom>
              <a:rect b="b" l="l" r="r" t="t"/>
              <a:pathLst>
                <a:path extrusionOk="0" h="1367" w="1745">
                  <a:moveTo>
                    <a:pt x="1" y="0"/>
                  </a:moveTo>
                  <a:lnTo>
                    <a:pt x="1" y="518"/>
                  </a:lnTo>
                  <a:lnTo>
                    <a:pt x="1" y="613"/>
                  </a:lnTo>
                  <a:lnTo>
                    <a:pt x="48" y="754"/>
                  </a:lnTo>
                  <a:lnTo>
                    <a:pt x="284" y="990"/>
                  </a:lnTo>
                  <a:lnTo>
                    <a:pt x="613" y="1178"/>
                  </a:lnTo>
                  <a:lnTo>
                    <a:pt x="1132" y="1367"/>
                  </a:lnTo>
                  <a:lnTo>
                    <a:pt x="1415" y="943"/>
                  </a:lnTo>
                  <a:lnTo>
                    <a:pt x="1744" y="566"/>
                  </a:lnTo>
                  <a:lnTo>
                    <a:pt x="1320" y="518"/>
                  </a:lnTo>
                  <a:lnTo>
                    <a:pt x="943" y="424"/>
                  </a:lnTo>
                  <a:lnTo>
                    <a:pt x="566" y="283"/>
                  </a:lnTo>
                  <a:lnTo>
                    <a:pt x="236" y="14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21"/>
            <p:cNvSpPr/>
            <p:nvPr/>
          </p:nvSpPr>
          <p:spPr>
            <a:xfrm>
              <a:off x="3461275" y="4295875"/>
              <a:ext cx="110775" cy="109575"/>
            </a:xfrm>
            <a:custGeom>
              <a:rect b="b" l="l" r="r" t="t"/>
              <a:pathLst>
                <a:path extrusionOk="0" h="4383" w="4431">
                  <a:moveTo>
                    <a:pt x="2216" y="707"/>
                  </a:moveTo>
                  <a:lnTo>
                    <a:pt x="2498" y="755"/>
                  </a:lnTo>
                  <a:lnTo>
                    <a:pt x="2781" y="849"/>
                  </a:lnTo>
                  <a:lnTo>
                    <a:pt x="3064" y="990"/>
                  </a:lnTo>
                  <a:lnTo>
                    <a:pt x="3252" y="1131"/>
                  </a:lnTo>
                  <a:lnTo>
                    <a:pt x="3441" y="1367"/>
                  </a:lnTo>
                  <a:lnTo>
                    <a:pt x="3582" y="1603"/>
                  </a:lnTo>
                  <a:lnTo>
                    <a:pt x="3676" y="1885"/>
                  </a:lnTo>
                  <a:lnTo>
                    <a:pt x="3723" y="2215"/>
                  </a:lnTo>
                  <a:lnTo>
                    <a:pt x="3676" y="2545"/>
                  </a:lnTo>
                  <a:lnTo>
                    <a:pt x="3535" y="2828"/>
                  </a:lnTo>
                  <a:lnTo>
                    <a:pt x="3394" y="3111"/>
                  </a:lnTo>
                  <a:lnTo>
                    <a:pt x="3205" y="3299"/>
                  </a:lnTo>
                  <a:lnTo>
                    <a:pt x="3017" y="3440"/>
                  </a:lnTo>
                  <a:lnTo>
                    <a:pt x="2734" y="3582"/>
                  </a:lnTo>
                  <a:lnTo>
                    <a:pt x="2498" y="3629"/>
                  </a:lnTo>
                  <a:lnTo>
                    <a:pt x="2216" y="3676"/>
                  </a:lnTo>
                  <a:lnTo>
                    <a:pt x="1933" y="3629"/>
                  </a:lnTo>
                  <a:lnTo>
                    <a:pt x="1697" y="3582"/>
                  </a:lnTo>
                  <a:lnTo>
                    <a:pt x="1462" y="3440"/>
                  </a:lnTo>
                  <a:lnTo>
                    <a:pt x="1226" y="3299"/>
                  </a:lnTo>
                  <a:lnTo>
                    <a:pt x="1037" y="3111"/>
                  </a:lnTo>
                  <a:lnTo>
                    <a:pt x="896" y="2828"/>
                  </a:lnTo>
                  <a:lnTo>
                    <a:pt x="802" y="2545"/>
                  </a:lnTo>
                  <a:lnTo>
                    <a:pt x="755" y="2215"/>
                  </a:lnTo>
                  <a:lnTo>
                    <a:pt x="755" y="1885"/>
                  </a:lnTo>
                  <a:lnTo>
                    <a:pt x="849" y="1603"/>
                  </a:lnTo>
                  <a:lnTo>
                    <a:pt x="990" y="1367"/>
                  </a:lnTo>
                  <a:lnTo>
                    <a:pt x="1179" y="1131"/>
                  </a:lnTo>
                  <a:lnTo>
                    <a:pt x="1414" y="990"/>
                  </a:lnTo>
                  <a:lnTo>
                    <a:pt x="1650" y="849"/>
                  </a:lnTo>
                  <a:lnTo>
                    <a:pt x="1933" y="755"/>
                  </a:lnTo>
                  <a:lnTo>
                    <a:pt x="2216" y="707"/>
                  </a:lnTo>
                  <a:close/>
                  <a:moveTo>
                    <a:pt x="2216" y="1"/>
                  </a:moveTo>
                  <a:lnTo>
                    <a:pt x="1839" y="48"/>
                  </a:lnTo>
                  <a:lnTo>
                    <a:pt x="1414" y="142"/>
                  </a:lnTo>
                  <a:lnTo>
                    <a:pt x="1085" y="330"/>
                  </a:lnTo>
                  <a:lnTo>
                    <a:pt x="755" y="566"/>
                  </a:lnTo>
                  <a:lnTo>
                    <a:pt x="472" y="849"/>
                  </a:lnTo>
                  <a:lnTo>
                    <a:pt x="236" y="1226"/>
                  </a:lnTo>
                  <a:lnTo>
                    <a:pt x="95" y="1697"/>
                  </a:lnTo>
                  <a:lnTo>
                    <a:pt x="1" y="2215"/>
                  </a:lnTo>
                  <a:lnTo>
                    <a:pt x="48" y="2639"/>
                  </a:lnTo>
                  <a:lnTo>
                    <a:pt x="189" y="3063"/>
                  </a:lnTo>
                  <a:lnTo>
                    <a:pt x="378" y="3440"/>
                  </a:lnTo>
                  <a:lnTo>
                    <a:pt x="661" y="3770"/>
                  </a:lnTo>
                  <a:lnTo>
                    <a:pt x="990" y="4006"/>
                  </a:lnTo>
                  <a:lnTo>
                    <a:pt x="1367" y="4242"/>
                  </a:lnTo>
                  <a:lnTo>
                    <a:pt x="1791" y="4336"/>
                  </a:lnTo>
                  <a:lnTo>
                    <a:pt x="2216" y="4383"/>
                  </a:lnTo>
                  <a:lnTo>
                    <a:pt x="2687" y="4336"/>
                  </a:lnTo>
                  <a:lnTo>
                    <a:pt x="3064" y="4242"/>
                  </a:lnTo>
                  <a:lnTo>
                    <a:pt x="3441" y="4006"/>
                  </a:lnTo>
                  <a:lnTo>
                    <a:pt x="3771" y="3770"/>
                  </a:lnTo>
                  <a:lnTo>
                    <a:pt x="4053" y="3440"/>
                  </a:lnTo>
                  <a:lnTo>
                    <a:pt x="4242" y="3063"/>
                  </a:lnTo>
                  <a:lnTo>
                    <a:pt x="4383" y="2639"/>
                  </a:lnTo>
                  <a:lnTo>
                    <a:pt x="4430" y="2215"/>
                  </a:lnTo>
                  <a:lnTo>
                    <a:pt x="4336" y="1697"/>
                  </a:lnTo>
                  <a:lnTo>
                    <a:pt x="4195" y="1226"/>
                  </a:lnTo>
                  <a:lnTo>
                    <a:pt x="4006" y="849"/>
                  </a:lnTo>
                  <a:lnTo>
                    <a:pt x="3723" y="566"/>
                  </a:lnTo>
                  <a:lnTo>
                    <a:pt x="3394" y="330"/>
                  </a:lnTo>
                  <a:lnTo>
                    <a:pt x="3017" y="142"/>
                  </a:lnTo>
                  <a:lnTo>
                    <a:pt x="2640" y="48"/>
                  </a:lnTo>
                  <a:lnTo>
                    <a:pt x="221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21"/>
            <p:cNvSpPr/>
            <p:nvPr/>
          </p:nvSpPr>
          <p:spPr>
            <a:xfrm>
              <a:off x="3498975" y="4332400"/>
              <a:ext cx="35375" cy="36550"/>
            </a:xfrm>
            <a:custGeom>
              <a:rect b="b" l="l" r="r" t="t"/>
              <a:pathLst>
                <a:path extrusionOk="0" h="1462" w="1415">
                  <a:moveTo>
                    <a:pt x="708" y="0"/>
                  </a:moveTo>
                  <a:lnTo>
                    <a:pt x="472" y="47"/>
                  </a:lnTo>
                  <a:lnTo>
                    <a:pt x="236" y="189"/>
                  </a:lnTo>
                  <a:lnTo>
                    <a:pt x="142" y="283"/>
                  </a:lnTo>
                  <a:lnTo>
                    <a:pt x="48" y="424"/>
                  </a:lnTo>
                  <a:lnTo>
                    <a:pt x="1" y="566"/>
                  </a:lnTo>
                  <a:lnTo>
                    <a:pt x="1" y="754"/>
                  </a:lnTo>
                  <a:lnTo>
                    <a:pt x="1" y="896"/>
                  </a:lnTo>
                  <a:lnTo>
                    <a:pt x="48" y="1037"/>
                  </a:lnTo>
                  <a:lnTo>
                    <a:pt x="189" y="1226"/>
                  </a:lnTo>
                  <a:lnTo>
                    <a:pt x="425" y="1414"/>
                  </a:lnTo>
                  <a:lnTo>
                    <a:pt x="566" y="1461"/>
                  </a:lnTo>
                  <a:lnTo>
                    <a:pt x="849" y="1461"/>
                  </a:lnTo>
                  <a:lnTo>
                    <a:pt x="990" y="1414"/>
                  </a:lnTo>
                  <a:lnTo>
                    <a:pt x="1226" y="1226"/>
                  </a:lnTo>
                  <a:lnTo>
                    <a:pt x="1367" y="1037"/>
                  </a:lnTo>
                  <a:lnTo>
                    <a:pt x="1414" y="896"/>
                  </a:lnTo>
                  <a:lnTo>
                    <a:pt x="1414" y="754"/>
                  </a:lnTo>
                  <a:lnTo>
                    <a:pt x="1414" y="566"/>
                  </a:lnTo>
                  <a:lnTo>
                    <a:pt x="1367" y="424"/>
                  </a:lnTo>
                  <a:lnTo>
                    <a:pt x="1273" y="283"/>
                  </a:lnTo>
                  <a:lnTo>
                    <a:pt x="1179" y="189"/>
                  </a:lnTo>
                  <a:lnTo>
                    <a:pt x="990" y="47"/>
                  </a:lnTo>
                  <a:lnTo>
                    <a:pt x="7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21"/>
            <p:cNvSpPr/>
            <p:nvPr/>
          </p:nvSpPr>
          <p:spPr>
            <a:xfrm>
              <a:off x="3285750" y="4196925"/>
              <a:ext cx="119000" cy="38900"/>
            </a:xfrm>
            <a:custGeom>
              <a:rect b="b" l="l" r="r" t="t"/>
              <a:pathLst>
                <a:path extrusionOk="0" h="1556" w="4760">
                  <a:moveTo>
                    <a:pt x="1" y="0"/>
                  </a:moveTo>
                  <a:lnTo>
                    <a:pt x="1" y="472"/>
                  </a:lnTo>
                  <a:lnTo>
                    <a:pt x="48" y="660"/>
                  </a:lnTo>
                  <a:lnTo>
                    <a:pt x="189" y="848"/>
                  </a:lnTo>
                  <a:lnTo>
                    <a:pt x="378" y="1037"/>
                  </a:lnTo>
                  <a:lnTo>
                    <a:pt x="707" y="1225"/>
                  </a:lnTo>
                  <a:lnTo>
                    <a:pt x="1037" y="1320"/>
                  </a:lnTo>
                  <a:lnTo>
                    <a:pt x="1414" y="1461"/>
                  </a:lnTo>
                  <a:lnTo>
                    <a:pt x="1885" y="1508"/>
                  </a:lnTo>
                  <a:lnTo>
                    <a:pt x="2357" y="1555"/>
                  </a:lnTo>
                  <a:lnTo>
                    <a:pt x="2875" y="1508"/>
                  </a:lnTo>
                  <a:lnTo>
                    <a:pt x="3346" y="1461"/>
                  </a:lnTo>
                  <a:lnTo>
                    <a:pt x="3723" y="1320"/>
                  </a:lnTo>
                  <a:lnTo>
                    <a:pt x="4053" y="1225"/>
                  </a:lnTo>
                  <a:lnTo>
                    <a:pt x="4336" y="1037"/>
                  </a:lnTo>
                  <a:lnTo>
                    <a:pt x="4571" y="848"/>
                  </a:lnTo>
                  <a:lnTo>
                    <a:pt x="4713" y="660"/>
                  </a:lnTo>
                  <a:lnTo>
                    <a:pt x="4760" y="472"/>
                  </a:lnTo>
                  <a:lnTo>
                    <a:pt x="4760" y="0"/>
                  </a:lnTo>
                  <a:lnTo>
                    <a:pt x="4477" y="142"/>
                  </a:lnTo>
                  <a:lnTo>
                    <a:pt x="4006" y="330"/>
                  </a:lnTo>
                  <a:lnTo>
                    <a:pt x="3440" y="472"/>
                  </a:lnTo>
                  <a:lnTo>
                    <a:pt x="2828" y="566"/>
                  </a:lnTo>
                  <a:lnTo>
                    <a:pt x="2215" y="613"/>
                  </a:lnTo>
                  <a:lnTo>
                    <a:pt x="1603" y="566"/>
                  </a:lnTo>
                  <a:lnTo>
                    <a:pt x="1037" y="424"/>
                  </a:lnTo>
                  <a:lnTo>
                    <a:pt x="472" y="236"/>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21"/>
            <p:cNvSpPr/>
            <p:nvPr/>
          </p:nvSpPr>
          <p:spPr>
            <a:xfrm>
              <a:off x="3285750" y="4140375"/>
              <a:ext cx="119000" cy="53025"/>
            </a:xfrm>
            <a:custGeom>
              <a:rect b="b" l="l" r="r" t="t"/>
              <a:pathLst>
                <a:path extrusionOk="0" h="2121" w="4760">
                  <a:moveTo>
                    <a:pt x="2357" y="0"/>
                  </a:moveTo>
                  <a:lnTo>
                    <a:pt x="1885" y="48"/>
                  </a:lnTo>
                  <a:lnTo>
                    <a:pt x="1461" y="95"/>
                  </a:lnTo>
                  <a:lnTo>
                    <a:pt x="1037" y="189"/>
                  </a:lnTo>
                  <a:lnTo>
                    <a:pt x="707" y="330"/>
                  </a:lnTo>
                  <a:lnTo>
                    <a:pt x="425" y="472"/>
                  </a:lnTo>
                  <a:lnTo>
                    <a:pt x="189" y="660"/>
                  </a:lnTo>
                  <a:lnTo>
                    <a:pt x="48" y="849"/>
                  </a:lnTo>
                  <a:lnTo>
                    <a:pt x="1" y="1037"/>
                  </a:lnTo>
                  <a:lnTo>
                    <a:pt x="48" y="1273"/>
                  </a:lnTo>
                  <a:lnTo>
                    <a:pt x="189" y="1461"/>
                  </a:lnTo>
                  <a:lnTo>
                    <a:pt x="425" y="1650"/>
                  </a:lnTo>
                  <a:lnTo>
                    <a:pt x="707" y="1791"/>
                  </a:lnTo>
                  <a:lnTo>
                    <a:pt x="1037" y="1932"/>
                  </a:lnTo>
                  <a:lnTo>
                    <a:pt x="1461" y="2027"/>
                  </a:lnTo>
                  <a:lnTo>
                    <a:pt x="1885" y="2074"/>
                  </a:lnTo>
                  <a:lnTo>
                    <a:pt x="2357" y="2121"/>
                  </a:lnTo>
                  <a:lnTo>
                    <a:pt x="2875" y="2074"/>
                  </a:lnTo>
                  <a:lnTo>
                    <a:pt x="3299" y="2027"/>
                  </a:lnTo>
                  <a:lnTo>
                    <a:pt x="3723" y="1932"/>
                  </a:lnTo>
                  <a:lnTo>
                    <a:pt x="4053" y="1791"/>
                  </a:lnTo>
                  <a:lnTo>
                    <a:pt x="4336" y="1650"/>
                  </a:lnTo>
                  <a:lnTo>
                    <a:pt x="4571" y="1461"/>
                  </a:lnTo>
                  <a:lnTo>
                    <a:pt x="4713" y="1273"/>
                  </a:lnTo>
                  <a:lnTo>
                    <a:pt x="4760" y="1037"/>
                  </a:lnTo>
                  <a:lnTo>
                    <a:pt x="4713" y="849"/>
                  </a:lnTo>
                  <a:lnTo>
                    <a:pt x="4571" y="660"/>
                  </a:lnTo>
                  <a:lnTo>
                    <a:pt x="4336" y="472"/>
                  </a:lnTo>
                  <a:lnTo>
                    <a:pt x="4053" y="330"/>
                  </a:lnTo>
                  <a:lnTo>
                    <a:pt x="3723" y="189"/>
                  </a:lnTo>
                  <a:lnTo>
                    <a:pt x="3299" y="95"/>
                  </a:lnTo>
                  <a:lnTo>
                    <a:pt x="2875" y="48"/>
                  </a:lnTo>
                  <a:lnTo>
                    <a:pt x="235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21"/>
            <p:cNvSpPr/>
            <p:nvPr/>
          </p:nvSpPr>
          <p:spPr>
            <a:xfrm>
              <a:off x="3285750" y="4324150"/>
              <a:ext cx="119000" cy="38900"/>
            </a:xfrm>
            <a:custGeom>
              <a:rect b="b" l="l" r="r" t="t"/>
              <a:pathLst>
                <a:path extrusionOk="0" h="1556" w="4760">
                  <a:moveTo>
                    <a:pt x="1" y="0"/>
                  </a:moveTo>
                  <a:lnTo>
                    <a:pt x="1" y="519"/>
                  </a:lnTo>
                  <a:lnTo>
                    <a:pt x="48" y="707"/>
                  </a:lnTo>
                  <a:lnTo>
                    <a:pt x="189" y="896"/>
                  </a:lnTo>
                  <a:lnTo>
                    <a:pt x="378" y="1084"/>
                  </a:lnTo>
                  <a:lnTo>
                    <a:pt x="707" y="1226"/>
                  </a:lnTo>
                  <a:lnTo>
                    <a:pt x="1037" y="1367"/>
                  </a:lnTo>
                  <a:lnTo>
                    <a:pt x="1414" y="1461"/>
                  </a:lnTo>
                  <a:lnTo>
                    <a:pt x="1885" y="1556"/>
                  </a:lnTo>
                  <a:lnTo>
                    <a:pt x="2875" y="1556"/>
                  </a:lnTo>
                  <a:lnTo>
                    <a:pt x="3346" y="1461"/>
                  </a:lnTo>
                  <a:lnTo>
                    <a:pt x="3723" y="1367"/>
                  </a:lnTo>
                  <a:lnTo>
                    <a:pt x="4053" y="1226"/>
                  </a:lnTo>
                  <a:lnTo>
                    <a:pt x="4336" y="1084"/>
                  </a:lnTo>
                  <a:lnTo>
                    <a:pt x="4571" y="896"/>
                  </a:lnTo>
                  <a:lnTo>
                    <a:pt x="4713" y="707"/>
                  </a:lnTo>
                  <a:lnTo>
                    <a:pt x="4760" y="519"/>
                  </a:lnTo>
                  <a:lnTo>
                    <a:pt x="4760" y="0"/>
                  </a:lnTo>
                  <a:lnTo>
                    <a:pt x="4477" y="142"/>
                  </a:lnTo>
                  <a:lnTo>
                    <a:pt x="4006" y="377"/>
                  </a:lnTo>
                  <a:lnTo>
                    <a:pt x="3440" y="519"/>
                  </a:lnTo>
                  <a:lnTo>
                    <a:pt x="2828" y="613"/>
                  </a:lnTo>
                  <a:lnTo>
                    <a:pt x="2215" y="613"/>
                  </a:lnTo>
                  <a:lnTo>
                    <a:pt x="1603" y="566"/>
                  </a:lnTo>
                  <a:lnTo>
                    <a:pt x="1037" y="472"/>
                  </a:lnTo>
                  <a:lnTo>
                    <a:pt x="472" y="28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21"/>
            <p:cNvSpPr/>
            <p:nvPr/>
          </p:nvSpPr>
          <p:spPr>
            <a:xfrm>
              <a:off x="3285750" y="4239325"/>
              <a:ext cx="119000" cy="38900"/>
            </a:xfrm>
            <a:custGeom>
              <a:rect b="b" l="l" r="r" t="t"/>
              <a:pathLst>
                <a:path extrusionOk="0" h="1556" w="4760">
                  <a:moveTo>
                    <a:pt x="1" y="1"/>
                  </a:moveTo>
                  <a:lnTo>
                    <a:pt x="1" y="519"/>
                  </a:lnTo>
                  <a:lnTo>
                    <a:pt x="48" y="708"/>
                  </a:lnTo>
                  <a:lnTo>
                    <a:pt x="189" y="896"/>
                  </a:lnTo>
                  <a:lnTo>
                    <a:pt x="378" y="1037"/>
                  </a:lnTo>
                  <a:lnTo>
                    <a:pt x="707" y="1226"/>
                  </a:lnTo>
                  <a:lnTo>
                    <a:pt x="1037" y="1367"/>
                  </a:lnTo>
                  <a:lnTo>
                    <a:pt x="1414" y="1461"/>
                  </a:lnTo>
                  <a:lnTo>
                    <a:pt x="1885" y="1509"/>
                  </a:lnTo>
                  <a:lnTo>
                    <a:pt x="2357" y="1556"/>
                  </a:lnTo>
                  <a:lnTo>
                    <a:pt x="2875" y="1509"/>
                  </a:lnTo>
                  <a:lnTo>
                    <a:pt x="3346" y="1461"/>
                  </a:lnTo>
                  <a:lnTo>
                    <a:pt x="3723" y="1367"/>
                  </a:lnTo>
                  <a:lnTo>
                    <a:pt x="4053" y="1226"/>
                  </a:lnTo>
                  <a:lnTo>
                    <a:pt x="4336" y="1037"/>
                  </a:lnTo>
                  <a:lnTo>
                    <a:pt x="4571" y="896"/>
                  </a:lnTo>
                  <a:lnTo>
                    <a:pt x="4713" y="708"/>
                  </a:lnTo>
                  <a:lnTo>
                    <a:pt x="4760" y="519"/>
                  </a:lnTo>
                  <a:lnTo>
                    <a:pt x="4760" y="1"/>
                  </a:lnTo>
                  <a:lnTo>
                    <a:pt x="4477" y="142"/>
                  </a:lnTo>
                  <a:lnTo>
                    <a:pt x="4006" y="331"/>
                  </a:lnTo>
                  <a:lnTo>
                    <a:pt x="3440" y="519"/>
                  </a:lnTo>
                  <a:lnTo>
                    <a:pt x="2828" y="566"/>
                  </a:lnTo>
                  <a:lnTo>
                    <a:pt x="2215" y="613"/>
                  </a:lnTo>
                  <a:lnTo>
                    <a:pt x="1603" y="566"/>
                  </a:lnTo>
                  <a:lnTo>
                    <a:pt x="1037" y="425"/>
                  </a:lnTo>
                  <a:lnTo>
                    <a:pt x="472" y="23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21"/>
            <p:cNvSpPr/>
            <p:nvPr/>
          </p:nvSpPr>
          <p:spPr>
            <a:xfrm>
              <a:off x="3285750" y="4366550"/>
              <a:ext cx="119000" cy="38900"/>
            </a:xfrm>
            <a:custGeom>
              <a:rect b="b" l="l" r="r" t="t"/>
              <a:pathLst>
                <a:path extrusionOk="0" h="1556" w="4760">
                  <a:moveTo>
                    <a:pt x="1" y="1"/>
                  </a:moveTo>
                  <a:lnTo>
                    <a:pt x="1" y="519"/>
                  </a:lnTo>
                  <a:lnTo>
                    <a:pt x="48" y="708"/>
                  </a:lnTo>
                  <a:lnTo>
                    <a:pt x="189" y="896"/>
                  </a:lnTo>
                  <a:lnTo>
                    <a:pt x="378" y="1085"/>
                  </a:lnTo>
                  <a:lnTo>
                    <a:pt x="707" y="1226"/>
                  </a:lnTo>
                  <a:lnTo>
                    <a:pt x="1037" y="1367"/>
                  </a:lnTo>
                  <a:lnTo>
                    <a:pt x="1414" y="1462"/>
                  </a:lnTo>
                  <a:lnTo>
                    <a:pt x="1885" y="1556"/>
                  </a:lnTo>
                  <a:lnTo>
                    <a:pt x="2875" y="1556"/>
                  </a:lnTo>
                  <a:lnTo>
                    <a:pt x="3346" y="1462"/>
                  </a:lnTo>
                  <a:lnTo>
                    <a:pt x="3723" y="1367"/>
                  </a:lnTo>
                  <a:lnTo>
                    <a:pt x="4053" y="1226"/>
                  </a:lnTo>
                  <a:lnTo>
                    <a:pt x="4336" y="1085"/>
                  </a:lnTo>
                  <a:lnTo>
                    <a:pt x="4571" y="896"/>
                  </a:lnTo>
                  <a:lnTo>
                    <a:pt x="4713" y="708"/>
                  </a:lnTo>
                  <a:lnTo>
                    <a:pt x="4760" y="519"/>
                  </a:lnTo>
                  <a:lnTo>
                    <a:pt x="4760" y="1"/>
                  </a:lnTo>
                  <a:lnTo>
                    <a:pt x="4477" y="142"/>
                  </a:lnTo>
                  <a:lnTo>
                    <a:pt x="4053" y="378"/>
                  </a:lnTo>
                  <a:lnTo>
                    <a:pt x="3535" y="519"/>
                  </a:lnTo>
                  <a:lnTo>
                    <a:pt x="2969" y="613"/>
                  </a:lnTo>
                  <a:lnTo>
                    <a:pt x="2357" y="613"/>
                  </a:lnTo>
                  <a:lnTo>
                    <a:pt x="1697" y="566"/>
                  </a:lnTo>
                  <a:lnTo>
                    <a:pt x="1084" y="472"/>
                  </a:lnTo>
                  <a:lnTo>
                    <a:pt x="519" y="28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21"/>
            <p:cNvSpPr/>
            <p:nvPr/>
          </p:nvSpPr>
          <p:spPr>
            <a:xfrm>
              <a:off x="3285750" y="4281750"/>
              <a:ext cx="119000" cy="38900"/>
            </a:xfrm>
            <a:custGeom>
              <a:rect b="b" l="l" r="r" t="t"/>
              <a:pathLst>
                <a:path extrusionOk="0" h="1556" w="4760">
                  <a:moveTo>
                    <a:pt x="1" y="0"/>
                  </a:moveTo>
                  <a:lnTo>
                    <a:pt x="1" y="518"/>
                  </a:lnTo>
                  <a:lnTo>
                    <a:pt x="48" y="707"/>
                  </a:lnTo>
                  <a:lnTo>
                    <a:pt x="189" y="895"/>
                  </a:lnTo>
                  <a:lnTo>
                    <a:pt x="378" y="1037"/>
                  </a:lnTo>
                  <a:lnTo>
                    <a:pt x="707" y="1225"/>
                  </a:lnTo>
                  <a:lnTo>
                    <a:pt x="1037" y="1367"/>
                  </a:lnTo>
                  <a:lnTo>
                    <a:pt x="1414" y="1461"/>
                  </a:lnTo>
                  <a:lnTo>
                    <a:pt x="1885" y="1508"/>
                  </a:lnTo>
                  <a:lnTo>
                    <a:pt x="2357" y="1555"/>
                  </a:lnTo>
                  <a:lnTo>
                    <a:pt x="2875" y="1508"/>
                  </a:lnTo>
                  <a:lnTo>
                    <a:pt x="3346" y="1461"/>
                  </a:lnTo>
                  <a:lnTo>
                    <a:pt x="3723" y="1367"/>
                  </a:lnTo>
                  <a:lnTo>
                    <a:pt x="4053" y="1225"/>
                  </a:lnTo>
                  <a:lnTo>
                    <a:pt x="4336" y="1037"/>
                  </a:lnTo>
                  <a:lnTo>
                    <a:pt x="4571" y="895"/>
                  </a:lnTo>
                  <a:lnTo>
                    <a:pt x="4713" y="707"/>
                  </a:lnTo>
                  <a:lnTo>
                    <a:pt x="4760" y="518"/>
                  </a:lnTo>
                  <a:lnTo>
                    <a:pt x="4760" y="0"/>
                  </a:lnTo>
                  <a:lnTo>
                    <a:pt x="4289" y="236"/>
                  </a:lnTo>
                  <a:lnTo>
                    <a:pt x="3723" y="424"/>
                  </a:lnTo>
                  <a:lnTo>
                    <a:pt x="3158" y="566"/>
                  </a:lnTo>
                  <a:lnTo>
                    <a:pt x="2545" y="613"/>
                  </a:lnTo>
                  <a:lnTo>
                    <a:pt x="1933" y="613"/>
                  </a:lnTo>
                  <a:lnTo>
                    <a:pt x="1320" y="518"/>
                  </a:lnTo>
                  <a:lnTo>
                    <a:pt x="755" y="377"/>
                  </a:lnTo>
                  <a:lnTo>
                    <a:pt x="283" y="14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8" name="Google Shape;1908;p21"/>
          <p:cNvGrpSpPr/>
          <p:nvPr/>
        </p:nvGrpSpPr>
        <p:grpSpPr>
          <a:xfrm>
            <a:off x="4809950" y="4053575"/>
            <a:ext cx="286300" cy="286275"/>
            <a:chOff x="4047950" y="4129775"/>
            <a:chExt cx="286300" cy="286275"/>
          </a:xfrm>
        </p:grpSpPr>
        <p:sp>
          <p:nvSpPr>
            <p:cNvPr id="1909" name="Google Shape;1909;p21"/>
            <p:cNvSpPr/>
            <p:nvPr/>
          </p:nvSpPr>
          <p:spPr>
            <a:xfrm>
              <a:off x="4161050" y="4186325"/>
              <a:ext cx="60100" cy="76600"/>
            </a:xfrm>
            <a:custGeom>
              <a:rect b="b" l="l" r="r" t="t"/>
              <a:pathLst>
                <a:path extrusionOk="0" h="3064" w="2404">
                  <a:moveTo>
                    <a:pt x="142" y="0"/>
                  </a:moveTo>
                  <a:lnTo>
                    <a:pt x="0" y="754"/>
                  </a:lnTo>
                  <a:lnTo>
                    <a:pt x="0" y="1508"/>
                  </a:lnTo>
                  <a:lnTo>
                    <a:pt x="48" y="2262"/>
                  </a:lnTo>
                  <a:lnTo>
                    <a:pt x="236" y="3063"/>
                  </a:lnTo>
                  <a:lnTo>
                    <a:pt x="849" y="3063"/>
                  </a:lnTo>
                  <a:lnTo>
                    <a:pt x="849" y="1697"/>
                  </a:lnTo>
                  <a:lnTo>
                    <a:pt x="849" y="1555"/>
                  </a:lnTo>
                  <a:lnTo>
                    <a:pt x="943" y="1414"/>
                  </a:lnTo>
                  <a:lnTo>
                    <a:pt x="1037" y="1320"/>
                  </a:lnTo>
                  <a:lnTo>
                    <a:pt x="1367" y="1320"/>
                  </a:lnTo>
                  <a:lnTo>
                    <a:pt x="1461" y="1414"/>
                  </a:lnTo>
                  <a:lnTo>
                    <a:pt x="1556" y="1555"/>
                  </a:lnTo>
                  <a:lnTo>
                    <a:pt x="1556" y="1697"/>
                  </a:lnTo>
                  <a:lnTo>
                    <a:pt x="1556" y="3063"/>
                  </a:lnTo>
                  <a:lnTo>
                    <a:pt x="2215" y="3063"/>
                  </a:lnTo>
                  <a:lnTo>
                    <a:pt x="2357" y="2121"/>
                  </a:lnTo>
                  <a:lnTo>
                    <a:pt x="2404" y="1272"/>
                  </a:lnTo>
                  <a:lnTo>
                    <a:pt x="2404" y="613"/>
                  </a:lnTo>
                  <a:lnTo>
                    <a:pt x="226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21"/>
            <p:cNvSpPr/>
            <p:nvPr/>
          </p:nvSpPr>
          <p:spPr>
            <a:xfrm>
              <a:off x="4168125" y="4129775"/>
              <a:ext cx="45950" cy="37725"/>
            </a:xfrm>
            <a:custGeom>
              <a:rect b="b" l="l" r="r" t="t"/>
              <a:pathLst>
                <a:path extrusionOk="0" h="1509" w="1838">
                  <a:moveTo>
                    <a:pt x="896" y="0"/>
                  </a:moveTo>
                  <a:lnTo>
                    <a:pt x="848" y="47"/>
                  </a:lnTo>
                  <a:lnTo>
                    <a:pt x="801" y="95"/>
                  </a:lnTo>
                  <a:lnTo>
                    <a:pt x="330" y="754"/>
                  </a:lnTo>
                  <a:lnTo>
                    <a:pt x="189" y="1131"/>
                  </a:lnTo>
                  <a:lnTo>
                    <a:pt x="0" y="1508"/>
                  </a:lnTo>
                  <a:lnTo>
                    <a:pt x="1838" y="1508"/>
                  </a:lnTo>
                  <a:lnTo>
                    <a:pt x="1649" y="1084"/>
                  </a:lnTo>
                  <a:lnTo>
                    <a:pt x="1414" y="707"/>
                  </a:lnTo>
                  <a:lnTo>
                    <a:pt x="1037" y="95"/>
                  </a:lnTo>
                  <a:lnTo>
                    <a:pt x="990" y="47"/>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21"/>
            <p:cNvSpPr/>
            <p:nvPr/>
          </p:nvSpPr>
          <p:spPr>
            <a:xfrm>
              <a:off x="4235275" y="4245225"/>
              <a:ext cx="9450" cy="30650"/>
            </a:xfrm>
            <a:custGeom>
              <a:rect b="b" l="l" r="r" t="t"/>
              <a:pathLst>
                <a:path extrusionOk="0" h="1226" w="378">
                  <a:moveTo>
                    <a:pt x="142" y="0"/>
                  </a:moveTo>
                  <a:lnTo>
                    <a:pt x="0" y="896"/>
                  </a:lnTo>
                  <a:lnTo>
                    <a:pt x="377" y="1225"/>
                  </a:lnTo>
                  <a:lnTo>
                    <a:pt x="377" y="236"/>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21"/>
            <p:cNvSpPr/>
            <p:nvPr/>
          </p:nvSpPr>
          <p:spPr>
            <a:xfrm>
              <a:off x="4047950" y="4166300"/>
              <a:ext cx="102525" cy="126075"/>
            </a:xfrm>
            <a:custGeom>
              <a:rect b="b" l="l" r="r" t="t"/>
              <a:pathLst>
                <a:path extrusionOk="0" h="5043" w="4101">
                  <a:moveTo>
                    <a:pt x="283" y="0"/>
                  </a:moveTo>
                  <a:lnTo>
                    <a:pt x="189" y="47"/>
                  </a:lnTo>
                  <a:lnTo>
                    <a:pt x="95" y="94"/>
                  </a:lnTo>
                  <a:lnTo>
                    <a:pt x="1" y="189"/>
                  </a:lnTo>
                  <a:lnTo>
                    <a:pt x="1" y="330"/>
                  </a:lnTo>
                  <a:lnTo>
                    <a:pt x="1" y="3393"/>
                  </a:lnTo>
                  <a:lnTo>
                    <a:pt x="519" y="3534"/>
                  </a:lnTo>
                  <a:lnTo>
                    <a:pt x="802" y="3676"/>
                  </a:lnTo>
                  <a:lnTo>
                    <a:pt x="1037" y="3817"/>
                  </a:lnTo>
                  <a:lnTo>
                    <a:pt x="1226" y="4006"/>
                  </a:lnTo>
                  <a:lnTo>
                    <a:pt x="1414" y="4194"/>
                  </a:lnTo>
                  <a:lnTo>
                    <a:pt x="1556" y="4430"/>
                  </a:lnTo>
                  <a:lnTo>
                    <a:pt x="1697" y="4665"/>
                  </a:lnTo>
                  <a:lnTo>
                    <a:pt x="1838" y="4712"/>
                  </a:lnTo>
                  <a:lnTo>
                    <a:pt x="2027" y="4807"/>
                  </a:lnTo>
                  <a:lnTo>
                    <a:pt x="2121" y="4901"/>
                  </a:lnTo>
                  <a:lnTo>
                    <a:pt x="2263" y="5042"/>
                  </a:lnTo>
                  <a:lnTo>
                    <a:pt x="2781" y="4854"/>
                  </a:lnTo>
                  <a:lnTo>
                    <a:pt x="2781" y="3204"/>
                  </a:lnTo>
                  <a:lnTo>
                    <a:pt x="2828" y="3063"/>
                  </a:lnTo>
                  <a:lnTo>
                    <a:pt x="2922" y="2922"/>
                  </a:lnTo>
                  <a:lnTo>
                    <a:pt x="3771" y="2168"/>
                  </a:lnTo>
                  <a:lnTo>
                    <a:pt x="3771" y="1602"/>
                  </a:lnTo>
                  <a:lnTo>
                    <a:pt x="3865" y="1084"/>
                  </a:lnTo>
                  <a:lnTo>
                    <a:pt x="3959" y="566"/>
                  </a:lnTo>
                  <a:lnTo>
                    <a:pt x="410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21"/>
            <p:cNvSpPr/>
            <p:nvPr/>
          </p:nvSpPr>
          <p:spPr>
            <a:xfrm>
              <a:off x="4231725" y="4166300"/>
              <a:ext cx="102525" cy="126075"/>
            </a:xfrm>
            <a:custGeom>
              <a:rect b="b" l="l" r="r" t="t"/>
              <a:pathLst>
                <a:path extrusionOk="0" h="5043" w="4101">
                  <a:moveTo>
                    <a:pt x="1" y="0"/>
                  </a:moveTo>
                  <a:lnTo>
                    <a:pt x="142" y="518"/>
                  </a:lnTo>
                  <a:lnTo>
                    <a:pt x="236" y="1037"/>
                  </a:lnTo>
                  <a:lnTo>
                    <a:pt x="331" y="1602"/>
                  </a:lnTo>
                  <a:lnTo>
                    <a:pt x="331" y="2168"/>
                  </a:lnTo>
                  <a:lnTo>
                    <a:pt x="1179" y="2969"/>
                  </a:lnTo>
                  <a:lnTo>
                    <a:pt x="1273" y="3110"/>
                  </a:lnTo>
                  <a:lnTo>
                    <a:pt x="1273" y="3252"/>
                  </a:lnTo>
                  <a:lnTo>
                    <a:pt x="1273" y="4854"/>
                  </a:lnTo>
                  <a:lnTo>
                    <a:pt x="1791" y="5042"/>
                  </a:lnTo>
                  <a:lnTo>
                    <a:pt x="1933" y="4901"/>
                  </a:lnTo>
                  <a:lnTo>
                    <a:pt x="2074" y="4759"/>
                  </a:lnTo>
                  <a:lnTo>
                    <a:pt x="2263" y="4712"/>
                  </a:lnTo>
                  <a:lnTo>
                    <a:pt x="2451" y="4618"/>
                  </a:lnTo>
                  <a:lnTo>
                    <a:pt x="2593" y="4430"/>
                  </a:lnTo>
                  <a:lnTo>
                    <a:pt x="2734" y="4241"/>
                  </a:lnTo>
                  <a:lnTo>
                    <a:pt x="2922" y="4053"/>
                  </a:lnTo>
                  <a:lnTo>
                    <a:pt x="3111" y="3911"/>
                  </a:lnTo>
                  <a:lnTo>
                    <a:pt x="3582" y="3676"/>
                  </a:lnTo>
                  <a:lnTo>
                    <a:pt x="4100" y="3534"/>
                  </a:lnTo>
                  <a:lnTo>
                    <a:pt x="4100" y="330"/>
                  </a:lnTo>
                  <a:lnTo>
                    <a:pt x="4053" y="189"/>
                  </a:lnTo>
                  <a:lnTo>
                    <a:pt x="4006" y="94"/>
                  </a:lnTo>
                  <a:lnTo>
                    <a:pt x="3912" y="47"/>
                  </a:lnTo>
                  <a:lnTo>
                    <a:pt x="381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21"/>
            <p:cNvSpPr/>
            <p:nvPr/>
          </p:nvSpPr>
          <p:spPr>
            <a:xfrm>
              <a:off x="4047950" y="4271125"/>
              <a:ext cx="95450" cy="89575"/>
            </a:xfrm>
            <a:custGeom>
              <a:rect b="b" l="l" r="r" t="t"/>
              <a:pathLst>
                <a:path extrusionOk="0" h="3583" w="3818">
                  <a:moveTo>
                    <a:pt x="1" y="1"/>
                  </a:moveTo>
                  <a:lnTo>
                    <a:pt x="1" y="3300"/>
                  </a:lnTo>
                  <a:lnTo>
                    <a:pt x="1" y="3441"/>
                  </a:lnTo>
                  <a:lnTo>
                    <a:pt x="95" y="3535"/>
                  </a:lnTo>
                  <a:lnTo>
                    <a:pt x="189" y="3582"/>
                  </a:lnTo>
                  <a:lnTo>
                    <a:pt x="3818" y="3582"/>
                  </a:lnTo>
                  <a:lnTo>
                    <a:pt x="3723" y="3441"/>
                  </a:lnTo>
                  <a:lnTo>
                    <a:pt x="3676" y="3300"/>
                  </a:lnTo>
                  <a:lnTo>
                    <a:pt x="3629" y="2970"/>
                  </a:lnTo>
                  <a:lnTo>
                    <a:pt x="3535" y="2640"/>
                  </a:lnTo>
                  <a:lnTo>
                    <a:pt x="3394" y="2357"/>
                  </a:lnTo>
                  <a:lnTo>
                    <a:pt x="3205" y="2121"/>
                  </a:lnTo>
                  <a:lnTo>
                    <a:pt x="2969" y="1933"/>
                  </a:lnTo>
                  <a:lnTo>
                    <a:pt x="2687" y="1792"/>
                  </a:lnTo>
                  <a:lnTo>
                    <a:pt x="2357" y="1697"/>
                  </a:lnTo>
                  <a:lnTo>
                    <a:pt x="2027" y="1650"/>
                  </a:lnTo>
                  <a:lnTo>
                    <a:pt x="1933" y="1650"/>
                  </a:lnTo>
                  <a:lnTo>
                    <a:pt x="1791" y="1556"/>
                  </a:lnTo>
                  <a:lnTo>
                    <a:pt x="1744" y="1462"/>
                  </a:lnTo>
                  <a:lnTo>
                    <a:pt x="1650" y="1368"/>
                  </a:lnTo>
                  <a:lnTo>
                    <a:pt x="1603" y="1226"/>
                  </a:lnTo>
                  <a:lnTo>
                    <a:pt x="1462" y="1179"/>
                  </a:lnTo>
                  <a:lnTo>
                    <a:pt x="1320" y="1179"/>
                  </a:lnTo>
                  <a:lnTo>
                    <a:pt x="1179" y="1132"/>
                  </a:lnTo>
                  <a:lnTo>
                    <a:pt x="1132" y="1038"/>
                  </a:lnTo>
                  <a:lnTo>
                    <a:pt x="1085" y="896"/>
                  </a:lnTo>
                  <a:lnTo>
                    <a:pt x="990" y="755"/>
                  </a:lnTo>
                  <a:lnTo>
                    <a:pt x="896" y="614"/>
                  </a:lnTo>
                  <a:lnTo>
                    <a:pt x="660" y="331"/>
                  </a:lnTo>
                  <a:lnTo>
                    <a:pt x="331" y="9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21"/>
            <p:cNvSpPr/>
            <p:nvPr/>
          </p:nvSpPr>
          <p:spPr>
            <a:xfrm>
              <a:off x="4236450" y="4273500"/>
              <a:ext cx="97800" cy="87200"/>
            </a:xfrm>
            <a:custGeom>
              <a:rect b="b" l="l" r="r" t="t"/>
              <a:pathLst>
                <a:path extrusionOk="0" h="3488" w="3912">
                  <a:moveTo>
                    <a:pt x="3911" y="0"/>
                  </a:moveTo>
                  <a:lnTo>
                    <a:pt x="3582" y="94"/>
                  </a:lnTo>
                  <a:lnTo>
                    <a:pt x="3252" y="283"/>
                  </a:lnTo>
                  <a:lnTo>
                    <a:pt x="3016" y="519"/>
                  </a:lnTo>
                  <a:lnTo>
                    <a:pt x="2922" y="660"/>
                  </a:lnTo>
                  <a:lnTo>
                    <a:pt x="2875" y="848"/>
                  </a:lnTo>
                  <a:lnTo>
                    <a:pt x="2828" y="943"/>
                  </a:lnTo>
                  <a:lnTo>
                    <a:pt x="2686" y="1037"/>
                  </a:lnTo>
                  <a:lnTo>
                    <a:pt x="2592" y="1084"/>
                  </a:lnTo>
                  <a:lnTo>
                    <a:pt x="2356" y="1084"/>
                  </a:lnTo>
                  <a:lnTo>
                    <a:pt x="2262" y="1131"/>
                  </a:lnTo>
                  <a:lnTo>
                    <a:pt x="2215" y="1178"/>
                  </a:lnTo>
                  <a:lnTo>
                    <a:pt x="2168" y="1273"/>
                  </a:lnTo>
                  <a:lnTo>
                    <a:pt x="2121" y="1367"/>
                  </a:lnTo>
                  <a:lnTo>
                    <a:pt x="2074" y="1461"/>
                  </a:lnTo>
                  <a:lnTo>
                    <a:pt x="1932" y="1508"/>
                  </a:lnTo>
                  <a:lnTo>
                    <a:pt x="1838" y="1555"/>
                  </a:lnTo>
                  <a:lnTo>
                    <a:pt x="1508" y="1602"/>
                  </a:lnTo>
                  <a:lnTo>
                    <a:pt x="1178" y="1697"/>
                  </a:lnTo>
                  <a:lnTo>
                    <a:pt x="896" y="1838"/>
                  </a:lnTo>
                  <a:lnTo>
                    <a:pt x="660" y="2026"/>
                  </a:lnTo>
                  <a:lnTo>
                    <a:pt x="472" y="2262"/>
                  </a:lnTo>
                  <a:lnTo>
                    <a:pt x="330" y="2545"/>
                  </a:lnTo>
                  <a:lnTo>
                    <a:pt x="236" y="2875"/>
                  </a:lnTo>
                  <a:lnTo>
                    <a:pt x="189" y="3205"/>
                  </a:lnTo>
                  <a:lnTo>
                    <a:pt x="142" y="3346"/>
                  </a:lnTo>
                  <a:lnTo>
                    <a:pt x="0" y="3487"/>
                  </a:lnTo>
                  <a:lnTo>
                    <a:pt x="3723" y="3487"/>
                  </a:lnTo>
                  <a:lnTo>
                    <a:pt x="3817" y="3440"/>
                  </a:lnTo>
                  <a:lnTo>
                    <a:pt x="3864" y="3346"/>
                  </a:lnTo>
                  <a:lnTo>
                    <a:pt x="3911" y="3205"/>
                  </a:lnTo>
                  <a:lnTo>
                    <a:pt x="391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21"/>
            <p:cNvSpPr/>
            <p:nvPr/>
          </p:nvSpPr>
          <p:spPr>
            <a:xfrm>
              <a:off x="4077400" y="4379525"/>
              <a:ext cx="227400" cy="36525"/>
            </a:xfrm>
            <a:custGeom>
              <a:rect b="b" l="l" r="r" t="t"/>
              <a:pathLst>
                <a:path extrusionOk="0" h="1461" w="9096">
                  <a:moveTo>
                    <a:pt x="1980" y="0"/>
                  </a:moveTo>
                  <a:lnTo>
                    <a:pt x="1980" y="707"/>
                  </a:lnTo>
                  <a:lnTo>
                    <a:pt x="378" y="707"/>
                  </a:lnTo>
                  <a:lnTo>
                    <a:pt x="189" y="754"/>
                  </a:lnTo>
                  <a:lnTo>
                    <a:pt x="95" y="848"/>
                  </a:lnTo>
                  <a:lnTo>
                    <a:pt x="1" y="943"/>
                  </a:lnTo>
                  <a:lnTo>
                    <a:pt x="1" y="1084"/>
                  </a:lnTo>
                  <a:lnTo>
                    <a:pt x="1" y="1225"/>
                  </a:lnTo>
                  <a:lnTo>
                    <a:pt x="95" y="1320"/>
                  </a:lnTo>
                  <a:lnTo>
                    <a:pt x="189" y="1414"/>
                  </a:lnTo>
                  <a:lnTo>
                    <a:pt x="378" y="1461"/>
                  </a:lnTo>
                  <a:lnTo>
                    <a:pt x="8718" y="1461"/>
                  </a:lnTo>
                  <a:lnTo>
                    <a:pt x="8907" y="1414"/>
                  </a:lnTo>
                  <a:lnTo>
                    <a:pt x="9001" y="1320"/>
                  </a:lnTo>
                  <a:lnTo>
                    <a:pt x="9095" y="1225"/>
                  </a:lnTo>
                  <a:lnTo>
                    <a:pt x="9095" y="1084"/>
                  </a:lnTo>
                  <a:lnTo>
                    <a:pt x="9095" y="943"/>
                  </a:lnTo>
                  <a:lnTo>
                    <a:pt x="9001" y="848"/>
                  </a:lnTo>
                  <a:lnTo>
                    <a:pt x="8907" y="754"/>
                  </a:lnTo>
                  <a:lnTo>
                    <a:pt x="8718" y="707"/>
                  </a:lnTo>
                  <a:lnTo>
                    <a:pt x="7116" y="707"/>
                  </a:lnTo>
                  <a:lnTo>
                    <a:pt x="711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21"/>
            <p:cNvSpPr/>
            <p:nvPr/>
          </p:nvSpPr>
          <p:spPr>
            <a:xfrm>
              <a:off x="4136300" y="4244050"/>
              <a:ext cx="13000" cy="33000"/>
            </a:xfrm>
            <a:custGeom>
              <a:rect b="b" l="l" r="r" t="t"/>
              <a:pathLst>
                <a:path extrusionOk="0" h="1320" w="520">
                  <a:moveTo>
                    <a:pt x="331" y="0"/>
                  </a:moveTo>
                  <a:lnTo>
                    <a:pt x="1" y="236"/>
                  </a:lnTo>
                  <a:lnTo>
                    <a:pt x="1" y="1320"/>
                  </a:lnTo>
                  <a:lnTo>
                    <a:pt x="519" y="943"/>
                  </a:lnTo>
                  <a:lnTo>
                    <a:pt x="33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21"/>
            <p:cNvSpPr/>
            <p:nvPr/>
          </p:nvSpPr>
          <p:spPr>
            <a:xfrm>
              <a:off x="4130425" y="4280550"/>
              <a:ext cx="121350" cy="80150"/>
            </a:xfrm>
            <a:custGeom>
              <a:rect b="b" l="l" r="r" t="t"/>
              <a:pathLst>
                <a:path extrusionOk="0" h="3206" w="4854">
                  <a:moveTo>
                    <a:pt x="2451" y="1792"/>
                  </a:moveTo>
                  <a:lnTo>
                    <a:pt x="2592" y="1839"/>
                  </a:lnTo>
                  <a:lnTo>
                    <a:pt x="2686" y="1886"/>
                  </a:lnTo>
                  <a:lnTo>
                    <a:pt x="2781" y="2027"/>
                  </a:lnTo>
                  <a:lnTo>
                    <a:pt x="2828" y="2169"/>
                  </a:lnTo>
                  <a:lnTo>
                    <a:pt x="2781" y="2310"/>
                  </a:lnTo>
                  <a:lnTo>
                    <a:pt x="2686" y="2451"/>
                  </a:lnTo>
                  <a:lnTo>
                    <a:pt x="2592" y="2498"/>
                  </a:lnTo>
                  <a:lnTo>
                    <a:pt x="2451" y="2546"/>
                  </a:lnTo>
                  <a:lnTo>
                    <a:pt x="2309" y="2498"/>
                  </a:lnTo>
                  <a:lnTo>
                    <a:pt x="2168" y="2451"/>
                  </a:lnTo>
                  <a:lnTo>
                    <a:pt x="2074" y="2310"/>
                  </a:lnTo>
                  <a:lnTo>
                    <a:pt x="2074" y="2169"/>
                  </a:lnTo>
                  <a:lnTo>
                    <a:pt x="2074" y="2027"/>
                  </a:lnTo>
                  <a:lnTo>
                    <a:pt x="2168" y="1886"/>
                  </a:lnTo>
                  <a:lnTo>
                    <a:pt x="2309" y="1839"/>
                  </a:lnTo>
                  <a:lnTo>
                    <a:pt x="2451" y="1792"/>
                  </a:lnTo>
                  <a:close/>
                  <a:moveTo>
                    <a:pt x="1273" y="1"/>
                  </a:moveTo>
                  <a:lnTo>
                    <a:pt x="660" y="472"/>
                  </a:lnTo>
                  <a:lnTo>
                    <a:pt x="330" y="708"/>
                  </a:lnTo>
                  <a:lnTo>
                    <a:pt x="0" y="896"/>
                  </a:lnTo>
                  <a:lnTo>
                    <a:pt x="424" y="1226"/>
                  </a:lnTo>
                  <a:lnTo>
                    <a:pt x="754" y="1603"/>
                  </a:lnTo>
                  <a:lnTo>
                    <a:pt x="848" y="1839"/>
                  </a:lnTo>
                  <a:lnTo>
                    <a:pt x="943" y="2074"/>
                  </a:lnTo>
                  <a:lnTo>
                    <a:pt x="1037" y="2357"/>
                  </a:lnTo>
                  <a:lnTo>
                    <a:pt x="1084" y="2593"/>
                  </a:lnTo>
                  <a:lnTo>
                    <a:pt x="1273" y="2687"/>
                  </a:lnTo>
                  <a:lnTo>
                    <a:pt x="1461" y="2828"/>
                  </a:lnTo>
                  <a:lnTo>
                    <a:pt x="1555" y="3017"/>
                  </a:lnTo>
                  <a:lnTo>
                    <a:pt x="1650" y="3205"/>
                  </a:lnTo>
                  <a:lnTo>
                    <a:pt x="3157" y="3205"/>
                  </a:lnTo>
                  <a:lnTo>
                    <a:pt x="3205" y="3017"/>
                  </a:lnTo>
                  <a:lnTo>
                    <a:pt x="3346" y="2828"/>
                  </a:lnTo>
                  <a:lnTo>
                    <a:pt x="3534" y="2687"/>
                  </a:lnTo>
                  <a:lnTo>
                    <a:pt x="3723" y="2593"/>
                  </a:lnTo>
                  <a:lnTo>
                    <a:pt x="3770" y="2310"/>
                  </a:lnTo>
                  <a:lnTo>
                    <a:pt x="3817" y="2074"/>
                  </a:lnTo>
                  <a:lnTo>
                    <a:pt x="3959" y="1839"/>
                  </a:lnTo>
                  <a:lnTo>
                    <a:pt x="4100" y="1603"/>
                  </a:lnTo>
                  <a:lnTo>
                    <a:pt x="4241" y="1368"/>
                  </a:lnTo>
                  <a:lnTo>
                    <a:pt x="4430" y="1179"/>
                  </a:lnTo>
                  <a:lnTo>
                    <a:pt x="4618" y="1038"/>
                  </a:lnTo>
                  <a:lnTo>
                    <a:pt x="4854" y="849"/>
                  </a:lnTo>
                  <a:lnTo>
                    <a:pt x="4760" y="849"/>
                  </a:lnTo>
                  <a:lnTo>
                    <a:pt x="4477" y="661"/>
                  </a:lnTo>
                  <a:lnTo>
                    <a:pt x="4194" y="472"/>
                  </a:lnTo>
                  <a:lnTo>
                    <a:pt x="362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9" name="Google Shape;1919;p21"/>
          <p:cNvGrpSpPr/>
          <p:nvPr/>
        </p:nvGrpSpPr>
        <p:grpSpPr>
          <a:xfrm>
            <a:off x="5572150" y="4075950"/>
            <a:ext cx="286300" cy="241525"/>
            <a:chOff x="4810150" y="4152150"/>
            <a:chExt cx="286300" cy="241525"/>
          </a:xfrm>
        </p:grpSpPr>
        <p:sp>
          <p:nvSpPr>
            <p:cNvPr id="1920" name="Google Shape;1920;p21"/>
            <p:cNvSpPr/>
            <p:nvPr/>
          </p:nvSpPr>
          <p:spPr>
            <a:xfrm>
              <a:off x="4810150" y="4154500"/>
              <a:ext cx="222700" cy="239175"/>
            </a:xfrm>
            <a:custGeom>
              <a:rect b="b" l="l" r="r" t="t"/>
              <a:pathLst>
                <a:path extrusionOk="0" h="9567" w="8908">
                  <a:moveTo>
                    <a:pt x="2121" y="1"/>
                  </a:moveTo>
                  <a:lnTo>
                    <a:pt x="2027" y="95"/>
                  </a:lnTo>
                  <a:lnTo>
                    <a:pt x="95" y="2027"/>
                  </a:lnTo>
                  <a:lnTo>
                    <a:pt x="48" y="2121"/>
                  </a:lnTo>
                  <a:lnTo>
                    <a:pt x="1" y="2216"/>
                  </a:lnTo>
                  <a:lnTo>
                    <a:pt x="1" y="2310"/>
                  </a:lnTo>
                  <a:lnTo>
                    <a:pt x="48" y="2404"/>
                  </a:lnTo>
                  <a:lnTo>
                    <a:pt x="1179" y="4619"/>
                  </a:lnTo>
                  <a:lnTo>
                    <a:pt x="1509" y="4289"/>
                  </a:lnTo>
                  <a:lnTo>
                    <a:pt x="1744" y="4101"/>
                  </a:lnTo>
                  <a:lnTo>
                    <a:pt x="1933" y="4006"/>
                  </a:lnTo>
                  <a:lnTo>
                    <a:pt x="2216" y="3959"/>
                  </a:lnTo>
                  <a:lnTo>
                    <a:pt x="2451" y="3912"/>
                  </a:lnTo>
                  <a:lnTo>
                    <a:pt x="2687" y="3959"/>
                  </a:lnTo>
                  <a:lnTo>
                    <a:pt x="2922" y="4053"/>
                  </a:lnTo>
                  <a:lnTo>
                    <a:pt x="3158" y="4195"/>
                  </a:lnTo>
                  <a:lnTo>
                    <a:pt x="3347" y="4383"/>
                  </a:lnTo>
                  <a:lnTo>
                    <a:pt x="3488" y="4572"/>
                  </a:lnTo>
                  <a:lnTo>
                    <a:pt x="3582" y="4713"/>
                  </a:lnTo>
                  <a:lnTo>
                    <a:pt x="3629" y="4902"/>
                  </a:lnTo>
                  <a:lnTo>
                    <a:pt x="3676" y="5137"/>
                  </a:lnTo>
                  <a:lnTo>
                    <a:pt x="3865" y="5137"/>
                  </a:lnTo>
                  <a:lnTo>
                    <a:pt x="4101" y="5231"/>
                  </a:lnTo>
                  <a:lnTo>
                    <a:pt x="4289" y="5326"/>
                  </a:lnTo>
                  <a:lnTo>
                    <a:pt x="4430" y="5467"/>
                  </a:lnTo>
                  <a:lnTo>
                    <a:pt x="4525" y="5561"/>
                  </a:lnTo>
                  <a:lnTo>
                    <a:pt x="4666" y="5750"/>
                  </a:lnTo>
                  <a:lnTo>
                    <a:pt x="4760" y="5891"/>
                  </a:lnTo>
                  <a:lnTo>
                    <a:pt x="4807" y="6080"/>
                  </a:lnTo>
                  <a:lnTo>
                    <a:pt x="4854" y="6315"/>
                  </a:lnTo>
                  <a:lnTo>
                    <a:pt x="5043" y="6315"/>
                  </a:lnTo>
                  <a:lnTo>
                    <a:pt x="5231" y="6410"/>
                  </a:lnTo>
                  <a:lnTo>
                    <a:pt x="5514" y="6551"/>
                  </a:lnTo>
                  <a:lnTo>
                    <a:pt x="5750" y="6786"/>
                  </a:lnTo>
                  <a:lnTo>
                    <a:pt x="5891" y="7116"/>
                  </a:lnTo>
                  <a:lnTo>
                    <a:pt x="5985" y="7446"/>
                  </a:lnTo>
                  <a:lnTo>
                    <a:pt x="5938" y="7776"/>
                  </a:lnTo>
                  <a:lnTo>
                    <a:pt x="5844" y="8106"/>
                  </a:lnTo>
                  <a:lnTo>
                    <a:pt x="5750" y="8247"/>
                  </a:lnTo>
                  <a:lnTo>
                    <a:pt x="5608" y="8389"/>
                  </a:lnTo>
                  <a:lnTo>
                    <a:pt x="5279" y="8766"/>
                  </a:lnTo>
                  <a:lnTo>
                    <a:pt x="5938" y="9425"/>
                  </a:lnTo>
                  <a:lnTo>
                    <a:pt x="6033" y="9520"/>
                  </a:lnTo>
                  <a:lnTo>
                    <a:pt x="6127" y="9567"/>
                  </a:lnTo>
                  <a:lnTo>
                    <a:pt x="6362" y="9567"/>
                  </a:lnTo>
                  <a:lnTo>
                    <a:pt x="6457" y="9520"/>
                  </a:lnTo>
                  <a:lnTo>
                    <a:pt x="6551" y="9425"/>
                  </a:lnTo>
                  <a:lnTo>
                    <a:pt x="6645" y="9237"/>
                  </a:lnTo>
                  <a:lnTo>
                    <a:pt x="6645" y="9048"/>
                  </a:lnTo>
                  <a:lnTo>
                    <a:pt x="6598" y="8954"/>
                  </a:lnTo>
                  <a:lnTo>
                    <a:pt x="6551" y="8860"/>
                  </a:lnTo>
                  <a:lnTo>
                    <a:pt x="6457" y="8718"/>
                  </a:lnTo>
                  <a:lnTo>
                    <a:pt x="6457" y="8577"/>
                  </a:lnTo>
                  <a:lnTo>
                    <a:pt x="6457" y="8436"/>
                  </a:lnTo>
                  <a:lnTo>
                    <a:pt x="6551" y="8294"/>
                  </a:lnTo>
                  <a:lnTo>
                    <a:pt x="6692" y="8200"/>
                  </a:lnTo>
                  <a:lnTo>
                    <a:pt x="6834" y="8153"/>
                  </a:lnTo>
                  <a:lnTo>
                    <a:pt x="6975" y="8200"/>
                  </a:lnTo>
                  <a:lnTo>
                    <a:pt x="7116" y="8294"/>
                  </a:lnTo>
                  <a:lnTo>
                    <a:pt x="7258" y="8389"/>
                  </a:lnTo>
                  <a:lnTo>
                    <a:pt x="7446" y="8436"/>
                  </a:lnTo>
                  <a:lnTo>
                    <a:pt x="7635" y="8342"/>
                  </a:lnTo>
                  <a:lnTo>
                    <a:pt x="7776" y="8200"/>
                  </a:lnTo>
                  <a:lnTo>
                    <a:pt x="7823" y="8106"/>
                  </a:lnTo>
                  <a:lnTo>
                    <a:pt x="7823" y="7965"/>
                  </a:lnTo>
                  <a:lnTo>
                    <a:pt x="7776" y="7823"/>
                  </a:lnTo>
                  <a:lnTo>
                    <a:pt x="7682" y="7682"/>
                  </a:lnTo>
                  <a:lnTo>
                    <a:pt x="7635" y="7540"/>
                  </a:lnTo>
                  <a:lnTo>
                    <a:pt x="7588" y="7399"/>
                  </a:lnTo>
                  <a:lnTo>
                    <a:pt x="7635" y="7258"/>
                  </a:lnTo>
                  <a:lnTo>
                    <a:pt x="7682" y="7116"/>
                  </a:lnTo>
                  <a:lnTo>
                    <a:pt x="7823" y="7069"/>
                  </a:lnTo>
                  <a:lnTo>
                    <a:pt x="7965" y="7022"/>
                  </a:lnTo>
                  <a:lnTo>
                    <a:pt x="8106" y="7069"/>
                  </a:lnTo>
                  <a:lnTo>
                    <a:pt x="8247" y="7116"/>
                  </a:lnTo>
                  <a:lnTo>
                    <a:pt x="8294" y="7163"/>
                  </a:lnTo>
                  <a:lnTo>
                    <a:pt x="8436" y="7258"/>
                  </a:lnTo>
                  <a:lnTo>
                    <a:pt x="8577" y="7305"/>
                  </a:lnTo>
                  <a:lnTo>
                    <a:pt x="8719" y="7258"/>
                  </a:lnTo>
                  <a:lnTo>
                    <a:pt x="8813" y="7163"/>
                  </a:lnTo>
                  <a:lnTo>
                    <a:pt x="8907" y="7069"/>
                  </a:lnTo>
                  <a:lnTo>
                    <a:pt x="8907" y="6928"/>
                  </a:lnTo>
                  <a:lnTo>
                    <a:pt x="8907" y="6786"/>
                  </a:lnTo>
                  <a:lnTo>
                    <a:pt x="8813" y="6645"/>
                  </a:lnTo>
                  <a:lnTo>
                    <a:pt x="8719" y="6551"/>
                  </a:lnTo>
                  <a:lnTo>
                    <a:pt x="6362" y="4195"/>
                  </a:lnTo>
                  <a:lnTo>
                    <a:pt x="6080" y="4478"/>
                  </a:lnTo>
                  <a:lnTo>
                    <a:pt x="5891" y="4666"/>
                  </a:lnTo>
                  <a:lnTo>
                    <a:pt x="5656" y="4760"/>
                  </a:lnTo>
                  <a:lnTo>
                    <a:pt x="5420" y="4854"/>
                  </a:lnTo>
                  <a:lnTo>
                    <a:pt x="5184" y="4902"/>
                  </a:lnTo>
                  <a:lnTo>
                    <a:pt x="4949" y="4854"/>
                  </a:lnTo>
                  <a:lnTo>
                    <a:pt x="4666" y="4807"/>
                  </a:lnTo>
                  <a:lnTo>
                    <a:pt x="4478" y="4713"/>
                  </a:lnTo>
                  <a:lnTo>
                    <a:pt x="4242" y="4525"/>
                  </a:lnTo>
                  <a:lnTo>
                    <a:pt x="4053" y="4336"/>
                  </a:lnTo>
                  <a:lnTo>
                    <a:pt x="3959" y="4101"/>
                  </a:lnTo>
                  <a:lnTo>
                    <a:pt x="3865" y="3865"/>
                  </a:lnTo>
                  <a:lnTo>
                    <a:pt x="3818" y="3582"/>
                  </a:lnTo>
                  <a:lnTo>
                    <a:pt x="3865" y="3299"/>
                  </a:lnTo>
                  <a:lnTo>
                    <a:pt x="3912" y="3064"/>
                  </a:lnTo>
                  <a:lnTo>
                    <a:pt x="4053" y="2828"/>
                  </a:lnTo>
                  <a:lnTo>
                    <a:pt x="4242" y="2640"/>
                  </a:lnTo>
                  <a:lnTo>
                    <a:pt x="5184" y="1697"/>
                  </a:lnTo>
                  <a:lnTo>
                    <a:pt x="2451" y="48"/>
                  </a:lnTo>
                  <a:lnTo>
                    <a:pt x="231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21"/>
            <p:cNvSpPr/>
            <p:nvPr/>
          </p:nvSpPr>
          <p:spPr>
            <a:xfrm>
              <a:off x="4832550" y="4272325"/>
              <a:ext cx="49500" cy="48325"/>
            </a:xfrm>
            <a:custGeom>
              <a:rect b="b" l="l" r="r" t="t"/>
              <a:pathLst>
                <a:path extrusionOk="0" h="1933" w="1980">
                  <a:moveTo>
                    <a:pt x="1508" y="0"/>
                  </a:moveTo>
                  <a:lnTo>
                    <a:pt x="1320" y="47"/>
                  </a:lnTo>
                  <a:lnTo>
                    <a:pt x="1178" y="141"/>
                  </a:lnTo>
                  <a:lnTo>
                    <a:pt x="94" y="1178"/>
                  </a:lnTo>
                  <a:lnTo>
                    <a:pt x="0" y="1320"/>
                  </a:lnTo>
                  <a:lnTo>
                    <a:pt x="0" y="1508"/>
                  </a:lnTo>
                  <a:lnTo>
                    <a:pt x="0" y="1697"/>
                  </a:lnTo>
                  <a:lnTo>
                    <a:pt x="94" y="1838"/>
                  </a:lnTo>
                  <a:lnTo>
                    <a:pt x="236" y="1932"/>
                  </a:lnTo>
                  <a:lnTo>
                    <a:pt x="613" y="1932"/>
                  </a:lnTo>
                  <a:lnTo>
                    <a:pt x="754" y="1838"/>
                  </a:lnTo>
                  <a:lnTo>
                    <a:pt x="1791" y="754"/>
                  </a:lnTo>
                  <a:lnTo>
                    <a:pt x="1885" y="660"/>
                  </a:lnTo>
                  <a:lnTo>
                    <a:pt x="1979" y="566"/>
                  </a:lnTo>
                  <a:lnTo>
                    <a:pt x="1979" y="424"/>
                  </a:lnTo>
                  <a:lnTo>
                    <a:pt x="1979" y="330"/>
                  </a:lnTo>
                  <a:lnTo>
                    <a:pt x="1885" y="236"/>
                  </a:lnTo>
                  <a:lnTo>
                    <a:pt x="1791" y="141"/>
                  </a:lnTo>
                  <a:lnTo>
                    <a:pt x="1650" y="47"/>
                  </a:lnTo>
                  <a:lnTo>
                    <a:pt x="15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21"/>
            <p:cNvSpPr/>
            <p:nvPr/>
          </p:nvSpPr>
          <p:spPr>
            <a:xfrm>
              <a:off x="4925600" y="4152150"/>
              <a:ext cx="170850" cy="146100"/>
            </a:xfrm>
            <a:custGeom>
              <a:rect b="b" l="l" r="r" t="t"/>
              <a:pathLst>
                <a:path extrusionOk="0" h="5844" w="6834">
                  <a:moveTo>
                    <a:pt x="4478" y="1"/>
                  </a:moveTo>
                  <a:lnTo>
                    <a:pt x="4383" y="48"/>
                  </a:lnTo>
                  <a:lnTo>
                    <a:pt x="2734" y="1037"/>
                  </a:lnTo>
                  <a:lnTo>
                    <a:pt x="2263" y="1320"/>
                  </a:lnTo>
                  <a:lnTo>
                    <a:pt x="1839" y="1650"/>
                  </a:lnTo>
                  <a:lnTo>
                    <a:pt x="142" y="3299"/>
                  </a:lnTo>
                  <a:lnTo>
                    <a:pt x="48" y="3441"/>
                  </a:lnTo>
                  <a:lnTo>
                    <a:pt x="1" y="3629"/>
                  </a:lnTo>
                  <a:lnTo>
                    <a:pt x="1" y="3818"/>
                  </a:lnTo>
                  <a:lnTo>
                    <a:pt x="95" y="3959"/>
                  </a:lnTo>
                  <a:lnTo>
                    <a:pt x="284" y="4147"/>
                  </a:lnTo>
                  <a:lnTo>
                    <a:pt x="472" y="4195"/>
                  </a:lnTo>
                  <a:lnTo>
                    <a:pt x="708" y="4147"/>
                  </a:lnTo>
                  <a:lnTo>
                    <a:pt x="896" y="4053"/>
                  </a:lnTo>
                  <a:lnTo>
                    <a:pt x="1462" y="3488"/>
                  </a:lnTo>
                  <a:lnTo>
                    <a:pt x="1603" y="3393"/>
                  </a:lnTo>
                  <a:lnTo>
                    <a:pt x="1744" y="3346"/>
                  </a:lnTo>
                  <a:lnTo>
                    <a:pt x="1886" y="3393"/>
                  </a:lnTo>
                  <a:lnTo>
                    <a:pt x="2027" y="3488"/>
                  </a:lnTo>
                  <a:lnTo>
                    <a:pt x="4383" y="5844"/>
                  </a:lnTo>
                  <a:lnTo>
                    <a:pt x="5184" y="5090"/>
                  </a:lnTo>
                  <a:lnTo>
                    <a:pt x="5373" y="4901"/>
                  </a:lnTo>
                  <a:lnTo>
                    <a:pt x="5608" y="4572"/>
                  </a:lnTo>
                  <a:lnTo>
                    <a:pt x="6033" y="3865"/>
                  </a:lnTo>
                  <a:lnTo>
                    <a:pt x="6787" y="2404"/>
                  </a:lnTo>
                  <a:lnTo>
                    <a:pt x="6787" y="2310"/>
                  </a:lnTo>
                  <a:lnTo>
                    <a:pt x="6834" y="2215"/>
                  </a:lnTo>
                  <a:lnTo>
                    <a:pt x="6787" y="2121"/>
                  </a:lnTo>
                  <a:lnTo>
                    <a:pt x="6692" y="2027"/>
                  </a:lnTo>
                  <a:lnTo>
                    <a:pt x="4760" y="95"/>
                  </a:lnTo>
                  <a:lnTo>
                    <a:pt x="4713" y="48"/>
                  </a:lnTo>
                  <a:lnTo>
                    <a:pt x="457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21"/>
            <p:cNvSpPr/>
            <p:nvPr/>
          </p:nvSpPr>
          <p:spPr>
            <a:xfrm>
              <a:off x="4891450" y="4331225"/>
              <a:ext cx="48325" cy="49500"/>
            </a:xfrm>
            <a:custGeom>
              <a:rect b="b" l="l" r="r" t="t"/>
              <a:pathLst>
                <a:path extrusionOk="0" h="1980" w="1933">
                  <a:moveTo>
                    <a:pt x="1508" y="0"/>
                  </a:moveTo>
                  <a:lnTo>
                    <a:pt x="1320" y="47"/>
                  </a:lnTo>
                  <a:lnTo>
                    <a:pt x="1178" y="142"/>
                  </a:lnTo>
                  <a:lnTo>
                    <a:pt x="142" y="1225"/>
                  </a:lnTo>
                  <a:lnTo>
                    <a:pt x="47" y="1367"/>
                  </a:lnTo>
                  <a:lnTo>
                    <a:pt x="0" y="1508"/>
                  </a:lnTo>
                  <a:lnTo>
                    <a:pt x="47" y="1697"/>
                  </a:lnTo>
                  <a:lnTo>
                    <a:pt x="142" y="1838"/>
                  </a:lnTo>
                  <a:lnTo>
                    <a:pt x="283" y="1932"/>
                  </a:lnTo>
                  <a:lnTo>
                    <a:pt x="424" y="1979"/>
                  </a:lnTo>
                  <a:lnTo>
                    <a:pt x="613" y="1932"/>
                  </a:lnTo>
                  <a:lnTo>
                    <a:pt x="754" y="1838"/>
                  </a:lnTo>
                  <a:lnTo>
                    <a:pt x="1838" y="754"/>
                  </a:lnTo>
                  <a:lnTo>
                    <a:pt x="1932" y="613"/>
                  </a:lnTo>
                  <a:lnTo>
                    <a:pt x="1932" y="471"/>
                  </a:lnTo>
                  <a:lnTo>
                    <a:pt x="1932" y="283"/>
                  </a:lnTo>
                  <a:lnTo>
                    <a:pt x="1838" y="142"/>
                  </a:lnTo>
                  <a:lnTo>
                    <a:pt x="1650" y="47"/>
                  </a:lnTo>
                  <a:lnTo>
                    <a:pt x="15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21"/>
            <p:cNvSpPr/>
            <p:nvPr/>
          </p:nvSpPr>
          <p:spPr>
            <a:xfrm>
              <a:off x="4862000" y="4301775"/>
              <a:ext cx="49500" cy="49500"/>
            </a:xfrm>
            <a:custGeom>
              <a:rect b="b" l="l" r="r" t="t"/>
              <a:pathLst>
                <a:path extrusionOk="0" h="1980" w="1980">
                  <a:moveTo>
                    <a:pt x="1508" y="0"/>
                  </a:moveTo>
                  <a:lnTo>
                    <a:pt x="1320" y="47"/>
                  </a:lnTo>
                  <a:lnTo>
                    <a:pt x="1178" y="142"/>
                  </a:lnTo>
                  <a:lnTo>
                    <a:pt x="95" y="1178"/>
                  </a:lnTo>
                  <a:lnTo>
                    <a:pt x="0" y="1367"/>
                  </a:lnTo>
                  <a:lnTo>
                    <a:pt x="0" y="1508"/>
                  </a:lnTo>
                  <a:lnTo>
                    <a:pt x="0" y="1697"/>
                  </a:lnTo>
                  <a:lnTo>
                    <a:pt x="95" y="1838"/>
                  </a:lnTo>
                  <a:lnTo>
                    <a:pt x="283" y="1932"/>
                  </a:lnTo>
                  <a:lnTo>
                    <a:pt x="424" y="1979"/>
                  </a:lnTo>
                  <a:lnTo>
                    <a:pt x="613" y="1932"/>
                  </a:lnTo>
                  <a:lnTo>
                    <a:pt x="754" y="1838"/>
                  </a:lnTo>
                  <a:lnTo>
                    <a:pt x="1932" y="660"/>
                  </a:lnTo>
                  <a:lnTo>
                    <a:pt x="1979" y="566"/>
                  </a:lnTo>
                  <a:lnTo>
                    <a:pt x="1979" y="471"/>
                  </a:lnTo>
                  <a:lnTo>
                    <a:pt x="1979" y="330"/>
                  </a:lnTo>
                  <a:lnTo>
                    <a:pt x="1932" y="236"/>
                  </a:lnTo>
                  <a:lnTo>
                    <a:pt x="1791" y="142"/>
                  </a:lnTo>
                  <a:lnTo>
                    <a:pt x="1650" y="47"/>
                  </a:lnTo>
                  <a:lnTo>
                    <a:pt x="15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5" name="Google Shape;1925;p21"/>
          <p:cNvGrpSpPr/>
          <p:nvPr/>
        </p:nvGrpSpPr>
        <p:grpSpPr>
          <a:xfrm>
            <a:off x="6334375" y="4053575"/>
            <a:ext cx="285100" cy="286275"/>
            <a:chOff x="5572375" y="4129775"/>
            <a:chExt cx="285100" cy="286275"/>
          </a:xfrm>
        </p:grpSpPr>
        <p:sp>
          <p:nvSpPr>
            <p:cNvPr id="1926" name="Google Shape;1926;p21"/>
            <p:cNvSpPr/>
            <p:nvPr/>
          </p:nvSpPr>
          <p:spPr>
            <a:xfrm>
              <a:off x="5574725" y="4213425"/>
              <a:ext cx="280400" cy="100150"/>
            </a:xfrm>
            <a:custGeom>
              <a:rect b="b" l="l" r="r" t="t"/>
              <a:pathLst>
                <a:path extrusionOk="0" h="4006" w="11216">
                  <a:moveTo>
                    <a:pt x="0" y="0"/>
                  </a:moveTo>
                  <a:lnTo>
                    <a:pt x="943" y="3911"/>
                  </a:lnTo>
                  <a:lnTo>
                    <a:pt x="990" y="3958"/>
                  </a:lnTo>
                  <a:lnTo>
                    <a:pt x="1037" y="4005"/>
                  </a:lnTo>
                  <a:lnTo>
                    <a:pt x="2168" y="4005"/>
                  </a:lnTo>
                  <a:lnTo>
                    <a:pt x="2168" y="3063"/>
                  </a:lnTo>
                  <a:lnTo>
                    <a:pt x="2168" y="2969"/>
                  </a:lnTo>
                  <a:lnTo>
                    <a:pt x="2262" y="2827"/>
                  </a:lnTo>
                  <a:lnTo>
                    <a:pt x="2356" y="2780"/>
                  </a:lnTo>
                  <a:lnTo>
                    <a:pt x="2498" y="2733"/>
                  </a:lnTo>
                  <a:lnTo>
                    <a:pt x="4006" y="2733"/>
                  </a:lnTo>
                  <a:lnTo>
                    <a:pt x="4100" y="2780"/>
                  </a:lnTo>
                  <a:lnTo>
                    <a:pt x="4241" y="2827"/>
                  </a:lnTo>
                  <a:lnTo>
                    <a:pt x="4288" y="2969"/>
                  </a:lnTo>
                  <a:lnTo>
                    <a:pt x="4336" y="3063"/>
                  </a:lnTo>
                  <a:lnTo>
                    <a:pt x="4336" y="4005"/>
                  </a:lnTo>
                  <a:lnTo>
                    <a:pt x="7069" y="4005"/>
                  </a:lnTo>
                  <a:lnTo>
                    <a:pt x="7069" y="3063"/>
                  </a:lnTo>
                  <a:lnTo>
                    <a:pt x="7116" y="2969"/>
                  </a:lnTo>
                  <a:lnTo>
                    <a:pt x="7163" y="2827"/>
                  </a:lnTo>
                  <a:lnTo>
                    <a:pt x="7304" y="2780"/>
                  </a:lnTo>
                  <a:lnTo>
                    <a:pt x="7446" y="2733"/>
                  </a:lnTo>
                  <a:lnTo>
                    <a:pt x="8906" y="2733"/>
                  </a:lnTo>
                  <a:lnTo>
                    <a:pt x="9048" y="2780"/>
                  </a:lnTo>
                  <a:lnTo>
                    <a:pt x="9142" y="2827"/>
                  </a:lnTo>
                  <a:lnTo>
                    <a:pt x="9236" y="2969"/>
                  </a:lnTo>
                  <a:lnTo>
                    <a:pt x="9236" y="3063"/>
                  </a:lnTo>
                  <a:lnTo>
                    <a:pt x="9236" y="4005"/>
                  </a:lnTo>
                  <a:lnTo>
                    <a:pt x="10226" y="4005"/>
                  </a:lnTo>
                  <a:lnTo>
                    <a:pt x="10320" y="3958"/>
                  </a:lnTo>
                  <a:lnTo>
                    <a:pt x="10367" y="3911"/>
                  </a:lnTo>
                  <a:lnTo>
                    <a:pt x="1121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21"/>
            <p:cNvSpPr/>
            <p:nvPr/>
          </p:nvSpPr>
          <p:spPr>
            <a:xfrm>
              <a:off x="5645400" y="4299400"/>
              <a:ext cx="20050" cy="31850"/>
            </a:xfrm>
            <a:custGeom>
              <a:rect b="b" l="l" r="r" t="t"/>
              <a:pathLst>
                <a:path extrusionOk="0" h="1274" w="802">
                  <a:moveTo>
                    <a:pt x="48" y="1"/>
                  </a:moveTo>
                  <a:lnTo>
                    <a:pt x="1" y="48"/>
                  </a:lnTo>
                  <a:lnTo>
                    <a:pt x="1" y="1273"/>
                  </a:lnTo>
                  <a:lnTo>
                    <a:pt x="802" y="1273"/>
                  </a:lnTo>
                  <a:lnTo>
                    <a:pt x="802" y="48"/>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21"/>
            <p:cNvSpPr/>
            <p:nvPr/>
          </p:nvSpPr>
          <p:spPr>
            <a:xfrm>
              <a:off x="5572375" y="4277025"/>
              <a:ext cx="285100" cy="139025"/>
            </a:xfrm>
            <a:custGeom>
              <a:rect b="b" l="l" r="r" t="t"/>
              <a:pathLst>
                <a:path extrusionOk="0" h="5561" w="11404">
                  <a:moveTo>
                    <a:pt x="0" y="1"/>
                  </a:moveTo>
                  <a:lnTo>
                    <a:pt x="0" y="5184"/>
                  </a:lnTo>
                  <a:lnTo>
                    <a:pt x="0" y="5325"/>
                  </a:lnTo>
                  <a:lnTo>
                    <a:pt x="94" y="5467"/>
                  </a:lnTo>
                  <a:lnTo>
                    <a:pt x="189" y="5514"/>
                  </a:lnTo>
                  <a:lnTo>
                    <a:pt x="330" y="5561"/>
                  </a:lnTo>
                  <a:lnTo>
                    <a:pt x="11074" y="5561"/>
                  </a:lnTo>
                  <a:lnTo>
                    <a:pt x="11215" y="5514"/>
                  </a:lnTo>
                  <a:lnTo>
                    <a:pt x="11309" y="5467"/>
                  </a:lnTo>
                  <a:lnTo>
                    <a:pt x="11404" y="5325"/>
                  </a:lnTo>
                  <a:lnTo>
                    <a:pt x="11404" y="5184"/>
                  </a:lnTo>
                  <a:lnTo>
                    <a:pt x="11404" y="95"/>
                  </a:lnTo>
                  <a:lnTo>
                    <a:pt x="11121" y="1509"/>
                  </a:lnTo>
                  <a:lnTo>
                    <a:pt x="10980" y="1744"/>
                  </a:lnTo>
                  <a:lnTo>
                    <a:pt x="10838" y="1933"/>
                  </a:lnTo>
                  <a:lnTo>
                    <a:pt x="10603" y="2074"/>
                  </a:lnTo>
                  <a:lnTo>
                    <a:pt x="10320" y="2121"/>
                  </a:lnTo>
                  <a:lnTo>
                    <a:pt x="9330" y="2121"/>
                  </a:lnTo>
                  <a:lnTo>
                    <a:pt x="9330" y="3158"/>
                  </a:lnTo>
                  <a:lnTo>
                    <a:pt x="9330" y="3441"/>
                  </a:lnTo>
                  <a:lnTo>
                    <a:pt x="9236" y="3676"/>
                  </a:lnTo>
                  <a:lnTo>
                    <a:pt x="9142" y="3865"/>
                  </a:lnTo>
                  <a:lnTo>
                    <a:pt x="9000" y="4006"/>
                  </a:lnTo>
                  <a:lnTo>
                    <a:pt x="8859" y="4100"/>
                  </a:lnTo>
                  <a:lnTo>
                    <a:pt x="8671" y="4194"/>
                  </a:lnTo>
                  <a:lnTo>
                    <a:pt x="8482" y="4242"/>
                  </a:lnTo>
                  <a:lnTo>
                    <a:pt x="8246" y="4289"/>
                  </a:lnTo>
                  <a:lnTo>
                    <a:pt x="8058" y="4242"/>
                  </a:lnTo>
                  <a:lnTo>
                    <a:pt x="7869" y="4194"/>
                  </a:lnTo>
                  <a:lnTo>
                    <a:pt x="7681" y="4147"/>
                  </a:lnTo>
                  <a:lnTo>
                    <a:pt x="7540" y="4006"/>
                  </a:lnTo>
                  <a:lnTo>
                    <a:pt x="7398" y="3865"/>
                  </a:lnTo>
                  <a:lnTo>
                    <a:pt x="7304" y="3676"/>
                  </a:lnTo>
                  <a:lnTo>
                    <a:pt x="7210" y="3441"/>
                  </a:lnTo>
                  <a:lnTo>
                    <a:pt x="7163" y="3205"/>
                  </a:lnTo>
                  <a:lnTo>
                    <a:pt x="7163" y="2498"/>
                  </a:lnTo>
                  <a:lnTo>
                    <a:pt x="7163" y="2121"/>
                  </a:lnTo>
                  <a:lnTo>
                    <a:pt x="4430" y="2121"/>
                  </a:lnTo>
                  <a:lnTo>
                    <a:pt x="4430" y="2498"/>
                  </a:lnTo>
                  <a:lnTo>
                    <a:pt x="4430" y="3158"/>
                  </a:lnTo>
                  <a:lnTo>
                    <a:pt x="4382" y="3441"/>
                  </a:lnTo>
                  <a:lnTo>
                    <a:pt x="4335" y="3676"/>
                  </a:lnTo>
                  <a:lnTo>
                    <a:pt x="4194" y="3865"/>
                  </a:lnTo>
                  <a:lnTo>
                    <a:pt x="4053" y="4006"/>
                  </a:lnTo>
                  <a:lnTo>
                    <a:pt x="3911" y="4100"/>
                  </a:lnTo>
                  <a:lnTo>
                    <a:pt x="3723" y="4194"/>
                  </a:lnTo>
                  <a:lnTo>
                    <a:pt x="3534" y="4242"/>
                  </a:lnTo>
                  <a:lnTo>
                    <a:pt x="3346" y="4289"/>
                  </a:lnTo>
                  <a:lnTo>
                    <a:pt x="3157" y="4242"/>
                  </a:lnTo>
                  <a:lnTo>
                    <a:pt x="2969" y="4194"/>
                  </a:lnTo>
                  <a:lnTo>
                    <a:pt x="2780" y="4147"/>
                  </a:lnTo>
                  <a:lnTo>
                    <a:pt x="2592" y="4006"/>
                  </a:lnTo>
                  <a:lnTo>
                    <a:pt x="2450" y="3865"/>
                  </a:lnTo>
                  <a:lnTo>
                    <a:pt x="2356" y="3676"/>
                  </a:lnTo>
                  <a:lnTo>
                    <a:pt x="2262" y="3441"/>
                  </a:lnTo>
                  <a:lnTo>
                    <a:pt x="2262" y="3205"/>
                  </a:lnTo>
                  <a:lnTo>
                    <a:pt x="2262" y="2121"/>
                  </a:lnTo>
                  <a:lnTo>
                    <a:pt x="1131" y="2121"/>
                  </a:lnTo>
                  <a:lnTo>
                    <a:pt x="895" y="2074"/>
                  </a:lnTo>
                  <a:lnTo>
                    <a:pt x="660" y="1980"/>
                  </a:lnTo>
                  <a:lnTo>
                    <a:pt x="471" y="1744"/>
                  </a:lnTo>
                  <a:lnTo>
                    <a:pt x="377" y="150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21"/>
            <p:cNvSpPr/>
            <p:nvPr/>
          </p:nvSpPr>
          <p:spPr>
            <a:xfrm>
              <a:off x="5645400" y="4347700"/>
              <a:ext cx="20050" cy="18875"/>
            </a:xfrm>
            <a:custGeom>
              <a:rect b="b" l="l" r="r" t="t"/>
              <a:pathLst>
                <a:path extrusionOk="0" h="755" w="802">
                  <a:moveTo>
                    <a:pt x="1" y="1"/>
                  </a:moveTo>
                  <a:lnTo>
                    <a:pt x="1" y="378"/>
                  </a:lnTo>
                  <a:lnTo>
                    <a:pt x="48" y="519"/>
                  </a:lnTo>
                  <a:lnTo>
                    <a:pt x="142" y="661"/>
                  </a:lnTo>
                  <a:lnTo>
                    <a:pt x="283" y="755"/>
                  </a:lnTo>
                  <a:lnTo>
                    <a:pt x="566" y="755"/>
                  </a:lnTo>
                  <a:lnTo>
                    <a:pt x="707" y="661"/>
                  </a:lnTo>
                  <a:lnTo>
                    <a:pt x="755" y="519"/>
                  </a:lnTo>
                  <a:lnTo>
                    <a:pt x="802" y="378"/>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21"/>
            <p:cNvSpPr/>
            <p:nvPr/>
          </p:nvSpPr>
          <p:spPr>
            <a:xfrm>
              <a:off x="5769100" y="4299400"/>
              <a:ext cx="20050" cy="31850"/>
            </a:xfrm>
            <a:custGeom>
              <a:rect b="b" l="l" r="r" t="t"/>
              <a:pathLst>
                <a:path extrusionOk="0" h="1274" w="802">
                  <a:moveTo>
                    <a:pt x="0" y="1"/>
                  </a:moveTo>
                  <a:lnTo>
                    <a:pt x="0" y="48"/>
                  </a:lnTo>
                  <a:lnTo>
                    <a:pt x="0" y="1273"/>
                  </a:lnTo>
                  <a:lnTo>
                    <a:pt x="802" y="1273"/>
                  </a:lnTo>
                  <a:lnTo>
                    <a:pt x="802" y="896"/>
                  </a:lnTo>
                  <a:lnTo>
                    <a:pt x="802" y="48"/>
                  </a:lnTo>
                  <a:lnTo>
                    <a:pt x="7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21"/>
            <p:cNvSpPr/>
            <p:nvPr/>
          </p:nvSpPr>
          <p:spPr>
            <a:xfrm>
              <a:off x="5769100" y="4347700"/>
              <a:ext cx="20050" cy="18875"/>
            </a:xfrm>
            <a:custGeom>
              <a:rect b="b" l="l" r="r" t="t"/>
              <a:pathLst>
                <a:path extrusionOk="0" h="755" w="802">
                  <a:moveTo>
                    <a:pt x="0" y="1"/>
                  </a:moveTo>
                  <a:lnTo>
                    <a:pt x="0" y="378"/>
                  </a:lnTo>
                  <a:lnTo>
                    <a:pt x="48" y="519"/>
                  </a:lnTo>
                  <a:lnTo>
                    <a:pt x="142" y="661"/>
                  </a:lnTo>
                  <a:lnTo>
                    <a:pt x="236" y="755"/>
                  </a:lnTo>
                  <a:lnTo>
                    <a:pt x="519" y="755"/>
                  </a:lnTo>
                  <a:lnTo>
                    <a:pt x="660" y="661"/>
                  </a:lnTo>
                  <a:lnTo>
                    <a:pt x="754" y="519"/>
                  </a:lnTo>
                  <a:lnTo>
                    <a:pt x="802" y="378"/>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21"/>
            <p:cNvSpPr/>
            <p:nvPr/>
          </p:nvSpPr>
          <p:spPr>
            <a:xfrm>
              <a:off x="5638325" y="4179250"/>
              <a:ext cx="16525" cy="17700"/>
            </a:xfrm>
            <a:custGeom>
              <a:rect b="b" l="l" r="r" t="t"/>
              <a:pathLst>
                <a:path extrusionOk="0" h="708" w="661">
                  <a:moveTo>
                    <a:pt x="1" y="0"/>
                  </a:moveTo>
                  <a:lnTo>
                    <a:pt x="1" y="707"/>
                  </a:lnTo>
                  <a:lnTo>
                    <a:pt x="661" y="707"/>
                  </a:ln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21"/>
            <p:cNvSpPr/>
            <p:nvPr/>
          </p:nvSpPr>
          <p:spPr>
            <a:xfrm>
              <a:off x="5638325" y="4129775"/>
              <a:ext cx="152000" cy="31825"/>
            </a:xfrm>
            <a:custGeom>
              <a:rect b="b" l="l" r="r" t="t"/>
              <a:pathLst>
                <a:path extrusionOk="0" h="1273" w="6080">
                  <a:moveTo>
                    <a:pt x="1462" y="0"/>
                  </a:moveTo>
                  <a:lnTo>
                    <a:pt x="1226" y="47"/>
                  </a:lnTo>
                  <a:lnTo>
                    <a:pt x="943" y="95"/>
                  </a:lnTo>
                  <a:lnTo>
                    <a:pt x="708" y="236"/>
                  </a:lnTo>
                  <a:lnTo>
                    <a:pt x="519" y="377"/>
                  </a:lnTo>
                  <a:lnTo>
                    <a:pt x="331" y="566"/>
                  </a:lnTo>
                  <a:lnTo>
                    <a:pt x="189" y="801"/>
                  </a:lnTo>
                  <a:lnTo>
                    <a:pt x="95" y="1037"/>
                  </a:lnTo>
                  <a:lnTo>
                    <a:pt x="1" y="1273"/>
                  </a:lnTo>
                  <a:lnTo>
                    <a:pt x="6080" y="1273"/>
                  </a:lnTo>
                  <a:lnTo>
                    <a:pt x="6033" y="1037"/>
                  </a:lnTo>
                  <a:lnTo>
                    <a:pt x="5938" y="801"/>
                  </a:lnTo>
                  <a:lnTo>
                    <a:pt x="5797" y="566"/>
                  </a:lnTo>
                  <a:lnTo>
                    <a:pt x="5608" y="377"/>
                  </a:lnTo>
                  <a:lnTo>
                    <a:pt x="5373" y="236"/>
                  </a:lnTo>
                  <a:lnTo>
                    <a:pt x="5137" y="95"/>
                  </a:lnTo>
                  <a:lnTo>
                    <a:pt x="4902" y="47"/>
                  </a:lnTo>
                  <a:lnTo>
                    <a:pt x="461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21"/>
            <p:cNvSpPr/>
            <p:nvPr/>
          </p:nvSpPr>
          <p:spPr>
            <a:xfrm>
              <a:off x="5773800" y="4179250"/>
              <a:ext cx="17700" cy="17700"/>
            </a:xfrm>
            <a:custGeom>
              <a:rect b="b" l="l" r="r" t="t"/>
              <a:pathLst>
                <a:path extrusionOk="0" h="708" w="708">
                  <a:moveTo>
                    <a:pt x="1" y="0"/>
                  </a:moveTo>
                  <a:lnTo>
                    <a:pt x="1" y="707"/>
                  </a:lnTo>
                  <a:lnTo>
                    <a:pt x="708" y="707"/>
                  </a:lnTo>
                  <a:lnTo>
                    <a:pt x="70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5" name="Google Shape;1935;p21"/>
          <p:cNvGrpSpPr/>
          <p:nvPr/>
        </p:nvGrpSpPr>
        <p:grpSpPr>
          <a:xfrm>
            <a:off x="7131900" y="4053575"/>
            <a:ext cx="214450" cy="286275"/>
            <a:chOff x="6369900" y="4129775"/>
            <a:chExt cx="214450" cy="286275"/>
          </a:xfrm>
        </p:grpSpPr>
        <p:sp>
          <p:nvSpPr>
            <p:cNvPr id="1936" name="Google Shape;1936;p21"/>
            <p:cNvSpPr/>
            <p:nvPr/>
          </p:nvSpPr>
          <p:spPr>
            <a:xfrm>
              <a:off x="6442950" y="4163925"/>
              <a:ext cx="68350" cy="27125"/>
            </a:xfrm>
            <a:custGeom>
              <a:rect b="b" l="l" r="r" t="t"/>
              <a:pathLst>
                <a:path extrusionOk="0" h="1085" w="2734">
                  <a:moveTo>
                    <a:pt x="1367" y="1"/>
                  </a:moveTo>
                  <a:lnTo>
                    <a:pt x="1037" y="48"/>
                  </a:lnTo>
                  <a:lnTo>
                    <a:pt x="707" y="142"/>
                  </a:lnTo>
                  <a:lnTo>
                    <a:pt x="377" y="284"/>
                  </a:lnTo>
                  <a:lnTo>
                    <a:pt x="95" y="519"/>
                  </a:lnTo>
                  <a:lnTo>
                    <a:pt x="48" y="613"/>
                  </a:lnTo>
                  <a:lnTo>
                    <a:pt x="0" y="755"/>
                  </a:lnTo>
                  <a:lnTo>
                    <a:pt x="48" y="896"/>
                  </a:lnTo>
                  <a:lnTo>
                    <a:pt x="95" y="990"/>
                  </a:lnTo>
                  <a:lnTo>
                    <a:pt x="236" y="1085"/>
                  </a:lnTo>
                  <a:lnTo>
                    <a:pt x="472" y="1085"/>
                  </a:lnTo>
                  <a:lnTo>
                    <a:pt x="566" y="990"/>
                  </a:lnTo>
                  <a:lnTo>
                    <a:pt x="754" y="849"/>
                  </a:lnTo>
                  <a:lnTo>
                    <a:pt x="943" y="755"/>
                  </a:lnTo>
                  <a:lnTo>
                    <a:pt x="1131" y="708"/>
                  </a:lnTo>
                  <a:lnTo>
                    <a:pt x="1367" y="661"/>
                  </a:lnTo>
                  <a:lnTo>
                    <a:pt x="1556" y="708"/>
                  </a:lnTo>
                  <a:lnTo>
                    <a:pt x="1791" y="755"/>
                  </a:lnTo>
                  <a:lnTo>
                    <a:pt x="1980" y="849"/>
                  </a:lnTo>
                  <a:lnTo>
                    <a:pt x="2121" y="990"/>
                  </a:lnTo>
                  <a:lnTo>
                    <a:pt x="2262" y="1085"/>
                  </a:lnTo>
                  <a:lnTo>
                    <a:pt x="2498" y="1085"/>
                  </a:lnTo>
                  <a:lnTo>
                    <a:pt x="2592" y="990"/>
                  </a:lnTo>
                  <a:lnTo>
                    <a:pt x="2686" y="896"/>
                  </a:lnTo>
                  <a:lnTo>
                    <a:pt x="2734" y="755"/>
                  </a:lnTo>
                  <a:lnTo>
                    <a:pt x="2686" y="613"/>
                  </a:lnTo>
                  <a:lnTo>
                    <a:pt x="2592" y="519"/>
                  </a:lnTo>
                  <a:lnTo>
                    <a:pt x="2357" y="284"/>
                  </a:lnTo>
                  <a:lnTo>
                    <a:pt x="2027" y="142"/>
                  </a:lnTo>
                  <a:lnTo>
                    <a:pt x="1697" y="48"/>
                  </a:lnTo>
                  <a:lnTo>
                    <a:pt x="1367"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21"/>
            <p:cNvSpPr/>
            <p:nvPr/>
          </p:nvSpPr>
          <p:spPr>
            <a:xfrm>
              <a:off x="6419400" y="4129775"/>
              <a:ext cx="115475" cy="37725"/>
            </a:xfrm>
            <a:custGeom>
              <a:rect b="b" l="l" r="r" t="t"/>
              <a:pathLst>
                <a:path extrusionOk="0" h="1509" w="4619">
                  <a:moveTo>
                    <a:pt x="2309" y="0"/>
                  </a:moveTo>
                  <a:lnTo>
                    <a:pt x="1979" y="47"/>
                  </a:lnTo>
                  <a:lnTo>
                    <a:pt x="1696" y="95"/>
                  </a:lnTo>
                  <a:lnTo>
                    <a:pt x="1414" y="142"/>
                  </a:lnTo>
                  <a:lnTo>
                    <a:pt x="1131" y="236"/>
                  </a:lnTo>
                  <a:lnTo>
                    <a:pt x="848" y="377"/>
                  </a:lnTo>
                  <a:lnTo>
                    <a:pt x="566" y="519"/>
                  </a:lnTo>
                  <a:lnTo>
                    <a:pt x="330" y="707"/>
                  </a:lnTo>
                  <a:lnTo>
                    <a:pt x="94" y="943"/>
                  </a:lnTo>
                  <a:lnTo>
                    <a:pt x="0" y="1037"/>
                  </a:lnTo>
                  <a:lnTo>
                    <a:pt x="0" y="1178"/>
                  </a:lnTo>
                  <a:lnTo>
                    <a:pt x="0" y="1273"/>
                  </a:lnTo>
                  <a:lnTo>
                    <a:pt x="94" y="1414"/>
                  </a:lnTo>
                  <a:lnTo>
                    <a:pt x="189" y="1461"/>
                  </a:lnTo>
                  <a:lnTo>
                    <a:pt x="330" y="1508"/>
                  </a:lnTo>
                  <a:lnTo>
                    <a:pt x="471" y="1461"/>
                  </a:lnTo>
                  <a:lnTo>
                    <a:pt x="566" y="1414"/>
                  </a:lnTo>
                  <a:lnTo>
                    <a:pt x="942" y="1084"/>
                  </a:lnTo>
                  <a:lnTo>
                    <a:pt x="1367" y="849"/>
                  </a:lnTo>
                  <a:lnTo>
                    <a:pt x="1838" y="707"/>
                  </a:lnTo>
                  <a:lnTo>
                    <a:pt x="2780" y="707"/>
                  </a:lnTo>
                  <a:lnTo>
                    <a:pt x="3251" y="849"/>
                  </a:lnTo>
                  <a:lnTo>
                    <a:pt x="3676" y="1084"/>
                  </a:lnTo>
                  <a:lnTo>
                    <a:pt x="4053" y="1414"/>
                  </a:lnTo>
                  <a:lnTo>
                    <a:pt x="4147" y="1461"/>
                  </a:lnTo>
                  <a:lnTo>
                    <a:pt x="4288" y="1508"/>
                  </a:lnTo>
                  <a:lnTo>
                    <a:pt x="4430" y="1461"/>
                  </a:lnTo>
                  <a:lnTo>
                    <a:pt x="4524" y="1414"/>
                  </a:lnTo>
                  <a:lnTo>
                    <a:pt x="4571" y="1273"/>
                  </a:lnTo>
                  <a:lnTo>
                    <a:pt x="4618" y="1178"/>
                  </a:lnTo>
                  <a:lnTo>
                    <a:pt x="4571" y="1037"/>
                  </a:lnTo>
                  <a:lnTo>
                    <a:pt x="4524" y="943"/>
                  </a:lnTo>
                  <a:lnTo>
                    <a:pt x="4288" y="707"/>
                  </a:lnTo>
                  <a:lnTo>
                    <a:pt x="4053" y="519"/>
                  </a:lnTo>
                  <a:lnTo>
                    <a:pt x="3770" y="377"/>
                  </a:lnTo>
                  <a:lnTo>
                    <a:pt x="3487" y="236"/>
                  </a:lnTo>
                  <a:lnTo>
                    <a:pt x="3204" y="142"/>
                  </a:lnTo>
                  <a:lnTo>
                    <a:pt x="2922" y="95"/>
                  </a:lnTo>
                  <a:lnTo>
                    <a:pt x="2592" y="47"/>
                  </a:lnTo>
                  <a:lnTo>
                    <a:pt x="230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21"/>
            <p:cNvSpPr/>
            <p:nvPr/>
          </p:nvSpPr>
          <p:spPr>
            <a:xfrm>
              <a:off x="6468875" y="4199275"/>
              <a:ext cx="16500" cy="16525"/>
            </a:xfrm>
            <a:custGeom>
              <a:rect b="b" l="l" r="r" t="t"/>
              <a:pathLst>
                <a:path extrusionOk="0" h="661" w="660">
                  <a:moveTo>
                    <a:pt x="189" y="1"/>
                  </a:moveTo>
                  <a:lnTo>
                    <a:pt x="94" y="95"/>
                  </a:lnTo>
                  <a:lnTo>
                    <a:pt x="0" y="189"/>
                  </a:lnTo>
                  <a:lnTo>
                    <a:pt x="0" y="330"/>
                  </a:lnTo>
                  <a:lnTo>
                    <a:pt x="0" y="472"/>
                  </a:lnTo>
                  <a:lnTo>
                    <a:pt x="94" y="566"/>
                  </a:lnTo>
                  <a:lnTo>
                    <a:pt x="236" y="660"/>
                  </a:lnTo>
                  <a:lnTo>
                    <a:pt x="471" y="660"/>
                  </a:lnTo>
                  <a:lnTo>
                    <a:pt x="566" y="566"/>
                  </a:lnTo>
                  <a:lnTo>
                    <a:pt x="613" y="472"/>
                  </a:lnTo>
                  <a:lnTo>
                    <a:pt x="660" y="330"/>
                  </a:lnTo>
                  <a:lnTo>
                    <a:pt x="660" y="236"/>
                  </a:lnTo>
                  <a:lnTo>
                    <a:pt x="566" y="95"/>
                  </a:lnTo>
                  <a:lnTo>
                    <a:pt x="47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21"/>
            <p:cNvSpPr/>
            <p:nvPr/>
          </p:nvSpPr>
          <p:spPr>
            <a:xfrm>
              <a:off x="6369900" y="4279375"/>
              <a:ext cx="214450" cy="136675"/>
            </a:xfrm>
            <a:custGeom>
              <a:rect b="b" l="l" r="r" t="t"/>
              <a:pathLst>
                <a:path extrusionOk="0" h="5467" w="8578">
                  <a:moveTo>
                    <a:pt x="1" y="1"/>
                  </a:moveTo>
                  <a:lnTo>
                    <a:pt x="1" y="1179"/>
                  </a:lnTo>
                  <a:lnTo>
                    <a:pt x="48" y="1650"/>
                  </a:lnTo>
                  <a:lnTo>
                    <a:pt x="95" y="2074"/>
                  </a:lnTo>
                  <a:lnTo>
                    <a:pt x="189" y="2451"/>
                  </a:lnTo>
                  <a:lnTo>
                    <a:pt x="331" y="2875"/>
                  </a:lnTo>
                  <a:lnTo>
                    <a:pt x="519" y="3252"/>
                  </a:lnTo>
                  <a:lnTo>
                    <a:pt x="755" y="3582"/>
                  </a:lnTo>
                  <a:lnTo>
                    <a:pt x="990" y="3912"/>
                  </a:lnTo>
                  <a:lnTo>
                    <a:pt x="1273" y="4242"/>
                  </a:lnTo>
                  <a:lnTo>
                    <a:pt x="1556" y="4477"/>
                  </a:lnTo>
                  <a:lnTo>
                    <a:pt x="1886" y="4760"/>
                  </a:lnTo>
                  <a:lnTo>
                    <a:pt x="2263" y="4949"/>
                  </a:lnTo>
                  <a:lnTo>
                    <a:pt x="2640" y="5137"/>
                  </a:lnTo>
                  <a:lnTo>
                    <a:pt x="3017" y="5279"/>
                  </a:lnTo>
                  <a:lnTo>
                    <a:pt x="3441" y="5373"/>
                  </a:lnTo>
                  <a:lnTo>
                    <a:pt x="3865" y="5467"/>
                  </a:lnTo>
                  <a:lnTo>
                    <a:pt x="4713" y="5467"/>
                  </a:lnTo>
                  <a:lnTo>
                    <a:pt x="5137" y="5373"/>
                  </a:lnTo>
                  <a:lnTo>
                    <a:pt x="5561" y="5279"/>
                  </a:lnTo>
                  <a:lnTo>
                    <a:pt x="5938" y="5137"/>
                  </a:lnTo>
                  <a:lnTo>
                    <a:pt x="6315" y="4949"/>
                  </a:lnTo>
                  <a:lnTo>
                    <a:pt x="6692" y="4760"/>
                  </a:lnTo>
                  <a:lnTo>
                    <a:pt x="7022" y="4477"/>
                  </a:lnTo>
                  <a:lnTo>
                    <a:pt x="7305" y="4242"/>
                  </a:lnTo>
                  <a:lnTo>
                    <a:pt x="7588" y="3912"/>
                  </a:lnTo>
                  <a:lnTo>
                    <a:pt x="7823" y="3582"/>
                  </a:lnTo>
                  <a:lnTo>
                    <a:pt x="8059" y="3252"/>
                  </a:lnTo>
                  <a:lnTo>
                    <a:pt x="8200" y="2875"/>
                  </a:lnTo>
                  <a:lnTo>
                    <a:pt x="8342" y="2451"/>
                  </a:lnTo>
                  <a:lnTo>
                    <a:pt x="8483" y="2074"/>
                  </a:lnTo>
                  <a:lnTo>
                    <a:pt x="8530" y="1650"/>
                  </a:lnTo>
                  <a:lnTo>
                    <a:pt x="8577" y="1179"/>
                  </a:lnTo>
                  <a:lnTo>
                    <a:pt x="8577" y="1"/>
                  </a:lnTo>
                  <a:lnTo>
                    <a:pt x="6362" y="1"/>
                  </a:lnTo>
                  <a:lnTo>
                    <a:pt x="6362" y="1179"/>
                  </a:lnTo>
                  <a:lnTo>
                    <a:pt x="6315" y="1603"/>
                  </a:lnTo>
                  <a:lnTo>
                    <a:pt x="6221" y="2027"/>
                  </a:lnTo>
                  <a:lnTo>
                    <a:pt x="6033" y="2357"/>
                  </a:lnTo>
                  <a:lnTo>
                    <a:pt x="5750" y="2687"/>
                  </a:lnTo>
                  <a:lnTo>
                    <a:pt x="5467" y="2922"/>
                  </a:lnTo>
                  <a:lnTo>
                    <a:pt x="5090" y="3111"/>
                  </a:lnTo>
                  <a:lnTo>
                    <a:pt x="4713" y="3252"/>
                  </a:lnTo>
                  <a:lnTo>
                    <a:pt x="4289" y="3299"/>
                  </a:lnTo>
                  <a:lnTo>
                    <a:pt x="3865" y="3252"/>
                  </a:lnTo>
                  <a:lnTo>
                    <a:pt x="3488" y="3111"/>
                  </a:lnTo>
                  <a:lnTo>
                    <a:pt x="3111" y="2922"/>
                  </a:lnTo>
                  <a:lnTo>
                    <a:pt x="2828" y="2687"/>
                  </a:lnTo>
                  <a:lnTo>
                    <a:pt x="2546" y="2357"/>
                  </a:lnTo>
                  <a:lnTo>
                    <a:pt x="2357" y="2027"/>
                  </a:lnTo>
                  <a:lnTo>
                    <a:pt x="2263" y="1603"/>
                  </a:lnTo>
                  <a:lnTo>
                    <a:pt x="2216" y="1179"/>
                  </a:lnTo>
                  <a:lnTo>
                    <a:pt x="221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21"/>
            <p:cNvSpPr/>
            <p:nvPr/>
          </p:nvSpPr>
          <p:spPr>
            <a:xfrm>
              <a:off x="6528950" y="4228725"/>
              <a:ext cx="55400" cy="33025"/>
            </a:xfrm>
            <a:custGeom>
              <a:rect b="b" l="l" r="r" t="t"/>
              <a:pathLst>
                <a:path extrusionOk="0" h="1321" w="2216">
                  <a:moveTo>
                    <a:pt x="236" y="1"/>
                  </a:moveTo>
                  <a:lnTo>
                    <a:pt x="142" y="48"/>
                  </a:lnTo>
                  <a:lnTo>
                    <a:pt x="95" y="95"/>
                  </a:lnTo>
                  <a:lnTo>
                    <a:pt x="0" y="142"/>
                  </a:lnTo>
                  <a:lnTo>
                    <a:pt x="0" y="236"/>
                  </a:lnTo>
                  <a:lnTo>
                    <a:pt x="0" y="1320"/>
                  </a:lnTo>
                  <a:lnTo>
                    <a:pt x="2215" y="1320"/>
                  </a:lnTo>
                  <a:lnTo>
                    <a:pt x="2215" y="236"/>
                  </a:lnTo>
                  <a:lnTo>
                    <a:pt x="2168" y="142"/>
                  </a:lnTo>
                  <a:lnTo>
                    <a:pt x="2121" y="95"/>
                  </a:lnTo>
                  <a:lnTo>
                    <a:pt x="2027" y="48"/>
                  </a:lnTo>
                  <a:lnTo>
                    <a:pt x="193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21"/>
            <p:cNvSpPr/>
            <p:nvPr/>
          </p:nvSpPr>
          <p:spPr>
            <a:xfrm>
              <a:off x="6369900" y="4228725"/>
              <a:ext cx="55400" cy="33025"/>
            </a:xfrm>
            <a:custGeom>
              <a:rect b="b" l="l" r="r" t="t"/>
              <a:pathLst>
                <a:path extrusionOk="0" h="1321" w="2216">
                  <a:moveTo>
                    <a:pt x="237" y="1"/>
                  </a:moveTo>
                  <a:lnTo>
                    <a:pt x="142" y="48"/>
                  </a:lnTo>
                  <a:lnTo>
                    <a:pt x="95" y="95"/>
                  </a:lnTo>
                  <a:lnTo>
                    <a:pt x="48" y="142"/>
                  </a:lnTo>
                  <a:lnTo>
                    <a:pt x="1" y="236"/>
                  </a:lnTo>
                  <a:lnTo>
                    <a:pt x="1" y="1320"/>
                  </a:lnTo>
                  <a:lnTo>
                    <a:pt x="2216" y="1320"/>
                  </a:lnTo>
                  <a:lnTo>
                    <a:pt x="2216" y="236"/>
                  </a:lnTo>
                  <a:lnTo>
                    <a:pt x="2169" y="142"/>
                  </a:lnTo>
                  <a:lnTo>
                    <a:pt x="2121" y="95"/>
                  </a:lnTo>
                  <a:lnTo>
                    <a:pt x="2074" y="48"/>
                  </a:lnTo>
                  <a:lnTo>
                    <a:pt x="198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2" name="Google Shape;1942;p21"/>
          <p:cNvGrpSpPr/>
          <p:nvPr/>
        </p:nvGrpSpPr>
        <p:grpSpPr>
          <a:xfrm>
            <a:off x="7857600" y="4053575"/>
            <a:ext cx="286275" cy="286275"/>
            <a:chOff x="7095600" y="4129775"/>
            <a:chExt cx="286275" cy="286275"/>
          </a:xfrm>
        </p:grpSpPr>
        <p:sp>
          <p:nvSpPr>
            <p:cNvPr id="1943" name="Google Shape;1943;p21"/>
            <p:cNvSpPr/>
            <p:nvPr/>
          </p:nvSpPr>
          <p:spPr>
            <a:xfrm>
              <a:off x="7225175" y="4208700"/>
              <a:ext cx="28300" cy="27125"/>
            </a:xfrm>
            <a:custGeom>
              <a:rect b="b" l="l" r="r" t="t"/>
              <a:pathLst>
                <a:path extrusionOk="0" h="1085" w="1132">
                  <a:moveTo>
                    <a:pt x="566" y="1"/>
                  </a:moveTo>
                  <a:lnTo>
                    <a:pt x="472" y="189"/>
                  </a:lnTo>
                  <a:lnTo>
                    <a:pt x="331" y="283"/>
                  </a:lnTo>
                  <a:lnTo>
                    <a:pt x="189" y="377"/>
                  </a:lnTo>
                  <a:lnTo>
                    <a:pt x="1" y="377"/>
                  </a:lnTo>
                  <a:lnTo>
                    <a:pt x="142" y="566"/>
                  </a:lnTo>
                  <a:lnTo>
                    <a:pt x="236" y="707"/>
                  </a:lnTo>
                  <a:lnTo>
                    <a:pt x="236" y="849"/>
                  </a:lnTo>
                  <a:lnTo>
                    <a:pt x="189" y="1084"/>
                  </a:lnTo>
                  <a:lnTo>
                    <a:pt x="378" y="943"/>
                  </a:lnTo>
                  <a:lnTo>
                    <a:pt x="708" y="943"/>
                  </a:lnTo>
                  <a:lnTo>
                    <a:pt x="896" y="1084"/>
                  </a:lnTo>
                  <a:lnTo>
                    <a:pt x="896" y="849"/>
                  </a:lnTo>
                  <a:lnTo>
                    <a:pt x="896" y="707"/>
                  </a:lnTo>
                  <a:lnTo>
                    <a:pt x="990" y="566"/>
                  </a:lnTo>
                  <a:lnTo>
                    <a:pt x="1132" y="377"/>
                  </a:lnTo>
                  <a:lnTo>
                    <a:pt x="896" y="377"/>
                  </a:lnTo>
                  <a:lnTo>
                    <a:pt x="755" y="283"/>
                  </a:lnTo>
                  <a:lnTo>
                    <a:pt x="660" y="189"/>
                  </a:lnTo>
                  <a:lnTo>
                    <a:pt x="56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21"/>
            <p:cNvSpPr/>
            <p:nvPr/>
          </p:nvSpPr>
          <p:spPr>
            <a:xfrm>
              <a:off x="7219300" y="4301775"/>
              <a:ext cx="38900" cy="23575"/>
            </a:xfrm>
            <a:custGeom>
              <a:rect b="b" l="l" r="r" t="t"/>
              <a:pathLst>
                <a:path extrusionOk="0" h="943" w="1556">
                  <a:moveTo>
                    <a:pt x="0" y="0"/>
                  </a:moveTo>
                  <a:lnTo>
                    <a:pt x="0" y="943"/>
                  </a:lnTo>
                  <a:lnTo>
                    <a:pt x="1555" y="943"/>
                  </a:lnTo>
                  <a:lnTo>
                    <a:pt x="1555" y="0"/>
                  </a:lnTo>
                  <a:lnTo>
                    <a:pt x="1178" y="94"/>
                  </a:lnTo>
                  <a:lnTo>
                    <a:pt x="377" y="9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21"/>
            <p:cNvSpPr/>
            <p:nvPr/>
          </p:nvSpPr>
          <p:spPr>
            <a:xfrm>
              <a:off x="7188650" y="4379525"/>
              <a:ext cx="101350" cy="36525"/>
            </a:xfrm>
            <a:custGeom>
              <a:rect b="b" l="l" r="r" t="t"/>
              <a:pathLst>
                <a:path extrusionOk="0" h="1461" w="4054">
                  <a:moveTo>
                    <a:pt x="425" y="0"/>
                  </a:moveTo>
                  <a:lnTo>
                    <a:pt x="237" y="47"/>
                  </a:lnTo>
                  <a:lnTo>
                    <a:pt x="142" y="142"/>
                  </a:lnTo>
                  <a:lnTo>
                    <a:pt x="48" y="283"/>
                  </a:lnTo>
                  <a:lnTo>
                    <a:pt x="1" y="424"/>
                  </a:lnTo>
                  <a:lnTo>
                    <a:pt x="1" y="1320"/>
                  </a:lnTo>
                  <a:lnTo>
                    <a:pt x="48" y="1414"/>
                  </a:lnTo>
                  <a:lnTo>
                    <a:pt x="142" y="1461"/>
                  </a:lnTo>
                  <a:lnTo>
                    <a:pt x="3912" y="1461"/>
                  </a:lnTo>
                  <a:lnTo>
                    <a:pt x="4006" y="1414"/>
                  </a:lnTo>
                  <a:lnTo>
                    <a:pt x="4053" y="1320"/>
                  </a:lnTo>
                  <a:lnTo>
                    <a:pt x="4053" y="424"/>
                  </a:lnTo>
                  <a:lnTo>
                    <a:pt x="4006" y="283"/>
                  </a:lnTo>
                  <a:lnTo>
                    <a:pt x="3912" y="142"/>
                  </a:lnTo>
                  <a:lnTo>
                    <a:pt x="3771" y="47"/>
                  </a:lnTo>
                  <a:lnTo>
                    <a:pt x="362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21"/>
            <p:cNvSpPr/>
            <p:nvPr/>
          </p:nvSpPr>
          <p:spPr>
            <a:xfrm>
              <a:off x="7211050" y="4343000"/>
              <a:ext cx="55375" cy="20050"/>
            </a:xfrm>
            <a:custGeom>
              <a:rect b="b" l="l" r="r" t="t"/>
              <a:pathLst>
                <a:path extrusionOk="0" h="802" w="2215">
                  <a:moveTo>
                    <a:pt x="95" y="0"/>
                  </a:moveTo>
                  <a:lnTo>
                    <a:pt x="47" y="48"/>
                  </a:lnTo>
                  <a:lnTo>
                    <a:pt x="0" y="95"/>
                  </a:lnTo>
                  <a:lnTo>
                    <a:pt x="0" y="189"/>
                  </a:lnTo>
                  <a:lnTo>
                    <a:pt x="0" y="802"/>
                  </a:lnTo>
                  <a:lnTo>
                    <a:pt x="2215" y="802"/>
                  </a:lnTo>
                  <a:lnTo>
                    <a:pt x="2215" y="189"/>
                  </a:lnTo>
                  <a:lnTo>
                    <a:pt x="2215" y="95"/>
                  </a:lnTo>
                  <a:lnTo>
                    <a:pt x="2168" y="48"/>
                  </a:lnTo>
                  <a:lnTo>
                    <a:pt x="212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21"/>
            <p:cNvSpPr/>
            <p:nvPr/>
          </p:nvSpPr>
          <p:spPr>
            <a:xfrm>
              <a:off x="7178050" y="4129775"/>
              <a:ext cx="121375" cy="20050"/>
            </a:xfrm>
            <a:custGeom>
              <a:rect b="b" l="l" r="r" t="t"/>
              <a:pathLst>
                <a:path extrusionOk="0" h="802" w="4855">
                  <a:moveTo>
                    <a:pt x="189" y="0"/>
                  </a:moveTo>
                  <a:lnTo>
                    <a:pt x="142" y="47"/>
                  </a:lnTo>
                  <a:lnTo>
                    <a:pt x="48" y="95"/>
                  </a:lnTo>
                  <a:lnTo>
                    <a:pt x="48" y="142"/>
                  </a:lnTo>
                  <a:lnTo>
                    <a:pt x="1" y="189"/>
                  </a:lnTo>
                  <a:lnTo>
                    <a:pt x="1" y="801"/>
                  </a:lnTo>
                  <a:lnTo>
                    <a:pt x="4854" y="801"/>
                  </a:lnTo>
                  <a:lnTo>
                    <a:pt x="4854" y="189"/>
                  </a:lnTo>
                  <a:lnTo>
                    <a:pt x="4854" y="142"/>
                  </a:lnTo>
                  <a:lnTo>
                    <a:pt x="4807" y="95"/>
                  </a:lnTo>
                  <a:lnTo>
                    <a:pt x="4760" y="47"/>
                  </a:lnTo>
                  <a:lnTo>
                    <a:pt x="4666"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21"/>
            <p:cNvSpPr/>
            <p:nvPr/>
          </p:nvSpPr>
          <p:spPr>
            <a:xfrm>
              <a:off x="7294675" y="4138025"/>
              <a:ext cx="87200" cy="197925"/>
            </a:xfrm>
            <a:custGeom>
              <a:rect b="b" l="l" r="r" t="t"/>
              <a:pathLst>
                <a:path extrusionOk="0" h="7917" w="3488">
                  <a:moveTo>
                    <a:pt x="2828" y="1414"/>
                  </a:moveTo>
                  <a:lnTo>
                    <a:pt x="2828" y="2168"/>
                  </a:lnTo>
                  <a:lnTo>
                    <a:pt x="2781" y="2592"/>
                  </a:lnTo>
                  <a:lnTo>
                    <a:pt x="2640" y="3016"/>
                  </a:lnTo>
                  <a:lnTo>
                    <a:pt x="2498" y="3440"/>
                  </a:lnTo>
                  <a:lnTo>
                    <a:pt x="2216" y="3817"/>
                  </a:lnTo>
                  <a:lnTo>
                    <a:pt x="2216" y="1414"/>
                  </a:lnTo>
                  <a:close/>
                  <a:moveTo>
                    <a:pt x="896" y="0"/>
                  </a:moveTo>
                  <a:lnTo>
                    <a:pt x="896" y="3534"/>
                  </a:lnTo>
                  <a:lnTo>
                    <a:pt x="896" y="3864"/>
                  </a:lnTo>
                  <a:lnTo>
                    <a:pt x="849" y="4147"/>
                  </a:lnTo>
                  <a:lnTo>
                    <a:pt x="755" y="4430"/>
                  </a:lnTo>
                  <a:lnTo>
                    <a:pt x="661" y="4712"/>
                  </a:lnTo>
                  <a:lnTo>
                    <a:pt x="519" y="4995"/>
                  </a:lnTo>
                  <a:lnTo>
                    <a:pt x="378" y="5231"/>
                  </a:lnTo>
                  <a:lnTo>
                    <a:pt x="1" y="5702"/>
                  </a:lnTo>
                  <a:lnTo>
                    <a:pt x="1" y="7681"/>
                  </a:lnTo>
                  <a:lnTo>
                    <a:pt x="48" y="7822"/>
                  </a:lnTo>
                  <a:lnTo>
                    <a:pt x="142" y="7917"/>
                  </a:lnTo>
                  <a:lnTo>
                    <a:pt x="284" y="7917"/>
                  </a:lnTo>
                  <a:lnTo>
                    <a:pt x="378" y="7870"/>
                  </a:lnTo>
                  <a:lnTo>
                    <a:pt x="1038" y="7116"/>
                  </a:lnTo>
                  <a:lnTo>
                    <a:pt x="1226" y="7116"/>
                  </a:lnTo>
                  <a:lnTo>
                    <a:pt x="1839" y="7870"/>
                  </a:lnTo>
                  <a:lnTo>
                    <a:pt x="1980" y="7917"/>
                  </a:lnTo>
                  <a:lnTo>
                    <a:pt x="2074" y="7917"/>
                  </a:lnTo>
                  <a:lnTo>
                    <a:pt x="2216" y="7822"/>
                  </a:lnTo>
                  <a:lnTo>
                    <a:pt x="2216" y="7681"/>
                  </a:lnTo>
                  <a:lnTo>
                    <a:pt x="2216" y="4807"/>
                  </a:lnTo>
                  <a:lnTo>
                    <a:pt x="2263" y="4807"/>
                  </a:lnTo>
                  <a:lnTo>
                    <a:pt x="2498" y="4524"/>
                  </a:lnTo>
                  <a:lnTo>
                    <a:pt x="2781" y="4241"/>
                  </a:lnTo>
                  <a:lnTo>
                    <a:pt x="2970" y="3911"/>
                  </a:lnTo>
                  <a:lnTo>
                    <a:pt x="3158" y="3581"/>
                  </a:lnTo>
                  <a:lnTo>
                    <a:pt x="3300" y="3252"/>
                  </a:lnTo>
                  <a:lnTo>
                    <a:pt x="3394" y="2875"/>
                  </a:lnTo>
                  <a:lnTo>
                    <a:pt x="3488" y="2498"/>
                  </a:lnTo>
                  <a:lnTo>
                    <a:pt x="3488" y="2168"/>
                  </a:lnTo>
                  <a:lnTo>
                    <a:pt x="3488" y="1084"/>
                  </a:lnTo>
                  <a:lnTo>
                    <a:pt x="3488" y="943"/>
                  </a:lnTo>
                  <a:lnTo>
                    <a:pt x="3394" y="848"/>
                  </a:lnTo>
                  <a:lnTo>
                    <a:pt x="3300" y="754"/>
                  </a:lnTo>
                  <a:lnTo>
                    <a:pt x="2216" y="754"/>
                  </a:lnTo>
                  <a:lnTo>
                    <a:pt x="2216" y="189"/>
                  </a:lnTo>
                  <a:lnTo>
                    <a:pt x="2216" y="142"/>
                  </a:lnTo>
                  <a:lnTo>
                    <a:pt x="2169" y="47"/>
                  </a:lnTo>
                  <a:lnTo>
                    <a:pt x="212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21"/>
            <p:cNvSpPr/>
            <p:nvPr/>
          </p:nvSpPr>
          <p:spPr>
            <a:xfrm>
              <a:off x="7095600" y="4138025"/>
              <a:ext cx="87200" cy="197925"/>
            </a:xfrm>
            <a:custGeom>
              <a:rect b="b" l="l" r="r" t="t"/>
              <a:pathLst>
                <a:path extrusionOk="0" h="7917" w="3488">
                  <a:moveTo>
                    <a:pt x="1273" y="1414"/>
                  </a:moveTo>
                  <a:lnTo>
                    <a:pt x="1273" y="3817"/>
                  </a:lnTo>
                  <a:lnTo>
                    <a:pt x="1037" y="3440"/>
                  </a:lnTo>
                  <a:lnTo>
                    <a:pt x="848" y="3016"/>
                  </a:lnTo>
                  <a:lnTo>
                    <a:pt x="754" y="2592"/>
                  </a:lnTo>
                  <a:lnTo>
                    <a:pt x="707" y="2168"/>
                  </a:lnTo>
                  <a:lnTo>
                    <a:pt x="707" y="1414"/>
                  </a:lnTo>
                  <a:close/>
                  <a:moveTo>
                    <a:pt x="1414" y="0"/>
                  </a:moveTo>
                  <a:lnTo>
                    <a:pt x="1320" y="47"/>
                  </a:lnTo>
                  <a:lnTo>
                    <a:pt x="1273" y="142"/>
                  </a:lnTo>
                  <a:lnTo>
                    <a:pt x="1273" y="189"/>
                  </a:lnTo>
                  <a:lnTo>
                    <a:pt x="1273" y="754"/>
                  </a:lnTo>
                  <a:lnTo>
                    <a:pt x="236" y="754"/>
                  </a:lnTo>
                  <a:lnTo>
                    <a:pt x="142" y="848"/>
                  </a:lnTo>
                  <a:lnTo>
                    <a:pt x="47" y="943"/>
                  </a:lnTo>
                  <a:lnTo>
                    <a:pt x="0" y="1084"/>
                  </a:lnTo>
                  <a:lnTo>
                    <a:pt x="0" y="2168"/>
                  </a:lnTo>
                  <a:lnTo>
                    <a:pt x="47" y="2498"/>
                  </a:lnTo>
                  <a:lnTo>
                    <a:pt x="95" y="2875"/>
                  </a:lnTo>
                  <a:lnTo>
                    <a:pt x="189" y="3252"/>
                  </a:lnTo>
                  <a:lnTo>
                    <a:pt x="330" y="3581"/>
                  </a:lnTo>
                  <a:lnTo>
                    <a:pt x="519" y="3911"/>
                  </a:lnTo>
                  <a:lnTo>
                    <a:pt x="754" y="4241"/>
                  </a:lnTo>
                  <a:lnTo>
                    <a:pt x="990" y="4524"/>
                  </a:lnTo>
                  <a:lnTo>
                    <a:pt x="1273" y="4807"/>
                  </a:lnTo>
                  <a:lnTo>
                    <a:pt x="1273" y="7681"/>
                  </a:lnTo>
                  <a:lnTo>
                    <a:pt x="1320" y="7822"/>
                  </a:lnTo>
                  <a:lnTo>
                    <a:pt x="1414" y="7917"/>
                  </a:lnTo>
                  <a:lnTo>
                    <a:pt x="1555" y="7917"/>
                  </a:lnTo>
                  <a:lnTo>
                    <a:pt x="1650" y="7870"/>
                  </a:lnTo>
                  <a:lnTo>
                    <a:pt x="2309" y="7116"/>
                  </a:lnTo>
                  <a:lnTo>
                    <a:pt x="2451" y="7116"/>
                  </a:lnTo>
                  <a:lnTo>
                    <a:pt x="3110" y="7870"/>
                  </a:lnTo>
                  <a:lnTo>
                    <a:pt x="3252" y="7917"/>
                  </a:lnTo>
                  <a:lnTo>
                    <a:pt x="3393" y="7917"/>
                  </a:lnTo>
                  <a:lnTo>
                    <a:pt x="3487" y="7822"/>
                  </a:lnTo>
                  <a:lnTo>
                    <a:pt x="3487" y="7681"/>
                  </a:lnTo>
                  <a:lnTo>
                    <a:pt x="3487" y="5702"/>
                  </a:lnTo>
                  <a:lnTo>
                    <a:pt x="3110" y="5231"/>
                  </a:lnTo>
                  <a:lnTo>
                    <a:pt x="2875" y="4712"/>
                  </a:lnTo>
                  <a:lnTo>
                    <a:pt x="2781" y="4430"/>
                  </a:lnTo>
                  <a:lnTo>
                    <a:pt x="2686" y="4147"/>
                  </a:lnTo>
                  <a:lnTo>
                    <a:pt x="2639" y="3864"/>
                  </a:lnTo>
                  <a:lnTo>
                    <a:pt x="2639" y="3534"/>
                  </a:lnTo>
                  <a:lnTo>
                    <a:pt x="26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21"/>
            <p:cNvSpPr/>
            <p:nvPr/>
          </p:nvSpPr>
          <p:spPr>
            <a:xfrm>
              <a:off x="7178050" y="4167475"/>
              <a:ext cx="121375" cy="119000"/>
            </a:xfrm>
            <a:custGeom>
              <a:rect b="b" l="l" r="r" t="t"/>
              <a:pathLst>
                <a:path extrusionOk="0" h="4760" w="4855">
                  <a:moveTo>
                    <a:pt x="2451" y="519"/>
                  </a:moveTo>
                  <a:lnTo>
                    <a:pt x="2640" y="566"/>
                  </a:lnTo>
                  <a:lnTo>
                    <a:pt x="2687" y="613"/>
                  </a:lnTo>
                  <a:lnTo>
                    <a:pt x="2734" y="707"/>
                  </a:lnTo>
                  <a:lnTo>
                    <a:pt x="3064" y="1367"/>
                  </a:lnTo>
                  <a:lnTo>
                    <a:pt x="3771" y="1461"/>
                  </a:lnTo>
                  <a:lnTo>
                    <a:pt x="3959" y="1555"/>
                  </a:lnTo>
                  <a:lnTo>
                    <a:pt x="4053" y="1697"/>
                  </a:lnTo>
                  <a:lnTo>
                    <a:pt x="4053" y="1885"/>
                  </a:lnTo>
                  <a:lnTo>
                    <a:pt x="3959" y="2074"/>
                  </a:lnTo>
                  <a:lnTo>
                    <a:pt x="3441" y="2545"/>
                  </a:lnTo>
                  <a:lnTo>
                    <a:pt x="3582" y="3252"/>
                  </a:lnTo>
                  <a:lnTo>
                    <a:pt x="3535" y="3440"/>
                  </a:lnTo>
                  <a:lnTo>
                    <a:pt x="3441" y="3582"/>
                  </a:lnTo>
                  <a:lnTo>
                    <a:pt x="3252" y="3676"/>
                  </a:lnTo>
                  <a:lnTo>
                    <a:pt x="3064" y="3629"/>
                  </a:lnTo>
                  <a:lnTo>
                    <a:pt x="2451" y="3299"/>
                  </a:lnTo>
                  <a:lnTo>
                    <a:pt x="1791" y="3629"/>
                  </a:lnTo>
                  <a:lnTo>
                    <a:pt x="1603" y="3676"/>
                  </a:lnTo>
                  <a:lnTo>
                    <a:pt x="1462" y="3582"/>
                  </a:lnTo>
                  <a:lnTo>
                    <a:pt x="1320" y="3440"/>
                  </a:lnTo>
                  <a:lnTo>
                    <a:pt x="1320" y="3252"/>
                  </a:lnTo>
                  <a:lnTo>
                    <a:pt x="1415" y="2545"/>
                  </a:lnTo>
                  <a:lnTo>
                    <a:pt x="896" y="2074"/>
                  </a:lnTo>
                  <a:lnTo>
                    <a:pt x="802" y="1885"/>
                  </a:lnTo>
                  <a:lnTo>
                    <a:pt x="802" y="1697"/>
                  </a:lnTo>
                  <a:lnTo>
                    <a:pt x="943" y="1555"/>
                  </a:lnTo>
                  <a:lnTo>
                    <a:pt x="1085" y="1461"/>
                  </a:lnTo>
                  <a:lnTo>
                    <a:pt x="1791" y="1367"/>
                  </a:lnTo>
                  <a:lnTo>
                    <a:pt x="2121" y="707"/>
                  </a:lnTo>
                  <a:lnTo>
                    <a:pt x="2216" y="613"/>
                  </a:lnTo>
                  <a:lnTo>
                    <a:pt x="2263" y="566"/>
                  </a:lnTo>
                  <a:lnTo>
                    <a:pt x="2451" y="519"/>
                  </a:lnTo>
                  <a:close/>
                  <a:moveTo>
                    <a:pt x="1" y="0"/>
                  </a:moveTo>
                  <a:lnTo>
                    <a:pt x="1" y="2356"/>
                  </a:lnTo>
                  <a:lnTo>
                    <a:pt x="95" y="2922"/>
                  </a:lnTo>
                  <a:lnTo>
                    <a:pt x="236" y="3440"/>
                  </a:lnTo>
                  <a:lnTo>
                    <a:pt x="519" y="3817"/>
                  </a:lnTo>
                  <a:lnTo>
                    <a:pt x="802" y="4194"/>
                  </a:lnTo>
                  <a:lnTo>
                    <a:pt x="1179" y="4430"/>
                  </a:lnTo>
                  <a:lnTo>
                    <a:pt x="1556" y="4618"/>
                  </a:lnTo>
                  <a:lnTo>
                    <a:pt x="1980" y="4760"/>
                  </a:lnTo>
                  <a:lnTo>
                    <a:pt x="2875" y="4760"/>
                  </a:lnTo>
                  <a:lnTo>
                    <a:pt x="3299" y="4618"/>
                  </a:lnTo>
                  <a:lnTo>
                    <a:pt x="3724" y="4430"/>
                  </a:lnTo>
                  <a:lnTo>
                    <a:pt x="4053" y="4194"/>
                  </a:lnTo>
                  <a:lnTo>
                    <a:pt x="4383" y="3817"/>
                  </a:lnTo>
                  <a:lnTo>
                    <a:pt x="4619" y="3440"/>
                  </a:lnTo>
                  <a:lnTo>
                    <a:pt x="4807" y="2922"/>
                  </a:lnTo>
                  <a:lnTo>
                    <a:pt x="4854" y="2356"/>
                  </a:lnTo>
                  <a:lnTo>
                    <a:pt x="4854"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22"/>
          <p:cNvSpPr txBox="1"/>
          <p:nvPr>
            <p:ph idx="4294967295" type="subTitle"/>
          </p:nvPr>
        </p:nvSpPr>
        <p:spPr>
          <a:xfrm>
            <a:off x="720150" y="948300"/>
            <a:ext cx="7704000" cy="658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lt1"/>
              </a:buClr>
              <a:buSzPts val="1200"/>
              <a:buFont typeface="Outfit"/>
              <a:buNone/>
            </a:pPr>
            <a:r>
              <a:rPr b="0" i="0" lang="en" sz="1200" u="none" cap="none" strike="noStrike">
                <a:solidFill>
                  <a:schemeClr val="lt1"/>
                </a:solidFill>
                <a:latin typeface="Outfit"/>
                <a:ea typeface="Outfit"/>
                <a:cs typeface="Outfit"/>
                <a:sym typeface="Outfit"/>
              </a:rPr>
              <a:t>Here’s an assortment of alternative resources whose style fits the one of this template:</a:t>
            </a:r>
            <a:endParaRPr b="0" i="0" sz="1200" u="none" cap="none" strike="noStrike">
              <a:solidFill>
                <a:schemeClr val="lt1"/>
              </a:solidFill>
              <a:latin typeface="Outfit"/>
              <a:ea typeface="Outfit"/>
              <a:cs typeface="Outfit"/>
              <a:sym typeface="Outfit"/>
            </a:endParaRPr>
          </a:p>
          <a:p>
            <a:pPr indent="-213359" lvl="0" marL="274320" marR="0" rtl="0" algn="l">
              <a:lnSpc>
                <a:spcPct val="115000"/>
              </a:lnSpc>
              <a:spcBef>
                <a:spcPts val="1000"/>
              </a:spcBef>
              <a:spcAft>
                <a:spcPts val="0"/>
              </a:spcAft>
              <a:buClr>
                <a:schemeClr val="dk1"/>
              </a:buClr>
              <a:buSzPts val="1200"/>
              <a:buFont typeface="Outfit"/>
              <a:buChar char="●"/>
            </a:pPr>
            <a:r>
              <a:rPr b="0" i="0" lang="en" sz="1200" u="sng" cap="none" strike="noStrike">
                <a:solidFill>
                  <a:schemeClr val="lt1"/>
                </a:solidFill>
                <a:latin typeface="Outfit"/>
                <a:ea typeface="Outfit"/>
                <a:cs typeface="Outfit"/>
                <a:sym typeface="Outfit"/>
                <a:hlinkClick r:id="rId3">
                  <a:extLst>
                    <a:ext uri="{A12FA001-AC4F-418D-AE19-62706E023703}">
                      <ahyp:hlinkClr val="tx"/>
                    </a:ext>
                  </a:extLst>
                </a:hlinkClick>
              </a:rPr>
              <a:t>Hand drawn gathering data in business</a:t>
            </a:r>
            <a:endParaRPr b="0" i="0" sz="1200" u="none" cap="none" strike="noStrike">
              <a:solidFill>
                <a:schemeClr val="lt1"/>
              </a:solidFill>
              <a:latin typeface="Outfit"/>
              <a:ea typeface="Outfit"/>
              <a:cs typeface="Outfit"/>
              <a:sym typeface="Outfit"/>
            </a:endParaRPr>
          </a:p>
        </p:txBody>
      </p:sp>
      <p:sp>
        <p:nvSpPr>
          <p:cNvPr id="1956" name="Google Shape;1956;p22"/>
          <p:cNvSpPr txBox="1"/>
          <p:nvPr>
            <p:ph type="title"/>
          </p:nvPr>
        </p:nvSpPr>
        <p:spPr>
          <a:xfrm>
            <a:off x="720000" y="365760"/>
            <a:ext cx="7704000" cy="54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ALTERNATIVE RESOURCES</a:t>
            </a:r>
            <a:endParaRPr/>
          </a:p>
        </p:txBody>
      </p:sp>
      <p:sp>
        <p:nvSpPr>
          <p:cNvPr id="1957" name="Google Shape;1957;p22"/>
          <p:cNvSpPr/>
          <p:nvPr/>
        </p:nvSpPr>
        <p:spPr>
          <a:xfrm>
            <a:off x="-2294649" y="-1630240"/>
            <a:ext cx="14608" cy="18602"/>
          </a:xfrm>
          <a:custGeom>
            <a:rect b="b" l="l" r="r" t="t"/>
            <a:pathLst>
              <a:path extrusionOk="0" h="1537" w="1207">
                <a:moveTo>
                  <a:pt x="110" y="1"/>
                </a:moveTo>
                <a:lnTo>
                  <a:pt x="0" y="330"/>
                </a:lnTo>
                <a:lnTo>
                  <a:pt x="0" y="1427"/>
                </a:lnTo>
                <a:lnTo>
                  <a:pt x="0" y="1537"/>
                </a:lnTo>
                <a:lnTo>
                  <a:pt x="110" y="1427"/>
                </a:lnTo>
                <a:lnTo>
                  <a:pt x="603" y="933"/>
                </a:lnTo>
                <a:lnTo>
                  <a:pt x="987" y="1317"/>
                </a:lnTo>
                <a:lnTo>
                  <a:pt x="1097" y="1427"/>
                </a:lnTo>
                <a:lnTo>
                  <a:pt x="1207" y="1537"/>
                </a:lnTo>
                <a:lnTo>
                  <a:pt x="1207" y="1427"/>
                </a:lnTo>
                <a:lnTo>
                  <a:pt x="1207" y="1"/>
                </a:lnTo>
                <a:lnTo>
                  <a:pt x="110" y="1"/>
                </a:lnTo>
                <a:lnTo>
                  <a:pt x="1097" y="111"/>
                </a:lnTo>
                <a:lnTo>
                  <a:pt x="1097" y="1208"/>
                </a:lnTo>
                <a:lnTo>
                  <a:pt x="658" y="879"/>
                </a:lnTo>
                <a:lnTo>
                  <a:pt x="658" y="769"/>
                </a:lnTo>
                <a:lnTo>
                  <a:pt x="549" y="879"/>
                </a:lnTo>
                <a:lnTo>
                  <a:pt x="110" y="1230"/>
                </a:lnTo>
                <a:lnTo>
                  <a:pt x="110" y="440"/>
                </a:lnTo>
                <a:lnTo>
                  <a:pt x="11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22"/>
          <p:cNvSpPr/>
          <p:nvPr/>
        </p:nvSpPr>
        <p:spPr>
          <a:xfrm>
            <a:off x="-2266780" y="-1628909"/>
            <a:ext cx="21252" cy="17270"/>
          </a:xfrm>
          <a:custGeom>
            <a:rect b="b" l="l" r="r" t="t"/>
            <a:pathLst>
              <a:path extrusionOk="0" h="1427" w="1756">
                <a:moveTo>
                  <a:pt x="1" y="1"/>
                </a:moveTo>
                <a:lnTo>
                  <a:pt x="110" y="110"/>
                </a:lnTo>
                <a:lnTo>
                  <a:pt x="549" y="549"/>
                </a:lnTo>
                <a:lnTo>
                  <a:pt x="549" y="1427"/>
                </a:lnTo>
                <a:lnTo>
                  <a:pt x="659" y="1317"/>
                </a:lnTo>
                <a:lnTo>
                  <a:pt x="1427" y="439"/>
                </a:lnTo>
                <a:lnTo>
                  <a:pt x="1756" y="110"/>
                </a:lnTo>
                <a:lnTo>
                  <a:pt x="1317" y="439"/>
                </a:lnTo>
                <a:lnTo>
                  <a:pt x="659" y="1098"/>
                </a:lnTo>
                <a:lnTo>
                  <a:pt x="659" y="549"/>
                </a:lnTo>
                <a:lnTo>
                  <a:pt x="659" y="439"/>
                </a:lnTo>
                <a:lnTo>
                  <a:pt x="330" y="110"/>
                </a:lnTo>
                <a:lnTo>
                  <a:pt x="1756" y="110"/>
                </a:lnTo>
                <a:lnTo>
                  <a:pt x="13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22"/>
          <p:cNvSpPr/>
          <p:nvPr/>
        </p:nvSpPr>
        <p:spPr>
          <a:xfrm>
            <a:off x="-2258817" y="-1627577"/>
            <a:ext cx="13289" cy="5325"/>
          </a:xfrm>
          <a:custGeom>
            <a:rect b="b" l="l" r="r" t="t"/>
            <a:pathLst>
              <a:path extrusionOk="0" h="440" w="1098">
                <a:moveTo>
                  <a:pt x="769" y="0"/>
                </a:moveTo>
                <a:lnTo>
                  <a:pt x="549" y="110"/>
                </a:lnTo>
                <a:lnTo>
                  <a:pt x="1" y="439"/>
                </a:lnTo>
                <a:lnTo>
                  <a:pt x="549" y="220"/>
                </a:lnTo>
                <a:lnTo>
                  <a:pt x="109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22"/>
          <p:cNvSpPr/>
          <p:nvPr/>
        </p:nvSpPr>
        <p:spPr>
          <a:xfrm>
            <a:off x="-2232268" y="-1630240"/>
            <a:ext cx="18602" cy="19933"/>
          </a:xfrm>
          <a:custGeom>
            <a:rect b="b" l="l" r="r" t="t"/>
            <a:pathLst>
              <a:path extrusionOk="0" h="1647" w="1537">
                <a:moveTo>
                  <a:pt x="549" y="1"/>
                </a:moveTo>
                <a:lnTo>
                  <a:pt x="330" y="111"/>
                </a:lnTo>
                <a:lnTo>
                  <a:pt x="110" y="330"/>
                </a:lnTo>
                <a:lnTo>
                  <a:pt x="1" y="659"/>
                </a:lnTo>
                <a:lnTo>
                  <a:pt x="1" y="1098"/>
                </a:lnTo>
                <a:lnTo>
                  <a:pt x="220" y="1427"/>
                </a:lnTo>
                <a:lnTo>
                  <a:pt x="549" y="1537"/>
                </a:lnTo>
                <a:lnTo>
                  <a:pt x="769" y="1646"/>
                </a:lnTo>
                <a:lnTo>
                  <a:pt x="1098" y="1537"/>
                </a:lnTo>
                <a:lnTo>
                  <a:pt x="1427" y="1317"/>
                </a:lnTo>
                <a:lnTo>
                  <a:pt x="1536" y="1098"/>
                </a:lnTo>
                <a:lnTo>
                  <a:pt x="1536" y="659"/>
                </a:lnTo>
                <a:lnTo>
                  <a:pt x="1427" y="330"/>
                </a:lnTo>
                <a:lnTo>
                  <a:pt x="1207" y="111"/>
                </a:lnTo>
                <a:lnTo>
                  <a:pt x="988" y="1"/>
                </a:lnTo>
                <a:lnTo>
                  <a:pt x="769" y="1"/>
                </a:lnTo>
                <a:lnTo>
                  <a:pt x="988" y="111"/>
                </a:lnTo>
                <a:lnTo>
                  <a:pt x="1207" y="220"/>
                </a:lnTo>
                <a:lnTo>
                  <a:pt x="1317" y="330"/>
                </a:lnTo>
                <a:lnTo>
                  <a:pt x="1427" y="659"/>
                </a:lnTo>
                <a:lnTo>
                  <a:pt x="1427" y="988"/>
                </a:lnTo>
                <a:lnTo>
                  <a:pt x="1207" y="1317"/>
                </a:lnTo>
                <a:lnTo>
                  <a:pt x="988" y="1427"/>
                </a:lnTo>
                <a:lnTo>
                  <a:pt x="659" y="1537"/>
                </a:lnTo>
                <a:lnTo>
                  <a:pt x="440" y="1427"/>
                </a:lnTo>
                <a:lnTo>
                  <a:pt x="220" y="1208"/>
                </a:lnTo>
                <a:lnTo>
                  <a:pt x="110" y="988"/>
                </a:lnTo>
                <a:lnTo>
                  <a:pt x="110" y="659"/>
                </a:lnTo>
                <a:lnTo>
                  <a:pt x="220" y="330"/>
                </a:lnTo>
                <a:lnTo>
                  <a:pt x="330" y="220"/>
                </a:lnTo>
                <a:lnTo>
                  <a:pt x="549" y="111"/>
                </a:lnTo>
                <a:lnTo>
                  <a:pt x="7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22"/>
          <p:cNvSpPr/>
          <p:nvPr/>
        </p:nvSpPr>
        <p:spPr>
          <a:xfrm>
            <a:off x="-2224305" y="-1626246"/>
            <a:ext cx="5325" cy="9295"/>
          </a:xfrm>
          <a:custGeom>
            <a:rect b="b" l="l" r="r" t="t"/>
            <a:pathLst>
              <a:path extrusionOk="0" h="768" w="440">
                <a:moveTo>
                  <a:pt x="111" y="0"/>
                </a:moveTo>
                <a:lnTo>
                  <a:pt x="1" y="439"/>
                </a:lnTo>
                <a:lnTo>
                  <a:pt x="1" y="549"/>
                </a:lnTo>
                <a:lnTo>
                  <a:pt x="440" y="768"/>
                </a:lnTo>
                <a:lnTo>
                  <a:pt x="111" y="439"/>
                </a:lnTo>
                <a:lnTo>
                  <a:pt x="111" y="0"/>
                </a:lnTo>
                <a:close/>
                <a:moveTo>
                  <a:pt x="440" y="768"/>
                </a:moveTo>
                <a:lnTo>
                  <a:pt x="440" y="768"/>
                </a:lnTo>
                <a:lnTo>
                  <a:pt x="440" y="768"/>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22"/>
          <p:cNvSpPr/>
          <p:nvPr/>
        </p:nvSpPr>
        <p:spPr>
          <a:xfrm>
            <a:off x="-2763227" y="-1628909"/>
            <a:ext cx="21252" cy="22583"/>
          </a:xfrm>
          <a:custGeom>
            <a:rect b="b" l="l" r="r" t="t"/>
            <a:pathLst>
              <a:path extrusionOk="0" h="1866" w="1756">
                <a:moveTo>
                  <a:pt x="878" y="1"/>
                </a:moveTo>
                <a:lnTo>
                  <a:pt x="549" y="110"/>
                </a:lnTo>
                <a:lnTo>
                  <a:pt x="220" y="330"/>
                </a:lnTo>
                <a:lnTo>
                  <a:pt x="1" y="549"/>
                </a:lnTo>
                <a:lnTo>
                  <a:pt x="1" y="988"/>
                </a:lnTo>
                <a:lnTo>
                  <a:pt x="1" y="1317"/>
                </a:lnTo>
                <a:lnTo>
                  <a:pt x="220" y="1646"/>
                </a:lnTo>
                <a:lnTo>
                  <a:pt x="549" y="1756"/>
                </a:lnTo>
                <a:lnTo>
                  <a:pt x="878" y="1865"/>
                </a:lnTo>
                <a:lnTo>
                  <a:pt x="1207" y="1756"/>
                </a:lnTo>
                <a:lnTo>
                  <a:pt x="1536" y="1646"/>
                </a:lnTo>
                <a:lnTo>
                  <a:pt x="1756" y="1317"/>
                </a:lnTo>
                <a:lnTo>
                  <a:pt x="1756" y="988"/>
                </a:lnTo>
                <a:lnTo>
                  <a:pt x="1756" y="549"/>
                </a:lnTo>
                <a:lnTo>
                  <a:pt x="1536" y="330"/>
                </a:lnTo>
                <a:lnTo>
                  <a:pt x="1207" y="110"/>
                </a:lnTo>
                <a:lnTo>
                  <a:pt x="8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63" name="Google Shape;1963;p22"/>
          <p:cNvGrpSpPr/>
          <p:nvPr/>
        </p:nvGrpSpPr>
        <p:grpSpPr>
          <a:xfrm>
            <a:off x="4310291" y="1666094"/>
            <a:ext cx="1593614" cy="3127089"/>
            <a:chOff x="4284900" y="1730252"/>
            <a:chExt cx="1593614" cy="3127089"/>
          </a:xfrm>
        </p:grpSpPr>
        <p:sp>
          <p:nvSpPr>
            <p:cNvPr id="1964" name="Google Shape;1964;p22"/>
            <p:cNvSpPr/>
            <p:nvPr/>
          </p:nvSpPr>
          <p:spPr>
            <a:xfrm flipH="1">
              <a:off x="4701314" y="4683641"/>
              <a:ext cx="1177200" cy="1737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1965" name="Google Shape;1965;p22"/>
            <p:cNvSpPr/>
            <p:nvPr/>
          </p:nvSpPr>
          <p:spPr>
            <a:xfrm>
              <a:off x="5007138" y="4384412"/>
              <a:ext cx="330011" cy="258787"/>
            </a:xfrm>
            <a:custGeom>
              <a:rect b="b" l="l" r="r" t="t"/>
              <a:pathLst>
                <a:path extrusionOk="0" h="9109" w="11616">
                  <a:moveTo>
                    <a:pt x="11616" y="1"/>
                  </a:moveTo>
                  <a:lnTo>
                    <a:pt x="0" y="1057"/>
                  </a:lnTo>
                  <a:lnTo>
                    <a:pt x="106" y="8211"/>
                  </a:lnTo>
                  <a:lnTo>
                    <a:pt x="11537" y="9109"/>
                  </a:lnTo>
                  <a:lnTo>
                    <a:pt x="11616" y="1"/>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22"/>
            <p:cNvSpPr/>
            <p:nvPr/>
          </p:nvSpPr>
          <p:spPr>
            <a:xfrm>
              <a:off x="4862395" y="4611655"/>
              <a:ext cx="480782" cy="201029"/>
            </a:xfrm>
            <a:custGeom>
              <a:rect b="b" l="l" r="r" t="t"/>
              <a:pathLst>
                <a:path extrusionOk="0" h="7076" w="16923">
                  <a:moveTo>
                    <a:pt x="5174" y="1"/>
                  </a:moveTo>
                  <a:lnTo>
                    <a:pt x="5386" y="1770"/>
                  </a:lnTo>
                  <a:lnTo>
                    <a:pt x="4910" y="1849"/>
                  </a:lnTo>
                  <a:lnTo>
                    <a:pt x="4488" y="1928"/>
                  </a:lnTo>
                  <a:lnTo>
                    <a:pt x="4092" y="2007"/>
                  </a:lnTo>
                  <a:lnTo>
                    <a:pt x="3696" y="2139"/>
                  </a:lnTo>
                  <a:lnTo>
                    <a:pt x="3353" y="2271"/>
                  </a:lnTo>
                  <a:lnTo>
                    <a:pt x="3010" y="2403"/>
                  </a:lnTo>
                  <a:lnTo>
                    <a:pt x="2693" y="2562"/>
                  </a:lnTo>
                  <a:lnTo>
                    <a:pt x="2402" y="2720"/>
                  </a:lnTo>
                  <a:lnTo>
                    <a:pt x="2138" y="2905"/>
                  </a:lnTo>
                  <a:lnTo>
                    <a:pt x="1901" y="3090"/>
                  </a:lnTo>
                  <a:lnTo>
                    <a:pt x="1663" y="3274"/>
                  </a:lnTo>
                  <a:lnTo>
                    <a:pt x="1452" y="3486"/>
                  </a:lnTo>
                  <a:lnTo>
                    <a:pt x="1082" y="3882"/>
                  </a:lnTo>
                  <a:lnTo>
                    <a:pt x="792" y="4304"/>
                  </a:lnTo>
                  <a:lnTo>
                    <a:pt x="554" y="4700"/>
                  </a:lnTo>
                  <a:lnTo>
                    <a:pt x="370" y="5096"/>
                  </a:lnTo>
                  <a:lnTo>
                    <a:pt x="238" y="5439"/>
                  </a:lnTo>
                  <a:lnTo>
                    <a:pt x="132" y="5782"/>
                  </a:lnTo>
                  <a:lnTo>
                    <a:pt x="26" y="6231"/>
                  </a:lnTo>
                  <a:lnTo>
                    <a:pt x="0" y="6416"/>
                  </a:lnTo>
                  <a:lnTo>
                    <a:pt x="16922" y="7076"/>
                  </a:lnTo>
                  <a:lnTo>
                    <a:pt x="16605" y="503"/>
                  </a:lnTo>
                  <a:lnTo>
                    <a:pt x="5174"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22"/>
            <p:cNvSpPr/>
            <p:nvPr/>
          </p:nvSpPr>
          <p:spPr>
            <a:xfrm>
              <a:off x="4940377" y="2842461"/>
              <a:ext cx="428281" cy="1692810"/>
            </a:xfrm>
            <a:custGeom>
              <a:rect b="b" l="l" r="r" t="t"/>
              <a:pathLst>
                <a:path extrusionOk="0" h="59585" w="15075">
                  <a:moveTo>
                    <a:pt x="106" y="1"/>
                  </a:moveTo>
                  <a:lnTo>
                    <a:pt x="1" y="9531"/>
                  </a:lnTo>
                  <a:lnTo>
                    <a:pt x="212" y="12752"/>
                  </a:lnTo>
                  <a:lnTo>
                    <a:pt x="423" y="15972"/>
                  </a:lnTo>
                  <a:lnTo>
                    <a:pt x="608" y="19219"/>
                  </a:lnTo>
                  <a:lnTo>
                    <a:pt x="740" y="22440"/>
                  </a:lnTo>
                  <a:lnTo>
                    <a:pt x="872" y="25687"/>
                  </a:lnTo>
                  <a:lnTo>
                    <a:pt x="1004" y="28908"/>
                  </a:lnTo>
                  <a:lnTo>
                    <a:pt x="1083" y="32102"/>
                  </a:lnTo>
                  <a:lnTo>
                    <a:pt x="1162" y="35297"/>
                  </a:lnTo>
                  <a:lnTo>
                    <a:pt x="1294" y="41606"/>
                  </a:lnTo>
                  <a:lnTo>
                    <a:pt x="1347" y="47757"/>
                  </a:lnTo>
                  <a:lnTo>
                    <a:pt x="1400" y="53697"/>
                  </a:lnTo>
                  <a:lnTo>
                    <a:pt x="1400" y="59452"/>
                  </a:lnTo>
                  <a:lnTo>
                    <a:pt x="14732" y="59584"/>
                  </a:lnTo>
                  <a:lnTo>
                    <a:pt x="14837" y="54489"/>
                  </a:lnTo>
                  <a:lnTo>
                    <a:pt x="14943" y="49341"/>
                  </a:lnTo>
                  <a:lnTo>
                    <a:pt x="15048" y="44141"/>
                  </a:lnTo>
                  <a:lnTo>
                    <a:pt x="15048" y="41553"/>
                  </a:lnTo>
                  <a:lnTo>
                    <a:pt x="15075" y="38940"/>
                  </a:lnTo>
                  <a:lnTo>
                    <a:pt x="15048" y="36353"/>
                  </a:lnTo>
                  <a:lnTo>
                    <a:pt x="14996" y="33766"/>
                  </a:lnTo>
                  <a:lnTo>
                    <a:pt x="14916" y="31178"/>
                  </a:lnTo>
                  <a:lnTo>
                    <a:pt x="14784" y="28618"/>
                  </a:lnTo>
                  <a:lnTo>
                    <a:pt x="14626" y="26057"/>
                  </a:lnTo>
                  <a:lnTo>
                    <a:pt x="14415" y="23549"/>
                  </a:lnTo>
                  <a:lnTo>
                    <a:pt x="14151" y="21041"/>
                  </a:lnTo>
                  <a:lnTo>
                    <a:pt x="13834" y="18559"/>
                  </a:lnTo>
                  <a:lnTo>
                    <a:pt x="11616" y="1241"/>
                  </a:lnTo>
                  <a:lnTo>
                    <a:pt x="5149" y="529"/>
                  </a:lnTo>
                  <a:lnTo>
                    <a:pt x="10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22"/>
            <p:cNvSpPr/>
            <p:nvPr/>
          </p:nvSpPr>
          <p:spPr>
            <a:xfrm>
              <a:off x="4912622" y="1801501"/>
              <a:ext cx="330806" cy="472515"/>
            </a:xfrm>
            <a:custGeom>
              <a:rect b="b" l="l" r="r" t="t"/>
              <a:pathLst>
                <a:path extrusionOk="0" h="16632" w="11644">
                  <a:moveTo>
                    <a:pt x="7234" y="0"/>
                  </a:moveTo>
                  <a:lnTo>
                    <a:pt x="6733" y="211"/>
                  </a:lnTo>
                  <a:lnTo>
                    <a:pt x="6258" y="475"/>
                  </a:lnTo>
                  <a:lnTo>
                    <a:pt x="5809" y="766"/>
                  </a:lnTo>
                  <a:lnTo>
                    <a:pt x="5360" y="1109"/>
                  </a:lnTo>
                  <a:lnTo>
                    <a:pt x="4964" y="1452"/>
                  </a:lnTo>
                  <a:lnTo>
                    <a:pt x="4594" y="1848"/>
                  </a:lnTo>
                  <a:lnTo>
                    <a:pt x="4251" y="2271"/>
                  </a:lnTo>
                  <a:lnTo>
                    <a:pt x="3961" y="2719"/>
                  </a:lnTo>
                  <a:lnTo>
                    <a:pt x="3670" y="3195"/>
                  </a:lnTo>
                  <a:lnTo>
                    <a:pt x="3433" y="3670"/>
                  </a:lnTo>
                  <a:lnTo>
                    <a:pt x="3222" y="4171"/>
                  </a:lnTo>
                  <a:lnTo>
                    <a:pt x="3063" y="4699"/>
                  </a:lnTo>
                  <a:lnTo>
                    <a:pt x="2958" y="5227"/>
                  </a:lnTo>
                  <a:lnTo>
                    <a:pt x="2878" y="5755"/>
                  </a:lnTo>
                  <a:lnTo>
                    <a:pt x="2826" y="6310"/>
                  </a:lnTo>
                  <a:lnTo>
                    <a:pt x="2852" y="6838"/>
                  </a:lnTo>
                  <a:lnTo>
                    <a:pt x="2562" y="6864"/>
                  </a:lnTo>
                  <a:lnTo>
                    <a:pt x="2271" y="6891"/>
                  </a:lnTo>
                  <a:lnTo>
                    <a:pt x="1981" y="6996"/>
                  </a:lnTo>
                  <a:lnTo>
                    <a:pt x="1690" y="7102"/>
                  </a:lnTo>
                  <a:lnTo>
                    <a:pt x="1453" y="7234"/>
                  </a:lnTo>
                  <a:lnTo>
                    <a:pt x="1189" y="7419"/>
                  </a:lnTo>
                  <a:lnTo>
                    <a:pt x="978" y="7603"/>
                  </a:lnTo>
                  <a:lnTo>
                    <a:pt x="766" y="7814"/>
                  </a:lnTo>
                  <a:lnTo>
                    <a:pt x="555" y="8052"/>
                  </a:lnTo>
                  <a:lnTo>
                    <a:pt x="397" y="8290"/>
                  </a:lnTo>
                  <a:lnTo>
                    <a:pt x="265" y="8554"/>
                  </a:lnTo>
                  <a:lnTo>
                    <a:pt x="133" y="8818"/>
                  </a:lnTo>
                  <a:lnTo>
                    <a:pt x="54" y="9108"/>
                  </a:lnTo>
                  <a:lnTo>
                    <a:pt x="1" y="9398"/>
                  </a:lnTo>
                  <a:lnTo>
                    <a:pt x="1" y="9689"/>
                  </a:lnTo>
                  <a:lnTo>
                    <a:pt x="1" y="10006"/>
                  </a:lnTo>
                  <a:lnTo>
                    <a:pt x="54" y="10296"/>
                  </a:lnTo>
                  <a:lnTo>
                    <a:pt x="159" y="10560"/>
                  </a:lnTo>
                  <a:lnTo>
                    <a:pt x="265" y="10850"/>
                  </a:lnTo>
                  <a:lnTo>
                    <a:pt x="423" y="11088"/>
                  </a:lnTo>
                  <a:lnTo>
                    <a:pt x="608" y="11326"/>
                  </a:lnTo>
                  <a:lnTo>
                    <a:pt x="793" y="11563"/>
                  </a:lnTo>
                  <a:lnTo>
                    <a:pt x="1030" y="11748"/>
                  </a:lnTo>
                  <a:lnTo>
                    <a:pt x="1268" y="11933"/>
                  </a:lnTo>
                  <a:lnTo>
                    <a:pt x="1532" y="12091"/>
                  </a:lnTo>
                  <a:lnTo>
                    <a:pt x="1796" y="12223"/>
                  </a:lnTo>
                  <a:lnTo>
                    <a:pt x="2060" y="12329"/>
                  </a:lnTo>
                  <a:lnTo>
                    <a:pt x="2350" y="12382"/>
                  </a:lnTo>
                  <a:lnTo>
                    <a:pt x="2641" y="12434"/>
                  </a:lnTo>
                  <a:lnTo>
                    <a:pt x="3248" y="12434"/>
                  </a:lnTo>
                  <a:lnTo>
                    <a:pt x="3538" y="12355"/>
                  </a:lnTo>
                  <a:lnTo>
                    <a:pt x="3538" y="12672"/>
                  </a:lnTo>
                  <a:lnTo>
                    <a:pt x="3565" y="12989"/>
                  </a:lnTo>
                  <a:lnTo>
                    <a:pt x="3670" y="13306"/>
                  </a:lnTo>
                  <a:lnTo>
                    <a:pt x="3802" y="13596"/>
                  </a:lnTo>
                  <a:lnTo>
                    <a:pt x="3961" y="13886"/>
                  </a:lnTo>
                  <a:lnTo>
                    <a:pt x="4172" y="14124"/>
                  </a:lnTo>
                  <a:lnTo>
                    <a:pt x="4410" y="14335"/>
                  </a:lnTo>
                  <a:lnTo>
                    <a:pt x="4674" y="14520"/>
                  </a:lnTo>
                  <a:lnTo>
                    <a:pt x="4964" y="14652"/>
                  </a:lnTo>
                  <a:lnTo>
                    <a:pt x="5254" y="14758"/>
                  </a:lnTo>
                  <a:lnTo>
                    <a:pt x="5571" y="14810"/>
                  </a:lnTo>
                  <a:lnTo>
                    <a:pt x="5888" y="14810"/>
                  </a:lnTo>
                  <a:lnTo>
                    <a:pt x="6205" y="14784"/>
                  </a:lnTo>
                  <a:lnTo>
                    <a:pt x="6522" y="14705"/>
                  </a:lnTo>
                  <a:lnTo>
                    <a:pt x="6812" y="14573"/>
                  </a:lnTo>
                  <a:lnTo>
                    <a:pt x="7102" y="14414"/>
                  </a:lnTo>
                  <a:lnTo>
                    <a:pt x="7129" y="14626"/>
                  </a:lnTo>
                  <a:lnTo>
                    <a:pt x="7155" y="14810"/>
                  </a:lnTo>
                  <a:lnTo>
                    <a:pt x="7208" y="14995"/>
                  </a:lnTo>
                  <a:lnTo>
                    <a:pt x="7287" y="15180"/>
                  </a:lnTo>
                  <a:lnTo>
                    <a:pt x="7366" y="15365"/>
                  </a:lnTo>
                  <a:lnTo>
                    <a:pt x="7472" y="15523"/>
                  </a:lnTo>
                  <a:lnTo>
                    <a:pt x="7578" y="15708"/>
                  </a:lnTo>
                  <a:lnTo>
                    <a:pt x="7710" y="15840"/>
                  </a:lnTo>
                  <a:lnTo>
                    <a:pt x="7868" y="15998"/>
                  </a:lnTo>
                  <a:lnTo>
                    <a:pt x="8000" y="16130"/>
                  </a:lnTo>
                  <a:lnTo>
                    <a:pt x="8158" y="16236"/>
                  </a:lnTo>
                  <a:lnTo>
                    <a:pt x="8343" y="16342"/>
                  </a:lnTo>
                  <a:lnTo>
                    <a:pt x="8528" y="16447"/>
                  </a:lnTo>
                  <a:lnTo>
                    <a:pt x="8713" y="16526"/>
                  </a:lnTo>
                  <a:lnTo>
                    <a:pt x="8897" y="16579"/>
                  </a:lnTo>
                  <a:lnTo>
                    <a:pt x="9082" y="16606"/>
                  </a:lnTo>
                  <a:lnTo>
                    <a:pt x="9293" y="16632"/>
                  </a:lnTo>
                  <a:lnTo>
                    <a:pt x="9689" y="16632"/>
                  </a:lnTo>
                  <a:lnTo>
                    <a:pt x="9874" y="16579"/>
                  </a:lnTo>
                  <a:lnTo>
                    <a:pt x="10085" y="16553"/>
                  </a:lnTo>
                  <a:lnTo>
                    <a:pt x="10270" y="16474"/>
                  </a:lnTo>
                  <a:lnTo>
                    <a:pt x="10455" y="16394"/>
                  </a:lnTo>
                  <a:lnTo>
                    <a:pt x="10613" y="16315"/>
                  </a:lnTo>
                  <a:lnTo>
                    <a:pt x="10798" y="16183"/>
                  </a:lnTo>
                  <a:lnTo>
                    <a:pt x="10957" y="16078"/>
                  </a:lnTo>
                  <a:lnTo>
                    <a:pt x="11089" y="15946"/>
                  </a:lnTo>
                  <a:lnTo>
                    <a:pt x="11247" y="15787"/>
                  </a:lnTo>
                  <a:lnTo>
                    <a:pt x="11353" y="15655"/>
                  </a:lnTo>
                  <a:lnTo>
                    <a:pt x="11485" y="15470"/>
                  </a:lnTo>
                  <a:lnTo>
                    <a:pt x="11564" y="15312"/>
                  </a:lnTo>
                  <a:lnTo>
                    <a:pt x="11643" y="15127"/>
                  </a:lnTo>
                  <a:lnTo>
                    <a:pt x="7234"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22"/>
            <p:cNvSpPr/>
            <p:nvPr/>
          </p:nvSpPr>
          <p:spPr>
            <a:xfrm>
              <a:off x="5104637" y="1772240"/>
              <a:ext cx="431264" cy="500300"/>
            </a:xfrm>
            <a:custGeom>
              <a:rect b="b" l="l" r="r" t="t"/>
              <a:pathLst>
                <a:path extrusionOk="0" h="17610" w="15180">
                  <a:moveTo>
                    <a:pt x="3828" y="1"/>
                  </a:moveTo>
                  <a:lnTo>
                    <a:pt x="3353" y="27"/>
                  </a:lnTo>
                  <a:lnTo>
                    <a:pt x="2851" y="80"/>
                  </a:lnTo>
                  <a:lnTo>
                    <a:pt x="2350" y="159"/>
                  </a:lnTo>
                  <a:lnTo>
                    <a:pt x="1848" y="265"/>
                  </a:lnTo>
                  <a:lnTo>
                    <a:pt x="1373" y="423"/>
                  </a:lnTo>
                  <a:lnTo>
                    <a:pt x="898" y="634"/>
                  </a:lnTo>
                  <a:lnTo>
                    <a:pt x="423" y="898"/>
                  </a:lnTo>
                  <a:lnTo>
                    <a:pt x="0" y="1189"/>
                  </a:lnTo>
                  <a:lnTo>
                    <a:pt x="977" y="15365"/>
                  </a:lnTo>
                  <a:lnTo>
                    <a:pt x="1135" y="15708"/>
                  </a:lnTo>
                  <a:lnTo>
                    <a:pt x="1347" y="16052"/>
                  </a:lnTo>
                  <a:lnTo>
                    <a:pt x="1584" y="16368"/>
                  </a:lnTo>
                  <a:lnTo>
                    <a:pt x="1875" y="16659"/>
                  </a:lnTo>
                  <a:lnTo>
                    <a:pt x="2191" y="16923"/>
                  </a:lnTo>
                  <a:lnTo>
                    <a:pt x="2508" y="17134"/>
                  </a:lnTo>
                  <a:lnTo>
                    <a:pt x="2878" y="17319"/>
                  </a:lnTo>
                  <a:lnTo>
                    <a:pt x="3247" y="17451"/>
                  </a:lnTo>
                  <a:lnTo>
                    <a:pt x="3617" y="17556"/>
                  </a:lnTo>
                  <a:lnTo>
                    <a:pt x="4013" y="17609"/>
                  </a:lnTo>
                  <a:lnTo>
                    <a:pt x="4409" y="17609"/>
                  </a:lnTo>
                  <a:lnTo>
                    <a:pt x="4831" y="17583"/>
                  </a:lnTo>
                  <a:lnTo>
                    <a:pt x="5201" y="17504"/>
                  </a:lnTo>
                  <a:lnTo>
                    <a:pt x="5597" y="17398"/>
                  </a:lnTo>
                  <a:lnTo>
                    <a:pt x="5966" y="17213"/>
                  </a:lnTo>
                  <a:lnTo>
                    <a:pt x="6310" y="17028"/>
                  </a:lnTo>
                  <a:lnTo>
                    <a:pt x="6415" y="17134"/>
                  </a:lnTo>
                  <a:lnTo>
                    <a:pt x="6521" y="17240"/>
                  </a:lnTo>
                  <a:lnTo>
                    <a:pt x="6653" y="17319"/>
                  </a:lnTo>
                  <a:lnTo>
                    <a:pt x="6785" y="17398"/>
                  </a:lnTo>
                  <a:lnTo>
                    <a:pt x="7075" y="17504"/>
                  </a:lnTo>
                  <a:lnTo>
                    <a:pt x="7392" y="17556"/>
                  </a:lnTo>
                  <a:lnTo>
                    <a:pt x="7709" y="17556"/>
                  </a:lnTo>
                  <a:lnTo>
                    <a:pt x="8026" y="17504"/>
                  </a:lnTo>
                  <a:lnTo>
                    <a:pt x="8342" y="17424"/>
                  </a:lnTo>
                  <a:lnTo>
                    <a:pt x="8633" y="17292"/>
                  </a:lnTo>
                  <a:lnTo>
                    <a:pt x="8897" y="17134"/>
                  </a:lnTo>
                  <a:lnTo>
                    <a:pt x="9161" y="16949"/>
                  </a:lnTo>
                  <a:lnTo>
                    <a:pt x="9398" y="16738"/>
                  </a:lnTo>
                  <a:lnTo>
                    <a:pt x="9610" y="16527"/>
                  </a:lnTo>
                  <a:lnTo>
                    <a:pt x="10032" y="16025"/>
                  </a:lnTo>
                  <a:lnTo>
                    <a:pt x="10402" y="15524"/>
                  </a:lnTo>
                  <a:lnTo>
                    <a:pt x="10718" y="15603"/>
                  </a:lnTo>
                  <a:lnTo>
                    <a:pt x="11009" y="15629"/>
                  </a:lnTo>
                  <a:lnTo>
                    <a:pt x="11326" y="15603"/>
                  </a:lnTo>
                  <a:lnTo>
                    <a:pt x="11616" y="15524"/>
                  </a:lnTo>
                  <a:lnTo>
                    <a:pt x="11933" y="15444"/>
                  </a:lnTo>
                  <a:lnTo>
                    <a:pt x="12197" y="15286"/>
                  </a:lnTo>
                  <a:lnTo>
                    <a:pt x="12434" y="15101"/>
                  </a:lnTo>
                  <a:lnTo>
                    <a:pt x="12672" y="14890"/>
                  </a:lnTo>
                  <a:lnTo>
                    <a:pt x="12857" y="14652"/>
                  </a:lnTo>
                  <a:lnTo>
                    <a:pt x="12989" y="14362"/>
                  </a:lnTo>
                  <a:lnTo>
                    <a:pt x="13094" y="14072"/>
                  </a:lnTo>
                  <a:lnTo>
                    <a:pt x="13174" y="13781"/>
                  </a:lnTo>
                  <a:lnTo>
                    <a:pt x="13200" y="13464"/>
                  </a:lnTo>
                  <a:lnTo>
                    <a:pt x="13174" y="13174"/>
                  </a:lnTo>
                  <a:lnTo>
                    <a:pt x="13094" y="12857"/>
                  </a:lnTo>
                  <a:lnTo>
                    <a:pt x="12989" y="12567"/>
                  </a:lnTo>
                  <a:lnTo>
                    <a:pt x="13358" y="12567"/>
                  </a:lnTo>
                  <a:lnTo>
                    <a:pt x="13543" y="12514"/>
                  </a:lnTo>
                  <a:lnTo>
                    <a:pt x="13728" y="12461"/>
                  </a:lnTo>
                  <a:lnTo>
                    <a:pt x="13913" y="12408"/>
                  </a:lnTo>
                  <a:lnTo>
                    <a:pt x="14071" y="12329"/>
                  </a:lnTo>
                  <a:lnTo>
                    <a:pt x="14388" y="12118"/>
                  </a:lnTo>
                  <a:lnTo>
                    <a:pt x="14652" y="11854"/>
                  </a:lnTo>
                  <a:lnTo>
                    <a:pt x="14784" y="11722"/>
                  </a:lnTo>
                  <a:lnTo>
                    <a:pt x="14890" y="11564"/>
                  </a:lnTo>
                  <a:lnTo>
                    <a:pt x="14969" y="11405"/>
                  </a:lnTo>
                  <a:lnTo>
                    <a:pt x="15048" y="11247"/>
                  </a:lnTo>
                  <a:lnTo>
                    <a:pt x="15101" y="11062"/>
                  </a:lnTo>
                  <a:lnTo>
                    <a:pt x="15154" y="10877"/>
                  </a:lnTo>
                  <a:lnTo>
                    <a:pt x="15180" y="10692"/>
                  </a:lnTo>
                  <a:lnTo>
                    <a:pt x="15180" y="10508"/>
                  </a:lnTo>
                  <a:lnTo>
                    <a:pt x="15180" y="10323"/>
                  </a:lnTo>
                  <a:lnTo>
                    <a:pt x="15154" y="10138"/>
                  </a:lnTo>
                  <a:lnTo>
                    <a:pt x="15101" y="9953"/>
                  </a:lnTo>
                  <a:lnTo>
                    <a:pt x="15048" y="9795"/>
                  </a:lnTo>
                  <a:lnTo>
                    <a:pt x="14890" y="9452"/>
                  </a:lnTo>
                  <a:lnTo>
                    <a:pt x="14678" y="9135"/>
                  </a:lnTo>
                  <a:lnTo>
                    <a:pt x="14546" y="9003"/>
                  </a:lnTo>
                  <a:lnTo>
                    <a:pt x="14414" y="8871"/>
                  </a:lnTo>
                  <a:lnTo>
                    <a:pt x="14256" y="8765"/>
                  </a:lnTo>
                  <a:lnTo>
                    <a:pt x="14098" y="8660"/>
                  </a:lnTo>
                  <a:lnTo>
                    <a:pt x="13939" y="8580"/>
                  </a:lnTo>
                  <a:lnTo>
                    <a:pt x="13781" y="8501"/>
                  </a:lnTo>
                  <a:lnTo>
                    <a:pt x="13913" y="8132"/>
                  </a:lnTo>
                  <a:lnTo>
                    <a:pt x="13992" y="7762"/>
                  </a:lnTo>
                  <a:lnTo>
                    <a:pt x="14018" y="7366"/>
                  </a:lnTo>
                  <a:lnTo>
                    <a:pt x="14018" y="6970"/>
                  </a:lnTo>
                  <a:lnTo>
                    <a:pt x="13966" y="6574"/>
                  </a:lnTo>
                  <a:lnTo>
                    <a:pt x="13834" y="6205"/>
                  </a:lnTo>
                  <a:lnTo>
                    <a:pt x="13675" y="5835"/>
                  </a:lnTo>
                  <a:lnTo>
                    <a:pt x="13490" y="5518"/>
                  </a:lnTo>
                  <a:lnTo>
                    <a:pt x="13226" y="5201"/>
                  </a:lnTo>
                  <a:lnTo>
                    <a:pt x="12936" y="4937"/>
                  </a:lnTo>
                  <a:lnTo>
                    <a:pt x="12619" y="4700"/>
                  </a:lnTo>
                  <a:lnTo>
                    <a:pt x="12276" y="4515"/>
                  </a:lnTo>
                  <a:lnTo>
                    <a:pt x="11906" y="4383"/>
                  </a:lnTo>
                  <a:lnTo>
                    <a:pt x="11537" y="4277"/>
                  </a:lnTo>
                  <a:lnTo>
                    <a:pt x="11141" y="4225"/>
                  </a:lnTo>
                  <a:lnTo>
                    <a:pt x="10745" y="4251"/>
                  </a:lnTo>
                  <a:lnTo>
                    <a:pt x="10613" y="3934"/>
                  </a:lnTo>
                  <a:lnTo>
                    <a:pt x="10481" y="3644"/>
                  </a:lnTo>
                  <a:lnTo>
                    <a:pt x="10349" y="3353"/>
                  </a:lnTo>
                  <a:lnTo>
                    <a:pt x="10164" y="3063"/>
                  </a:lnTo>
                  <a:lnTo>
                    <a:pt x="10006" y="2799"/>
                  </a:lnTo>
                  <a:lnTo>
                    <a:pt x="9794" y="2535"/>
                  </a:lnTo>
                  <a:lnTo>
                    <a:pt x="9583" y="2271"/>
                  </a:lnTo>
                  <a:lnTo>
                    <a:pt x="9372" y="2033"/>
                  </a:lnTo>
                  <a:lnTo>
                    <a:pt x="9134" y="1796"/>
                  </a:lnTo>
                  <a:lnTo>
                    <a:pt x="8897" y="1585"/>
                  </a:lnTo>
                  <a:lnTo>
                    <a:pt x="8633" y="1400"/>
                  </a:lnTo>
                  <a:lnTo>
                    <a:pt x="8369" y="1189"/>
                  </a:lnTo>
                  <a:lnTo>
                    <a:pt x="8078" y="1030"/>
                  </a:lnTo>
                  <a:lnTo>
                    <a:pt x="7814" y="872"/>
                  </a:lnTo>
                  <a:lnTo>
                    <a:pt x="7498" y="713"/>
                  </a:lnTo>
                  <a:lnTo>
                    <a:pt x="7207" y="581"/>
                  </a:lnTo>
                  <a:lnTo>
                    <a:pt x="6890" y="476"/>
                  </a:lnTo>
                  <a:lnTo>
                    <a:pt x="6521" y="370"/>
                  </a:lnTo>
                  <a:lnTo>
                    <a:pt x="6125" y="265"/>
                  </a:lnTo>
                  <a:lnTo>
                    <a:pt x="5702" y="185"/>
                  </a:lnTo>
                  <a:lnTo>
                    <a:pt x="5280" y="106"/>
                  </a:lnTo>
                  <a:lnTo>
                    <a:pt x="4805" y="53"/>
                  </a:lnTo>
                  <a:lnTo>
                    <a:pt x="4330" y="27"/>
                  </a:lnTo>
                  <a:lnTo>
                    <a:pt x="3828"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22"/>
            <p:cNvSpPr/>
            <p:nvPr/>
          </p:nvSpPr>
          <p:spPr>
            <a:xfrm>
              <a:off x="4680124" y="2570985"/>
              <a:ext cx="305294" cy="352511"/>
            </a:xfrm>
            <a:custGeom>
              <a:rect b="b" l="l" r="r" t="t"/>
              <a:pathLst>
                <a:path extrusionOk="0" h="12408" w="10746">
                  <a:moveTo>
                    <a:pt x="5492" y="0"/>
                  </a:moveTo>
                  <a:lnTo>
                    <a:pt x="1" y="8765"/>
                  </a:lnTo>
                  <a:lnTo>
                    <a:pt x="4700" y="12408"/>
                  </a:lnTo>
                  <a:lnTo>
                    <a:pt x="10746" y="3036"/>
                  </a:lnTo>
                  <a:lnTo>
                    <a:pt x="5492" y="0"/>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22"/>
            <p:cNvSpPr/>
            <p:nvPr/>
          </p:nvSpPr>
          <p:spPr>
            <a:xfrm>
              <a:off x="5151881" y="2115732"/>
              <a:ext cx="165772" cy="197279"/>
            </a:xfrm>
            <a:custGeom>
              <a:rect b="b" l="l" r="r" t="t"/>
              <a:pathLst>
                <a:path extrusionOk="0" h="6944" w="5835">
                  <a:moveTo>
                    <a:pt x="5835" y="1"/>
                  </a:moveTo>
                  <a:lnTo>
                    <a:pt x="0" y="1928"/>
                  </a:lnTo>
                  <a:lnTo>
                    <a:pt x="0" y="6944"/>
                  </a:lnTo>
                  <a:lnTo>
                    <a:pt x="5703" y="6944"/>
                  </a:lnTo>
                  <a:lnTo>
                    <a:pt x="5835" y="1"/>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22"/>
            <p:cNvSpPr/>
            <p:nvPr/>
          </p:nvSpPr>
          <p:spPr>
            <a:xfrm>
              <a:off x="5034865" y="1818007"/>
              <a:ext cx="309044" cy="398280"/>
            </a:xfrm>
            <a:custGeom>
              <a:rect b="b" l="l" r="r" t="t"/>
              <a:pathLst>
                <a:path extrusionOk="0" h="14019" w="10878">
                  <a:moveTo>
                    <a:pt x="5122" y="0"/>
                  </a:moveTo>
                  <a:lnTo>
                    <a:pt x="4594" y="26"/>
                  </a:lnTo>
                  <a:lnTo>
                    <a:pt x="4093" y="79"/>
                  </a:lnTo>
                  <a:lnTo>
                    <a:pt x="3591" y="185"/>
                  </a:lnTo>
                  <a:lnTo>
                    <a:pt x="3143" y="290"/>
                  </a:lnTo>
                  <a:lnTo>
                    <a:pt x="2720" y="449"/>
                  </a:lnTo>
                  <a:lnTo>
                    <a:pt x="2324" y="634"/>
                  </a:lnTo>
                  <a:lnTo>
                    <a:pt x="1955" y="871"/>
                  </a:lnTo>
                  <a:lnTo>
                    <a:pt x="1638" y="1109"/>
                  </a:lnTo>
                  <a:lnTo>
                    <a:pt x="1321" y="1399"/>
                  </a:lnTo>
                  <a:lnTo>
                    <a:pt x="1057" y="1716"/>
                  </a:lnTo>
                  <a:lnTo>
                    <a:pt x="819" y="2086"/>
                  </a:lnTo>
                  <a:lnTo>
                    <a:pt x="635" y="2482"/>
                  </a:lnTo>
                  <a:lnTo>
                    <a:pt x="476" y="2904"/>
                  </a:lnTo>
                  <a:lnTo>
                    <a:pt x="344" y="3379"/>
                  </a:lnTo>
                  <a:lnTo>
                    <a:pt x="291" y="3881"/>
                  </a:lnTo>
                  <a:lnTo>
                    <a:pt x="107" y="5623"/>
                  </a:lnTo>
                  <a:lnTo>
                    <a:pt x="27" y="7075"/>
                  </a:lnTo>
                  <a:lnTo>
                    <a:pt x="1" y="8263"/>
                  </a:lnTo>
                  <a:lnTo>
                    <a:pt x="1" y="9345"/>
                  </a:lnTo>
                  <a:lnTo>
                    <a:pt x="1" y="9715"/>
                  </a:lnTo>
                  <a:lnTo>
                    <a:pt x="27" y="10085"/>
                  </a:lnTo>
                  <a:lnTo>
                    <a:pt x="80" y="10401"/>
                  </a:lnTo>
                  <a:lnTo>
                    <a:pt x="159" y="10718"/>
                  </a:lnTo>
                  <a:lnTo>
                    <a:pt x="239" y="11009"/>
                  </a:lnTo>
                  <a:lnTo>
                    <a:pt x="344" y="11299"/>
                  </a:lnTo>
                  <a:lnTo>
                    <a:pt x="450" y="11563"/>
                  </a:lnTo>
                  <a:lnTo>
                    <a:pt x="555" y="11801"/>
                  </a:lnTo>
                  <a:lnTo>
                    <a:pt x="714" y="12038"/>
                  </a:lnTo>
                  <a:lnTo>
                    <a:pt x="846" y="12249"/>
                  </a:lnTo>
                  <a:lnTo>
                    <a:pt x="1163" y="12619"/>
                  </a:lnTo>
                  <a:lnTo>
                    <a:pt x="1479" y="12936"/>
                  </a:lnTo>
                  <a:lnTo>
                    <a:pt x="1823" y="13200"/>
                  </a:lnTo>
                  <a:lnTo>
                    <a:pt x="2166" y="13437"/>
                  </a:lnTo>
                  <a:lnTo>
                    <a:pt x="2509" y="13596"/>
                  </a:lnTo>
                  <a:lnTo>
                    <a:pt x="2826" y="13754"/>
                  </a:lnTo>
                  <a:lnTo>
                    <a:pt x="3090" y="13860"/>
                  </a:lnTo>
                  <a:lnTo>
                    <a:pt x="3512" y="13965"/>
                  </a:lnTo>
                  <a:lnTo>
                    <a:pt x="3671" y="13992"/>
                  </a:lnTo>
                  <a:lnTo>
                    <a:pt x="3671" y="14018"/>
                  </a:lnTo>
                  <a:lnTo>
                    <a:pt x="4331" y="13992"/>
                  </a:lnTo>
                  <a:lnTo>
                    <a:pt x="4911" y="13965"/>
                  </a:lnTo>
                  <a:lnTo>
                    <a:pt x="5466" y="13886"/>
                  </a:lnTo>
                  <a:lnTo>
                    <a:pt x="5994" y="13781"/>
                  </a:lnTo>
                  <a:lnTo>
                    <a:pt x="6469" y="13649"/>
                  </a:lnTo>
                  <a:lnTo>
                    <a:pt x="6918" y="13490"/>
                  </a:lnTo>
                  <a:lnTo>
                    <a:pt x="7340" y="13305"/>
                  </a:lnTo>
                  <a:lnTo>
                    <a:pt x="7710" y="13121"/>
                  </a:lnTo>
                  <a:lnTo>
                    <a:pt x="8053" y="12883"/>
                  </a:lnTo>
                  <a:lnTo>
                    <a:pt x="8370" y="12645"/>
                  </a:lnTo>
                  <a:lnTo>
                    <a:pt x="8660" y="12381"/>
                  </a:lnTo>
                  <a:lnTo>
                    <a:pt x="8924" y="12117"/>
                  </a:lnTo>
                  <a:lnTo>
                    <a:pt x="9162" y="11853"/>
                  </a:lnTo>
                  <a:lnTo>
                    <a:pt x="9373" y="11563"/>
                  </a:lnTo>
                  <a:lnTo>
                    <a:pt x="9558" y="11273"/>
                  </a:lnTo>
                  <a:lnTo>
                    <a:pt x="9716" y="10982"/>
                  </a:lnTo>
                  <a:lnTo>
                    <a:pt x="9874" y="10692"/>
                  </a:lnTo>
                  <a:lnTo>
                    <a:pt x="9980" y="10401"/>
                  </a:lnTo>
                  <a:lnTo>
                    <a:pt x="10191" y="9847"/>
                  </a:lnTo>
                  <a:lnTo>
                    <a:pt x="10323" y="9319"/>
                  </a:lnTo>
                  <a:lnTo>
                    <a:pt x="10402" y="8844"/>
                  </a:lnTo>
                  <a:lnTo>
                    <a:pt x="10455" y="8421"/>
                  </a:lnTo>
                  <a:lnTo>
                    <a:pt x="10482" y="8131"/>
                  </a:lnTo>
                  <a:lnTo>
                    <a:pt x="10482" y="7841"/>
                  </a:lnTo>
                  <a:lnTo>
                    <a:pt x="10825" y="4963"/>
                  </a:lnTo>
                  <a:lnTo>
                    <a:pt x="10878" y="4409"/>
                  </a:lnTo>
                  <a:lnTo>
                    <a:pt x="10851" y="3907"/>
                  </a:lnTo>
                  <a:lnTo>
                    <a:pt x="10772" y="3406"/>
                  </a:lnTo>
                  <a:lnTo>
                    <a:pt x="10666" y="2957"/>
                  </a:lnTo>
                  <a:lnTo>
                    <a:pt x="10508" y="2534"/>
                  </a:lnTo>
                  <a:lnTo>
                    <a:pt x="10270" y="2138"/>
                  </a:lnTo>
                  <a:lnTo>
                    <a:pt x="10033" y="1769"/>
                  </a:lnTo>
                  <a:lnTo>
                    <a:pt x="9716" y="1452"/>
                  </a:lnTo>
                  <a:lnTo>
                    <a:pt x="9373" y="1162"/>
                  </a:lnTo>
                  <a:lnTo>
                    <a:pt x="9003" y="898"/>
                  </a:lnTo>
                  <a:lnTo>
                    <a:pt x="8581" y="660"/>
                  </a:lnTo>
                  <a:lnTo>
                    <a:pt x="8106" y="449"/>
                  </a:lnTo>
                  <a:lnTo>
                    <a:pt x="7630" y="290"/>
                  </a:lnTo>
                  <a:lnTo>
                    <a:pt x="7102" y="158"/>
                  </a:lnTo>
                  <a:lnTo>
                    <a:pt x="6548" y="53"/>
                  </a:lnTo>
                  <a:lnTo>
                    <a:pt x="5967" y="0"/>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22"/>
            <p:cNvSpPr/>
            <p:nvPr/>
          </p:nvSpPr>
          <p:spPr>
            <a:xfrm>
              <a:off x="5034865" y="1818007"/>
              <a:ext cx="309044" cy="398280"/>
            </a:xfrm>
            <a:custGeom>
              <a:rect b="b" l="l" r="r" t="t"/>
              <a:pathLst>
                <a:path extrusionOk="0" fill="none" h="14019" w="10878">
                  <a:moveTo>
                    <a:pt x="3671" y="13992"/>
                  </a:moveTo>
                  <a:lnTo>
                    <a:pt x="3671" y="13992"/>
                  </a:lnTo>
                  <a:lnTo>
                    <a:pt x="3512" y="13965"/>
                  </a:lnTo>
                  <a:lnTo>
                    <a:pt x="3090" y="13860"/>
                  </a:lnTo>
                  <a:lnTo>
                    <a:pt x="2826" y="13754"/>
                  </a:lnTo>
                  <a:lnTo>
                    <a:pt x="2509" y="13596"/>
                  </a:lnTo>
                  <a:lnTo>
                    <a:pt x="2166" y="13437"/>
                  </a:lnTo>
                  <a:lnTo>
                    <a:pt x="1823" y="13200"/>
                  </a:lnTo>
                  <a:lnTo>
                    <a:pt x="1479" y="12936"/>
                  </a:lnTo>
                  <a:lnTo>
                    <a:pt x="1163" y="12619"/>
                  </a:lnTo>
                  <a:lnTo>
                    <a:pt x="846" y="12249"/>
                  </a:lnTo>
                  <a:lnTo>
                    <a:pt x="714" y="12038"/>
                  </a:lnTo>
                  <a:lnTo>
                    <a:pt x="555" y="11801"/>
                  </a:lnTo>
                  <a:lnTo>
                    <a:pt x="450" y="11563"/>
                  </a:lnTo>
                  <a:lnTo>
                    <a:pt x="344" y="11299"/>
                  </a:lnTo>
                  <a:lnTo>
                    <a:pt x="239" y="11009"/>
                  </a:lnTo>
                  <a:lnTo>
                    <a:pt x="159" y="10718"/>
                  </a:lnTo>
                  <a:lnTo>
                    <a:pt x="80" y="10401"/>
                  </a:lnTo>
                  <a:lnTo>
                    <a:pt x="27" y="10085"/>
                  </a:lnTo>
                  <a:lnTo>
                    <a:pt x="1" y="9715"/>
                  </a:lnTo>
                  <a:lnTo>
                    <a:pt x="1" y="9345"/>
                  </a:lnTo>
                  <a:lnTo>
                    <a:pt x="1" y="9345"/>
                  </a:lnTo>
                  <a:lnTo>
                    <a:pt x="1" y="8263"/>
                  </a:lnTo>
                  <a:lnTo>
                    <a:pt x="27" y="7075"/>
                  </a:lnTo>
                  <a:lnTo>
                    <a:pt x="107" y="5623"/>
                  </a:lnTo>
                  <a:lnTo>
                    <a:pt x="291" y="3881"/>
                  </a:lnTo>
                  <a:lnTo>
                    <a:pt x="291" y="3881"/>
                  </a:lnTo>
                  <a:lnTo>
                    <a:pt x="344" y="3379"/>
                  </a:lnTo>
                  <a:lnTo>
                    <a:pt x="476" y="2904"/>
                  </a:lnTo>
                  <a:lnTo>
                    <a:pt x="635" y="2482"/>
                  </a:lnTo>
                  <a:lnTo>
                    <a:pt x="819" y="2086"/>
                  </a:lnTo>
                  <a:lnTo>
                    <a:pt x="1057" y="1716"/>
                  </a:lnTo>
                  <a:lnTo>
                    <a:pt x="1321" y="1399"/>
                  </a:lnTo>
                  <a:lnTo>
                    <a:pt x="1638" y="1109"/>
                  </a:lnTo>
                  <a:lnTo>
                    <a:pt x="1955" y="871"/>
                  </a:lnTo>
                  <a:lnTo>
                    <a:pt x="2324" y="634"/>
                  </a:lnTo>
                  <a:lnTo>
                    <a:pt x="2720" y="449"/>
                  </a:lnTo>
                  <a:lnTo>
                    <a:pt x="3143" y="290"/>
                  </a:lnTo>
                  <a:lnTo>
                    <a:pt x="3591" y="185"/>
                  </a:lnTo>
                  <a:lnTo>
                    <a:pt x="4093" y="79"/>
                  </a:lnTo>
                  <a:lnTo>
                    <a:pt x="4594" y="26"/>
                  </a:lnTo>
                  <a:lnTo>
                    <a:pt x="5122" y="0"/>
                  </a:lnTo>
                  <a:lnTo>
                    <a:pt x="5650" y="0"/>
                  </a:lnTo>
                  <a:lnTo>
                    <a:pt x="5967" y="0"/>
                  </a:lnTo>
                  <a:lnTo>
                    <a:pt x="5967" y="0"/>
                  </a:lnTo>
                  <a:lnTo>
                    <a:pt x="6548" y="53"/>
                  </a:lnTo>
                  <a:lnTo>
                    <a:pt x="7102" y="158"/>
                  </a:lnTo>
                  <a:lnTo>
                    <a:pt x="7630" y="290"/>
                  </a:lnTo>
                  <a:lnTo>
                    <a:pt x="8106" y="449"/>
                  </a:lnTo>
                  <a:lnTo>
                    <a:pt x="8581" y="660"/>
                  </a:lnTo>
                  <a:lnTo>
                    <a:pt x="9003" y="898"/>
                  </a:lnTo>
                  <a:lnTo>
                    <a:pt x="9373" y="1162"/>
                  </a:lnTo>
                  <a:lnTo>
                    <a:pt x="9716" y="1452"/>
                  </a:lnTo>
                  <a:lnTo>
                    <a:pt x="10033" y="1769"/>
                  </a:lnTo>
                  <a:lnTo>
                    <a:pt x="10270" y="2138"/>
                  </a:lnTo>
                  <a:lnTo>
                    <a:pt x="10508" y="2534"/>
                  </a:lnTo>
                  <a:lnTo>
                    <a:pt x="10666" y="2957"/>
                  </a:lnTo>
                  <a:lnTo>
                    <a:pt x="10772" y="3406"/>
                  </a:lnTo>
                  <a:lnTo>
                    <a:pt x="10851" y="3907"/>
                  </a:lnTo>
                  <a:lnTo>
                    <a:pt x="10878" y="4409"/>
                  </a:lnTo>
                  <a:lnTo>
                    <a:pt x="10825" y="4963"/>
                  </a:lnTo>
                  <a:lnTo>
                    <a:pt x="10482" y="7841"/>
                  </a:lnTo>
                  <a:lnTo>
                    <a:pt x="10482" y="7841"/>
                  </a:lnTo>
                  <a:lnTo>
                    <a:pt x="10482" y="8131"/>
                  </a:lnTo>
                  <a:lnTo>
                    <a:pt x="10455" y="8421"/>
                  </a:lnTo>
                  <a:lnTo>
                    <a:pt x="10402" y="8844"/>
                  </a:lnTo>
                  <a:lnTo>
                    <a:pt x="10323" y="9319"/>
                  </a:lnTo>
                  <a:lnTo>
                    <a:pt x="10191" y="9847"/>
                  </a:lnTo>
                  <a:lnTo>
                    <a:pt x="9980" y="10401"/>
                  </a:lnTo>
                  <a:lnTo>
                    <a:pt x="9874" y="10692"/>
                  </a:lnTo>
                  <a:lnTo>
                    <a:pt x="9716" y="10982"/>
                  </a:lnTo>
                  <a:lnTo>
                    <a:pt x="9558" y="11273"/>
                  </a:lnTo>
                  <a:lnTo>
                    <a:pt x="9373" y="11563"/>
                  </a:lnTo>
                  <a:lnTo>
                    <a:pt x="9162" y="11853"/>
                  </a:lnTo>
                  <a:lnTo>
                    <a:pt x="8924" y="12117"/>
                  </a:lnTo>
                  <a:lnTo>
                    <a:pt x="8660" y="12381"/>
                  </a:lnTo>
                  <a:lnTo>
                    <a:pt x="8370" y="12645"/>
                  </a:lnTo>
                  <a:lnTo>
                    <a:pt x="8053" y="12883"/>
                  </a:lnTo>
                  <a:lnTo>
                    <a:pt x="7710" y="13121"/>
                  </a:lnTo>
                  <a:lnTo>
                    <a:pt x="7340" y="13305"/>
                  </a:lnTo>
                  <a:lnTo>
                    <a:pt x="6918" y="13490"/>
                  </a:lnTo>
                  <a:lnTo>
                    <a:pt x="6469" y="13649"/>
                  </a:lnTo>
                  <a:lnTo>
                    <a:pt x="5994" y="13781"/>
                  </a:lnTo>
                  <a:lnTo>
                    <a:pt x="5466" y="13886"/>
                  </a:lnTo>
                  <a:lnTo>
                    <a:pt x="4911" y="13965"/>
                  </a:lnTo>
                  <a:lnTo>
                    <a:pt x="4331" y="13992"/>
                  </a:lnTo>
                  <a:lnTo>
                    <a:pt x="3671" y="14018"/>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22"/>
            <p:cNvSpPr/>
            <p:nvPr/>
          </p:nvSpPr>
          <p:spPr>
            <a:xfrm>
              <a:off x="5066370" y="2004739"/>
              <a:ext cx="24774" cy="23268"/>
            </a:xfrm>
            <a:custGeom>
              <a:rect b="b" l="l" r="r" t="t"/>
              <a:pathLst>
                <a:path extrusionOk="0" h="819" w="872">
                  <a:moveTo>
                    <a:pt x="291" y="1"/>
                  </a:moveTo>
                  <a:lnTo>
                    <a:pt x="212" y="53"/>
                  </a:lnTo>
                  <a:lnTo>
                    <a:pt x="133" y="80"/>
                  </a:lnTo>
                  <a:lnTo>
                    <a:pt x="80" y="133"/>
                  </a:lnTo>
                  <a:lnTo>
                    <a:pt x="54" y="212"/>
                  </a:lnTo>
                  <a:lnTo>
                    <a:pt x="1" y="291"/>
                  </a:lnTo>
                  <a:lnTo>
                    <a:pt x="1" y="370"/>
                  </a:lnTo>
                  <a:lnTo>
                    <a:pt x="1" y="449"/>
                  </a:lnTo>
                  <a:lnTo>
                    <a:pt x="27" y="528"/>
                  </a:lnTo>
                  <a:lnTo>
                    <a:pt x="54" y="608"/>
                  </a:lnTo>
                  <a:lnTo>
                    <a:pt x="106" y="660"/>
                  </a:lnTo>
                  <a:lnTo>
                    <a:pt x="238" y="766"/>
                  </a:lnTo>
                  <a:lnTo>
                    <a:pt x="318" y="792"/>
                  </a:lnTo>
                  <a:lnTo>
                    <a:pt x="423" y="819"/>
                  </a:lnTo>
                  <a:lnTo>
                    <a:pt x="502" y="819"/>
                  </a:lnTo>
                  <a:lnTo>
                    <a:pt x="582" y="792"/>
                  </a:lnTo>
                  <a:lnTo>
                    <a:pt x="661" y="766"/>
                  </a:lnTo>
                  <a:lnTo>
                    <a:pt x="740" y="713"/>
                  </a:lnTo>
                  <a:lnTo>
                    <a:pt x="793" y="660"/>
                  </a:lnTo>
                  <a:lnTo>
                    <a:pt x="819" y="581"/>
                  </a:lnTo>
                  <a:lnTo>
                    <a:pt x="872" y="528"/>
                  </a:lnTo>
                  <a:lnTo>
                    <a:pt x="872" y="423"/>
                  </a:lnTo>
                  <a:lnTo>
                    <a:pt x="872" y="344"/>
                  </a:lnTo>
                  <a:lnTo>
                    <a:pt x="846" y="265"/>
                  </a:lnTo>
                  <a:lnTo>
                    <a:pt x="819" y="185"/>
                  </a:lnTo>
                  <a:lnTo>
                    <a:pt x="766" y="133"/>
                  </a:lnTo>
                  <a:lnTo>
                    <a:pt x="634" y="27"/>
                  </a:lnTo>
                  <a:lnTo>
                    <a:pt x="555"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22"/>
            <p:cNvSpPr/>
            <p:nvPr/>
          </p:nvSpPr>
          <p:spPr>
            <a:xfrm>
              <a:off x="5181114" y="2012239"/>
              <a:ext cx="24802" cy="24035"/>
            </a:xfrm>
            <a:custGeom>
              <a:rect b="b" l="l" r="r" t="t"/>
              <a:pathLst>
                <a:path extrusionOk="0" h="846" w="873">
                  <a:moveTo>
                    <a:pt x="370" y="1"/>
                  </a:moveTo>
                  <a:lnTo>
                    <a:pt x="291" y="27"/>
                  </a:lnTo>
                  <a:lnTo>
                    <a:pt x="212" y="53"/>
                  </a:lnTo>
                  <a:lnTo>
                    <a:pt x="159" y="106"/>
                  </a:lnTo>
                  <a:lnTo>
                    <a:pt x="106" y="159"/>
                  </a:lnTo>
                  <a:lnTo>
                    <a:pt x="54" y="238"/>
                  </a:lnTo>
                  <a:lnTo>
                    <a:pt x="27" y="317"/>
                  </a:lnTo>
                  <a:lnTo>
                    <a:pt x="1" y="396"/>
                  </a:lnTo>
                  <a:lnTo>
                    <a:pt x="1" y="476"/>
                  </a:lnTo>
                  <a:lnTo>
                    <a:pt x="27" y="555"/>
                  </a:lnTo>
                  <a:lnTo>
                    <a:pt x="80" y="634"/>
                  </a:lnTo>
                  <a:lnTo>
                    <a:pt x="133" y="687"/>
                  </a:lnTo>
                  <a:lnTo>
                    <a:pt x="265" y="792"/>
                  </a:lnTo>
                  <a:lnTo>
                    <a:pt x="344" y="819"/>
                  </a:lnTo>
                  <a:lnTo>
                    <a:pt x="423" y="845"/>
                  </a:lnTo>
                  <a:lnTo>
                    <a:pt x="502" y="819"/>
                  </a:lnTo>
                  <a:lnTo>
                    <a:pt x="608" y="819"/>
                  </a:lnTo>
                  <a:lnTo>
                    <a:pt x="661" y="792"/>
                  </a:lnTo>
                  <a:lnTo>
                    <a:pt x="740" y="740"/>
                  </a:lnTo>
                  <a:lnTo>
                    <a:pt x="793" y="687"/>
                  </a:lnTo>
                  <a:lnTo>
                    <a:pt x="846" y="608"/>
                  </a:lnTo>
                  <a:lnTo>
                    <a:pt x="872" y="528"/>
                  </a:lnTo>
                  <a:lnTo>
                    <a:pt x="872" y="449"/>
                  </a:lnTo>
                  <a:lnTo>
                    <a:pt x="872" y="370"/>
                  </a:lnTo>
                  <a:lnTo>
                    <a:pt x="872" y="291"/>
                  </a:lnTo>
                  <a:lnTo>
                    <a:pt x="819" y="212"/>
                  </a:lnTo>
                  <a:lnTo>
                    <a:pt x="766" y="159"/>
                  </a:lnTo>
                  <a:lnTo>
                    <a:pt x="634" y="53"/>
                  </a:lnTo>
                  <a:lnTo>
                    <a:pt x="555" y="27"/>
                  </a:lnTo>
                  <a:lnTo>
                    <a:pt x="476"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22"/>
            <p:cNvSpPr/>
            <p:nvPr/>
          </p:nvSpPr>
          <p:spPr>
            <a:xfrm>
              <a:off x="5193130" y="1980733"/>
              <a:ext cx="40513" cy="6023"/>
            </a:xfrm>
            <a:custGeom>
              <a:rect b="b" l="l" r="r" t="t"/>
              <a:pathLst>
                <a:path extrusionOk="0" fill="none" h="212" w="1426">
                  <a:moveTo>
                    <a:pt x="1426" y="212"/>
                  </a:moveTo>
                  <a:lnTo>
                    <a:pt x="1426" y="212"/>
                  </a:lnTo>
                  <a:lnTo>
                    <a:pt x="1267" y="133"/>
                  </a:lnTo>
                  <a:lnTo>
                    <a:pt x="1083" y="54"/>
                  </a:lnTo>
                  <a:lnTo>
                    <a:pt x="898" y="1"/>
                  </a:lnTo>
                  <a:lnTo>
                    <a:pt x="713" y="1"/>
                  </a:lnTo>
                  <a:lnTo>
                    <a:pt x="528" y="1"/>
                  </a:lnTo>
                  <a:lnTo>
                    <a:pt x="343" y="27"/>
                  </a:lnTo>
                  <a:lnTo>
                    <a:pt x="185" y="80"/>
                  </a:lnTo>
                  <a:lnTo>
                    <a:pt x="0" y="159"/>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22"/>
            <p:cNvSpPr/>
            <p:nvPr/>
          </p:nvSpPr>
          <p:spPr>
            <a:xfrm>
              <a:off x="5064126" y="1975478"/>
              <a:ext cx="40541" cy="6051"/>
            </a:xfrm>
            <a:custGeom>
              <a:rect b="b" l="l" r="r" t="t"/>
              <a:pathLst>
                <a:path extrusionOk="0" fill="none" h="213" w="1427">
                  <a:moveTo>
                    <a:pt x="1426" y="212"/>
                  </a:moveTo>
                  <a:lnTo>
                    <a:pt x="1426" y="212"/>
                  </a:lnTo>
                  <a:lnTo>
                    <a:pt x="1268" y="133"/>
                  </a:lnTo>
                  <a:lnTo>
                    <a:pt x="1083" y="54"/>
                  </a:lnTo>
                  <a:lnTo>
                    <a:pt x="898" y="27"/>
                  </a:lnTo>
                  <a:lnTo>
                    <a:pt x="713" y="1"/>
                  </a:lnTo>
                  <a:lnTo>
                    <a:pt x="529" y="1"/>
                  </a:lnTo>
                  <a:lnTo>
                    <a:pt x="344" y="27"/>
                  </a:lnTo>
                  <a:lnTo>
                    <a:pt x="185" y="80"/>
                  </a:lnTo>
                  <a:lnTo>
                    <a:pt x="1" y="159"/>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22"/>
            <p:cNvSpPr/>
            <p:nvPr/>
          </p:nvSpPr>
          <p:spPr>
            <a:xfrm>
              <a:off x="5074637" y="1934228"/>
              <a:ext cx="33012" cy="1534"/>
            </a:xfrm>
            <a:custGeom>
              <a:rect b="b" l="l" r="r" t="t"/>
              <a:pathLst>
                <a:path extrusionOk="0" fill="none" h="54" w="1162">
                  <a:moveTo>
                    <a:pt x="1162" y="54"/>
                  </a:moveTo>
                  <a:lnTo>
                    <a:pt x="1162" y="54"/>
                  </a:lnTo>
                  <a:lnTo>
                    <a:pt x="871" y="27"/>
                  </a:lnTo>
                  <a:lnTo>
                    <a:pt x="581" y="1"/>
                  </a:lnTo>
                  <a:lnTo>
                    <a:pt x="291" y="27"/>
                  </a:lnTo>
                  <a:lnTo>
                    <a:pt x="0" y="54"/>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22"/>
            <p:cNvSpPr/>
            <p:nvPr/>
          </p:nvSpPr>
          <p:spPr>
            <a:xfrm>
              <a:off x="5199863" y="1946983"/>
              <a:ext cx="33041" cy="1534"/>
            </a:xfrm>
            <a:custGeom>
              <a:rect b="b" l="l" r="r" t="t"/>
              <a:pathLst>
                <a:path extrusionOk="0" fill="none" h="54" w="1163">
                  <a:moveTo>
                    <a:pt x="1162" y="54"/>
                  </a:moveTo>
                  <a:lnTo>
                    <a:pt x="1162" y="54"/>
                  </a:lnTo>
                  <a:lnTo>
                    <a:pt x="872" y="1"/>
                  </a:lnTo>
                  <a:lnTo>
                    <a:pt x="582" y="1"/>
                  </a:lnTo>
                  <a:lnTo>
                    <a:pt x="291" y="1"/>
                  </a:lnTo>
                  <a:lnTo>
                    <a:pt x="1" y="54"/>
                  </a:lnTo>
                </a:path>
              </a:pathLst>
            </a:custGeom>
            <a:noFill/>
            <a:ln cap="rnd" cmpd="sng" w="9525">
              <a:solidFill>
                <a:srgbClr val="221F4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22"/>
            <p:cNvSpPr/>
            <p:nvPr/>
          </p:nvSpPr>
          <p:spPr>
            <a:xfrm>
              <a:off x="5104637" y="1781246"/>
              <a:ext cx="271514" cy="271543"/>
            </a:xfrm>
            <a:custGeom>
              <a:rect b="b" l="l" r="r" t="t"/>
              <a:pathLst>
                <a:path extrusionOk="0" h="9558" w="9557">
                  <a:moveTo>
                    <a:pt x="3670" y="0"/>
                  </a:moveTo>
                  <a:lnTo>
                    <a:pt x="3142" y="27"/>
                  </a:lnTo>
                  <a:lnTo>
                    <a:pt x="2640" y="53"/>
                  </a:lnTo>
                  <a:lnTo>
                    <a:pt x="2138" y="132"/>
                  </a:lnTo>
                  <a:lnTo>
                    <a:pt x="1690" y="238"/>
                  </a:lnTo>
                  <a:lnTo>
                    <a:pt x="1267" y="344"/>
                  </a:lnTo>
                  <a:lnTo>
                    <a:pt x="924" y="476"/>
                  </a:lnTo>
                  <a:lnTo>
                    <a:pt x="607" y="581"/>
                  </a:lnTo>
                  <a:lnTo>
                    <a:pt x="159" y="792"/>
                  </a:lnTo>
                  <a:lnTo>
                    <a:pt x="0" y="872"/>
                  </a:lnTo>
                  <a:lnTo>
                    <a:pt x="79" y="1162"/>
                  </a:lnTo>
                  <a:lnTo>
                    <a:pt x="159" y="1479"/>
                  </a:lnTo>
                  <a:lnTo>
                    <a:pt x="264" y="1796"/>
                  </a:lnTo>
                  <a:lnTo>
                    <a:pt x="396" y="2086"/>
                  </a:lnTo>
                  <a:lnTo>
                    <a:pt x="687" y="2693"/>
                  </a:lnTo>
                  <a:lnTo>
                    <a:pt x="1056" y="3274"/>
                  </a:lnTo>
                  <a:lnTo>
                    <a:pt x="1426" y="3855"/>
                  </a:lnTo>
                  <a:lnTo>
                    <a:pt x="1848" y="4383"/>
                  </a:lnTo>
                  <a:lnTo>
                    <a:pt x="2244" y="4911"/>
                  </a:lnTo>
                  <a:lnTo>
                    <a:pt x="2666" y="5386"/>
                  </a:lnTo>
                  <a:lnTo>
                    <a:pt x="3247" y="6072"/>
                  </a:lnTo>
                  <a:lnTo>
                    <a:pt x="3907" y="6864"/>
                  </a:lnTo>
                  <a:lnTo>
                    <a:pt x="4594" y="7683"/>
                  </a:lnTo>
                  <a:lnTo>
                    <a:pt x="4937" y="8079"/>
                  </a:lnTo>
                  <a:lnTo>
                    <a:pt x="5306" y="8448"/>
                  </a:lnTo>
                  <a:lnTo>
                    <a:pt x="5650" y="8765"/>
                  </a:lnTo>
                  <a:lnTo>
                    <a:pt x="6019" y="9055"/>
                  </a:lnTo>
                  <a:lnTo>
                    <a:pt x="6389" y="9293"/>
                  </a:lnTo>
                  <a:lnTo>
                    <a:pt x="6547" y="9372"/>
                  </a:lnTo>
                  <a:lnTo>
                    <a:pt x="6732" y="9451"/>
                  </a:lnTo>
                  <a:lnTo>
                    <a:pt x="6917" y="9504"/>
                  </a:lnTo>
                  <a:lnTo>
                    <a:pt x="7075" y="9531"/>
                  </a:lnTo>
                  <a:lnTo>
                    <a:pt x="7260" y="9557"/>
                  </a:lnTo>
                  <a:lnTo>
                    <a:pt x="7418" y="9531"/>
                  </a:lnTo>
                  <a:lnTo>
                    <a:pt x="7577" y="9504"/>
                  </a:lnTo>
                  <a:lnTo>
                    <a:pt x="7762" y="9425"/>
                  </a:lnTo>
                  <a:lnTo>
                    <a:pt x="7920" y="9346"/>
                  </a:lnTo>
                  <a:lnTo>
                    <a:pt x="8078" y="9240"/>
                  </a:lnTo>
                  <a:lnTo>
                    <a:pt x="9557" y="6706"/>
                  </a:lnTo>
                  <a:lnTo>
                    <a:pt x="9530" y="6521"/>
                  </a:lnTo>
                  <a:lnTo>
                    <a:pt x="9478" y="6072"/>
                  </a:lnTo>
                  <a:lnTo>
                    <a:pt x="9346" y="5412"/>
                  </a:lnTo>
                  <a:lnTo>
                    <a:pt x="9240" y="5016"/>
                  </a:lnTo>
                  <a:lnTo>
                    <a:pt x="9082" y="4568"/>
                  </a:lnTo>
                  <a:lnTo>
                    <a:pt x="8923" y="4119"/>
                  </a:lnTo>
                  <a:lnTo>
                    <a:pt x="8712" y="3644"/>
                  </a:lnTo>
                  <a:lnTo>
                    <a:pt x="8474" y="3168"/>
                  </a:lnTo>
                  <a:lnTo>
                    <a:pt x="8158" y="2693"/>
                  </a:lnTo>
                  <a:lnTo>
                    <a:pt x="7814" y="2218"/>
                  </a:lnTo>
                  <a:lnTo>
                    <a:pt x="7418" y="1769"/>
                  </a:lnTo>
                  <a:lnTo>
                    <a:pt x="6970" y="1347"/>
                  </a:lnTo>
                  <a:lnTo>
                    <a:pt x="6732" y="1136"/>
                  </a:lnTo>
                  <a:lnTo>
                    <a:pt x="6468" y="924"/>
                  </a:lnTo>
                  <a:lnTo>
                    <a:pt x="6204" y="766"/>
                  </a:lnTo>
                  <a:lnTo>
                    <a:pt x="5914" y="608"/>
                  </a:lnTo>
                  <a:lnTo>
                    <a:pt x="5623" y="449"/>
                  </a:lnTo>
                  <a:lnTo>
                    <a:pt x="5359" y="344"/>
                  </a:lnTo>
                  <a:lnTo>
                    <a:pt x="5069" y="238"/>
                  </a:lnTo>
                  <a:lnTo>
                    <a:pt x="4778" y="159"/>
                  </a:lnTo>
                  <a:lnTo>
                    <a:pt x="4224" y="53"/>
                  </a:lnTo>
                  <a:lnTo>
                    <a:pt x="367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22"/>
            <p:cNvSpPr/>
            <p:nvPr/>
          </p:nvSpPr>
          <p:spPr>
            <a:xfrm>
              <a:off x="5306368" y="2030250"/>
              <a:ext cx="69036" cy="87758"/>
            </a:xfrm>
            <a:custGeom>
              <a:rect b="b" l="l" r="r" t="t"/>
              <a:pathLst>
                <a:path extrusionOk="0" h="3089" w="2430">
                  <a:moveTo>
                    <a:pt x="977" y="0"/>
                  </a:moveTo>
                  <a:lnTo>
                    <a:pt x="793" y="26"/>
                  </a:lnTo>
                  <a:lnTo>
                    <a:pt x="581" y="79"/>
                  </a:lnTo>
                  <a:lnTo>
                    <a:pt x="397" y="132"/>
                  </a:lnTo>
                  <a:lnTo>
                    <a:pt x="212" y="238"/>
                  </a:lnTo>
                  <a:lnTo>
                    <a:pt x="27" y="343"/>
                  </a:lnTo>
                  <a:lnTo>
                    <a:pt x="1" y="2904"/>
                  </a:lnTo>
                  <a:lnTo>
                    <a:pt x="212" y="2983"/>
                  </a:lnTo>
                  <a:lnTo>
                    <a:pt x="397" y="3036"/>
                  </a:lnTo>
                  <a:lnTo>
                    <a:pt x="608" y="3062"/>
                  </a:lnTo>
                  <a:lnTo>
                    <a:pt x="819" y="3089"/>
                  </a:lnTo>
                  <a:lnTo>
                    <a:pt x="1030" y="3062"/>
                  </a:lnTo>
                  <a:lnTo>
                    <a:pt x="1215" y="3010"/>
                  </a:lnTo>
                  <a:lnTo>
                    <a:pt x="1426" y="2957"/>
                  </a:lnTo>
                  <a:lnTo>
                    <a:pt x="1611" y="2851"/>
                  </a:lnTo>
                  <a:lnTo>
                    <a:pt x="1796" y="2746"/>
                  </a:lnTo>
                  <a:lnTo>
                    <a:pt x="1954" y="2614"/>
                  </a:lnTo>
                  <a:lnTo>
                    <a:pt x="2086" y="2455"/>
                  </a:lnTo>
                  <a:lnTo>
                    <a:pt x="2192" y="2270"/>
                  </a:lnTo>
                  <a:lnTo>
                    <a:pt x="2297" y="2086"/>
                  </a:lnTo>
                  <a:lnTo>
                    <a:pt x="2377" y="1874"/>
                  </a:lnTo>
                  <a:lnTo>
                    <a:pt x="2429" y="1663"/>
                  </a:lnTo>
                  <a:lnTo>
                    <a:pt x="2429" y="1452"/>
                  </a:lnTo>
                  <a:lnTo>
                    <a:pt x="2429" y="1241"/>
                  </a:lnTo>
                  <a:lnTo>
                    <a:pt x="2377" y="1003"/>
                  </a:lnTo>
                  <a:lnTo>
                    <a:pt x="2297" y="818"/>
                  </a:lnTo>
                  <a:lnTo>
                    <a:pt x="2192" y="634"/>
                  </a:lnTo>
                  <a:lnTo>
                    <a:pt x="2060" y="449"/>
                  </a:lnTo>
                  <a:lnTo>
                    <a:pt x="1928" y="290"/>
                  </a:lnTo>
                  <a:lnTo>
                    <a:pt x="1743" y="185"/>
                  </a:lnTo>
                  <a:lnTo>
                    <a:pt x="1558" y="79"/>
                  </a:lnTo>
                  <a:lnTo>
                    <a:pt x="1373" y="26"/>
                  </a:lnTo>
                  <a:lnTo>
                    <a:pt x="1189" y="0"/>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22"/>
            <p:cNvSpPr/>
            <p:nvPr/>
          </p:nvSpPr>
          <p:spPr>
            <a:xfrm>
              <a:off x="5321368" y="2051244"/>
              <a:ext cx="33779" cy="18012"/>
            </a:xfrm>
            <a:custGeom>
              <a:rect b="b" l="l" r="r" t="t"/>
              <a:pathLst>
                <a:path extrusionOk="0" fill="none" h="634" w="1189">
                  <a:moveTo>
                    <a:pt x="1" y="634"/>
                  </a:moveTo>
                  <a:lnTo>
                    <a:pt x="1" y="634"/>
                  </a:lnTo>
                  <a:lnTo>
                    <a:pt x="53" y="502"/>
                  </a:lnTo>
                  <a:lnTo>
                    <a:pt x="159" y="343"/>
                  </a:lnTo>
                  <a:lnTo>
                    <a:pt x="265" y="211"/>
                  </a:lnTo>
                  <a:lnTo>
                    <a:pt x="423" y="106"/>
                  </a:lnTo>
                  <a:lnTo>
                    <a:pt x="608" y="27"/>
                  </a:lnTo>
                  <a:lnTo>
                    <a:pt x="793" y="0"/>
                  </a:lnTo>
                  <a:lnTo>
                    <a:pt x="1004" y="27"/>
                  </a:lnTo>
                  <a:lnTo>
                    <a:pt x="1189" y="106"/>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22"/>
            <p:cNvSpPr/>
            <p:nvPr/>
          </p:nvSpPr>
          <p:spPr>
            <a:xfrm>
              <a:off x="5140631" y="2189226"/>
              <a:ext cx="86281" cy="29291"/>
            </a:xfrm>
            <a:custGeom>
              <a:rect b="b" l="l" r="r" t="t"/>
              <a:pathLst>
                <a:path extrusionOk="0" fill="none" h="1031" w="3037">
                  <a:moveTo>
                    <a:pt x="0" y="1004"/>
                  </a:moveTo>
                  <a:lnTo>
                    <a:pt x="0" y="1004"/>
                  </a:lnTo>
                  <a:lnTo>
                    <a:pt x="396" y="1030"/>
                  </a:lnTo>
                  <a:lnTo>
                    <a:pt x="819" y="1004"/>
                  </a:lnTo>
                  <a:lnTo>
                    <a:pt x="1215" y="925"/>
                  </a:lnTo>
                  <a:lnTo>
                    <a:pt x="1611" y="819"/>
                  </a:lnTo>
                  <a:lnTo>
                    <a:pt x="2007" y="687"/>
                  </a:lnTo>
                  <a:lnTo>
                    <a:pt x="2376" y="502"/>
                  </a:lnTo>
                  <a:lnTo>
                    <a:pt x="2719" y="265"/>
                  </a:lnTo>
                  <a:lnTo>
                    <a:pt x="3036" y="1"/>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22"/>
            <p:cNvSpPr/>
            <p:nvPr/>
          </p:nvSpPr>
          <p:spPr>
            <a:xfrm>
              <a:off x="5112876" y="2009994"/>
              <a:ext cx="27018" cy="71281"/>
            </a:xfrm>
            <a:custGeom>
              <a:rect b="b" l="l" r="r" t="t"/>
              <a:pathLst>
                <a:path extrusionOk="0" h="2509" w="951">
                  <a:moveTo>
                    <a:pt x="898" y="0"/>
                  </a:moveTo>
                  <a:lnTo>
                    <a:pt x="872" y="27"/>
                  </a:lnTo>
                  <a:lnTo>
                    <a:pt x="687" y="977"/>
                  </a:lnTo>
                  <a:lnTo>
                    <a:pt x="661" y="1188"/>
                  </a:lnTo>
                  <a:lnTo>
                    <a:pt x="634" y="1320"/>
                  </a:lnTo>
                  <a:lnTo>
                    <a:pt x="581" y="1452"/>
                  </a:lnTo>
                  <a:lnTo>
                    <a:pt x="555" y="1479"/>
                  </a:lnTo>
                  <a:lnTo>
                    <a:pt x="529" y="1505"/>
                  </a:lnTo>
                  <a:lnTo>
                    <a:pt x="423" y="1531"/>
                  </a:lnTo>
                  <a:lnTo>
                    <a:pt x="212" y="1531"/>
                  </a:lnTo>
                  <a:lnTo>
                    <a:pt x="106" y="1558"/>
                  </a:lnTo>
                  <a:lnTo>
                    <a:pt x="27" y="1611"/>
                  </a:lnTo>
                  <a:lnTo>
                    <a:pt x="1" y="1716"/>
                  </a:lnTo>
                  <a:lnTo>
                    <a:pt x="1" y="1822"/>
                  </a:lnTo>
                  <a:lnTo>
                    <a:pt x="53" y="1901"/>
                  </a:lnTo>
                  <a:lnTo>
                    <a:pt x="106" y="1980"/>
                  </a:lnTo>
                  <a:lnTo>
                    <a:pt x="238" y="2139"/>
                  </a:lnTo>
                  <a:lnTo>
                    <a:pt x="529" y="2508"/>
                  </a:lnTo>
                  <a:lnTo>
                    <a:pt x="581" y="2508"/>
                  </a:lnTo>
                  <a:lnTo>
                    <a:pt x="581" y="2482"/>
                  </a:lnTo>
                  <a:lnTo>
                    <a:pt x="581" y="2455"/>
                  </a:lnTo>
                  <a:lnTo>
                    <a:pt x="317" y="2112"/>
                  </a:lnTo>
                  <a:lnTo>
                    <a:pt x="185" y="1954"/>
                  </a:lnTo>
                  <a:lnTo>
                    <a:pt x="133" y="1875"/>
                  </a:lnTo>
                  <a:lnTo>
                    <a:pt x="80" y="1795"/>
                  </a:lnTo>
                  <a:lnTo>
                    <a:pt x="80" y="1690"/>
                  </a:lnTo>
                  <a:lnTo>
                    <a:pt x="106" y="1637"/>
                  </a:lnTo>
                  <a:lnTo>
                    <a:pt x="185" y="1611"/>
                  </a:lnTo>
                  <a:lnTo>
                    <a:pt x="265" y="1611"/>
                  </a:lnTo>
                  <a:lnTo>
                    <a:pt x="449" y="1584"/>
                  </a:lnTo>
                  <a:lnTo>
                    <a:pt x="529" y="1584"/>
                  </a:lnTo>
                  <a:lnTo>
                    <a:pt x="608" y="1558"/>
                  </a:lnTo>
                  <a:lnTo>
                    <a:pt x="661" y="1531"/>
                  </a:lnTo>
                  <a:lnTo>
                    <a:pt x="687" y="1452"/>
                  </a:lnTo>
                  <a:lnTo>
                    <a:pt x="713" y="1347"/>
                  </a:lnTo>
                  <a:lnTo>
                    <a:pt x="793" y="898"/>
                  </a:lnTo>
                  <a:lnTo>
                    <a:pt x="951" y="53"/>
                  </a:lnTo>
                  <a:lnTo>
                    <a:pt x="951" y="27"/>
                  </a:lnTo>
                  <a:lnTo>
                    <a:pt x="925"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22"/>
            <p:cNvSpPr/>
            <p:nvPr/>
          </p:nvSpPr>
          <p:spPr>
            <a:xfrm>
              <a:off x="5136114" y="2088744"/>
              <a:ext cx="57047" cy="43524"/>
            </a:xfrm>
            <a:custGeom>
              <a:rect b="b" l="l" r="r" t="t"/>
              <a:pathLst>
                <a:path extrusionOk="0" h="1532" w="2008">
                  <a:moveTo>
                    <a:pt x="1479" y="0"/>
                  </a:moveTo>
                  <a:lnTo>
                    <a:pt x="1294" y="79"/>
                  </a:lnTo>
                  <a:lnTo>
                    <a:pt x="133" y="739"/>
                  </a:lnTo>
                  <a:lnTo>
                    <a:pt x="1" y="1003"/>
                  </a:lnTo>
                  <a:lnTo>
                    <a:pt x="186" y="1188"/>
                  </a:lnTo>
                  <a:lnTo>
                    <a:pt x="397" y="1347"/>
                  </a:lnTo>
                  <a:lnTo>
                    <a:pt x="608" y="1479"/>
                  </a:lnTo>
                  <a:lnTo>
                    <a:pt x="872" y="1531"/>
                  </a:lnTo>
                  <a:lnTo>
                    <a:pt x="1136" y="1531"/>
                  </a:lnTo>
                  <a:lnTo>
                    <a:pt x="1374" y="1479"/>
                  </a:lnTo>
                  <a:lnTo>
                    <a:pt x="1506" y="1426"/>
                  </a:lnTo>
                  <a:lnTo>
                    <a:pt x="1611" y="1347"/>
                  </a:lnTo>
                  <a:lnTo>
                    <a:pt x="1717" y="1267"/>
                  </a:lnTo>
                  <a:lnTo>
                    <a:pt x="1796" y="1162"/>
                  </a:lnTo>
                  <a:lnTo>
                    <a:pt x="1875" y="1056"/>
                  </a:lnTo>
                  <a:lnTo>
                    <a:pt x="1928" y="951"/>
                  </a:lnTo>
                  <a:lnTo>
                    <a:pt x="1981" y="819"/>
                  </a:lnTo>
                  <a:lnTo>
                    <a:pt x="1981" y="687"/>
                  </a:lnTo>
                  <a:lnTo>
                    <a:pt x="2007" y="555"/>
                  </a:lnTo>
                  <a:lnTo>
                    <a:pt x="1981" y="423"/>
                  </a:lnTo>
                  <a:lnTo>
                    <a:pt x="1954" y="317"/>
                  </a:lnTo>
                  <a:lnTo>
                    <a:pt x="1875" y="185"/>
                  </a:lnTo>
                  <a:lnTo>
                    <a:pt x="1796" y="79"/>
                  </a:lnTo>
                  <a:lnTo>
                    <a:pt x="1717" y="27"/>
                  </a:lnTo>
                  <a:lnTo>
                    <a:pt x="1664" y="0"/>
                  </a:lnTo>
                  <a:close/>
                </a:path>
              </a:pathLst>
            </a:custGeom>
            <a:solidFill>
              <a:srgbClr val="F267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22"/>
            <p:cNvSpPr/>
            <p:nvPr/>
          </p:nvSpPr>
          <p:spPr>
            <a:xfrm>
              <a:off x="5049126" y="2897205"/>
              <a:ext cx="469532" cy="160545"/>
            </a:xfrm>
            <a:custGeom>
              <a:rect b="b" l="l" r="r" t="t"/>
              <a:pathLst>
                <a:path extrusionOk="0" h="5651" w="16527">
                  <a:moveTo>
                    <a:pt x="11168" y="1"/>
                  </a:moveTo>
                  <a:lnTo>
                    <a:pt x="10481" y="27"/>
                  </a:lnTo>
                  <a:lnTo>
                    <a:pt x="9795" y="80"/>
                  </a:lnTo>
                  <a:lnTo>
                    <a:pt x="9135" y="133"/>
                  </a:lnTo>
                  <a:lnTo>
                    <a:pt x="8448" y="238"/>
                  </a:lnTo>
                  <a:lnTo>
                    <a:pt x="7762" y="344"/>
                  </a:lnTo>
                  <a:lnTo>
                    <a:pt x="6416" y="634"/>
                  </a:lnTo>
                  <a:lnTo>
                    <a:pt x="5069" y="951"/>
                  </a:lnTo>
                  <a:lnTo>
                    <a:pt x="3723" y="1321"/>
                  </a:lnTo>
                  <a:lnTo>
                    <a:pt x="2377" y="1690"/>
                  </a:lnTo>
                  <a:lnTo>
                    <a:pt x="1" y="2403"/>
                  </a:lnTo>
                  <a:lnTo>
                    <a:pt x="1743" y="3248"/>
                  </a:lnTo>
                  <a:lnTo>
                    <a:pt x="2614" y="3670"/>
                  </a:lnTo>
                  <a:lnTo>
                    <a:pt x="3485" y="4040"/>
                  </a:lnTo>
                  <a:lnTo>
                    <a:pt x="4383" y="4410"/>
                  </a:lnTo>
                  <a:lnTo>
                    <a:pt x="5307" y="4726"/>
                  </a:lnTo>
                  <a:lnTo>
                    <a:pt x="6204" y="5017"/>
                  </a:lnTo>
                  <a:lnTo>
                    <a:pt x="7155" y="5281"/>
                  </a:lnTo>
                  <a:lnTo>
                    <a:pt x="8079" y="5466"/>
                  </a:lnTo>
                  <a:lnTo>
                    <a:pt x="8580" y="5545"/>
                  </a:lnTo>
                  <a:lnTo>
                    <a:pt x="9056" y="5598"/>
                  </a:lnTo>
                  <a:lnTo>
                    <a:pt x="9531" y="5624"/>
                  </a:lnTo>
                  <a:lnTo>
                    <a:pt x="10006" y="5650"/>
                  </a:lnTo>
                  <a:lnTo>
                    <a:pt x="10983" y="5650"/>
                  </a:lnTo>
                  <a:lnTo>
                    <a:pt x="11458" y="5624"/>
                  </a:lnTo>
                  <a:lnTo>
                    <a:pt x="11933" y="5571"/>
                  </a:lnTo>
                  <a:lnTo>
                    <a:pt x="12408" y="5492"/>
                  </a:lnTo>
                  <a:lnTo>
                    <a:pt x="12884" y="5386"/>
                  </a:lnTo>
                  <a:lnTo>
                    <a:pt x="13359" y="5281"/>
                  </a:lnTo>
                  <a:lnTo>
                    <a:pt x="13808" y="5122"/>
                  </a:lnTo>
                  <a:lnTo>
                    <a:pt x="14256" y="4964"/>
                  </a:lnTo>
                  <a:lnTo>
                    <a:pt x="14705" y="4779"/>
                  </a:lnTo>
                  <a:lnTo>
                    <a:pt x="14996" y="4621"/>
                  </a:lnTo>
                  <a:lnTo>
                    <a:pt x="15312" y="4436"/>
                  </a:lnTo>
                  <a:lnTo>
                    <a:pt x="15603" y="4225"/>
                  </a:lnTo>
                  <a:lnTo>
                    <a:pt x="15867" y="3987"/>
                  </a:lnTo>
                  <a:lnTo>
                    <a:pt x="16104" y="3750"/>
                  </a:lnTo>
                  <a:lnTo>
                    <a:pt x="16289" y="3459"/>
                  </a:lnTo>
                  <a:lnTo>
                    <a:pt x="16421" y="3169"/>
                  </a:lnTo>
                  <a:lnTo>
                    <a:pt x="16474" y="3010"/>
                  </a:lnTo>
                  <a:lnTo>
                    <a:pt x="16500" y="2826"/>
                  </a:lnTo>
                  <a:lnTo>
                    <a:pt x="16527" y="2535"/>
                  </a:lnTo>
                  <a:lnTo>
                    <a:pt x="16500" y="2245"/>
                  </a:lnTo>
                  <a:lnTo>
                    <a:pt x="16421" y="1954"/>
                  </a:lnTo>
                  <a:lnTo>
                    <a:pt x="16289" y="1690"/>
                  </a:lnTo>
                  <a:lnTo>
                    <a:pt x="16131" y="1426"/>
                  </a:lnTo>
                  <a:lnTo>
                    <a:pt x="15946" y="1189"/>
                  </a:lnTo>
                  <a:lnTo>
                    <a:pt x="15735" y="978"/>
                  </a:lnTo>
                  <a:lnTo>
                    <a:pt x="15497" y="793"/>
                  </a:lnTo>
                  <a:lnTo>
                    <a:pt x="15233" y="634"/>
                  </a:lnTo>
                  <a:lnTo>
                    <a:pt x="14969" y="502"/>
                  </a:lnTo>
                  <a:lnTo>
                    <a:pt x="14705" y="397"/>
                  </a:lnTo>
                  <a:lnTo>
                    <a:pt x="14415" y="318"/>
                  </a:lnTo>
                  <a:lnTo>
                    <a:pt x="14124" y="238"/>
                  </a:lnTo>
                  <a:lnTo>
                    <a:pt x="13834" y="186"/>
                  </a:lnTo>
                  <a:lnTo>
                    <a:pt x="13227" y="80"/>
                  </a:lnTo>
                  <a:lnTo>
                    <a:pt x="12540" y="27"/>
                  </a:lnTo>
                  <a:lnTo>
                    <a:pt x="118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22"/>
            <p:cNvSpPr/>
            <p:nvPr/>
          </p:nvSpPr>
          <p:spPr>
            <a:xfrm>
              <a:off x="5049126" y="2897205"/>
              <a:ext cx="469532" cy="160545"/>
            </a:xfrm>
            <a:custGeom>
              <a:rect b="b" l="l" r="r" t="t"/>
              <a:pathLst>
                <a:path extrusionOk="0" fill="none" h="5651" w="16527">
                  <a:moveTo>
                    <a:pt x="1" y="2403"/>
                  </a:moveTo>
                  <a:lnTo>
                    <a:pt x="1" y="2403"/>
                  </a:lnTo>
                  <a:lnTo>
                    <a:pt x="1743" y="3248"/>
                  </a:lnTo>
                  <a:lnTo>
                    <a:pt x="2614" y="3670"/>
                  </a:lnTo>
                  <a:lnTo>
                    <a:pt x="3485" y="4040"/>
                  </a:lnTo>
                  <a:lnTo>
                    <a:pt x="4383" y="4410"/>
                  </a:lnTo>
                  <a:lnTo>
                    <a:pt x="5307" y="4726"/>
                  </a:lnTo>
                  <a:lnTo>
                    <a:pt x="6204" y="5017"/>
                  </a:lnTo>
                  <a:lnTo>
                    <a:pt x="7155" y="5281"/>
                  </a:lnTo>
                  <a:lnTo>
                    <a:pt x="7155" y="5281"/>
                  </a:lnTo>
                  <a:lnTo>
                    <a:pt x="8079" y="5466"/>
                  </a:lnTo>
                  <a:lnTo>
                    <a:pt x="8580" y="5545"/>
                  </a:lnTo>
                  <a:lnTo>
                    <a:pt x="9056" y="5598"/>
                  </a:lnTo>
                  <a:lnTo>
                    <a:pt x="9531" y="5624"/>
                  </a:lnTo>
                  <a:lnTo>
                    <a:pt x="10006" y="5650"/>
                  </a:lnTo>
                  <a:lnTo>
                    <a:pt x="10508" y="5650"/>
                  </a:lnTo>
                  <a:lnTo>
                    <a:pt x="10983" y="5650"/>
                  </a:lnTo>
                  <a:lnTo>
                    <a:pt x="11458" y="5624"/>
                  </a:lnTo>
                  <a:lnTo>
                    <a:pt x="11933" y="5571"/>
                  </a:lnTo>
                  <a:lnTo>
                    <a:pt x="12408" y="5492"/>
                  </a:lnTo>
                  <a:lnTo>
                    <a:pt x="12884" y="5386"/>
                  </a:lnTo>
                  <a:lnTo>
                    <a:pt x="13359" y="5281"/>
                  </a:lnTo>
                  <a:lnTo>
                    <a:pt x="13808" y="5122"/>
                  </a:lnTo>
                  <a:lnTo>
                    <a:pt x="14256" y="4964"/>
                  </a:lnTo>
                  <a:lnTo>
                    <a:pt x="14705" y="4779"/>
                  </a:lnTo>
                  <a:lnTo>
                    <a:pt x="14705" y="4779"/>
                  </a:lnTo>
                  <a:lnTo>
                    <a:pt x="14996" y="4621"/>
                  </a:lnTo>
                  <a:lnTo>
                    <a:pt x="15312" y="4436"/>
                  </a:lnTo>
                  <a:lnTo>
                    <a:pt x="15603" y="4225"/>
                  </a:lnTo>
                  <a:lnTo>
                    <a:pt x="15867" y="3987"/>
                  </a:lnTo>
                  <a:lnTo>
                    <a:pt x="16104" y="3750"/>
                  </a:lnTo>
                  <a:lnTo>
                    <a:pt x="16289" y="3459"/>
                  </a:lnTo>
                  <a:lnTo>
                    <a:pt x="16421" y="3169"/>
                  </a:lnTo>
                  <a:lnTo>
                    <a:pt x="16474" y="3010"/>
                  </a:lnTo>
                  <a:lnTo>
                    <a:pt x="16500" y="2826"/>
                  </a:lnTo>
                  <a:lnTo>
                    <a:pt x="16500" y="2826"/>
                  </a:lnTo>
                  <a:lnTo>
                    <a:pt x="16527" y="2535"/>
                  </a:lnTo>
                  <a:lnTo>
                    <a:pt x="16500" y="2245"/>
                  </a:lnTo>
                  <a:lnTo>
                    <a:pt x="16421" y="1954"/>
                  </a:lnTo>
                  <a:lnTo>
                    <a:pt x="16289" y="1690"/>
                  </a:lnTo>
                  <a:lnTo>
                    <a:pt x="16131" y="1426"/>
                  </a:lnTo>
                  <a:lnTo>
                    <a:pt x="15946" y="1189"/>
                  </a:lnTo>
                  <a:lnTo>
                    <a:pt x="15735" y="978"/>
                  </a:lnTo>
                  <a:lnTo>
                    <a:pt x="15497" y="793"/>
                  </a:lnTo>
                  <a:lnTo>
                    <a:pt x="15497" y="793"/>
                  </a:lnTo>
                  <a:lnTo>
                    <a:pt x="15233" y="634"/>
                  </a:lnTo>
                  <a:lnTo>
                    <a:pt x="14969" y="502"/>
                  </a:lnTo>
                  <a:lnTo>
                    <a:pt x="14705" y="397"/>
                  </a:lnTo>
                  <a:lnTo>
                    <a:pt x="14415" y="318"/>
                  </a:lnTo>
                  <a:lnTo>
                    <a:pt x="14124" y="238"/>
                  </a:lnTo>
                  <a:lnTo>
                    <a:pt x="13834" y="186"/>
                  </a:lnTo>
                  <a:lnTo>
                    <a:pt x="13227" y="80"/>
                  </a:lnTo>
                  <a:lnTo>
                    <a:pt x="13227" y="80"/>
                  </a:lnTo>
                  <a:lnTo>
                    <a:pt x="12540" y="27"/>
                  </a:lnTo>
                  <a:lnTo>
                    <a:pt x="11854" y="1"/>
                  </a:lnTo>
                  <a:lnTo>
                    <a:pt x="11168" y="1"/>
                  </a:lnTo>
                  <a:lnTo>
                    <a:pt x="10481" y="27"/>
                  </a:lnTo>
                  <a:lnTo>
                    <a:pt x="9795" y="80"/>
                  </a:lnTo>
                  <a:lnTo>
                    <a:pt x="9135" y="133"/>
                  </a:lnTo>
                  <a:lnTo>
                    <a:pt x="8448" y="238"/>
                  </a:lnTo>
                  <a:lnTo>
                    <a:pt x="7762" y="344"/>
                  </a:lnTo>
                  <a:lnTo>
                    <a:pt x="6416" y="634"/>
                  </a:lnTo>
                  <a:lnTo>
                    <a:pt x="5069" y="951"/>
                  </a:lnTo>
                  <a:lnTo>
                    <a:pt x="3723" y="1321"/>
                  </a:lnTo>
                  <a:lnTo>
                    <a:pt x="2377" y="169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22"/>
            <p:cNvSpPr/>
            <p:nvPr/>
          </p:nvSpPr>
          <p:spPr>
            <a:xfrm>
              <a:off x="5283130" y="4136942"/>
              <a:ext cx="403536" cy="333761"/>
            </a:xfrm>
            <a:custGeom>
              <a:rect b="b" l="l" r="r" t="t"/>
              <a:pathLst>
                <a:path extrusionOk="0" h="11748" w="14204">
                  <a:moveTo>
                    <a:pt x="9135" y="0"/>
                  </a:moveTo>
                  <a:lnTo>
                    <a:pt x="0" y="6732"/>
                  </a:lnTo>
                  <a:lnTo>
                    <a:pt x="4937" y="11748"/>
                  </a:lnTo>
                  <a:lnTo>
                    <a:pt x="14203" y="5174"/>
                  </a:lnTo>
                  <a:lnTo>
                    <a:pt x="9135" y="0"/>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22"/>
            <p:cNvSpPr/>
            <p:nvPr/>
          </p:nvSpPr>
          <p:spPr>
            <a:xfrm>
              <a:off x="5400856" y="4271174"/>
              <a:ext cx="399786" cy="427542"/>
            </a:xfrm>
            <a:custGeom>
              <a:rect b="b" l="l" r="r" t="t"/>
              <a:pathLst>
                <a:path extrusionOk="0" h="15049" w="14072">
                  <a:moveTo>
                    <a:pt x="9637" y="1"/>
                  </a:moveTo>
                  <a:lnTo>
                    <a:pt x="635" y="6864"/>
                  </a:lnTo>
                  <a:lnTo>
                    <a:pt x="1928" y="8105"/>
                  </a:lnTo>
                  <a:lnTo>
                    <a:pt x="1611" y="8448"/>
                  </a:lnTo>
                  <a:lnTo>
                    <a:pt x="1347" y="8765"/>
                  </a:lnTo>
                  <a:lnTo>
                    <a:pt x="1083" y="9108"/>
                  </a:lnTo>
                  <a:lnTo>
                    <a:pt x="872" y="9452"/>
                  </a:lnTo>
                  <a:lnTo>
                    <a:pt x="687" y="9768"/>
                  </a:lnTo>
                  <a:lnTo>
                    <a:pt x="529" y="10085"/>
                  </a:lnTo>
                  <a:lnTo>
                    <a:pt x="397" y="10402"/>
                  </a:lnTo>
                  <a:lnTo>
                    <a:pt x="265" y="10719"/>
                  </a:lnTo>
                  <a:lnTo>
                    <a:pt x="186" y="11009"/>
                  </a:lnTo>
                  <a:lnTo>
                    <a:pt x="107" y="11326"/>
                  </a:lnTo>
                  <a:lnTo>
                    <a:pt x="54" y="11616"/>
                  </a:lnTo>
                  <a:lnTo>
                    <a:pt x="27" y="11880"/>
                  </a:lnTo>
                  <a:lnTo>
                    <a:pt x="1" y="12435"/>
                  </a:lnTo>
                  <a:lnTo>
                    <a:pt x="54" y="12936"/>
                  </a:lnTo>
                  <a:lnTo>
                    <a:pt x="107" y="13385"/>
                  </a:lnTo>
                  <a:lnTo>
                    <a:pt x="212" y="13808"/>
                  </a:lnTo>
                  <a:lnTo>
                    <a:pt x="344" y="14177"/>
                  </a:lnTo>
                  <a:lnTo>
                    <a:pt x="476" y="14468"/>
                  </a:lnTo>
                  <a:lnTo>
                    <a:pt x="687" y="14890"/>
                  </a:lnTo>
                  <a:lnTo>
                    <a:pt x="793" y="15048"/>
                  </a:lnTo>
                  <a:lnTo>
                    <a:pt x="14072" y="4805"/>
                  </a:lnTo>
                  <a:lnTo>
                    <a:pt x="9637"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22"/>
            <p:cNvSpPr/>
            <p:nvPr/>
          </p:nvSpPr>
          <p:spPr>
            <a:xfrm>
              <a:off x="5400856" y="4535917"/>
              <a:ext cx="77304" cy="16535"/>
            </a:xfrm>
            <a:custGeom>
              <a:rect b="b" l="l" r="r" t="t"/>
              <a:pathLst>
                <a:path extrusionOk="0" h="582" w="2721">
                  <a:moveTo>
                    <a:pt x="2694" y="1"/>
                  </a:moveTo>
                  <a:lnTo>
                    <a:pt x="2007" y="80"/>
                  </a:lnTo>
                  <a:lnTo>
                    <a:pt x="1347" y="185"/>
                  </a:lnTo>
                  <a:lnTo>
                    <a:pt x="687" y="344"/>
                  </a:lnTo>
                  <a:lnTo>
                    <a:pt x="27" y="502"/>
                  </a:lnTo>
                  <a:lnTo>
                    <a:pt x="1" y="502"/>
                  </a:lnTo>
                  <a:lnTo>
                    <a:pt x="1" y="555"/>
                  </a:lnTo>
                  <a:lnTo>
                    <a:pt x="27" y="581"/>
                  </a:lnTo>
                  <a:lnTo>
                    <a:pt x="687" y="423"/>
                  </a:lnTo>
                  <a:lnTo>
                    <a:pt x="1347" y="265"/>
                  </a:lnTo>
                  <a:lnTo>
                    <a:pt x="2007" y="159"/>
                  </a:lnTo>
                  <a:lnTo>
                    <a:pt x="2694" y="80"/>
                  </a:lnTo>
                  <a:lnTo>
                    <a:pt x="2720" y="80"/>
                  </a:lnTo>
                  <a:lnTo>
                    <a:pt x="2720" y="53"/>
                  </a:lnTo>
                  <a:lnTo>
                    <a:pt x="2720" y="27"/>
                  </a:lnTo>
                  <a:lnTo>
                    <a:pt x="269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22"/>
            <p:cNvSpPr/>
            <p:nvPr/>
          </p:nvSpPr>
          <p:spPr>
            <a:xfrm>
              <a:off x="5418867" y="4514184"/>
              <a:ext cx="72786" cy="10512"/>
            </a:xfrm>
            <a:custGeom>
              <a:rect b="b" l="l" r="r" t="t"/>
              <a:pathLst>
                <a:path extrusionOk="0" h="370" w="2562">
                  <a:moveTo>
                    <a:pt x="2509" y="0"/>
                  </a:moveTo>
                  <a:lnTo>
                    <a:pt x="53" y="290"/>
                  </a:lnTo>
                  <a:lnTo>
                    <a:pt x="27" y="317"/>
                  </a:lnTo>
                  <a:lnTo>
                    <a:pt x="1" y="343"/>
                  </a:lnTo>
                  <a:lnTo>
                    <a:pt x="27" y="370"/>
                  </a:lnTo>
                  <a:lnTo>
                    <a:pt x="53" y="370"/>
                  </a:lnTo>
                  <a:lnTo>
                    <a:pt x="2509" y="79"/>
                  </a:lnTo>
                  <a:lnTo>
                    <a:pt x="2535" y="53"/>
                  </a:lnTo>
                  <a:lnTo>
                    <a:pt x="2561" y="26"/>
                  </a:lnTo>
                  <a:lnTo>
                    <a:pt x="25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22"/>
            <p:cNvSpPr/>
            <p:nvPr/>
          </p:nvSpPr>
          <p:spPr>
            <a:xfrm>
              <a:off x="4940377" y="4664922"/>
              <a:ext cx="69036" cy="39774"/>
            </a:xfrm>
            <a:custGeom>
              <a:rect b="b" l="l" r="r" t="t"/>
              <a:pathLst>
                <a:path extrusionOk="0" h="1400" w="2430">
                  <a:moveTo>
                    <a:pt x="1" y="0"/>
                  </a:moveTo>
                  <a:lnTo>
                    <a:pt x="1" y="53"/>
                  </a:lnTo>
                  <a:lnTo>
                    <a:pt x="634" y="370"/>
                  </a:lnTo>
                  <a:lnTo>
                    <a:pt x="1215" y="687"/>
                  </a:lnTo>
                  <a:lnTo>
                    <a:pt x="1822" y="1030"/>
                  </a:lnTo>
                  <a:lnTo>
                    <a:pt x="2377" y="1399"/>
                  </a:lnTo>
                  <a:lnTo>
                    <a:pt x="2429" y="1399"/>
                  </a:lnTo>
                  <a:lnTo>
                    <a:pt x="2429" y="1373"/>
                  </a:lnTo>
                  <a:lnTo>
                    <a:pt x="2429" y="1347"/>
                  </a:lnTo>
                  <a:lnTo>
                    <a:pt x="1849" y="977"/>
                  </a:lnTo>
                  <a:lnTo>
                    <a:pt x="1268" y="608"/>
                  </a:lnTo>
                  <a:lnTo>
                    <a:pt x="661" y="291"/>
                  </a:lnTo>
                  <a:lnTo>
                    <a:pt x="5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22"/>
            <p:cNvSpPr/>
            <p:nvPr/>
          </p:nvSpPr>
          <p:spPr>
            <a:xfrm>
              <a:off x="4972621" y="4655178"/>
              <a:ext cx="61536" cy="41280"/>
            </a:xfrm>
            <a:custGeom>
              <a:rect b="b" l="l" r="r" t="t"/>
              <a:pathLst>
                <a:path extrusionOk="0" h="1453" w="2166">
                  <a:moveTo>
                    <a:pt x="27" y="0"/>
                  </a:moveTo>
                  <a:lnTo>
                    <a:pt x="1" y="27"/>
                  </a:lnTo>
                  <a:lnTo>
                    <a:pt x="1" y="53"/>
                  </a:lnTo>
                  <a:lnTo>
                    <a:pt x="1" y="79"/>
                  </a:lnTo>
                  <a:lnTo>
                    <a:pt x="2113" y="1452"/>
                  </a:lnTo>
                  <a:lnTo>
                    <a:pt x="2139" y="1452"/>
                  </a:lnTo>
                  <a:lnTo>
                    <a:pt x="2166" y="1426"/>
                  </a:lnTo>
                  <a:lnTo>
                    <a:pt x="2166" y="1399"/>
                  </a:lnTo>
                  <a:lnTo>
                    <a:pt x="2166" y="1373"/>
                  </a:lnTo>
                  <a:lnTo>
                    <a:pt x="5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22"/>
            <p:cNvSpPr/>
            <p:nvPr/>
          </p:nvSpPr>
          <p:spPr>
            <a:xfrm>
              <a:off x="4940377" y="2842461"/>
              <a:ext cx="428281" cy="1692810"/>
            </a:xfrm>
            <a:custGeom>
              <a:rect b="b" l="l" r="r" t="t"/>
              <a:pathLst>
                <a:path extrusionOk="0" h="59585" w="15075">
                  <a:moveTo>
                    <a:pt x="106" y="1"/>
                  </a:moveTo>
                  <a:lnTo>
                    <a:pt x="1" y="9531"/>
                  </a:lnTo>
                  <a:lnTo>
                    <a:pt x="212" y="12752"/>
                  </a:lnTo>
                  <a:lnTo>
                    <a:pt x="423" y="15972"/>
                  </a:lnTo>
                  <a:lnTo>
                    <a:pt x="608" y="19219"/>
                  </a:lnTo>
                  <a:lnTo>
                    <a:pt x="740" y="22440"/>
                  </a:lnTo>
                  <a:lnTo>
                    <a:pt x="872" y="25687"/>
                  </a:lnTo>
                  <a:lnTo>
                    <a:pt x="1004" y="28908"/>
                  </a:lnTo>
                  <a:lnTo>
                    <a:pt x="1083" y="32102"/>
                  </a:lnTo>
                  <a:lnTo>
                    <a:pt x="1162" y="35297"/>
                  </a:lnTo>
                  <a:lnTo>
                    <a:pt x="1294" y="41606"/>
                  </a:lnTo>
                  <a:lnTo>
                    <a:pt x="1347" y="47757"/>
                  </a:lnTo>
                  <a:lnTo>
                    <a:pt x="1400" y="53697"/>
                  </a:lnTo>
                  <a:lnTo>
                    <a:pt x="1400" y="59452"/>
                  </a:lnTo>
                  <a:lnTo>
                    <a:pt x="14732" y="59584"/>
                  </a:lnTo>
                  <a:lnTo>
                    <a:pt x="14837" y="54489"/>
                  </a:lnTo>
                  <a:lnTo>
                    <a:pt x="14943" y="49341"/>
                  </a:lnTo>
                  <a:lnTo>
                    <a:pt x="15048" y="44141"/>
                  </a:lnTo>
                  <a:lnTo>
                    <a:pt x="15048" y="41553"/>
                  </a:lnTo>
                  <a:lnTo>
                    <a:pt x="15075" y="38940"/>
                  </a:lnTo>
                  <a:lnTo>
                    <a:pt x="15048" y="36353"/>
                  </a:lnTo>
                  <a:lnTo>
                    <a:pt x="14996" y="33766"/>
                  </a:lnTo>
                  <a:lnTo>
                    <a:pt x="14916" y="31178"/>
                  </a:lnTo>
                  <a:lnTo>
                    <a:pt x="14784" y="28618"/>
                  </a:lnTo>
                  <a:lnTo>
                    <a:pt x="14626" y="26057"/>
                  </a:lnTo>
                  <a:lnTo>
                    <a:pt x="14415" y="23549"/>
                  </a:lnTo>
                  <a:lnTo>
                    <a:pt x="14151" y="21041"/>
                  </a:lnTo>
                  <a:lnTo>
                    <a:pt x="13834" y="18559"/>
                  </a:lnTo>
                  <a:lnTo>
                    <a:pt x="11616" y="1241"/>
                  </a:lnTo>
                  <a:lnTo>
                    <a:pt x="5149" y="529"/>
                  </a:lnTo>
                  <a:lnTo>
                    <a:pt x="106" y="1"/>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22"/>
            <p:cNvSpPr/>
            <p:nvPr/>
          </p:nvSpPr>
          <p:spPr>
            <a:xfrm>
              <a:off x="4842878" y="2942205"/>
              <a:ext cx="780053" cy="1482803"/>
            </a:xfrm>
            <a:custGeom>
              <a:rect b="b" l="l" r="r" t="t"/>
              <a:pathLst>
                <a:path extrusionOk="0" h="52193" w="27457">
                  <a:moveTo>
                    <a:pt x="18982" y="1"/>
                  </a:moveTo>
                  <a:lnTo>
                    <a:pt x="7894" y="898"/>
                  </a:lnTo>
                  <a:lnTo>
                    <a:pt x="11115" y="9029"/>
                  </a:lnTo>
                  <a:lnTo>
                    <a:pt x="2086" y="21648"/>
                  </a:lnTo>
                  <a:lnTo>
                    <a:pt x="1637" y="22282"/>
                  </a:lnTo>
                  <a:lnTo>
                    <a:pt x="1241" y="22942"/>
                  </a:lnTo>
                  <a:lnTo>
                    <a:pt x="898" y="23576"/>
                  </a:lnTo>
                  <a:lnTo>
                    <a:pt x="608" y="24209"/>
                  </a:lnTo>
                  <a:lnTo>
                    <a:pt x="370" y="24869"/>
                  </a:lnTo>
                  <a:lnTo>
                    <a:pt x="185" y="25503"/>
                  </a:lnTo>
                  <a:lnTo>
                    <a:pt x="106" y="25846"/>
                  </a:lnTo>
                  <a:lnTo>
                    <a:pt x="53" y="26189"/>
                  </a:lnTo>
                  <a:lnTo>
                    <a:pt x="27" y="26506"/>
                  </a:lnTo>
                  <a:lnTo>
                    <a:pt x="1" y="26849"/>
                  </a:lnTo>
                  <a:lnTo>
                    <a:pt x="1" y="27192"/>
                  </a:lnTo>
                  <a:lnTo>
                    <a:pt x="27" y="27562"/>
                  </a:lnTo>
                  <a:lnTo>
                    <a:pt x="53" y="27905"/>
                  </a:lnTo>
                  <a:lnTo>
                    <a:pt x="133" y="28275"/>
                  </a:lnTo>
                  <a:lnTo>
                    <a:pt x="185" y="28618"/>
                  </a:lnTo>
                  <a:lnTo>
                    <a:pt x="291" y="28987"/>
                  </a:lnTo>
                  <a:lnTo>
                    <a:pt x="397" y="29383"/>
                  </a:lnTo>
                  <a:lnTo>
                    <a:pt x="555" y="29753"/>
                  </a:lnTo>
                  <a:lnTo>
                    <a:pt x="687" y="30149"/>
                  </a:lnTo>
                  <a:lnTo>
                    <a:pt x="872" y="30545"/>
                  </a:lnTo>
                  <a:lnTo>
                    <a:pt x="1083" y="30941"/>
                  </a:lnTo>
                  <a:lnTo>
                    <a:pt x="1294" y="31337"/>
                  </a:lnTo>
                  <a:lnTo>
                    <a:pt x="1822" y="32182"/>
                  </a:lnTo>
                  <a:lnTo>
                    <a:pt x="2429" y="33053"/>
                  </a:lnTo>
                  <a:lnTo>
                    <a:pt x="17952" y="52192"/>
                  </a:lnTo>
                  <a:lnTo>
                    <a:pt x="27456" y="44378"/>
                  </a:lnTo>
                  <a:lnTo>
                    <a:pt x="13464" y="26928"/>
                  </a:lnTo>
                  <a:lnTo>
                    <a:pt x="22335" y="16184"/>
                  </a:lnTo>
                  <a:lnTo>
                    <a:pt x="22440" y="15999"/>
                  </a:lnTo>
                  <a:lnTo>
                    <a:pt x="22784" y="15497"/>
                  </a:lnTo>
                  <a:lnTo>
                    <a:pt x="22995" y="15154"/>
                  </a:lnTo>
                  <a:lnTo>
                    <a:pt x="23206" y="14732"/>
                  </a:lnTo>
                  <a:lnTo>
                    <a:pt x="23444" y="14283"/>
                  </a:lnTo>
                  <a:lnTo>
                    <a:pt x="23681" y="13755"/>
                  </a:lnTo>
                  <a:lnTo>
                    <a:pt x="23892" y="13201"/>
                  </a:lnTo>
                  <a:lnTo>
                    <a:pt x="24077" y="12620"/>
                  </a:lnTo>
                  <a:lnTo>
                    <a:pt x="24236" y="11986"/>
                  </a:lnTo>
                  <a:lnTo>
                    <a:pt x="24341" y="11353"/>
                  </a:lnTo>
                  <a:lnTo>
                    <a:pt x="24368" y="11009"/>
                  </a:lnTo>
                  <a:lnTo>
                    <a:pt x="24368" y="10666"/>
                  </a:lnTo>
                  <a:lnTo>
                    <a:pt x="24368" y="10349"/>
                  </a:lnTo>
                  <a:lnTo>
                    <a:pt x="24368" y="10006"/>
                  </a:lnTo>
                  <a:lnTo>
                    <a:pt x="24315" y="9663"/>
                  </a:lnTo>
                  <a:lnTo>
                    <a:pt x="24262" y="9320"/>
                  </a:lnTo>
                  <a:lnTo>
                    <a:pt x="24183" y="8977"/>
                  </a:lnTo>
                  <a:lnTo>
                    <a:pt x="24077" y="8633"/>
                  </a:lnTo>
                  <a:lnTo>
                    <a:pt x="23813" y="7947"/>
                  </a:lnTo>
                  <a:lnTo>
                    <a:pt x="23496" y="7234"/>
                  </a:lnTo>
                  <a:lnTo>
                    <a:pt x="23127" y="6495"/>
                  </a:lnTo>
                  <a:lnTo>
                    <a:pt x="22757" y="5756"/>
                  </a:lnTo>
                  <a:lnTo>
                    <a:pt x="22335" y="5043"/>
                  </a:lnTo>
                  <a:lnTo>
                    <a:pt x="21912" y="4330"/>
                  </a:lnTo>
                  <a:lnTo>
                    <a:pt x="21068" y="2958"/>
                  </a:lnTo>
                  <a:lnTo>
                    <a:pt x="20276" y="1796"/>
                  </a:lnTo>
                  <a:lnTo>
                    <a:pt x="19616" y="846"/>
                  </a:lnTo>
                  <a:lnTo>
                    <a:pt x="1898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22"/>
            <p:cNvSpPr/>
            <p:nvPr/>
          </p:nvSpPr>
          <p:spPr>
            <a:xfrm>
              <a:off x="4836884" y="3197970"/>
              <a:ext cx="516778" cy="1228534"/>
            </a:xfrm>
            <a:custGeom>
              <a:rect b="b" l="l" r="r" t="t"/>
              <a:pathLst>
                <a:path extrusionOk="0" h="43243" w="18190">
                  <a:moveTo>
                    <a:pt x="11326" y="0"/>
                  </a:moveTo>
                  <a:lnTo>
                    <a:pt x="11300" y="26"/>
                  </a:lnTo>
                  <a:lnTo>
                    <a:pt x="9267" y="2878"/>
                  </a:lnTo>
                  <a:lnTo>
                    <a:pt x="5016" y="8817"/>
                  </a:lnTo>
                  <a:lnTo>
                    <a:pt x="2931" y="11748"/>
                  </a:lnTo>
                  <a:lnTo>
                    <a:pt x="1875" y="13147"/>
                  </a:lnTo>
                  <a:lnTo>
                    <a:pt x="1400" y="13860"/>
                  </a:lnTo>
                  <a:lnTo>
                    <a:pt x="1162" y="14229"/>
                  </a:lnTo>
                  <a:lnTo>
                    <a:pt x="977" y="14625"/>
                  </a:lnTo>
                  <a:lnTo>
                    <a:pt x="740" y="15100"/>
                  </a:lnTo>
                  <a:lnTo>
                    <a:pt x="555" y="15602"/>
                  </a:lnTo>
                  <a:lnTo>
                    <a:pt x="370" y="16130"/>
                  </a:lnTo>
                  <a:lnTo>
                    <a:pt x="238" y="16658"/>
                  </a:lnTo>
                  <a:lnTo>
                    <a:pt x="106" y="17186"/>
                  </a:lnTo>
                  <a:lnTo>
                    <a:pt x="53" y="17714"/>
                  </a:lnTo>
                  <a:lnTo>
                    <a:pt x="0" y="18268"/>
                  </a:lnTo>
                  <a:lnTo>
                    <a:pt x="27" y="18796"/>
                  </a:lnTo>
                  <a:lnTo>
                    <a:pt x="80" y="19404"/>
                  </a:lnTo>
                  <a:lnTo>
                    <a:pt x="212" y="20011"/>
                  </a:lnTo>
                  <a:lnTo>
                    <a:pt x="370" y="20592"/>
                  </a:lnTo>
                  <a:lnTo>
                    <a:pt x="581" y="21172"/>
                  </a:lnTo>
                  <a:lnTo>
                    <a:pt x="845" y="21727"/>
                  </a:lnTo>
                  <a:lnTo>
                    <a:pt x="1136" y="22281"/>
                  </a:lnTo>
                  <a:lnTo>
                    <a:pt x="1452" y="22809"/>
                  </a:lnTo>
                  <a:lnTo>
                    <a:pt x="1796" y="23311"/>
                  </a:lnTo>
                  <a:lnTo>
                    <a:pt x="2112" y="23707"/>
                  </a:lnTo>
                  <a:lnTo>
                    <a:pt x="2456" y="24129"/>
                  </a:lnTo>
                  <a:lnTo>
                    <a:pt x="3116" y="24947"/>
                  </a:lnTo>
                  <a:lnTo>
                    <a:pt x="5861" y="28274"/>
                  </a:lnTo>
                  <a:lnTo>
                    <a:pt x="9557" y="32762"/>
                  </a:lnTo>
                  <a:lnTo>
                    <a:pt x="13332" y="37382"/>
                  </a:lnTo>
                  <a:lnTo>
                    <a:pt x="16447" y="41183"/>
                  </a:lnTo>
                  <a:lnTo>
                    <a:pt x="18058" y="43137"/>
                  </a:lnTo>
                  <a:lnTo>
                    <a:pt x="18137" y="43216"/>
                  </a:lnTo>
                  <a:lnTo>
                    <a:pt x="18163" y="43242"/>
                  </a:lnTo>
                  <a:lnTo>
                    <a:pt x="18190" y="43216"/>
                  </a:lnTo>
                  <a:lnTo>
                    <a:pt x="18190" y="43189"/>
                  </a:lnTo>
                  <a:lnTo>
                    <a:pt x="18190" y="43163"/>
                  </a:lnTo>
                  <a:lnTo>
                    <a:pt x="17081" y="41817"/>
                  </a:lnTo>
                  <a:lnTo>
                    <a:pt x="14283" y="38411"/>
                  </a:lnTo>
                  <a:lnTo>
                    <a:pt x="10613" y="33950"/>
                  </a:lnTo>
                  <a:lnTo>
                    <a:pt x="6864" y="29356"/>
                  </a:lnTo>
                  <a:lnTo>
                    <a:pt x="3802" y="25634"/>
                  </a:lnTo>
                  <a:lnTo>
                    <a:pt x="2244" y="23733"/>
                  </a:lnTo>
                  <a:lnTo>
                    <a:pt x="1769" y="23126"/>
                  </a:lnTo>
                  <a:lnTo>
                    <a:pt x="1347" y="22492"/>
                  </a:lnTo>
                  <a:lnTo>
                    <a:pt x="977" y="21832"/>
                  </a:lnTo>
                  <a:lnTo>
                    <a:pt x="819" y="21516"/>
                  </a:lnTo>
                  <a:lnTo>
                    <a:pt x="687" y="21146"/>
                  </a:lnTo>
                  <a:lnTo>
                    <a:pt x="476" y="20592"/>
                  </a:lnTo>
                  <a:lnTo>
                    <a:pt x="291" y="19984"/>
                  </a:lnTo>
                  <a:lnTo>
                    <a:pt x="159" y="19377"/>
                  </a:lnTo>
                  <a:lnTo>
                    <a:pt x="132" y="19087"/>
                  </a:lnTo>
                  <a:lnTo>
                    <a:pt x="106" y="18770"/>
                  </a:lnTo>
                  <a:lnTo>
                    <a:pt x="106" y="18242"/>
                  </a:lnTo>
                  <a:lnTo>
                    <a:pt x="132" y="17714"/>
                  </a:lnTo>
                  <a:lnTo>
                    <a:pt x="212" y="17160"/>
                  </a:lnTo>
                  <a:lnTo>
                    <a:pt x="317" y="16658"/>
                  </a:lnTo>
                  <a:lnTo>
                    <a:pt x="476" y="16077"/>
                  </a:lnTo>
                  <a:lnTo>
                    <a:pt x="660" y="15496"/>
                  </a:lnTo>
                  <a:lnTo>
                    <a:pt x="898" y="14942"/>
                  </a:lnTo>
                  <a:lnTo>
                    <a:pt x="1162" y="14414"/>
                  </a:lnTo>
                  <a:lnTo>
                    <a:pt x="1400" y="14018"/>
                  </a:lnTo>
                  <a:lnTo>
                    <a:pt x="1637" y="13622"/>
                  </a:lnTo>
                  <a:lnTo>
                    <a:pt x="2192" y="12883"/>
                  </a:lnTo>
                  <a:lnTo>
                    <a:pt x="4119" y="10243"/>
                  </a:lnTo>
                  <a:lnTo>
                    <a:pt x="6284" y="7207"/>
                  </a:lnTo>
                  <a:lnTo>
                    <a:pt x="8448" y="4171"/>
                  </a:lnTo>
                  <a:lnTo>
                    <a:pt x="11247" y="238"/>
                  </a:lnTo>
                  <a:lnTo>
                    <a:pt x="11379" y="53"/>
                  </a:lnTo>
                  <a:lnTo>
                    <a:pt x="11379" y="26"/>
                  </a:lnTo>
                  <a:lnTo>
                    <a:pt x="113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22"/>
            <p:cNvSpPr/>
            <p:nvPr/>
          </p:nvSpPr>
          <p:spPr>
            <a:xfrm>
              <a:off x="5224636" y="3443963"/>
              <a:ext cx="399786" cy="759769"/>
            </a:xfrm>
            <a:custGeom>
              <a:rect b="b" l="l" r="r" t="t"/>
              <a:pathLst>
                <a:path extrusionOk="0" h="26743" w="14072">
                  <a:moveTo>
                    <a:pt x="7577" y="0"/>
                  </a:moveTo>
                  <a:lnTo>
                    <a:pt x="6811" y="924"/>
                  </a:lnTo>
                  <a:lnTo>
                    <a:pt x="5016" y="3142"/>
                  </a:lnTo>
                  <a:lnTo>
                    <a:pt x="2825" y="5808"/>
                  </a:lnTo>
                  <a:lnTo>
                    <a:pt x="950" y="8105"/>
                  </a:lnTo>
                  <a:lnTo>
                    <a:pt x="317" y="8870"/>
                  </a:lnTo>
                  <a:lnTo>
                    <a:pt x="158" y="9055"/>
                  </a:lnTo>
                  <a:lnTo>
                    <a:pt x="26" y="9240"/>
                  </a:lnTo>
                  <a:lnTo>
                    <a:pt x="0" y="9240"/>
                  </a:lnTo>
                  <a:lnTo>
                    <a:pt x="0" y="9266"/>
                  </a:lnTo>
                  <a:lnTo>
                    <a:pt x="0" y="9293"/>
                  </a:lnTo>
                  <a:lnTo>
                    <a:pt x="396" y="9768"/>
                  </a:lnTo>
                  <a:lnTo>
                    <a:pt x="1399" y="11035"/>
                  </a:lnTo>
                  <a:lnTo>
                    <a:pt x="2904" y="12909"/>
                  </a:lnTo>
                  <a:lnTo>
                    <a:pt x="4752" y="15206"/>
                  </a:lnTo>
                  <a:lnTo>
                    <a:pt x="6758" y="17714"/>
                  </a:lnTo>
                  <a:lnTo>
                    <a:pt x="8791" y="20222"/>
                  </a:lnTo>
                  <a:lnTo>
                    <a:pt x="10666" y="22598"/>
                  </a:lnTo>
                  <a:lnTo>
                    <a:pt x="12276" y="24578"/>
                  </a:lnTo>
                  <a:lnTo>
                    <a:pt x="13438" y="26030"/>
                  </a:lnTo>
                  <a:lnTo>
                    <a:pt x="13701" y="26373"/>
                  </a:lnTo>
                  <a:lnTo>
                    <a:pt x="13965" y="26716"/>
                  </a:lnTo>
                  <a:lnTo>
                    <a:pt x="13992" y="26743"/>
                  </a:lnTo>
                  <a:lnTo>
                    <a:pt x="14045" y="26743"/>
                  </a:lnTo>
                  <a:lnTo>
                    <a:pt x="14071" y="26716"/>
                  </a:lnTo>
                  <a:lnTo>
                    <a:pt x="14045" y="26690"/>
                  </a:lnTo>
                  <a:lnTo>
                    <a:pt x="13675" y="26215"/>
                  </a:lnTo>
                  <a:lnTo>
                    <a:pt x="12646" y="24948"/>
                  </a:lnTo>
                  <a:lnTo>
                    <a:pt x="11167" y="23073"/>
                  </a:lnTo>
                  <a:lnTo>
                    <a:pt x="9319" y="20776"/>
                  </a:lnTo>
                  <a:lnTo>
                    <a:pt x="7313" y="18268"/>
                  </a:lnTo>
                  <a:lnTo>
                    <a:pt x="5280" y="15760"/>
                  </a:lnTo>
                  <a:lnTo>
                    <a:pt x="3379" y="13385"/>
                  </a:lnTo>
                  <a:lnTo>
                    <a:pt x="1795" y="11405"/>
                  </a:lnTo>
                  <a:lnTo>
                    <a:pt x="634" y="9953"/>
                  </a:lnTo>
                  <a:lnTo>
                    <a:pt x="264" y="9504"/>
                  </a:lnTo>
                  <a:lnTo>
                    <a:pt x="185" y="9398"/>
                  </a:lnTo>
                  <a:lnTo>
                    <a:pt x="79" y="9266"/>
                  </a:lnTo>
                  <a:lnTo>
                    <a:pt x="77" y="9264"/>
                  </a:lnTo>
                  <a:lnTo>
                    <a:pt x="77" y="9264"/>
                  </a:lnTo>
                  <a:lnTo>
                    <a:pt x="818" y="8395"/>
                  </a:lnTo>
                  <a:lnTo>
                    <a:pt x="2614" y="6177"/>
                  </a:lnTo>
                  <a:lnTo>
                    <a:pt x="4805" y="3511"/>
                  </a:lnTo>
                  <a:lnTo>
                    <a:pt x="6679" y="1188"/>
                  </a:lnTo>
                  <a:lnTo>
                    <a:pt x="7313" y="449"/>
                  </a:lnTo>
                  <a:lnTo>
                    <a:pt x="7471" y="264"/>
                  </a:lnTo>
                  <a:lnTo>
                    <a:pt x="7603" y="79"/>
                  </a:lnTo>
                  <a:lnTo>
                    <a:pt x="7630" y="53"/>
                  </a:lnTo>
                  <a:lnTo>
                    <a:pt x="7630" y="26"/>
                  </a:lnTo>
                  <a:lnTo>
                    <a:pt x="763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22"/>
            <p:cNvSpPr/>
            <p:nvPr/>
          </p:nvSpPr>
          <p:spPr>
            <a:xfrm>
              <a:off x="4883389" y="2546213"/>
              <a:ext cx="654794" cy="453054"/>
            </a:xfrm>
            <a:custGeom>
              <a:rect b="b" l="l" r="r" t="t"/>
              <a:pathLst>
                <a:path extrusionOk="0" h="15947" w="23048">
                  <a:moveTo>
                    <a:pt x="3406" y="1"/>
                  </a:moveTo>
                  <a:lnTo>
                    <a:pt x="1056" y="11907"/>
                  </a:lnTo>
                  <a:lnTo>
                    <a:pt x="924" y="11960"/>
                  </a:lnTo>
                  <a:lnTo>
                    <a:pt x="766" y="12039"/>
                  </a:lnTo>
                  <a:lnTo>
                    <a:pt x="607" y="12171"/>
                  </a:lnTo>
                  <a:lnTo>
                    <a:pt x="423" y="12356"/>
                  </a:lnTo>
                  <a:lnTo>
                    <a:pt x="238" y="12593"/>
                  </a:lnTo>
                  <a:lnTo>
                    <a:pt x="159" y="12752"/>
                  </a:lnTo>
                  <a:lnTo>
                    <a:pt x="106" y="12937"/>
                  </a:lnTo>
                  <a:lnTo>
                    <a:pt x="27" y="13121"/>
                  </a:lnTo>
                  <a:lnTo>
                    <a:pt x="0" y="13333"/>
                  </a:lnTo>
                  <a:lnTo>
                    <a:pt x="0" y="13412"/>
                  </a:lnTo>
                  <a:lnTo>
                    <a:pt x="27" y="13465"/>
                  </a:lnTo>
                  <a:lnTo>
                    <a:pt x="132" y="13597"/>
                  </a:lnTo>
                  <a:lnTo>
                    <a:pt x="343" y="13755"/>
                  </a:lnTo>
                  <a:lnTo>
                    <a:pt x="607" y="13913"/>
                  </a:lnTo>
                  <a:lnTo>
                    <a:pt x="924" y="14098"/>
                  </a:lnTo>
                  <a:lnTo>
                    <a:pt x="1320" y="14257"/>
                  </a:lnTo>
                  <a:lnTo>
                    <a:pt x="1743" y="14415"/>
                  </a:lnTo>
                  <a:lnTo>
                    <a:pt x="2218" y="14573"/>
                  </a:lnTo>
                  <a:lnTo>
                    <a:pt x="3221" y="14890"/>
                  </a:lnTo>
                  <a:lnTo>
                    <a:pt x="3749" y="15022"/>
                  </a:lnTo>
                  <a:lnTo>
                    <a:pt x="4277" y="15128"/>
                  </a:lnTo>
                  <a:lnTo>
                    <a:pt x="4805" y="15233"/>
                  </a:lnTo>
                  <a:lnTo>
                    <a:pt x="5307" y="15313"/>
                  </a:lnTo>
                  <a:lnTo>
                    <a:pt x="5782" y="15339"/>
                  </a:lnTo>
                  <a:lnTo>
                    <a:pt x="6231" y="15365"/>
                  </a:lnTo>
                  <a:lnTo>
                    <a:pt x="7075" y="15339"/>
                  </a:lnTo>
                  <a:lnTo>
                    <a:pt x="7947" y="15286"/>
                  </a:lnTo>
                  <a:lnTo>
                    <a:pt x="8791" y="15207"/>
                  </a:lnTo>
                  <a:lnTo>
                    <a:pt x="9636" y="15075"/>
                  </a:lnTo>
                  <a:lnTo>
                    <a:pt x="11326" y="14811"/>
                  </a:lnTo>
                  <a:lnTo>
                    <a:pt x="13015" y="14494"/>
                  </a:lnTo>
                  <a:lnTo>
                    <a:pt x="14705" y="14230"/>
                  </a:lnTo>
                  <a:lnTo>
                    <a:pt x="15576" y="14098"/>
                  </a:lnTo>
                  <a:lnTo>
                    <a:pt x="16421" y="14019"/>
                  </a:lnTo>
                  <a:lnTo>
                    <a:pt x="17266" y="13966"/>
                  </a:lnTo>
                  <a:lnTo>
                    <a:pt x="18137" y="13940"/>
                  </a:lnTo>
                  <a:lnTo>
                    <a:pt x="18982" y="13966"/>
                  </a:lnTo>
                  <a:lnTo>
                    <a:pt x="19826" y="14045"/>
                  </a:lnTo>
                  <a:lnTo>
                    <a:pt x="20222" y="14098"/>
                  </a:lnTo>
                  <a:lnTo>
                    <a:pt x="20645" y="14204"/>
                  </a:lnTo>
                  <a:lnTo>
                    <a:pt x="20830" y="14257"/>
                  </a:lnTo>
                  <a:lnTo>
                    <a:pt x="21014" y="14336"/>
                  </a:lnTo>
                  <a:lnTo>
                    <a:pt x="21199" y="14415"/>
                  </a:lnTo>
                  <a:lnTo>
                    <a:pt x="21358" y="14521"/>
                  </a:lnTo>
                  <a:lnTo>
                    <a:pt x="21516" y="14653"/>
                  </a:lnTo>
                  <a:lnTo>
                    <a:pt x="21648" y="14811"/>
                  </a:lnTo>
                  <a:lnTo>
                    <a:pt x="21780" y="14996"/>
                  </a:lnTo>
                  <a:lnTo>
                    <a:pt x="21859" y="15181"/>
                  </a:lnTo>
                  <a:lnTo>
                    <a:pt x="21938" y="15365"/>
                  </a:lnTo>
                  <a:lnTo>
                    <a:pt x="21965" y="15550"/>
                  </a:lnTo>
                  <a:lnTo>
                    <a:pt x="21965" y="15761"/>
                  </a:lnTo>
                  <a:lnTo>
                    <a:pt x="21912" y="15946"/>
                  </a:lnTo>
                  <a:lnTo>
                    <a:pt x="22123" y="15841"/>
                  </a:lnTo>
                  <a:lnTo>
                    <a:pt x="22282" y="15709"/>
                  </a:lnTo>
                  <a:lnTo>
                    <a:pt x="22440" y="15577"/>
                  </a:lnTo>
                  <a:lnTo>
                    <a:pt x="22598" y="15418"/>
                  </a:lnTo>
                  <a:lnTo>
                    <a:pt x="22704" y="15233"/>
                  </a:lnTo>
                  <a:lnTo>
                    <a:pt x="22810" y="15049"/>
                  </a:lnTo>
                  <a:lnTo>
                    <a:pt x="22889" y="14837"/>
                  </a:lnTo>
                  <a:lnTo>
                    <a:pt x="22968" y="14626"/>
                  </a:lnTo>
                  <a:lnTo>
                    <a:pt x="23021" y="14415"/>
                  </a:lnTo>
                  <a:lnTo>
                    <a:pt x="23047" y="14204"/>
                  </a:lnTo>
                  <a:lnTo>
                    <a:pt x="23047" y="13966"/>
                  </a:lnTo>
                  <a:lnTo>
                    <a:pt x="23021" y="13755"/>
                  </a:lnTo>
                  <a:lnTo>
                    <a:pt x="22968" y="13544"/>
                  </a:lnTo>
                  <a:lnTo>
                    <a:pt x="22915" y="13333"/>
                  </a:lnTo>
                  <a:lnTo>
                    <a:pt x="22810" y="13148"/>
                  </a:lnTo>
                  <a:lnTo>
                    <a:pt x="22704" y="12963"/>
                  </a:lnTo>
                  <a:lnTo>
                    <a:pt x="22572" y="12805"/>
                  </a:lnTo>
                  <a:lnTo>
                    <a:pt x="22440" y="12673"/>
                  </a:lnTo>
                  <a:lnTo>
                    <a:pt x="22150" y="12435"/>
                  </a:lnTo>
                  <a:lnTo>
                    <a:pt x="21833" y="12197"/>
                  </a:lnTo>
                  <a:lnTo>
                    <a:pt x="21490" y="11986"/>
                  </a:lnTo>
                  <a:lnTo>
                    <a:pt x="21146" y="11801"/>
                  </a:lnTo>
                  <a:lnTo>
                    <a:pt x="20830" y="11564"/>
                  </a:lnTo>
                  <a:lnTo>
                    <a:pt x="20513" y="11326"/>
                  </a:lnTo>
                  <a:lnTo>
                    <a:pt x="20222" y="11062"/>
                  </a:lnTo>
                  <a:lnTo>
                    <a:pt x="20011" y="10772"/>
                  </a:lnTo>
                  <a:lnTo>
                    <a:pt x="19879" y="10481"/>
                  </a:lnTo>
                  <a:lnTo>
                    <a:pt x="19747" y="10138"/>
                  </a:lnTo>
                  <a:lnTo>
                    <a:pt x="19694" y="9795"/>
                  </a:lnTo>
                  <a:lnTo>
                    <a:pt x="19668" y="9399"/>
                  </a:lnTo>
                  <a:lnTo>
                    <a:pt x="19694" y="8977"/>
                  </a:lnTo>
                  <a:lnTo>
                    <a:pt x="19747" y="8502"/>
                  </a:lnTo>
                  <a:lnTo>
                    <a:pt x="19826" y="7974"/>
                  </a:lnTo>
                  <a:lnTo>
                    <a:pt x="19879" y="7578"/>
                  </a:lnTo>
                  <a:lnTo>
                    <a:pt x="19932" y="7155"/>
                  </a:lnTo>
                  <a:lnTo>
                    <a:pt x="19958" y="6337"/>
                  </a:lnTo>
                  <a:lnTo>
                    <a:pt x="19932" y="5518"/>
                  </a:lnTo>
                  <a:lnTo>
                    <a:pt x="19879" y="4700"/>
                  </a:lnTo>
                  <a:lnTo>
                    <a:pt x="19721" y="3037"/>
                  </a:lnTo>
                  <a:lnTo>
                    <a:pt x="19668" y="2218"/>
                  </a:lnTo>
                  <a:lnTo>
                    <a:pt x="19615" y="1400"/>
                  </a:lnTo>
                  <a:lnTo>
                    <a:pt x="340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22"/>
            <p:cNvSpPr/>
            <p:nvPr/>
          </p:nvSpPr>
          <p:spPr>
            <a:xfrm>
              <a:off x="4972621" y="2270220"/>
              <a:ext cx="533284" cy="544534"/>
            </a:xfrm>
            <a:custGeom>
              <a:rect b="b" l="l" r="r" t="t"/>
              <a:pathLst>
                <a:path extrusionOk="0" h="19167" w="18771">
                  <a:moveTo>
                    <a:pt x="12013" y="1"/>
                  </a:moveTo>
                  <a:lnTo>
                    <a:pt x="11749" y="133"/>
                  </a:lnTo>
                  <a:lnTo>
                    <a:pt x="11405" y="318"/>
                  </a:lnTo>
                  <a:lnTo>
                    <a:pt x="11036" y="476"/>
                  </a:lnTo>
                  <a:lnTo>
                    <a:pt x="10613" y="634"/>
                  </a:lnTo>
                  <a:lnTo>
                    <a:pt x="10165" y="793"/>
                  </a:lnTo>
                  <a:lnTo>
                    <a:pt x="9716" y="925"/>
                  </a:lnTo>
                  <a:lnTo>
                    <a:pt x="9241" y="1057"/>
                  </a:lnTo>
                  <a:lnTo>
                    <a:pt x="8765" y="1136"/>
                  </a:lnTo>
                  <a:lnTo>
                    <a:pt x="8317" y="1189"/>
                  </a:lnTo>
                  <a:lnTo>
                    <a:pt x="7868" y="1215"/>
                  </a:lnTo>
                  <a:lnTo>
                    <a:pt x="7472" y="1189"/>
                  </a:lnTo>
                  <a:lnTo>
                    <a:pt x="7102" y="1110"/>
                  </a:lnTo>
                  <a:lnTo>
                    <a:pt x="6944" y="1057"/>
                  </a:lnTo>
                  <a:lnTo>
                    <a:pt x="6812" y="978"/>
                  </a:lnTo>
                  <a:lnTo>
                    <a:pt x="6680" y="898"/>
                  </a:lnTo>
                  <a:lnTo>
                    <a:pt x="6574" y="793"/>
                  </a:lnTo>
                  <a:lnTo>
                    <a:pt x="6469" y="661"/>
                  </a:lnTo>
                  <a:lnTo>
                    <a:pt x="6390" y="529"/>
                  </a:lnTo>
                  <a:lnTo>
                    <a:pt x="6337" y="371"/>
                  </a:lnTo>
                  <a:lnTo>
                    <a:pt x="6310" y="186"/>
                  </a:lnTo>
                  <a:lnTo>
                    <a:pt x="3618" y="344"/>
                  </a:lnTo>
                  <a:lnTo>
                    <a:pt x="3063" y="397"/>
                  </a:lnTo>
                  <a:lnTo>
                    <a:pt x="2482" y="502"/>
                  </a:lnTo>
                  <a:lnTo>
                    <a:pt x="2060" y="582"/>
                  </a:lnTo>
                  <a:lnTo>
                    <a:pt x="1506" y="740"/>
                  </a:lnTo>
                  <a:lnTo>
                    <a:pt x="1057" y="898"/>
                  </a:lnTo>
                  <a:lnTo>
                    <a:pt x="846" y="1004"/>
                  </a:lnTo>
                  <a:lnTo>
                    <a:pt x="608" y="1136"/>
                  </a:lnTo>
                  <a:lnTo>
                    <a:pt x="1" y="1506"/>
                  </a:lnTo>
                  <a:lnTo>
                    <a:pt x="1083" y="11828"/>
                  </a:lnTo>
                  <a:lnTo>
                    <a:pt x="1347" y="14098"/>
                  </a:lnTo>
                  <a:lnTo>
                    <a:pt x="1585" y="15867"/>
                  </a:lnTo>
                  <a:lnTo>
                    <a:pt x="2007" y="18428"/>
                  </a:lnTo>
                  <a:lnTo>
                    <a:pt x="16448" y="19167"/>
                  </a:lnTo>
                  <a:lnTo>
                    <a:pt x="18718" y="5545"/>
                  </a:lnTo>
                  <a:lnTo>
                    <a:pt x="18771" y="5254"/>
                  </a:lnTo>
                  <a:lnTo>
                    <a:pt x="18771" y="4938"/>
                  </a:lnTo>
                  <a:lnTo>
                    <a:pt x="18771" y="4647"/>
                  </a:lnTo>
                  <a:lnTo>
                    <a:pt x="18745" y="4383"/>
                  </a:lnTo>
                  <a:lnTo>
                    <a:pt x="18692" y="4093"/>
                  </a:lnTo>
                  <a:lnTo>
                    <a:pt x="18613" y="3829"/>
                  </a:lnTo>
                  <a:lnTo>
                    <a:pt x="18507" y="3591"/>
                  </a:lnTo>
                  <a:lnTo>
                    <a:pt x="18375" y="3327"/>
                  </a:lnTo>
                  <a:lnTo>
                    <a:pt x="18243" y="3090"/>
                  </a:lnTo>
                  <a:lnTo>
                    <a:pt x="18085" y="2852"/>
                  </a:lnTo>
                  <a:lnTo>
                    <a:pt x="17926" y="2641"/>
                  </a:lnTo>
                  <a:lnTo>
                    <a:pt x="17741" y="2430"/>
                  </a:lnTo>
                  <a:lnTo>
                    <a:pt x="17530" y="2218"/>
                  </a:lnTo>
                  <a:lnTo>
                    <a:pt x="17319" y="2034"/>
                  </a:lnTo>
                  <a:lnTo>
                    <a:pt x="16844" y="1664"/>
                  </a:lnTo>
                  <a:lnTo>
                    <a:pt x="16316" y="1347"/>
                  </a:lnTo>
                  <a:lnTo>
                    <a:pt x="15761" y="1057"/>
                  </a:lnTo>
                  <a:lnTo>
                    <a:pt x="15181" y="793"/>
                  </a:lnTo>
                  <a:lnTo>
                    <a:pt x="14573" y="555"/>
                  </a:lnTo>
                  <a:lnTo>
                    <a:pt x="13940" y="371"/>
                  </a:lnTo>
                  <a:lnTo>
                    <a:pt x="13306" y="212"/>
                  </a:lnTo>
                  <a:lnTo>
                    <a:pt x="12646" y="80"/>
                  </a:lnTo>
                  <a:lnTo>
                    <a:pt x="12013"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22"/>
            <p:cNvSpPr/>
            <p:nvPr/>
          </p:nvSpPr>
          <p:spPr>
            <a:xfrm>
              <a:off x="4788134" y="2312976"/>
              <a:ext cx="293276" cy="394530"/>
            </a:xfrm>
            <a:custGeom>
              <a:rect b="b" l="l" r="r" t="t"/>
              <a:pathLst>
                <a:path extrusionOk="0" h="13887" w="10323">
                  <a:moveTo>
                    <a:pt x="6495" y="1"/>
                  </a:moveTo>
                  <a:lnTo>
                    <a:pt x="6284" y="106"/>
                  </a:lnTo>
                  <a:lnTo>
                    <a:pt x="6072" y="238"/>
                  </a:lnTo>
                  <a:lnTo>
                    <a:pt x="5861" y="397"/>
                  </a:lnTo>
                  <a:lnTo>
                    <a:pt x="5624" y="581"/>
                  </a:lnTo>
                  <a:lnTo>
                    <a:pt x="5175" y="1004"/>
                  </a:lnTo>
                  <a:lnTo>
                    <a:pt x="4726" y="1505"/>
                  </a:lnTo>
                  <a:lnTo>
                    <a:pt x="4251" y="2060"/>
                  </a:lnTo>
                  <a:lnTo>
                    <a:pt x="3776" y="2693"/>
                  </a:lnTo>
                  <a:lnTo>
                    <a:pt x="3327" y="3353"/>
                  </a:lnTo>
                  <a:lnTo>
                    <a:pt x="2878" y="4040"/>
                  </a:lnTo>
                  <a:lnTo>
                    <a:pt x="2429" y="4779"/>
                  </a:lnTo>
                  <a:lnTo>
                    <a:pt x="2007" y="5492"/>
                  </a:lnTo>
                  <a:lnTo>
                    <a:pt x="1215" y="6917"/>
                  </a:lnTo>
                  <a:lnTo>
                    <a:pt x="528" y="8237"/>
                  </a:lnTo>
                  <a:lnTo>
                    <a:pt x="0" y="9372"/>
                  </a:lnTo>
                  <a:lnTo>
                    <a:pt x="7049" y="13887"/>
                  </a:lnTo>
                  <a:lnTo>
                    <a:pt x="7498" y="13253"/>
                  </a:lnTo>
                  <a:lnTo>
                    <a:pt x="7947" y="12593"/>
                  </a:lnTo>
                  <a:lnTo>
                    <a:pt x="8396" y="11854"/>
                  </a:lnTo>
                  <a:lnTo>
                    <a:pt x="8844" y="11115"/>
                  </a:lnTo>
                  <a:lnTo>
                    <a:pt x="9267" y="10376"/>
                  </a:lnTo>
                  <a:lnTo>
                    <a:pt x="9636" y="9610"/>
                  </a:lnTo>
                  <a:lnTo>
                    <a:pt x="10006" y="8897"/>
                  </a:lnTo>
                  <a:lnTo>
                    <a:pt x="10323" y="8185"/>
                  </a:lnTo>
                  <a:lnTo>
                    <a:pt x="6495"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22"/>
            <p:cNvSpPr/>
            <p:nvPr/>
          </p:nvSpPr>
          <p:spPr>
            <a:xfrm>
              <a:off x="4950121" y="2365475"/>
              <a:ext cx="47274" cy="347284"/>
            </a:xfrm>
            <a:custGeom>
              <a:rect b="b" l="l" r="r" t="t"/>
              <a:pathLst>
                <a:path extrusionOk="0" h="12224" w="1664">
                  <a:moveTo>
                    <a:pt x="1611" y="1"/>
                  </a:moveTo>
                  <a:lnTo>
                    <a:pt x="1585" y="27"/>
                  </a:lnTo>
                  <a:lnTo>
                    <a:pt x="1585" y="529"/>
                  </a:lnTo>
                  <a:lnTo>
                    <a:pt x="1558" y="1004"/>
                  </a:lnTo>
                  <a:lnTo>
                    <a:pt x="1479" y="1981"/>
                  </a:lnTo>
                  <a:lnTo>
                    <a:pt x="1347" y="3274"/>
                  </a:lnTo>
                  <a:lnTo>
                    <a:pt x="1189" y="4541"/>
                  </a:lnTo>
                  <a:lnTo>
                    <a:pt x="766" y="7234"/>
                  </a:lnTo>
                  <a:lnTo>
                    <a:pt x="344" y="9900"/>
                  </a:lnTo>
                  <a:lnTo>
                    <a:pt x="159" y="11036"/>
                  </a:lnTo>
                  <a:lnTo>
                    <a:pt x="1" y="12171"/>
                  </a:lnTo>
                  <a:lnTo>
                    <a:pt x="1" y="12224"/>
                  </a:lnTo>
                  <a:lnTo>
                    <a:pt x="54" y="12224"/>
                  </a:lnTo>
                  <a:lnTo>
                    <a:pt x="80" y="12171"/>
                  </a:lnTo>
                  <a:lnTo>
                    <a:pt x="238" y="11036"/>
                  </a:lnTo>
                  <a:lnTo>
                    <a:pt x="423" y="9874"/>
                  </a:lnTo>
                  <a:lnTo>
                    <a:pt x="793" y="7577"/>
                  </a:lnTo>
                  <a:lnTo>
                    <a:pt x="1215" y="4937"/>
                  </a:lnTo>
                  <a:lnTo>
                    <a:pt x="1400" y="3591"/>
                  </a:lnTo>
                  <a:lnTo>
                    <a:pt x="1532" y="2271"/>
                  </a:lnTo>
                  <a:lnTo>
                    <a:pt x="1638" y="1162"/>
                  </a:lnTo>
                  <a:lnTo>
                    <a:pt x="1664" y="608"/>
                  </a:lnTo>
                  <a:lnTo>
                    <a:pt x="1664" y="27"/>
                  </a:lnTo>
                  <a:lnTo>
                    <a:pt x="166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22"/>
            <p:cNvSpPr/>
            <p:nvPr/>
          </p:nvSpPr>
          <p:spPr>
            <a:xfrm>
              <a:off x="5158614" y="2313743"/>
              <a:ext cx="357796" cy="423025"/>
            </a:xfrm>
            <a:custGeom>
              <a:rect b="b" l="l" r="r" t="t"/>
              <a:pathLst>
                <a:path extrusionOk="0" h="14890" w="12594">
                  <a:moveTo>
                    <a:pt x="9610" y="0"/>
                  </a:moveTo>
                  <a:lnTo>
                    <a:pt x="9294" y="26"/>
                  </a:lnTo>
                  <a:lnTo>
                    <a:pt x="8950" y="106"/>
                  </a:lnTo>
                  <a:lnTo>
                    <a:pt x="8581" y="264"/>
                  </a:lnTo>
                  <a:lnTo>
                    <a:pt x="8211" y="449"/>
                  </a:lnTo>
                  <a:lnTo>
                    <a:pt x="7842" y="686"/>
                  </a:lnTo>
                  <a:lnTo>
                    <a:pt x="7419" y="977"/>
                  </a:lnTo>
                  <a:lnTo>
                    <a:pt x="7023" y="1294"/>
                  </a:lnTo>
                  <a:lnTo>
                    <a:pt x="6601" y="1637"/>
                  </a:lnTo>
                  <a:lnTo>
                    <a:pt x="6178" y="2033"/>
                  </a:lnTo>
                  <a:lnTo>
                    <a:pt x="5756" y="2455"/>
                  </a:lnTo>
                  <a:lnTo>
                    <a:pt x="4885" y="3326"/>
                  </a:lnTo>
                  <a:lnTo>
                    <a:pt x="4066" y="4250"/>
                  </a:lnTo>
                  <a:lnTo>
                    <a:pt x="3248" y="5227"/>
                  </a:lnTo>
                  <a:lnTo>
                    <a:pt x="2482" y="6151"/>
                  </a:lnTo>
                  <a:lnTo>
                    <a:pt x="1796" y="7049"/>
                  </a:lnTo>
                  <a:lnTo>
                    <a:pt x="1189" y="7841"/>
                  </a:lnTo>
                  <a:lnTo>
                    <a:pt x="318" y="9055"/>
                  </a:lnTo>
                  <a:lnTo>
                    <a:pt x="1" y="9530"/>
                  </a:lnTo>
                  <a:lnTo>
                    <a:pt x="7129" y="14889"/>
                  </a:lnTo>
                  <a:lnTo>
                    <a:pt x="7868" y="13807"/>
                  </a:lnTo>
                  <a:lnTo>
                    <a:pt x="9505" y="11352"/>
                  </a:lnTo>
                  <a:lnTo>
                    <a:pt x="10402" y="9953"/>
                  </a:lnTo>
                  <a:lnTo>
                    <a:pt x="11194" y="8659"/>
                  </a:lnTo>
                  <a:lnTo>
                    <a:pt x="11828" y="7603"/>
                  </a:lnTo>
                  <a:lnTo>
                    <a:pt x="12013" y="7207"/>
                  </a:lnTo>
                  <a:lnTo>
                    <a:pt x="12145" y="6917"/>
                  </a:lnTo>
                  <a:lnTo>
                    <a:pt x="12250" y="6494"/>
                  </a:lnTo>
                  <a:lnTo>
                    <a:pt x="12382" y="6072"/>
                  </a:lnTo>
                  <a:lnTo>
                    <a:pt x="12462" y="5623"/>
                  </a:lnTo>
                  <a:lnTo>
                    <a:pt x="12541" y="5174"/>
                  </a:lnTo>
                  <a:lnTo>
                    <a:pt x="12594" y="4726"/>
                  </a:lnTo>
                  <a:lnTo>
                    <a:pt x="12594" y="4277"/>
                  </a:lnTo>
                  <a:lnTo>
                    <a:pt x="12594" y="3802"/>
                  </a:lnTo>
                  <a:lnTo>
                    <a:pt x="12541" y="3353"/>
                  </a:lnTo>
                  <a:lnTo>
                    <a:pt x="12435" y="2904"/>
                  </a:lnTo>
                  <a:lnTo>
                    <a:pt x="12277" y="2455"/>
                  </a:lnTo>
                  <a:lnTo>
                    <a:pt x="12092" y="2033"/>
                  </a:lnTo>
                  <a:lnTo>
                    <a:pt x="11828" y="1610"/>
                  </a:lnTo>
                  <a:lnTo>
                    <a:pt x="11511" y="1214"/>
                  </a:lnTo>
                  <a:lnTo>
                    <a:pt x="11353" y="1030"/>
                  </a:lnTo>
                  <a:lnTo>
                    <a:pt x="11142" y="845"/>
                  </a:lnTo>
                  <a:lnTo>
                    <a:pt x="10930" y="660"/>
                  </a:lnTo>
                  <a:lnTo>
                    <a:pt x="10693" y="475"/>
                  </a:lnTo>
                  <a:lnTo>
                    <a:pt x="10455" y="317"/>
                  </a:lnTo>
                  <a:lnTo>
                    <a:pt x="10191" y="158"/>
                  </a:lnTo>
                  <a:lnTo>
                    <a:pt x="10059" y="106"/>
                  </a:lnTo>
                  <a:lnTo>
                    <a:pt x="9901" y="53"/>
                  </a:lnTo>
                  <a:lnTo>
                    <a:pt x="9769" y="26"/>
                  </a:lnTo>
                  <a:lnTo>
                    <a:pt x="9610"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22"/>
            <p:cNvSpPr/>
            <p:nvPr/>
          </p:nvSpPr>
          <p:spPr>
            <a:xfrm>
              <a:off x="5234380" y="2876978"/>
              <a:ext cx="227280" cy="32274"/>
            </a:xfrm>
            <a:custGeom>
              <a:rect b="b" l="l" r="r" t="t"/>
              <a:pathLst>
                <a:path extrusionOk="0" h="1136" w="8000">
                  <a:moveTo>
                    <a:pt x="4831" y="0"/>
                  </a:moveTo>
                  <a:lnTo>
                    <a:pt x="4039" y="53"/>
                  </a:lnTo>
                  <a:lnTo>
                    <a:pt x="3247" y="132"/>
                  </a:lnTo>
                  <a:lnTo>
                    <a:pt x="2455" y="290"/>
                  </a:lnTo>
                  <a:lnTo>
                    <a:pt x="1690" y="475"/>
                  </a:lnTo>
                  <a:lnTo>
                    <a:pt x="1267" y="607"/>
                  </a:lnTo>
                  <a:lnTo>
                    <a:pt x="845" y="739"/>
                  </a:lnTo>
                  <a:lnTo>
                    <a:pt x="0" y="1082"/>
                  </a:lnTo>
                  <a:lnTo>
                    <a:pt x="0" y="1109"/>
                  </a:lnTo>
                  <a:lnTo>
                    <a:pt x="0" y="1135"/>
                  </a:lnTo>
                  <a:lnTo>
                    <a:pt x="53" y="1135"/>
                  </a:lnTo>
                  <a:lnTo>
                    <a:pt x="792" y="845"/>
                  </a:lnTo>
                  <a:lnTo>
                    <a:pt x="1531" y="607"/>
                  </a:lnTo>
                  <a:lnTo>
                    <a:pt x="2297" y="396"/>
                  </a:lnTo>
                  <a:lnTo>
                    <a:pt x="3063" y="264"/>
                  </a:lnTo>
                  <a:lnTo>
                    <a:pt x="3828" y="158"/>
                  </a:lnTo>
                  <a:lnTo>
                    <a:pt x="4620" y="79"/>
                  </a:lnTo>
                  <a:lnTo>
                    <a:pt x="5412" y="79"/>
                  </a:lnTo>
                  <a:lnTo>
                    <a:pt x="6178" y="132"/>
                  </a:lnTo>
                  <a:lnTo>
                    <a:pt x="6627" y="185"/>
                  </a:lnTo>
                  <a:lnTo>
                    <a:pt x="7075" y="238"/>
                  </a:lnTo>
                  <a:lnTo>
                    <a:pt x="7524" y="317"/>
                  </a:lnTo>
                  <a:lnTo>
                    <a:pt x="7947" y="422"/>
                  </a:lnTo>
                  <a:lnTo>
                    <a:pt x="7999" y="396"/>
                  </a:lnTo>
                  <a:lnTo>
                    <a:pt x="7999" y="370"/>
                  </a:lnTo>
                  <a:lnTo>
                    <a:pt x="7999" y="343"/>
                  </a:lnTo>
                  <a:lnTo>
                    <a:pt x="7973" y="343"/>
                  </a:lnTo>
                  <a:lnTo>
                    <a:pt x="7207" y="185"/>
                  </a:lnTo>
                  <a:lnTo>
                    <a:pt x="6415" y="79"/>
                  </a:lnTo>
                  <a:lnTo>
                    <a:pt x="5623" y="26"/>
                  </a:lnTo>
                  <a:lnTo>
                    <a:pt x="483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22"/>
            <p:cNvSpPr/>
            <p:nvPr/>
          </p:nvSpPr>
          <p:spPr>
            <a:xfrm>
              <a:off x="4284900" y="2332492"/>
              <a:ext cx="906790" cy="906023"/>
            </a:xfrm>
            <a:custGeom>
              <a:rect b="b" l="l" r="r" t="t"/>
              <a:pathLst>
                <a:path extrusionOk="0" h="31891" w="31918">
                  <a:moveTo>
                    <a:pt x="15682" y="0"/>
                  </a:moveTo>
                  <a:lnTo>
                    <a:pt x="14916" y="26"/>
                  </a:lnTo>
                  <a:lnTo>
                    <a:pt x="14151" y="106"/>
                  </a:lnTo>
                  <a:lnTo>
                    <a:pt x="13385" y="211"/>
                  </a:lnTo>
                  <a:lnTo>
                    <a:pt x="12619" y="343"/>
                  </a:lnTo>
                  <a:lnTo>
                    <a:pt x="11880" y="528"/>
                  </a:lnTo>
                  <a:lnTo>
                    <a:pt x="11141" y="739"/>
                  </a:lnTo>
                  <a:lnTo>
                    <a:pt x="10402" y="1003"/>
                  </a:lnTo>
                  <a:lnTo>
                    <a:pt x="9689" y="1294"/>
                  </a:lnTo>
                  <a:lnTo>
                    <a:pt x="8976" y="1610"/>
                  </a:lnTo>
                  <a:lnTo>
                    <a:pt x="8263" y="1954"/>
                  </a:lnTo>
                  <a:lnTo>
                    <a:pt x="7603" y="2350"/>
                  </a:lnTo>
                  <a:lnTo>
                    <a:pt x="6943" y="2798"/>
                  </a:lnTo>
                  <a:lnTo>
                    <a:pt x="6283" y="3247"/>
                  </a:lnTo>
                  <a:lnTo>
                    <a:pt x="5650" y="3749"/>
                  </a:lnTo>
                  <a:lnTo>
                    <a:pt x="5043" y="4303"/>
                  </a:lnTo>
                  <a:lnTo>
                    <a:pt x="4462" y="4858"/>
                  </a:lnTo>
                  <a:lnTo>
                    <a:pt x="3960" y="5438"/>
                  </a:lnTo>
                  <a:lnTo>
                    <a:pt x="3459" y="6019"/>
                  </a:lnTo>
                  <a:lnTo>
                    <a:pt x="3010" y="6626"/>
                  </a:lnTo>
                  <a:lnTo>
                    <a:pt x="2561" y="7260"/>
                  </a:lnTo>
                  <a:lnTo>
                    <a:pt x="2165" y="7920"/>
                  </a:lnTo>
                  <a:lnTo>
                    <a:pt x="1795" y="8580"/>
                  </a:lnTo>
                  <a:lnTo>
                    <a:pt x="1452" y="9266"/>
                  </a:lnTo>
                  <a:lnTo>
                    <a:pt x="1162" y="9979"/>
                  </a:lnTo>
                  <a:lnTo>
                    <a:pt x="898" y="10692"/>
                  </a:lnTo>
                  <a:lnTo>
                    <a:pt x="660" y="11405"/>
                  </a:lnTo>
                  <a:lnTo>
                    <a:pt x="475" y="12144"/>
                  </a:lnTo>
                  <a:lnTo>
                    <a:pt x="291" y="12883"/>
                  </a:lnTo>
                  <a:lnTo>
                    <a:pt x="159" y="13649"/>
                  </a:lnTo>
                  <a:lnTo>
                    <a:pt x="79" y="14414"/>
                  </a:lnTo>
                  <a:lnTo>
                    <a:pt x="27" y="15180"/>
                  </a:lnTo>
                  <a:lnTo>
                    <a:pt x="0" y="15945"/>
                  </a:lnTo>
                  <a:lnTo>
                    <a:pt x="15972" y="15945"/>
                  </a:lnTo>
                  <a:lnTo>
                    <a:pt x="4911" y="27455"/>
                  </a:lnTo>
                  <a:lnTo>
                    <a:pt x="5491" y="28010"/>
                  </a:lnTo>
                  <a:lnTo>
                    <a:pt x="6125" y="28511"/>
                  </a:lnTo>
                  <a:lnTo>
                    <a:pt x="6759" y="28987"/>
                  </a:lnTo>
                  <a:lnTo>
                    <a:pt x="7419" y="29435"/>
                  </a:lnTo>
                  <a:lnTo>
                    <a:pt x="8105" y="29858"/>
                  </a:lnTo>
                  <a:lnTo>
                    <a:pt x="8818" y="30227"/>
                  </a:lnTo>
                  <a:lnTo>
                    <a:pt x="9504" y="30544"/>
                  </a:lnTo>
                  <a:lnTo>
                    <a:pt x="10243" y="30835"/>
                  </a:lnTo>
                  <a:lnTo>
                    <a:pt x="10956" y="31099"/>
                  </a:lnTo>
                  <a:lnTo>
                    <a:pt x="11722" y="31310"/>
                  </a:lnTo>
                  <a:lnTo>
                    <a:pt x="12461" y="31495"/>
                  </a:lnTo>
                  <a:lnTo>
                    <a:pt x="13227" y="31653"/>
                  </a:lnTo>
                  <a:lnTo>
                    <a:pt x="13966" y="31759"/>
                  </a:lnTo>
                  <a:lnTo>
                    <a:pt x="14731" y="31838"/>
                  </a:lnTo>
                  <a:lnTo>
                    <a:pt x="15523" y="31891"/>
                  </a:lnTo>
                  <a:lnTo>
                    <a:pt x="16289" y="31891"/>
                  </a:lnTo>
                  <a:lnTo>
                    <a:pt x="17054" y="31864"/>
                  </a:lnTo>
                  <a:lnTo>
                    <a:pt x="17820" y="31785"/>
                  </a:lnTo>
                  <a:lnTo>
                    <a:pt x="18586" y="31679"/>
                  </a:lnTo>
                  <a:lnTo>
                    <a:pt x="19325" y="31547"/>
                  </a:lnTo>
                  <a:lnTo>
                    <a:pt x="20090" y="31363"/>
                  </a:lnTo>
                  <a:lnTo>
                    <a:pt x="20830" y="31151"/>
                  </a:lnTo>
                  <a:lnTo>
                    <a:pt x="21569" y="30914"/>
                  </a:lnTo>
                  <a:lnTo>
                    <a:pt x="22282" y="30623"/>
                  </a:lnTo>
                  <a:lnTo>
                    <a:pt x="22994" y="30280"/>
                  </a:lnTo>
                  <a:lnTo>
                    <a:pt x="23681" y="29937"/>
                  </a:lnTo>
                  <a:lnTo>
                    <a:pt x="24367" y="29541"/>
                  </a:lnTo>
                  <a:lnTo>
                    <a:pt x="25027" y="29119"/>
                  </a:lnTo>
                  <a:lnTo>
                    <a:pt x="25687" y="28643"/>
                  </a:lnTo>
                  <a:lnTo>
                    <a:pt x="26294" y="28142"/>
                  </a:lnTo>
                  <a:lnTo>
                    <a:pt x="26902" y="27614"/>
                  </a:lnTo>
                  <a:lnTo>
                    <a:pt x="27482" y="27033"/>
                  </a:lnTo>
                  <a:lnTo>
                    <a:pt x="28037" y="26426"/>
                  </a:lnTo>
                  <a:lnTo>
                    <a:pt x="28565" y="25792"/>
                  </a:lnTo>
                  <a:lnTo>
                    <a:pt x="29040" y="25159"/>
                  </a:lnTo>
                  <a:lnTo>
                    <a:pt x="29462" y="24499"/>
                  </a:lnTo>
                  <a:lnTo>
                    <a:pt x="29885" y="23812"/>
                  </a:lnTo>
                  <a:lnTo>
                    <a:pt x="30254" y="23126"/>
                  </a:lnTo>
                  <a:lnTo>
                    <a:pt x="30571" y="22413"/>
                  </a:lnTo>
                  <a:lnTo>
                    <a:pt x="30861" y="21700"/>
                  </a:lnTo>
                  <a:lnTo>
                    <a:pt x="31125" y="20961"/>
                  </a:lnTo>
                  <a:lnTo>
                    <a:pt x="31363" y="20222"/>
                  </a:lnTo>
                  <a:lnTo>
                    <a:pt x="31548" y="19456"/>
                  </a:lnTo>
                  <a:lnTo>
                    <a:pt x="31680" y="18717"/>
                  </a:lnTo>
                  <a:lnTo>
                    <a:pt x="31812" y="17952"/>
                  </a:lnTo>
                  <a:lnTo>
                    <a:pt x="31891" y="17186"/>
                  </a:lnTo>
                  <a:lnTo>
                    <a:pt x="31917" y="16421"/>
                  </a:lnTo>
                  <a:lnTo>
                    <a:pt x="31917" y="15655"/>
                  </a:lnTo>
                  <a:lnTo>
                    <a:pt x="31891" y="14889"/>
                  </a:lnTo>
                  <a:lnTo>
                    <a:pt x="31812" y="14124"/>
                  </a:lnTo>
                  <a:lnTo>
                    <a:pt x="31706" y="13358"/>
                  </a:lnTo>
                  <a:lnTo>
                    <a:pt x="31574" y="12593"/>
                  </a:lnTo>
                  <a:lnTo>
                    <a:pt x="31389" y="11853"/>
                  </a:lnTo>
                  <a:lnTo>
                    <a:pt x="31178" y="11114"/>
                  </a:lnTo>
                  <a:lnTo>
                    <a:pt x="30941" y="10375"/>
                  </a:lnTo>
                  <a:lnTo>
                    <a:pt x="30650" y="9636"/>
                  </a:lnTo>
                  <a:lnTo>
                    <a:pt x="30334" y="8949"/>
                  </a:lnTo>
                  <a:lnTo>
                    <a:pt x="29964" y="8237"/>
                  </a:lnTo>
                  <a:lnTo>
                    <a:pt x="29568" y="7550"/>
                  </a:lnTo>
                  <a:lnTo>
                    <a:pt x="29146" y="6890"/>
                  </a:lnTo>
                  <a:lnTo>
                    <a:pt x="28670" y="6257"/>
                  </a:lnTo>
                  <a:lnTo>
                    <a:pt x="28169" y="5623"/>
                  </a:lnTo>
                  <a:lnTo>
                    <a:pt x="27641" y="5016"/>
                  </a:lnTo>
                  <a:lnTo>
                    <a:pt x="27060" y="4435"/>
                  </a:lnTo>
                  <a:lnTo>
                    <a:pt x="26453" y="3881"/>
                  </a:lnTo>
                  <a:lnTo>
                    <a:pt x="25846" y="3379"/>
                  </a:lnTo>
                  <a:lnTo>
                    <a:pt x="25186" y="2904"/>
                  </a:lnTo>
                  <a:lnTo>
                    <a:pt x="24526" y="2455"/>
                  </a:lnTo>
                  <a:lnTo>
                    <a:pt x="23839" y="2059"/>
                  </a:lnTo>
                  <a:lnTo>
                    <a:pt x="23153" y="1690"/>
                  </a:lnTo>
                  <a:lnTo>
                    <a:pt x="22440" y="1346"/>
                  </a:lnTo>
                  <a:lnTo>
                    <a:pt x="21727" y="1056"/>
                  </a:lnTo>
                  <a:lnTo>
                    <a:pt x="20988" y="792"/>
                  </a:lnTo>
                  <a:lnTo>
                    <a:pt x="20249" y="581"/>
                  </a:lnTo>
                  <a:lnTo>
                    <a:pt x="19510" y="396"/>
                  </a:lnTo>
                  <a:lnTo>
                    <a:pt x="18744" y="238"/>
                  </a:lnTo>
                  <a:lnTo>
                    <a:pt x="17978" y="132"/>
                  </a:lnTo>
                  <a:lnTo>
                    <a:pt x="17213" y="53"/>
                  </a:lnTo>
                  <a:lnTo>
                    <a:pt x="16447"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22"/>
            <p:cNvSpPr/>
            <p:nvPr/>
          </p:nvSpPr>
          <p:spPr>
            <a:xfrm>
              <a:off x="4810634" y="2603230"/>
              <a:ext cx="534023" cy="562518"/>
            </a:xfrm>
            <a:custGeom>
              <a:rect b="b" l="l" r="r" t="t"/>
              <a:pathLst>
                <a:path extrusionOk="0" h="19800" w="18797">
                  <a:moveTo>
                    <a:pt x="12883" y="0"/>
                  </a:moveTo>
                  <a:lnTo>
                    <a:pt x="0" y="16368"/>
                  </a:lnTo>
                  <a:lnTo>
                    <a:pt x="3987" y="19800"/>
                  </a:lnTo>
                  <a:lnTo>
                    <a:pt x="18797" y="4039"/>
                  </a:lnTo>
                  <a:lnTo>
                    <a:pt x="12883" y="0"/>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22"/>
            <p:cNvSpPr/>
            <p:nvPr/>
          </p:nvSpPr>
          <p:spPr>
            <a:xfrm>
              <a:off x="4647880" y="3054704"/>
              <a:ext cx="294782" cy="243786"/>
            </a:xfrm>
            <a:custGeom>
              <a:rect b="b" l="l" r="r" t="t"/>
              <a:pathLst>
                <a:path extrusionOk="0" h="8581" w="10376">
                  <a:moveTo>
                    <a:pt x="6020" y="1"/>
                  </a:moveTo>
                  <a:lnTo>
                    <a:pt x="5360" y="872"/>
                  </a:lnTo>
                  <a:lnTo>
                    <a:pt x="4885" y="872"/>
                  </a:lnTo>
                  <a:lnTo>
                    <a:pt x="4383" y="925"/>
                  </a:lnTo>
                  <a:lnTo>
                    <a:pt x="4093" y="978"/>
                  </a:lnTo>
                  <a:lnTo>
                    <a:pt x="3776" y="1057"/>
                  </a:lnTo>
                  <a:lnTo>
                    <a:pt x="3433" y="1136"/>
                  </a:lnTo>
                  <a:lnTo>
                    <a:pt x="3116" y="1268"/>
                  </a:lnTo>
                  <a:lnTo>
                    <a:pt x="2773" y="1400"/>
                  </a:lnTo>
                  <a:lnTo>
                    <a:pt x="2429" y="1585"/>
                  </a:lnTo>
                  <a:lnTo>
                    <a:pt x="2113" y="1796"/>
                  </a:lnTo>
                  <a:lnTo>
                    <a:pt x="1796" y="2033"/>
                  </a:lnTo>
                  <a:lnTo>
                    <a:pt x="1506" y="2324"/>
                  </a:lnTo>
                  <a:lnTo>
                    <a:pt x="1268" y="2667"/>
                  </a:lnTo>
                  <a:lnTo>
                    <a:pt x="1057" y="3010"/>
                  </a:lnTo>
                  <a:lnTo>
                    <a:pt x="898" y="3327"/>
                  </a:lnTo>
                  <a:lnTo>
                    <a:pt x="766" y="3617"/>
                  </a:lnTo>
                  <a:lnTo>
                    <a:pt x="687" y="3855"/>
                  </a:lnTo>
                  <a:lnTo>
                    <a:pt x="634" y="4093"/>
                  </a:lnTo>
                  <a:lnTo>
                    <a:pt x="608" y="4304"/>
                  </a:lnTo>
                  <a:lnTo>
                    <a:pt x="608" y="4489"/>
                  </a:lnTo>
                  <a:lnTo>
                    <a:pt x="634" y="4647"/>
                  </a:lnTo>
                  <a:lnTo>
                    <a:pt x="661" y="4779"/>
                  </a:lnTo>
                  <a:lnTo>
                    <a:pt x="714" y="4911"/>
                  </a:lnTo>
                  <a:lnTo>
                    <a:pt x="819" y="5069"/>
                  </a:lnTo>
                  <a:lnTo>
                    <a:pt x="898" y="5175"/>
                  </a:lnTo>
                  <a:lnTo>
                    <a:pt x="925" y="5201"/>
                  </a:lnTo>
                  <a:lnTo>
                    <a:pt x="714" y="5545"/>
                  </a:lnTo>
                  <a:lnTo>
                    <a:pt x="502" y="5888"/>
                  </a:lnTo>
                  <a:lnTo>
                    <a:pt x="291" y="6310"/>
                  </a:lnTo>
                  <a:lnTo>
                    <a:pt x="106" y="6759"/>
                  </a:lnTo>
                  <a:lnTo>
                    <a:pt x="27" y="6970"/>
                  </a:lnTo>
                  <a:lnTo>
                    <a:pt x="1" y="7208"/>
                  </a:lnTo>
                  <a:lnTo>
                    <a:pt x="1" y="7393"/>
                  </a:lnTo>
                  <a:lnTo>
                    <a:pt x="27" y="7577"/>
                  </a:lnTo>
                  <a:lnTo>
                    <a:pt x="106" y="7736"/>
                  </a:lnTo>
                  <a:lnTo>
                    <a:pt x="212" y="7868"/>
                  </a:lnTo>
                  <a:lnTo>
                    <a:pt x="397" y="8000"/>
                  </a:lnTo>
                  <a:lnTo>
                    <a:pt x="582" y="8079"/>
                  </a:lnTo>
                  <a:lnTo>
                    <a:pt x="740" y="8132"/>
                  </a:lnTo>
                  <a:lnTo>
                    <a:pt x="925" y="8132"/>
                  </a:lnTo>
                  <a:lnTo>
                    <a:pt x="1110" y="8105"/>
                  </a:lnTo>
                  <a:lnTo>
                    <a:pt x="1268" y="8079"/>
                  </a:lnTo>
                  <a:lnTo>
                    <a:pt x="1426" y="8026"/>
                  </a:lnTo>
                  <a:lnTo>
                    <a:pt x="1585" y="7947"/>
                  </a:lnTo>
                  <a:lnTo>
                    <a:pt x="1849" y="7789"/>
                  </a:lnTo>
                  <a:lnTo>
                    <a:pt x="2060" y="7630"/>
                  </a:lnTo>
                  <a:lnTo>
                    <a:pt x="2245" y="7445"/>
                  </a:lnTo>
                  <a:lnTo>
                    <a:pt x="2297" y="7525"/>
                  </a:lnTo>
                  <a:lnTo>
                    <a:pt x="2350" y="7604"/>
                  </a:lnTo>
                  <a:lnTo>
                    <a:pt x="2456" y="7709"/>
                  </a:lnTo>
                  <a:lnTo>
                    <a:pt x="2561" y="7789"/>
                  </a:lnTo>
                  <a:lnTo>
                    <a:pt x="2746" y="7868"/>
                  </a:lnTo>
                  <a:lnTo>
                    <a:pt x="2931" y="7894"/>
                  </a:lnTo>
                  <a:lnTo>
                    <a:pt x="3195" y="7868"/>
                  </a:lnTo>
                  <a:lnTo>
                    <a:pt x="3221" y="7947"/>
                  </a:lnTo>
                  <a:lnTo>
                    <a:pt x="3301" y="8026"/>
                  </a:lnTo>
                  <a:lnTo>
                    <a:pt x="3380" y="8105"/>
                  </a:lnTo>
                  <a:lnTo>
                    <a:pt x="3512" y="8211"/>
                  </a:lnTo>
                  <a:lnTo>
                    <a:pt x="3670" y="8264"/>
                  </a:lnTo>
                  <a:lnTo>
                    <a:pt x="3908" y="8264"/>
                  </a:lnTo>
                  <a:lnTo>
                    <a:pt x="4172" y="8237"/>
                  </a:lnTo>
                  <a:lnTo>
                    <a:pt x="4277" y="8317"/>
                  </a:lnTo>
                  <a:lnTo>
                    <a:pt x="4409" y="8422"/>
                  </a:lnTo>
                  <a:lnTo>
                    <a:pt x="4568" y="8501"/>
                  </a:lnTo>
                  <a:lnTo>
                    <a:pt x="4779" y="8554"/>
                  </a:lnTo>
                  <a:lnTo>
                    <a:pt x="5017" y="8581"/>
                  </a:lnTo>
                  <a:lnTo>
                    <a:pt x="5175" y="8554"/>
                  </a:lnTo>
                  <a:lnTo>
                    <a:pt x="5307" y="8528"/>
                  </a:lnTo>
                  <a:lnTo>
                    <a:pt x="5465" y="8475"/>
                  </a:lnTo>
                  <a:lnTo>
                    <a:pt x="5597" y="8396"/>
                  </a:lnTo>
                  <a:lnTo>
                    <a:pt x="5809" y="8264"/>
                  </a:lnTo>
                  <a:lnTo>
                    <a:pt x="6046" y="8026"/>
                  </a:lnTo>
                  <a:lnTo>
                    <a:pt x="6706" y="7366"/>
                  </a:lnTo>
                  <a:lnTo>
                    <a:pt x="7472" y="6521"/>
                  </a:lnTo>
                  <a:lnTo>
                    <a:pt x="8290" y="5597"/>
                  </a:lnTo>
                  <a:lnTo>
                    <a:pt x="9742" y="3881"/>
                  </a:lnTo>
                  <a:lnTo>
                    <a:pt x="10376" y="3142"/>
                  </a:lnTo>
                  <a:lnTo>
                    <a:pt x="6020" y="1"/>
                  </a:lnTo>
                  <a:close/>
                </a:path>
              </a:pathLst>
            </a:custGeom>
            <a:solidFill>
              <a:srgbClr val="FF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22"/>
            <p:cNvSpPr/>
            <p:nvPr/>
          </p:nvSpPr>
          <p:spPr>
            <a:xfrm>
              <a:off x="4671147" y="3154448"/>
              <a:ext cx="47274" cy="53297"/>
            </a:xfrm>
            <a:custGeom>
              <a:rect b="b" l="l" r="r" t="t"/>
              <a:pathLst>
                <a:path extrusionOk="0" fill="none" h="1876" w="1664">
                  <a:moveTo>
                    <a:pt x="1663" y="1"/>
                  </a:moveTo>
                  <a:lnTo>
                    <a:pt x="1663" y="1"/>
                  </a:lnTo>
                  <a:lnTo>
                    <a:pt x="0" y="1875"/>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22"/>
            <p:cNvSpPr/>
            <p:nvPr/>
          </p:nvSpPr>
          <p:spPr>
            <a:xfrm>
              <a:off x="4708646" y="3245953"/>
              <a:ext cx="19518" cy="22529"/>
            </a:xfrm>
            <a:custGeom>
              <a:rect b="b" l="l" r="r" t="t"/>
              <a:pathLst>
                <a:path extrusionOk="0" fill="none" h="793" w="687">
                  <a:moveTo>
                    <a:pt x="686" y="1"/>
                  </a:moveTo>
                  <a:lnTo>
                    <a:pt x="686" y="1"/>
                  </a:lnTo>
                  <a:lnTo>
                    <a:pt x="0" y="793"/>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22"/>
            <p:cNvSpPr/>
            <p:nvPr/>
          </p:nvSpPr>
          <p:spPr>
            <a:xfrm>
              <a:off x="5157136" y="2397719"/>
              <a:ext cx="330778" cy="336033"/>
            </a:xfrm>
            <a:custGeom>
              <a:rect b="b" l="l" r="r" t="t"/>
              <a:pathLst>
                <a:path extrusionOk="0" h="11828" w="11643">
                  <a:moveTo>
                    <a:pt x="5227" y="1"/>
                  </a:moveTo>
                  <a:lnTo>
                    <a:pt x="4118" y="1294"/>
                  </a:lnTo>
                  <a:lnTo>
                    <a:pt x="3036" y="2588"/>
                  </a:lnTo>
                  <a:lnTo>
                    <a:pt x="1954" y="3908"/>
                  </a:lnTo>
                  <a:lnTo>
                    <a:pt x="924" y="5228"/>
                  </a:lnTo>
                  <a:lnTo>
                    <a:pt x="449" y="5888"/>
                  </a:lnTo>
                  <a:lnTo>
                    <a:pt x="0" y="6548"/>
                  </a:lnTo>
                  <a:lnTo>
                    <a:pt x="0" y="6574"/>
                  </a:lnTo>
                  <a:lnTo>
                    <a:pt x="27" y="6601"/>
                  </a:lnTo>
                  <a:lnTo>
                    <a:pt x="2482" y="8369"/>
                  </a:lnTo>
                  <a:lnTo>
                    <a:pt x="6389" y="11168"/>
                  </a:lnTo>
                  <a:lnTo>
                    <a:pt x="7260" y="11828"/>
                  </a:lnTo>
                  <a:lnTo>
                    <a:pt x="7286" y="11828"/>
                  </a:lnTo>
                  <a:lnTo>
                    <a:pt x="7313" y="11801"/>
                  </a:lnTo>
                  <a:lnTo>
                    <a:pt x="8791" y="9557"/>
                  </a:lnTo>
                  <a:lnTo>
                    <a:pt x="11088" y="5967"/>
                  </a:lnTo>
                  <a:lnTo>
                    <a:pt x="11642" y="5149"/>
                  </a:lnTo>
                  <a:lnTo>
                    <a:pt x="11642" y="5122"/>
                  </a:lnTo>
                  <a:lnTo>
                    <a:pt x="11616" y="5096"/>
                  </a:lnTo>
                  <a:lnTo>
                    <a:pt x="11563" y="5096"/>
                  </a:lnTo>
                  <a:lnTo>
                    <a:pt x="10111" y="7366"/>
                  </a:lnTo>
                  <a:lnTo>
                    <a:pt x="7788" y="10930"/>
                  </a:lnTo>
                  <a:lnTo>
                    <a:pt x="7277" y="11723"/>
                  </a:lnTo>
                  <a:lnTo>
                    <a:pt x="4831" y="9980"/>
                  </a:lnTo>
                  <a:lnTo>
                    <a:pt x="950" y="7181"/>
                  </a:lnTo>
                  <a:lnTo>
                    <a:pt x="95" y="6577"/>
                  </a:lnTo>
                  <a:lnTo>
                    <a:pt x="95" y="6577"/>
                  </a:lnTo>
                  <a:lnTo>
                    <a:pt x="528" y="5914"/>
                  </a:lnTo>
                  <a:lnTo>
                    <a:pt x="1003" y="5281"/>
                  </a:lnTo>
                  <a:lnTo>
                    <a:pt x="1478" y="4621"/>
                  </a:lnTo>
                  <a:lnTo>
                    <a:pt x="1980" y="3987"/>
                  </a:lnTo>
                  <a:lnTo>
                    <a:pt x="3010" y="2746"/>
                  </a:lnTo>
                  <a:lnTo>
                    <a:pt x="4039" y="1506"/>
                  </a:lnTo>
                  <a:lnTo>
                    <a:pt x="5280" y="54"/>
                  </a:lnTo>
                  <a:lnTo>
                    <a:pt x="5306" y="27"/>
                  </a:lnTo>
                  <a:lnTo>
                    <a:pt x="52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22"/>
            <p:cNvSpPr/>
            <p:nvPr/>
          </p:nvSpPr>
          <p:spPr>
            <a:xfrm>
              <a:off x="5322874" y="1730252"/>
              <a:ext cx="155289" cy="142533"/>
            </a:xfrm>
            <a:custGeom>
              <a:rect b="b" l="l" r="r" t="t"/>
              <a:pathLst>
                <a:path extrusionOk="0" h="5017" w="5466">
                  <a:moveTo>
                    <a:pt x="3089" y="0"/>
                  </a:moveTo>
                  <a:lnTo>
                    <a:pt x="2878" y="53"/>
                  </a:lnTo>
                  <a:lnTo>
                    <a:pt x="2667" y="80"/>
                  </a:lnTo>
                  <a:lnTo>
                    <a:pt x="2456" y="159"/>
                  </a:lnTo>
                  <a:lnTo>
                    <a:pt x="2060" y="344"/>
                  </a:lnTo>
                  <a:lnTo>
                    <a:pt x="1690" y="555"/>
                  </a:lnTo>
                  <a:lnTo>
                    <a:pt x="1347" y="819"/>
                  </a:lnTo>
                  <a:lnTo>
                    <a:pt x="1083" y="1003"/>
                  </a:lnTo>
                  <a:lnTo>
                    <a:pt x="819" y="1215"/>
                  </a:lnTo>
                  <a:lnTo>
                    <a:pt x="608" y="1452"/>
                  </a:lnTo>
                  <a:lnTo>
                    <a:pt x="396" y="1690"/>
                  </a:lnTo>
                  <a:lnTo>
                    <a:pt x="212" y="1954"/>
                  </a:lnTo>
                  <a:lnTo>
                    <a:pt x="80" y="2218"/>
                  </a:lnTo>
                  <a:lnTo>
                    <a:pt x="0" y="2535"/>
                  </a:lnTo>
                  <a:lnTo>
                    <a:pt x="0" y="2667"/>
                  </a:lnTo>
                  <a:lnTo>
                    <a:pt x="0" y="2825"/>
                  </a:lnTo>
                  <a:lnTo>
                    <a:pt x="740" y="3591"/>
                  </a:lnTo>
                  <a:lnTo>
                    <a:pt x="898" y="3828"/>
                  </a:lnTo>
                  <a:lnTo>
                    <a:pt x="1056" y="4039"/>
                  </a:lnTo>
                  <a:lnTo>
                    <a:pt x="1241" y="4251"/>
                  </a:lnTo>
                  <a:lnTo>
                    <a:pt x="1452" y="4435"/>
                  </a:lnTo>
                  <a:lnTo>
                    <a:pt x="1664" y="4594"/>
                  </a:lnTo>
                  <a:lnTo>
                    <a:pt x="1901" y="4726"/>
                  </a:lnTo>
                  <a:lnTo>
                    <a:pt x="2165" y="4831"/>
                  </a:lnTo>
                  <a:lnTo>
                    <a:pt x="2429" y="4911"/>
                  </a:lnTo>
                  <a:lnTo>
                    <a:pt x="2693" y="4963"/>
                  </a:lnTo>
                  <a:lnTo>
                    <a:pt x="2957" y="5016"/>
                  </a:lnTo>
                  <a:lnTo>
                    <a:pt x="3221" y="5016"/>
                  </a:lnTo>
                  <a:lnTo>
                    <a:pt x="3512" y="4990"/>
                  </a:lnTo>
                  <a:lnTo>
                    <a:pt x="3776" y="4937"/>
                  </a:lnTo>
                  <a:lnTo>
                    <a:pt x="4040" y="4858"/>
                  </a:lnTo>
                  <a:lnTo>
                    <a:pt x="4277" y="4752"/>
                  </a:lnTo>
                  <a:lnTo>
                    <a:pt x="4515" y="4620"/>
                  </a:lnTo>
                  <a:lnTo>
                    <a:pt x="4726" y="4462"/>
                  </a:lnTo>
                  <a:lnTo>
                    <a:pt x="4911" y="4330"/>
                  </a:lnTo>
                  <a:lnTo>
                    <a:pt x="5069" y="4145"/>
                  </a:lnTo>
                  <a:lnTo>
                    <a:pt x="5201" y="3960"/>
                  </a:lnTo>
                  <a:lnTo>
                    <a:pt x="5307" y="3749"/>
                  </a:lnTo>
                  <a:lnTo>
                    <a:pt x="5386" y="3538"/>
                  </a:lnTo>
                  <a:lnTo>
                    <a:pt x="5439" y="3327"/>
                  </a:lnTo>
                  <a:lnTo>
                    <a:pt x="5465" y="3089"/>
                  </a:lnTo>
                  <a:lnTo>
                    <a:pt x="5412" y="2851"/>
                  </a:lnTo>
                  <a:lnTo>
                    <a:pt x="5333" y="2640"/>
                  </a:lnTo>
                  <a:lnTo>
                    <a:pt x="5201" y="2429"/>
                  </a:lnTo>
                  <a:lnTo>
                    <a:pt x="5043" y="2271"/>
                  </a:lnTo>
                  <a:lnTo>
                    <a:pt x="4858" y="2139"/>
                  </a:lnTo>
                  <a:lnTo>
                    <a:pt x="4647" y="2033"/>
                  </a:lnTo>
                  <a:lnTo>
                    <a:pt x="4436" y="2007"/>
                  </a:lnTo>
                  <a:lnTo>
                    <a:pt x="4330" y="2007"/>
                  </a:lnTo>
                  <a:lnTo>
                    <a:pt x="4198" y="2033"/>
                  </a:lnTo>
                  <a:lnTo>
                    <a:pt x="4383" y="1901"/>
                  </a:lnTo>
                  <a:lnTo>
                    <a:pt x="4515" y="1743"/>
                  </a:lnTo>
                  <a:lnTo>
                    <a:pt x="4594" y="1558"/>
                  </a:lnTo>
                  <a:lnTo>
                    <a:pt x="4647" y="1347"/>
                  </a:lnTo>
                  <a:lnTo>
                    <a:pt x="4673" y="1135"/>
                  </a:lnTo>
                  <a:lnTo>
                    <a:pt x="4620" y="924"/>
                  </a:lnTo>
                  <a:lnTo>
                    <a:pt x="4568" y="713"/>
                  </a:lnTo>
                  <a:lnTo>
                    <a:pt x="4436" y="528"/>
                  </a:lnTo>
                  <a:lnTo>
                    <a:pt x="4304" y="370"/>
                  </a:lnTo>
                  <a:lnTo>
                    <a:pt x="4119" y="238"/>
                  </a:lnTo>
                  <a:lnTo>
                    <a:pt x="3934" y="159"/>
                  </a:lnTo>
                  <a:lnTo>
                    <a:pt x="3749" y="80"/>
                  </a:lnTo>
                  <a:lnTo>
                    <a:pt x="3538" y="27"/>
                  </a:lnTo>
                  <a:lnTo>
                    <a:pt x="330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22"/>
            <p:cNvSpPr/>
            <p:nvPr/>
          </p:nvSpPr>
          <p:spPr>
            <a:xfrm>
              <a:off x="5319862" y="1792496"/>
              <a:ext cx="81792" cy="78781"/>
            </a:xfrm>
            <a:custGeom>
              <a:rect b="b" l="l" r="r" t="t"/>
              <a:pathLst>
                <a:path extrusionOk="0" h="2773" w="2879">
                  <a:moveTo>
                    <a:pt x="27" y="0"/>
                  </a:moveTo>
                  <a:lnTo>
                    <a:pt x="1" y="27"/>
                  </a:lnTo>
                  <a:lnTo>
                    <a:pt x="27" y="53"/>
                  </a:lnTo>
                  <a:lnTo>
                    <a:pt x="27" y="80"/>
                  </a:lnTo>
                  <a:lnTo>
                    <a:pt x="291" y="159"/>
                  </a:lnTo>
                  <a:lnTo>
                    <a:pt x="502" y="238"/>
                  </a:lnTo>
                  <a:lnTo>
                    <a:pt x="951" y="476"/>
                  </a:lnTo>
                  <a:lnTo>
                    <a:pt x="1374" y="740"/>
                  </a:lnTo>
                  <a:lnTo>
                    <a:pt x="1743" y="1083"/>
                  </a:lnTo>
                  <a:lnTo>
                    <a:pt x="2086" y="1452"/>
                  </a:lnTo>
                  <a:lnTo>
                    <a:pt x="2377" y="1848"/>
                  </a:lnTo>
                  <a:lnTo>
                    <a:pt x="2614" y="2297"/>
                  </a:lnTo>
                  <a:lnTo>
                    <a:pt x="2720" y="2508"/>
                  </a:lnTo>
                  <a:lnTo>
                    <a:pt x="2799" y="2746"/>
                  </a:lnTo>
                  <a:lnTo>
                    <a:pt x="2799" y="2772"/>
                  </a:lnTo>
                  <a:lnTo>
                    <a:pt x="2852" y="2772"/>
                  </a:lnTo>
                  <a:lnTo>
                    <a:pt x="2878" y="2746"/>
                  </a:lnTo>
                  <a:lnTo>
                    <a:pt x="2773" y="2482"/>
                  </a:lnTo>
                  <a:lnTo>
                    <a:pt x="2694" y="2271"/>
                  </a:lnTo>
                  <a:lnTo>
                    <a:pt x="2562" y="2033"/>
                  </a:lnTo>
                  <a:lnTo>
                    <a:pt x="2430" y="1822"/>
                  </a:lnTo>
                  <a:lnTo>
                    <a:pt x="2139" y="1400"/>
                  </a:lnTo>
                  <a:lnTo>
                    <a:pt x="1796" y="1004"/>
                  </a:lnTo>
                  <a:lnTo>
                    <a:pt x="1426" y="687"/>
                  </a:lnTo>
                  <a:lnTo>
                    <a:pt x="1004" y="396"/>
                  </a:lnTo>
                  <a:lnTo>
                    <a:pt x="766" y="264"/>
                  </a:lnTo>
                  <a:lnTo>
                    <a:pt x="555" y="159"/>
                  </a:lnTo>
                  <a:lnTo>
                    <a:pt x="318" y="80"/>
                  </a:lnTo>
                  <a:lnTo>
                    <a:pt x="5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2" name="Google Shape;2012;p22"/>
          <p:cNvGrpSpPr/>
          <p:nvPr/>
        </p:nvGrpSpPr>
        <p:grpSpPr>
          <a:xfrm>
            <a:off x="6192803" y="2101051"/>
            <a:ext cx="2328600" cy="2714376"/>
            <a:chOff x="6167411" y="2126424"/>
            <a:chExt cx="2328600" cy="2714376"/>
          </a:xfrm>
        </p:grpSpPr>
        <p:sp>
          <p:nvSpPr>
            <p:cNvPr id="2013" name="Google Shape;2013;p22"/>
            <p:cNvSpPr/>
            <p:nvPr/>
          </p:nvSpPr>
          <p:spPr>
            <a:xfrm>
              <a:off x="6262325" y="4248877"/>
              <a:ext cx="551175" cy="471389"/>
            </a:xfrm>
            <a:custGeom>
              <a:rect b="b" l="l" r="r" t="t"/>
              <a:pathLst>
                <a:path extrusionOk="0" h="15444" w="18058">
                  <a:moveTo>
                    <a:pt x="10085" y="0"/>
                  </a:moveTo>
                  <a:lnTo>
                    <a:pt x="7392" y="2693"/>
                  </a:lnTo>
                  <a:lnTo>
                    <a:pt x="7022" y="2376"/>
                  </a:lnTo>
                  <a:lnTo>
                    <a:pt x="6653" y="2112"/>
                  </a:lnTo>
                  <a:lnTo>
                    <a:pt x="6283" y="1848"/>
                  </a:lnTo>
                  <a:lnTo>
                    <a:pt x="5940" y="1637"/>
                  </a:lnTo>
                  <a:lnTo>
                    <a:pt x="5570" y="1452"/>
                  </a:lnTo>
                  <a:lnTo>
                    <a:pt x="5227" y="1294"/>
                  </a:lnTo>
                  <a:lnTo>
                    <a:pt x="4884" y="1162"/>
                  </a:lnTo>
                  <a:lnTo>
                    <a:pt x="4567" y="1056"/>
                  </a:lnTo>
                  <a:lnTo>
                    <a:pt x="4224" y="977"/>
                  </a:lnTo>
                  <a:lnTo>
                    <a:pt x="3907" y="924"/>
                  </a:lnTo>
                  <a:lnTo>
                    <a:pt x="3590" y="871"/>
                  </a:lnTo>
                  <a:lnTo>
                    <a:pt x="3300" y="871"/>
                  </a:lnTo>
                  <a:lnTo>
                    <a:pt x="3010" y="845"/>
                  </a:lnTo>
                  <a:lnTo>
                    <a:pt x="2719" y="871"/>
                  </a:lnTo>
                  <a:lnTo>
                    <a:pt x="2191" y="924"/>
                  </a:lnTo>
                  <a:lnTo>
                    <a:pt x="1716" y="1030"/>
                  </a:lnTo>
                  <a:lnTo>
                    <a:pt x="1294" y="1162"/>
                  </a:lnTo>
                  <a:lnTo>
                    <a:pt x="924" y="1294"/>
                  </a:lnTo>
                  <a:lnTo>
                    <a:pt x="607" y="1452"/>
                  </a:lnTo>
                  <a:lnTo>
                    <a:pt x="343" y="1584"/>
                  </a:lnTo>
                  <a:lnTo>
                    <a:pt x="158" y="1690"/>
                  </a:lnTo>
                  <a:lnTo>
                    <a:pt x="0" y="1822"/>
                  </a:lnTo>
                  <a:lnTo>
                    <a:pt x="11563" y="15444"/>
                  </a:lnTo>
                  <a:lnTo>
                    <a:pt x="18057" y="8897"/>
                  </a:lnTo>
                  <a:lnTo>
                    <a:pt x="1008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22"/>
            <p:cNvSpPr/>
            <p:nvPr/>
          </p:nvSpPr>
          <p:spPr>
            <a:xfrm>
              <a:off x="6517742" y="3663872"/>
              <a:ext cx="1177283" cy="910547"/>
            </a:xfrm>
            <a:custGeom>
              <a:rect b="b" l="l" r="r" t="t"/>
              <a:pathLst>
                <a:path extrusionOk="0" h="29832" w="38571">
                  <a:moveTo>
                    <a:pt x="19088" y="0"/>
                  </a:moveTo>
                  <a:lnTo>
                    <a:pt x="1" y="20169"/>
                  </a:lnTo>
                  <a:lnTo>
                    <a:pt x="4172" y="24948"/>
                  </a:lnTo>
                  <a:lnTo>
                    <a:pt x="7102" y="28274"/>
                  </a:lnTo>
                  <a:lnTo>
                    <a:pt x="8079" y="29383"/>
                  </a:lnTo>
                  <a:lnTo>
                    <a:pt x="8501" y="29832"/>
                  </a:lnTo>
                  <a:lnTo>
                    <a:pt x="23417" y="13385"/>
                  </a:lnTo>
                  <a:lnTo>
                    <a:pt x="38571" y="581"/>
                  </a:lnTo>
                  <a:lnTo>
                    <a:pt x="19088"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22"/>
            <p:cNvSpPr/>
            <p:nvPr/>
          </p:nvSpPr>
          <p:spPr>
            <a:xfrm flipH="1">
              <a:off x="6167411" y="4667100"/>
              <a:ext cx="2328600" cy="1737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sp>
          <p:nvSpPr>
            <p:cNvPr id="2016" name="Google Shape;2016;p22"/>
            <p:cNvSpPr/>
            <p:nvPr/>
          </p:nvSpPr>
          <p:spPr>
            <a:xfrm>
              <a:off x="7814269" y="3287553"/>
              <a:ext cx="182952" cy="113635"/>
            </a:xfrm>
            <a:custGeom>
              <a:rect b="b" l="l" r="r" t="t"/>
              <a:pathLst>
                <a:path extrusionOk="0" h="3723" w="5994">
                  <a:moveTo>
                    <a:pt x="1" y="1"/>
                  </a:moveTo>
                  <a:lnTo>
                    <a:pt x="1" y="27"/>
                  </a:lnTo>
                  <a:lnTo>
                    <a:pt x="1" y="53"/>
                  </a:lnTo>
                  <a:lnTo>
                    <a:pt x="27" y="80"/>
                  </a:lnTo>
                  <a:lnTo>
                    <a:pt x="687" y="265"/>
                  </a:lnTo>
                  <a:lnTo>
                    <a:pt x="1347" y="476"/>
                  </a:lnTo>
                  <a:lnTo>
                    <a:pt x="1981" y="713"/>
                  </a:lnTo>
                  <a:lnTo>
                    <a:pt x="2614" y="1030"/>
                  </a:lnTo>
                  <a:lnTo>
                    <a:pt x="3195" y="1347"/>
                  </a:lnTo>
                  <a:lnTo>
                    <a:pt x="3776" y="1717"/>
                  </a:lnTo>
                  <a:lnTo>
                    <a:pt x="4330" y="2139"/>
                  </a:lnTo>
                  <a:lnTo>
                    <a:pt x="4858" y="2588"/>
                  </a:lnTo>
                  <a:lnTo>
                    <a:pt x="5413" y="3116"/>
                  </a:lnTo>
                  <a:lnTo>
                    <a:pt x="5914" y="3697"/>
                  </a:lnTo>
                  <a:lnTo>
                    <a:pt x="5941" y="3723"/>
                  </a:lnTo>
                  <a:lnTo>
                    <a:pt x="5967" y="3697"/>
                  </a:lnTo>
                  <a:lnTo>
                    <a:pt x="5993" y="3670"/>
                  </a:lnTo>
                  <a:lnTo>
                    <a:pt x="5993" y="3644"/>
                  </a:lnTo>
                  <a:lnTo>
                    <a:pt x="5518" y="3116"/>
                  </a:lnTo>
                  <a:lnTo>
                    <a:pt x="5043" y="2641"/>
                  </a:lnTo>
                  <a:lnTo>
                    <a:pt x="4515" y="2192"/>
                  </a:lnTo>
                  <a:lnTo>
                    <a:pt x="3961" y="1769"/>
                  </a:lnTo>
                  <a:lnTo>
                    <a:pt x="3380" y="1373"/>
                  </a:lnTo>
                  <a:lnTo>
                    <a:pt x="2799" y="1030"/>
                  </a:lnTo>
                  <a:lnTo>
                    <a:pt x="2166" y="713"/>
                  </a:lnTo>
                  <a:lnTo>
                    <a:pt x="1532" y="449"/>
                  </a:lnTo>
                  <a:lnTo>
                    <a:pt x="793" y="212"/>
                  </a:lnTo>
                  <a:lnTo>
                    <a:pt x="54" y="1"/>
                  </a:lnTo>
                  <a:close/>
                </a:path>
              </a:pathLst>
            </a:custGeom>
            <a:solidFill>
              <a:srgbClr val="221F4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22"/>
            <p:cNvSpPr/>
            <p:nvPr/>
          </p:nvSpPr>
          <p:spPr>
            <a:xfrm>
              <a:off x="7081014" y="4410832"/>
              <a:ext cx="536677" cy="375518"/>
            </a:xfrm>
            <a:custGeom>
              <a:rect b="b" l="l" r="r" t="t"/>
              <a:pathLst>
                <a:path extrusionOk="0" h="12303" w="17583">
                  <a:moveTo>
                    <a:pt x="15021" y="0"/>
                  </a:moveTo>
                  <a:lnTo>
                    <a:pt x="3379" y="2614"/>
                  </a:lnTo>
                  <a:lnTo>
                    <a:pt x="4409" y="6283"/>
                  </a:lnTo>
                  <a:lnTo>
                    <a:pt x="3960" y="6468"/>
                  </a:lnTo>
                  <a:lnTo>
                    <a:pt x="3538" y="6653"/>
                  </a:lnTo>
                  <a:lnTo>
                    <a:pt x="3142" y="6838"/>
                  </a:lnTo>
                  <a:lnTo>
                    <a:pt x="2772" y="7049"/>
                  </a:lnTo>
                  <a:lnTo>
                    <a:pt x="2455" y="7260"/>
                  </a:lnTo>
                  <a:lnTo>
                    <a:pt x="2138" y="7498"/>
                  </a:lnTo>
                  <a:lnTo>
                    <a:pt x="1848" y="7735"/>
                  </a:lnTo>
                  <a:lnTo>
                    <a:pt x="1610" y="7973"/>
                  </a:lnTo>
                  <a:lnTo>
                    <a:pt x="1373" y="8211"/>
                  </a:lnTo>
                  <a:lnTo>
                    <a:pt x="1162" y="8475"/>
                  </a:lnTo>
                  <a:lnTo>
                    <a:pt x="977" y="8712"/>
                  </a:lnTo>
                  <a:lnTo>
                    <a:pt x="818" y="8976"/>
                  </a:lnTo>
                  <a:lnTo>
                    <a:pt x="528" y="9478"/>
                  </a:lnTo>
                  <a:lnTo>
                    <a:pt x="343" y="9953"/>
                  </a:lnTo>
                  <a:lnTo>
                    <a:pt x="185" y="10428"/>
                  </a:lnTo>
                  <a:lnTo>
                    <a:pt x="79" y="10877"/>
                  </a:lnTo>
                  <a:lnTo>
                    <a:pt x="26" y="11273"/>
                  </a:lnTo>
                  <a:lnTo>
                    <a:pt x="0" y="11616"/>
                  </a:lnTo>
                  <a:lnTo>
                    <a:pt x="0" y="11907"/>
                  </a:lnTo>
                  <a:lnTo>
                    <a:pt x="0" y="12118"/>
                  </a:lnTo>
                  <a:lnTo>
                    <a:pt x="26" y="12303"/>
                  </a:lnTo>
                  <a:lnTo>
                    <a:pt x="17582" y="8871"/>
                  </a:lnTo>
                  <a:lnTo>
                    <a:pt x="15021"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22"/>
            <p:cNvSpPr/>
            <p:nvPr/>
          </p:nvSpPr>
          <p:spPr>
            <a:xfrm>
              <a:off x="7134185" y="4624372"/>
              <a:ext cx="86257" cy="27409"/>
            </a:xfrm>
            <a:custGeom>
              <a:rect b="b" l="l" r="r" t="t"/>
              <a:pathLst>
                <a:path extrusionOk="0" h="898" w="2826">
                  <a:moveTo>
                    <a:pt x="27" y="0"/>
                  </a:moveTo>
                  <a:lnTo>
                    <a:pt x="0" y="27"/>
                  </a:lnTo>
                  <a:lnTo>
                    <a:pt x="0" y="53"/>
                  </a:lnTo>
                  <a:lnTo>
                    <a:pt x="27" y="79"/>
                  </a:lnTo>
                  <a:lnTo>
                    <a:pt x="740" y="238"/>
                  </a:lnTo>
                  <a:lnTo>
                    <a:pt x="1426" y="423"/>
                  </a:lnTo>
                  <a:lnTo>
                    <a:pt x="2086" y="634"/>
                  </a:lnTo>
                  <a:lnTo>
                    <a:pt x="2772" y="898"/>
                  </a:lnTo>
                  <a:lnTo>
                    <a:pt x="2799" y="871"/>
                  </a:lnTo>
                  <a:lnTo>
                    <a:pt x="2825" y="871"/>
                  </a:lnTo>
                  <a:lnTo>
                    <a:pt x="2825" y="819"/>
                  </a:lnTo>
                  <a:lnTo>
                    <a:pt x="2799" y="819"/>
                  </a:lnTo>
                  <a:lnTo>
                    <a:pt x="2112" y="555"/>
                  </a:lnTo>
                  <a:lnTo>
                    <a:pt x="1426" y="343"/>
                  </a:lnTo>
                  <a:lnTo>
                    <a:pt x="740" y="159"/>
                  </a:lnTo>
                  <a:lnTo>
                    <a:pt x="53"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22"/>
            <p:cNvSpPr/>
            <p:nvPr/>
          </p:nvSpPr>
          <p:spPr>
            <a:xfrm>
              <a:off x="7167211" y="4605844"/>
              <a:ext cx="78199" cy="29820"/>
            </a:xfrm>
            <a:custGeom>
              <a:rect b="b" l="l" r="r" t="t"/>
              <a:pathLst>
                <a:path extrusionOk="0" h="977" w="2562">
                  <a:moveTo>
                    <a:pt x="1" y="0"/>
                  </a:moveTo>
                  <a:lnTo>
                    <a:pt x="1" y="26"/>
                  </a:lnTo>
                  <a:lnTo>
                    <a:pt x="1" y="53"/>
                  </a:lnTo>
                  <a:lnTo>
                    <a:pt x="27" y="79"/>
                  </a:lnTo>
                  <a:lnTo>
                    <a:pt x="2509" y="977"/>
                  </a:lnTo>
                  <a:lnTo>
                    <a:pt x="2535" y="977"/>
                  </a:lnTo>
                  <a:lnTo>
                    <a:pt x="2562" y="950"/>
                  </a:lnTo>
                  <a:lnTo>
                    <a:pt x="2562" y="924"/>
                  </a:lnTo>
                  <a:lnTo>
                    <a:pt x="2535" y="898"/>
                  </a:lnTo>
                  <a:lnTo>
                    <a:pt x="5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22"/>
            <p:cNvSpPr/>
            <p:nvPr/>
          </p:nvSpPr>
          <p:spPr>
            <a:xfrm>
              <a:off x="6427485" y="4271434"/>
              <a:ext cx="21793" cy="87050"/>
            </a:xfrm>
            <a:custGeom>
              <a:rect b="b" l="l" r="r" t="t"/>
              <a:pathLst>
                <a:path extrusionOk="0" h="2852" w="714">
                  <a:moveTo>
                    <a:pt x="1" y="0"/>
                  </a:moveTo>
                  <a:lnTo>
                    <a:pt x="1" y="27"/>
                  </a:lnTo>
                  <a:lnTo>
                    <a:pt x="212" y="713"/>
                  </a:lnTo>
                  <a:lnTo>
                    <a:pt x="371" y="1426"/>
                  </a:lnTo>
                  <a:lnTo>
                    <a:pt x="529" y="2112"/>
                  </a:lnTo>
                  <a:lnTo>
                    <a:pt x="635" y="2825"/>
                  </a:lnTo>
                  <a:lnTo>
                    <a:pt x="661" y="2851"/>
                  </a:lnTo>
                  <a:lnTo>
                    <a:pt x="687" y="2851"/>
                  </a:lnTo>
                  <a:lnTo>
                    <a:pt x="714" y="2825"/>
                  </a:lnTo>
                  <a:lnTo>
                    <a:pt x="714" y="2799"/>
                  </a:lnTo>
                  <a:lnTo>
                    <a:pt x="608" y="2086"/>
                  </a:lnTo>
                  <a:lnTo>
                    <a:pt x="450" y="1399"/>
                  </a:lnTo>
                  <a:lnTo>
                    <a:pt x="291" y="713"/>
                  </a:lnTo>
                  <a:lnTo>
                    <a:pt x="80" y="27"/>
                  </a:lnTo>
                  <a:lnTo>
                    <a:pt x="5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22"/>
            <p:cNvSpPr/>
            <p:nvPr/>
          </p:nvSpPr>
          <p:spPr>
            <a:xfrm>
              <a:off x="6459717" y="4290755"/>
              <a:ext cx="15353" cy="81434"/>
            </a:xfrm>
            <a:custGeom>
              <a:rect b="b" l="l" r="r" t="t"/>
              <a:pathLst>
                <a:path extrusionOk="0" h="2668" w="503">
                  <a:moveTo>
                    <a:pt x="27" y="1"/>
                  </a:moveTo>
                  <a:lnTo>
                    <a:pt x="1" y="27"/>
                  </a:lnTo>
                  <a:lnTo>
                    <a:pt x="1" y="54"/>
                  </a:lnTo>
                  <a:lnTo>
                    <a:pt x="450" y="2641"/>
                  </a:lnTo>
                  <a:lnTo>
                    <a:pt x="450" y="2667"/>
                  </a:lnTo>
                  <a:lnTo>
                    <a:pt x="503" y="2667"/>
                  </a:lnTo>
                  <a:lnTo>
                    <a:pt x="503" y="2641"/>
                  </a:lnTo>
                  <a:lnTo>
                    <a:pt x="80" y="27"/>
                  </a:lnTo>
                  <a:lnTo>
                    <a:pt x="54"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22"/>
            <p:cNvSpPr/>
            <p:nvPr/>
          </p:nvSpPr>
          <p:spPr>
            <a:xfrm>
              <a:off x="6517742" y="3663872"/>
              <a:ext cx="1177283" cy="910547"/>
            </a:xfrm>
            <a:custGeom>
              <a:rect b="b" l="l" r="r" t="t"/>
              <a:pathLst>
                <a:path extrusionOk="0" h="29832" w="38571">
                  <a:moveTo>
                    <a:pt x="19088" y="0"/>
                  </a:moveTo>
                  <a:lnTo>
                    <a:pt x="1" y="20169"/>
                  </a:lnTo>
                  <a:lnTo>
                    <a:pt x="4172" y="24948"/>
                  </a:lnTo>
                  <a:lnTo>
                    <a:pt x="7102" y="28274"/>
                  </a:lnTo>
                  <a:lnTo>
                    <a:pt x="8079" y="29383"/>
                  </a:lnTo>
                  <a:lnTo>
                    <a:pt x="8501" y="29832"/>
                  </a:lnTo>
                  <a:lnTo>
                    <a:pt x="23417" y="13385"/>
                  </a:lnTo>
                  <a:lnTo>
                    <a:pt x="38571" y="581"/>
                  </a:lnTo>
                  <a:lnTo>
                    <a:pt x="19088" y="0"/>
                  </a:lnTo>
                  <a:close/>
                </a:path>
              </a:pathLst>
            </a:custGeom>
            <a:solidFill>
              <a:srgbClr val="0A0A0A">
                <a:alpha val="2235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22"/>
            <p:cNvSpPr/>
            <p:nvPr/>
          </p:nvSpPr>
          <p:spPr>
            <a:xfrm>
              <a:off x="6928704" y="3296404"/>
              <a:ext cx="1194193" cy="1240953"/>
            </a:xfrm>
            <a:custGeom>
              <a:rect b="b" l="l" r="r" t="t"/>
              <a:pathLst>
                <a:path extrusionOk="0" h="40657" w="39125">
                  <a:moveTo>
                    <a:pt x="21015" y="1"/>
                  </a:moveTo>
                  <a:lnTo>
                    <a:pt x="21279" y="4304"/>
                  </a:lnTo>
                  <a:lnTo>
                    <a:pt x="18850" y="4462"/>
                  </a:lnTo>
                  <a:lnTo>
                    <a:pt x="16289" y="4647"/>
                  </a:lnTo>
                  <a:lnTo>
                    <a:pt x="13280" y="4885"/>
                  </a:lnTo>
                  <a:lnTo>
                    <a:pt x="10164" y="5175"/>
                  </a:lnTo>
                  <a:lnTo>
                    <a:pt x="8660" y="5334"/>
                  </a:lnTo>
                  <a:lnTo>
                    <a:pt x="7234" y="5518"/>
                  </a:lnTo>
                  <a:lnTo>
                    <a:pt x="5967" y="5703"/>
                  </a:lnTo>
                  <a:lnTo>
                    <a:pt x="4858" y="5888"/>
                  </a:lnTo>
                  <a:lnTo>
                    <a:pt x="3960" y="6099"/>
                  </a:lnTo>
                  <a:lnTo>
                    <a:pt x="3591" y="6205"/>
                  </a:lnTo>
                  <a:lnTo>
                    <a:pt x="3300" y="6310"/>
                  </a:lnTo>
                  <a:lnTo>
                    <a:pt x="2825" y="6522"/>
                  </a:lnTo>
                  <a:lnTo>
                    <a:pt x="2403" y="6733"/>
                  </a:lnTo>
                  <a:lnTo>
                    <a:pt x="2007" y="6970"/>
                  </a:lnTo>
                  <a:lnTo>
                    <a:pt x="1637" y="7234"/>
                  </a:lnTo>
                  <a:lnTo>
                    <a:pt x="1321" y="7525"/>
                  </a:lnTo>
                  <a:lnTo>
                    <a:pt x="1057" y="7815"/>
                  </a:lnTo>
                  <a:lnTo>
                    <a:pt x="793" y="8158"/>
                  </a:lnTo>
                  <a:lnTo>
                    <a:pt x="608" y="8502"/>
                  </a:lnTo>
                  <a:lnTo>
                    <a:pt x="423" y="8898"/>
                  </a:lnTo>
                  <a:lnTo>
                    <a:pt x="291" y="9346"/>
                  </a:lnTo>
                  <a:lnTo>
                    <a:pt x="159" y="9822"/>
                  </a:lnTo>
                  <a:lnTo>
                    <a:pt x="80" y="10323"/>
                  </a:lnTo>
                  <a:lnTo>
                    <a:pt x="27" y="10904"/>
                  </a:lnTo>
                  <a:lnTo>
                    <a:pt x="1" y="11511"/>
                  </a:lnTo>
                  <a:lnTo>
                    <a:pt x="27" y="12171"/>
                  </a:lnTo>
                  <a:lnTo>
                    <a:pt x="53" y="12884"/>
                  </a:lnTo>
                  <a:lnTo>
                    <a:pt x="80" y="13333"/>
                  </a:lnTo>
                  <a:lnTo>
                    <a:pt x="159" y="13861"/>
                  </a:lnTo>
                  <a:lnTo>
                    <a:pt x="291" y="14494"/>
                  </a:lnTo>
                  <a:lnTo>
                    <a:pt x="449" y="15233"/>
                  </a:lnTo>
                  <a:lnTo>
                    <a:pt x="872" y="16949"/>
                  </a:lnTo>
                  <a:lnTo>
                    <a:pt x="1373" y="18929"/>
                  </a:lnTo>
                  <a:lnTo>
                    <a:pt x="1981" y="21094"/>
                  </a:lnTo>
                  <a:lnTo>
                    <a:pt x="2667" y="23444"/>
                  </a:lnTo>
                  <a:lnTo>
                    <a:pt x="4119" y="28275"/>
                  </a:lnTo>
                  <a:lnTo>
                    <a:pt x="5544" y="32921"/>
                  </a:lnTo>
                  <a:lnTo>
                    <a:pt x="6785" y="36881"/>
                  </a:lnTo>
                  <a:lnTo>
                    <a:pt x="8000" y="40656"/>
                  </a:lnTo>
                  <a:lnTo>
                    <a:pt x="21991" y="38491"/>
                  </a:lnTo>
                  <a:lnTo>
                    <a:pt x="15101" y="17821"/>
                  </a:lnTo>
                  <a:lnTo>
                    <a:pt x="31812" y="17821"/>
                  </a:lnTo>
                  <a:lnTo>
                    <a:pt x="32340" y="17768"/>
                  </a:lnTo>
                  <a:lnTo>
                    <a:pt x="32842" y="17689"/>
                  </a:lnTo>
                  <a:lnTo>
                    <a:pt x="33343" y="17583"/>
                  </a:lnTo>
                  <a:lnTo>
                    <a:pt x="33845" y="17425"/>
                  </a:lnTo>
                  <a:lnTo>
                    <a:pt x="34320" y="17266"/>
                  </a:lnTo>
                  <a:lnTo>
                    <a:pt x="34795" y="17055"/>
                  </a:lnTo>
                  <a:lnTo>
                    <a:pt x="35244" y="16817"/>
                  </a:lnTo>
                  <a:lnTo>
                    <a:pt x="35666" y="16580"/>
                  </a:lnTo>
                  <a:lnTo>
                    <a:pt x="36089" y="16289"/>
                  </a:lnTo>
                  <a:lnTo>
                    <a:pt x="36485" y="15973"/>
                  </a:lnTo>
                  <a:lnTo>
                    <a:pt x="36881" y="15629"/>
                  </a:lnTo>
                  <a:lnTo>
                    <a:pt x="37224" y="15260"/>
                  </a:lnTo>
                  <a:lnTo>
                    <a:pt x="37567" y="14864"/>
                  </a:lnTo>
                  <a:lnTo>
                    <a:pt x="37858" y="14468"/>
                  </a:lnTo>
                  <a:lnTo>
                    <a:pt x="38148" y="14019"/>
                  </a:lnTo>
                  <a:lnTo>
                    <a:pt x="38412" y="13518"/>
                  </a:lnTo>
                  <a:lnTo>
                    <a:pt x="38650" y="12963"/>
                  </a:lnTo>
                  <a:lnTo>
                    <a:pt x="38834" y="12382"/>
                  </a:lnTo>
                  <a:lnTo>
                    <a:pt x="38993" y="11749"/>
                  </a:lnTo>
                  <a:lnTo>
                    <a:pt x="39098" y="11115"/>
                  </a:lnTo>
                  <a:lnTo>
                    <a:pt x="39125" y="10772"/>
                  </a:lnTo>
                  <a:lnTo>
                    <a:pt x="39125" y="10402"/>
                  </a:lnTo>
                  <a:lnTo>
                    <a:pt x="39125" y="10059"/>
                  </a:lnTo>
                  <a:lnTo>
                    <a:pt x="39098" y="9690"/>
                  </a:lnTo>
                  <a:lnTo>
                    <a:pt x="39072" y="9294"/>
                  </a:lnTo>
                  <a:lnTo>
                    <a:pt x="38993" y="8924"/>
                  </a:lnTo>
                  <a:lnTo>
                    <a:pt x="38861" y="8317"/>
                  </a:lnTo>
                  <a:lnTo>
                    <a:pt x="38702" y="7657"/>
                  </a:lnTo>
                  <a:lnTo>
                    <a:pt x="38465" y="6997"/>
                  </a:lnTo>
                  <a:lnTo>
                    <a:pt x="38201" y="6284"/>
                  </a:lnTo>
                  <a:lnTo>
                    <a:pt x="37910" y="5571"/>
                  </a:lnTo>
                  <a:lnTo>
                    <a:pt x="37594" y="4832"/>
                  </a:lnTo>
                  <a:lnTo>
                    <a:pt x="36934" y="3459"/>
                  </a:lnTo>
                  <a:lnTo>
                    <a:pt x="36326" y="2219"/>
                  </a:lnTo>
                  <a:lnTo>
                    <a:pt x="35798" y="1215"/>
                  </a:lnTo>
                  <a:lnTo>
                    <a:pt x="35270" y="291"/>
                  </a:lnTo>
                  <a:lnTo>
                    <a:pt x="21015"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22"/>
            <p:cNvSpPr/>
            <p:nvPr/>
          </p:nvSpPr>
          <p:spPr>
            <a:xfrm>
              <a:off x="7333226" y="3412453"/>
              <a:ext cx="520561" cy="33880"/>
            </a:xfrm>
            <a:custGeom>
              <a:rect b="b" l="l" r="r" t="t"/>
              <a:pathLst>
                <a:path extrusionOk="0" h="1110" w="17055">
                  <a:moveTo>
                    <a:pt x="17028" y="1"/>
                  </a:moveTo>
                  <a:lnTo>
                    <a:pt x="15365" y="27"/>
                  </a:lnTo>
                  <a:lnTo>
                    <a:pt x="13702" y="53"/>
                  </a:lnTo>
                  <a:lnTo>
                    <a:pt x="12038" y="133"/>
                  </a:lnTo>
                  <a:lnTo>
                    <a:pt x="10375" y="185"/>
                  </a:lnTo>
                  <a:lnTo>
                    <a:pt x="8712" y="291"/>
                  </a:lnTo>
                  <a:lnTo>
                    <a:pt x="7075" y="396"/>
                  </a:lnTo>
                  <a:lnTo>
                    <a:pt x="5412" y="502"/>
                  </a:lnTo>
                  <a:lnTo>
                    <a:pt x="3775" y="634"/>
                  </a:lnTo>
                  <a:lnTo>
                    <a:pt x="1901" y="819"/>
                  </a:lnTo>
                  <a:lnTo>
                    <a:pt x="27" y="1030"/>
                  </a:lnTo>
                  <a:lnTo>
                    <a:pt x="0" y="1030"/>
                  </a:lnTo>
                  <a:lnTo>
                    <a:pt x="0" y="1056"/>
                  </a:lnTo>
                  <a:lnTo>
                    <a:pt x="0" y="1083"/>
                  </a:lnTo>
                  <a:lnTo>
                    <a:pt x="27" y="1109"/>
                  </a:lnTo>
                  <a:lnTo>
                    <a:pt x="1690" y="924"/>
                  </a:lnTo>
                  <a:lnTo>
                    <a:pt x="3353" y="766"/>
                  </a:lnTo>
                  <a:lnTo>
                    <a:pt x="5016" y="608"/>
                  </a:lnTo>
                  <a:lnTo>
                    <a:pt x="6653" y="502"/>
                  </a:lnTo>
                  <a:lnTo>
                    <a:pt x="8316" y="396"/>
                  </a:lnTo>
                  <a:lnTo>
                    <a:pt x="9979" y="291"/>
                  </a:lnTo>
                  <a:lnTo>
                    <a:pt x="11616" y="212"/>
                  </a:lnTo>
                  <a:lnTo>
                    <a:pt x="13279" y="159"/>
                  </a:lnTo>
                  <a:lnTo>
                    <a:pt x="15154" y="106"/>
                  </a:lnTo>
                  <a:lnTo>
                    <a:pt x="17028" y="80"/>
                  </a:lnTo>
                  <a:lnTo>
                    <a:pt x="17054" y="80"/>
                  </a:lnTo>
                  <a:lnTo>
                    <a:pt x="17054" y="53"/>
                  </a:lnTo>
                  <a:lnTo>
                    <a:pt x="17054" y="27"/>
                  </a:lnTo>
                  <a:lnTo>
                    <a:pt x="1702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22"/>
            <p:cNvSpPr/>
            <p:nvPr/>
          </p:nvSpPr>
          <p:spPr>
            <a:xfrm>
              <a:off x="7021372" y="2654199"/>
              <a:ext cx="1053179" cy="757477"/>
            </a:xfrm>
            <a:custGeom>
              <a:rect b="b" l="l" r="r" t="t"/>
              <a:pathLst>
                <a:path extrusionOk="0" h="24817" w="34505">
                  <a:moveTo>
                    <a:pt x="24262" y="1"/>
                  </a:moveTo>
                  <a:lnTo>
                    <a:pt x="23813" y="238"/>
                  </a:lnTo>
                  <a:lnTo>
                    <a:pt x="23364" y="449"/>
                  </a:lnTo>
                  <a:lnTo>
                    <a:pt x="22915" y="661"/>
                  </a:lnTo>
                  <a:lnTo>
                    <a:pt x="22467" y="819"/>
                  </a:lnTo>
                  <a:lnTo>
                    <a:pt x="22018" y="951"/>
                  </a:lnTo>
                  <a:lnTo>
                    <a:pt x="21569" y="1083"/>
                  </a:lnTo>
                  <a:lnTo>
                    <a:pt x="21147" y="1162"/>
                  </a:lnTo>
                  <a:lnTo>
                    <a:pt x="20724" y="1215"/>
                  </a:lnTo>
                  <a:lnTo>
                    <a:pt x="20328" y="1241"/>
                  </a:lnTo>
                  <a:lnTo>
                    <a:pt x="19932" y="1215"/>
                  </a:lnTo>
                  <a:lnTo>
                    <a:pt x="19589" y="1162"/>
                  </a:lnTo>
                  <a:lnTo>
                    <a:pt x="19272" y="1083"/>
                  </a:lnTo>
                  <a:lnTo>
                    <a:pt x="19008" y="977"/>
                  </a:lnTo>
                  <a:lnTo>
                    <a:pt x="18771" y="819"/>
                  </a:lnTo>
                  <a:lnTo>
                    <a:pt x="18559" y="608"/>
                  </a:lnTo>
                  <a:lnTo>
                    <a:pt x="18480" y="502"/>
                  </a:lnTo>
                  <a:lnTo>
                    <a:pt x="18427" y="370"/>
                  </a:lnTo>
                  <a:lnTo>
                    <a:pt x="17398" y="581"/>
                  </a:lnTo>
                  <a:lnTo>
                    <a:pt x="16527" y="793"/>
                  </a:lnTo>
                  <a:lnTo>
                    <a:pt x="16104" y="898"/>
                  </a:lnTo>
                  <a:lnTo>
                    <a:pt x="15761" y="1004"/>
                  </a:lnTo>
                  <a:lnTo>
                    <a:pt x="15312" y="1189"/>
                  </a:lnTo>
                  <a:lnTo>
                    <a:pt x="14758" y="1400"/>
                  </a:lnTo>
                  <a:lnTo>
                    <a:pt x="14151" y="1717"/>
                  </a:lnTo>
                  <a:lnTo>
                    <a:pt x="13834" y="1901"/>
                  </a:lnTo>
                  <a:lnTo>
                    <a:pt x="13517" y="2113"/>
                  </a:lnTo>
                  <a:lnTo>
                    <a:pt x="13200" y="2350"/>
                  </a:lnTo>
                  <a:lnTo>
                    <a:pt x="12884" y="2588"/>
                  </a:lnTo>
                  <a:lnTo>
                    <a:pt x="12593" y="2878"/>
                  </a:lnTo>
                  <a:lnTo>
                    <a:pt x="12303" y="3195"/>
                  </a:lnTo>
                  <a:lnTo>
                    <a:pt x="12065" y="3565"/>
                  </a:lnTo>
                  <a:lnTo>
                    <a:pt x="11828" y="3934"/>
                  </a:lnTo>
                  <a:lnTo>
                    <a:pt x="11643" y="4357"/>
                  </a:lnTo>
                  <a:lnTo>
                    <a:pt x="11484" y="4832"/>
                  </a:lnTo>
                  <a:lnTo>
                    <a:pt x="11194" y="6020"/>
                  </a:lnTo>
                  <a:lnTo>
                    <a:pt x="10851" y="7551"/>
                  </a:lnTo>
                  <a:lnTo>
                    <a:pt x="10508" y="9293"/>
                  </a:lnTo>
                  <a:lnTo>
                    <a:pt x="10164" y="11088"/>
                  </a:lnTo>
                  <a:lnTo>
                    <a:pt x="9636" y="14151"/>
                  </a:lnTo>
                  <a:lnTo>
                    <a:pt x="9399" y="15444"/>
                  </a:lnTo>
                  <a:lnTo>
                    <a:pt x="0" y="17688"/>
                  </a:lnTo>
                  <a:lnTo>
                    <a:pt x="872" y="22783"/>
                  </a:lnTo>
                  <a:lnTo>
                    <a:pt x="2508" y="22863"/>
                  </a:lnTo>
                  <a:lnTo>
                    <a:pt x="4224" y="22942"/>
                  </a:lnTo>
                  <a:lnTo>
                    <a:pt x="6204" y="22995"/>
                  </a:lnTo>
                  <a:lnTo>
                    <a:pt x="8264" y="23021"/>
                  </a:lnTo>
                  <a:lnTo>
                    <a:pt x="10138" y="23021"/>
                  </a:lnTo>
                  <a:lnTo>
                    <a:pt x="10930" y="22995"/>
                  </a:lnTo>
                  <a:lnTo>
                    <a:pt x="11590" y="22942"/>
                  </a:lnTo>
                  <a:lnTo>
                    <a:pt x="12092" y="22863"/>
                  </a:lnTo>
                  <a:lnTo>
                    <a:pt x="12276" y="22810"/>
                  </a:lnTo>
                  <a:lnTo>
                    <a:pt x="12408" y="22783"/>
                  </a:lnTo>
                  <a:lnTo>
                    <a:pt x="13332" y="22335"/>
                  </a:lnTo>
                  <a:lnTo>
                    <a:pt x="13808" y="22071"/>
                  </a:lnTo>
                  <a:lnTo>
                    <a:pt x="14283" y="21780"/>
                  </a:lnTo>
                  <a:lnTo>
                    <a:pt x="14494" y="21622"/>
                  </a:lnTo>
                  <a:lnTo>
                    <a:pt x="14705" y="21437"/>
                  </a:lnTo>
                  <a:lnTo>
                    <a:pt x="14916" y="21226"/>
                  </a:lnTo>
                  <a:lnTo>
                    <a:pt x="15127" y="20988"/>
                  </a:lnTo>
                  <a:lnTo>
                    <a:pt x="15312" y="20751"/>
                  </a:lnTo>
                  <a:lnTo>
                    <a:pt x="15497" y="20460"/>
                  </a:lnTo>
                  <a:lnTo>
                    <a:pt x="15655" y="20170"/>
                  </a:lnTo>
                  <a:lnTo>
                    <a:pt x="15787" y="19827"/>
                  </a:lnTo>
                  <a:lnTo>
                    <a:pt x="15840" y="19668"/>
                  </a:lnTo>
                  <a:lnTo>
                    <a:pt x="16210" y="20751"/>
                  </a:lnTo>
                  <a:lnTo>
                    <a:pt x="16263" y="20962"/>
                  </a:lnTo>
                  <a:lnTo>
                    <a:pt x="16368" y="21173"/>
                  </a:lnTo>
                  <a:lnTo>
                    <a:pt x="16474" y="21358"/>
                  </a:lnTo>
                  <a:lnTo>
                    <a:pt x="16632" y="21490"/>
                  </a:lnTo>
                  <a:lnTo>
                    <a:pt x="16817" y="21622"/>
                  </a:lnTo>
                  <a:lnTo>
                    <a:pt x="17028" y="21727"/>
                  </a:lnTo>
                  <a:lnTo>
                    <a:pt x="17239" y="21780"/>
                  </a:lnTo>
                  <a:lnTo>
                    <a:pt x="17451" y="21807"/>
                  </a:lnTo>
                  <a:lnTo>
                    <a:pt x="25133" y="21807"/>
                  </a:lnTo>
                  <a:lnTo>
                    <a:pt x="25635" y="22255"/>
                  </a:lnTo>
                  <a:lnTo>
                    <a:pt x="26189" y="22704"/>
                  </a:lnTo>
                  <a:lnTo>
                    <a:pt x="26823" y="23179"/>
                  </a:lnTo>
                  <a:lnTo>
                    <a:pt x="27509" y="23628"/>
                  </a:lnTo>
                  <a:lnTo>
                    <a:pt x="27879" y="23839"/>
                  </a:lnTo>
                  <a:lnTo>
                    <a:pt x="28248" y="24051"/>
                  </a:lnTo>
                  <a:lnTo>
                    <a:pt x="28644" y="24235"/>
                  </a:lnTo>
                  <a:lnTo>
                    <a:pt x="29040" y="24394"/>
                  </a:lnTo>
                  <a:lnTo>
                    <a:pt x="29436" y="24526"/>
                  </a:lnTo>
                  <a:lnTo>
                    <a:pt x="29859" y="24631"/>
                  </a:lnTo>
                  <a:lnTo>
                    <a:pt x="30281" y="24737"/>
                  </a:lnTo>
                  <a:lnTo>
                    <a:pt x="30703" y="24790"/>
                  </a:lnTo>
                  <a:lnTo>
                    <a:pt x="31020" y="24816"/>
                  </a:lnTo>
                  <a:lnTo>
                    <a:pt x="31310" y="24816"/>
                  </a:lnTo>
                  <a:lnTo>
                    <a:pt x="31601" y="24790"/>
                  </a:lnTo>
                  <a:lnTo>
                    <a:pt x="31865" y="24763"/>
                  </a:lnTo>
                  <a:lnTo>
                    <a:pt x="32129" y="24711"/>
                  </a:lnTo>
                  <a:lnTo>
                    <a:pt x="32340" y="24631"/>
                  </a:lnTo>
                  <a:lnTo>
                    <a:pt x="32578" y="24552"/>
                  </a:lnTo>
                  <a:lnTo>
                    <a:pt x="32789" y="24447"/>
                  </a:lnTo>
                  <a:lnTo>
                    <a:pt x="32974" y="24341"/>
                  </a:lnTo>
                  <a:lnTo>
                    <a:pt x="33132" y="24235"/>
                  </a:lnTo>
                  <a:lnTo>
                    <a:pt x="33317" y="24103"/>
                  </a:lnTo>
                  <a:lnTo>
                    <a:pt x="33449" y="23945"/>
                  </a:lnTo>
                  <a:lnTo>
                    <a:pt x="33713" y="23628"/>
                  </a:lnTo>
                  <a:lnTo>
                    <a:pt x="33950" y="23285"/>
                  </a:lnTo>
                  <a:lnTo>
                    <a:pt x="34109" y="22915"/>
                  </a:lnTo>
                  <a:lnTo>
                    <a:pt x="34241" y="22493"/>
                  </a:lnTo>
                  <a:lnTo>
                    <a:pt x="34346" y="22097"/>
                  </a:lnTo>
                  <a:lnTo>
                    <a:pt x="34426" y="21675"/>
                  </a:lnTo>
                  <a:lnTo>
                    <a:pt x="34478" y="21252"/>
                  </a:lnTo>
                  <a:lnTo>
                    <a:pt x="34505" y="20856"/>
                  </a:lnTo>
                  <a:lnTo>
                    <a:pt x="34505" y="20434"/>
                  </a:lnTo>
                  <a:lnTo>
                    <a:pt x="34505" y="20064"/>
                  </a:lnTo>
                  <a:lnTo>
                    <a:pt x="34426" y="18955"/>
                  </a:lnTo>
                  <a:lnTo>
                    <a:pt x="34267" y="17266"/>
                  </a:lnTo>
                  <a:lnTo>
                    <a:pt x="34030" y="15101"/>
                  </a:lnTo>
                  <a:lnTo>
                    <a:pt x="33713" y="12725"/>
                  </a:lnTo>
                  <a:lnTo>
                    <a:pt x="33554" y="11484"/>
                  </a:lnTo>
                  <a:lnTo>
                    <a:pt x="33343" y="10244"/>
                  </a:lnTo>
                  <a:lnTo>
                    <a:pt x="33132" y="9029"/>
                  </a:lnTo>
                  <a:lnTo>
                    <a:pt x="32921" y="7868"/>
                  </a:lnTo>
                  <a:lnTo>
                    <a:pt x="32683" y="6759"/>
                  </a:lnTo>
                  <a:lnTo>
                    <a:pt x="32446" y="5756"/>
                  </a:lnTo>
                  <a:lnTo>
                    <a:pt x="32182" y="4858"/>
                  </a:lnTo>
                  <a:lnTo>
                    <a:pt x="31944" y="4093"/>
                  </a:lnTo>
                  <a:lnTo>
                    <a:pt x="31786" y="3776"/>
                  </a:lnTo>
                  <a:lnTo>
                    <a:pt x="31601" y="3459"/>
                  </a:lnTo>
                  <a:lnTo>
                    <a:pt x="31416" y="3169"/>
                  </a:lnTo>
                  <a:lnTo>
                    <a:pt x="31205" y="2878"/>
                  </a:lnTo>
                  <a:lnTo>
                    <a:pt x="30967" y="2614"/>
                  </a:lnTo>
                  <a:lnTo>
                    <a:pt x="30703" y="2377"/>
                  </a:lnTo>
                  <a:lnTo>
                    <a:pt x="30439" y="2139"/>
                  </a:lnTo>
                  <a:lnTo>
                    <a:pt x="30149" y="1928"/>
                  </a:lnTo>
                  <a:lnTo>
                    <a:pt x="29859" y="1717"/>
                  </a:lnTo>
                  <a:lnTo>
                    <a:pt x="29542" y="1532"/>
                  </a:lnTo>
                  <a:lnTo>
                    <a:pt x="28908" y="1215"/>
                  </a:lnTo>
                  <a:lnTo>
                    <a:pt x="28275" y="925"/>
                  </a:lnTo>
                  <a:lnTo>
                    <a:pt x="27615" y="687"/>
                  </a:lnTo>
                  <a:lnTo>
                    <a:pt x="26981" y="502"/>
                  </a:lnTo>
                  <a:lnTo>
                    <a:pt x="26374" y="344"/>
                  </a:lnTo>
                  <a:lnTo>
                    <a:pt x="25819" y="212"/>
                  </a:lnTo>
                  <a:lnTo>
                    <a:pt x="25318" y="133"/>
                  </a:lnTo>
                  <a:lnTo>
                    <a:pt x="24579" y="27"/>
                  </a:lnTo>
                  <a:lnTo>
                    <a:pt x="24262"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22"/>
            <p:cNvSpPr/>
            <p:nvPr/>
          </p:nvSpPr>
          <p:spPr>
            <a:xfrm>
              <a:off x="7800564" y="2842771"/>
              <a:ext cx="22617" cy="272383"/>
            </a:xfrm>
            <a:custGeom>
              <a:rect b="b" l="l" r="r" t="t"/>
              <a:pathLst>
                <a:path extrusionOk="0" h="8924" w="741">
                  <a:moveTo>
                    <a:pt x="27" y="0"/>
                  </a:moveTo>
                  <a:lnTo>
                    <a:pt x="1" y="53"/>
                  </a:lnTo>
                  <a:lnTo>
                    <a:pt x="107" y="898"/>
                  </a:lnTo>
                  <a:lnTo>
                    <a:pt x="186" y="1769"/>
                  </a:lnTo>
                  <a:lnTo>
                    <a:pt x="265" y="2640"/>
                  </a:lnTo>
                  <a:lnTo>
                    <a:pt x="291" y="3485"/>
                  </a:lnTo>
                  <a:lnTo>
                    <a:pt x="371" y="5227"/>
                  </a:lnTo>
                  <a:lnTo>
                    <a:pt x="397" y="6098"/>
                  </a:lnTo>
                  <a:lnTo>
                    <a:pt x="450" y="6943"/>
                  </a:lnTo>
                  <a:lnTo>
                    <a:pt x="529" y="7920"/>
                  </a:lnTo>
                  <a:lnTo>
                    <a:pt x="661" y="8897"/>
                  </a:lnTo>
                  <a:lnTo>
                    <a:pt x="687" y="8897"/>
                  </a:lnTo>
                  <a:lnTo>
                    <a:pt x="714" y="8923"/>
                  </a:lnTo>
                  <a:lnTo>
                    <a:pt x="740" y="8897"/>
                  </a:lnTo>
                  <a:lnTo>
                    <a:pt x="740" y="8870"/>
                  </a:lnTo>
                  <a:lnTo>
                    <a:pt x="635" y="7999"/>
                  </a:lnTo>
                  <a:lnTo>
                    <a:pt x="555" y="7154"/>
                  </a:lnTo>
                  <a:lnTo>
                    <a:pt x="503" y="6283"/>
                  </a:lnTo>
                  <a:lnTo>
                    <a:pt x="450" y="5412"/>
                  </a:lnTo>
                  <a:lnTo>
                    <a:pt x="397" y="3670"/>
                  </a:lnTo>
                  <a:lnTo>
                    <a:pt x="344" y="2825"/>
                  </a:lnTo>
                  <a:lnTo>
                    <a:pt x="291" y="1954"/>
                  </a:lnTo>
                  <a:lnTo>
                    <a:pt x="212" y="977"/>
                  </a:lnTo>
                  <a:lnTo>
                    <a:pt x="80" y="27"/>
                  </a:lnTo>
                  <a:lnTo>
                    <a:pt x="8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22"/>
            <p:cNvSpPr/>
            <p:nvPr/>
          </p:nvSpPr>
          <p:spPr>
            <a:xfrm>
              <a:off x="7502446" y="3007137"/>
              <a:ext cx="319113" cy="236946"/>
            </a:xfrm>
            <a:custGeom>
              <a:rect b="b" l="l" r="r" t="t"/>
              <a:pathLst>
                <a:path extrusionOk="0" h="7763" w="10455">
                  <a:moveTo>
                    <a:pt x="2376" y="1"/>
                  </a:moveTo>
                  <a:lnTo>
                    <a:pt x="1848" y="53"/>
                  </a:lnTo>
                  <a:lnTo>
                    <a:pt x="1558" y="106"/>
                  </a:lnTo>
                  <a:lnTo>
                    <a:pt x="1241" y="185"/>
                  </a:lnTo>
                  <a:lnTo>
                    <a:pt x="898" y="317"/>
                  </a:lnTo>
                  <a:lnTo>
                    <a:pt x="554" y="476"/>
                  </a:lnTo>
                  <a:lnTo>
                    <a:pt x="422" y="555"/>
                  </a:lnTo>
                  <a:lnTo>
                    <a:pt x="290" y="661"/>
                  </a:lnTo>
                  <a:lnTo>
                    <a:pt x="158" y="766"/>
                  </a:lnTo>
                  <a:lnTo>
                    <a:pt x="79" y="898"/>
                  </a:lnTo>
                  <a:lnTo>
                    <a:pt x="26" y="1004"/>
                  </a:lnTo>
                  <a:lnTo>
                    <a:pt x="0" y="1136"/>
                  </a:lnTo>
                  <a:lnTo>
                    <a:pt x="0" y="1268"/>
                  </a:lnTo>
                  <a:lnTo>
                    <a:pt x="53" y="1426"/>
                  </a:lnTo>
                  <a:lnTo>
                    <a:pt x="158" y="1585"/>
                  </a:lnTo>
                  <a:lnTo>
                    <a:pt x="238" y="1637"/>
                  </a:lnTo>
                  <a:lnTo>
                    <a:pt x="290" y="1690"/>
                  </a:lnTo>
                  <a:lnTo>
                    <a:pt x="449" y="1743"/>
                  </a:lnTo>
                  <a:lnTo>
                    <a:pt x="660" y="1743"/>
                  </a:lnTo>
                  <a:lnTo>
                    <a:pt x="871" y="1717"/>
                  </a:lnTo>
                  <a:lnTo>
                    <a:pt x="1109" y="1690"/>
                  </a:lnTo>
                  <a:lnTo>
                    <a:pt x="1663" y="1558"/>
                  </a:lnTo>
                  <a:lnTo>
                    <a:pt x="1980" y="1505"/>
                  </a:lnTo>
                  <a:lnTo>
                    <a:pt x="2323" y="1505"/>
                  </a:lnTo>
                  <a:lnTo>
                    <a:pt x="2666" y="1532"/>
                  </a:lnTo>
                  <a:lnTo>
                    <a:pt x="2983" y="1585"/>
                  </a:lnTo>
                  <a:lnTo>
                    <a:pt x="3511" y="1690"/>
                  </a:lnTo>
                  <a:lnTo>
                    <a:pt x="3722" y="1743"/>
                  </a:lnTo>
                  <a:lnTo>
                    <a:pt x="3379" y="1954"/>
                  </a:lnTo>
                  <a:lnTo>
                    <a:pt x="3010" y="2218"/>
                  </a:lnTo>
                  <a:lnTo>
                    <a:pt x="2614" y="2509"/>
                  </a:lnTo>
                  <a:lnTo>
                    <a:pt x="2218" y="2905"/>
                  </a:lnTo>
                  <a:lnTo>
                    <a:pt x="2006" y="3089"/>
                  </a:lnTo>
                  <a:lnTo>
                    <a:pt x="1848" y="3327"/>
                  </a:lnTo>
                  <a:lnTo>
                    <a:pt x="1690" y="3538"/>
                  </a:lnTo>
                  <a:lnTo>
                    <a:pt x="1584" y="3776"/>
                  </a:lnTo>
                  <a:lnTo>
                    <a:pt x="1505" y="4013"/>
                  </a:lnTo>
                  <a:lnTo>
                    <a:pt x="1452" y="4251"/>
                  </a:lnTo>
                  <a:lnTo>
                    <a:pt x="1478" y="4383"/>
                  </a:lnTo>
                  <a:lnTo>
                    <a:pt x="1505" y="4488"/>
                  </a:lnTo>
                  <a:lnTo>
                    <a:pt x="1558" y="4620"/>
                  </a:lnTo>
                  <a:lnTo>
                    <a:pt x="1690" y="4752"/>
                  </a:lnTo>
                  <a:lnTo>
                    <a:pt x="1769" y="4805"/>
                  </a:lnTo>
                  <a:lnTo>
                    <a:pt x="1874" y="4858"/>
                  </a:lnTo>
                  <a:lnTo>
                    <a:pt x="1980" y="4884"/>
                  </a:lnTo>
                  <a:lnTo>
                    <a:pt x="2112" y="4911"/>
                  </a:lnTo>
                  <a:lnTo>
                    <a:pt x="2297" y="4911"/>
                  </a:lnTo>
                  <a:lnTo>
                    <a:pt x="2482" y="4884"/>
                  </a:lnTo>
                  <a:lnTo>
                    <a:pt x="2482" y="5069"/>
                  </a:lnTo>
                  <a:lnTo>
                    <a:pt x="2534" y="5254"/>
                  </a:lnTo>
                  <a:lnTo>
                    <a:pt x="2614" y="5465"/>
                  </a:lnTo>
                  <a:lnTo>
                    <a:pt x="2666" y="5571"/>
                  </a:lnTo>
                  <a:lnTo>
                    <a:pt x="2746" y="5650"/>
                  </a:lnTo>
                  <a:lnTo>
                    <a:pt x="2825" y="5756"/>
                  </a:lnTo>
                  <a:lnTo>
                    <a:pt x="2930" y="5808"/>
                  </a:lnTo>
                  <a:lnTo>
                    <a:pt x="3062" y="5861"/>
                  </a:lnTo>
                  <a:lnTo>
                    <a:pt x="3221" y="5888"/>
                  </a:lnTo>
                  <a:lnTo>
                    <a:pt x="3406" y="5888"/>
                  </a:lnTo>
                  <a:lnTo>
                    <a:pt x="3617" y="5861"/>
                  </a:lnTo>
                  <a:lnTo>
                    <a:pt x="3749" y="5703"/>
                  </a:lnTo>
                  <a:lnTo>
                    <a:pt x="4118" y="5280"/>
                  </a:lnTo>
                  <a:lnTo>
                    <a:pt x="4620" y="4805"/>
                  </a:lnTo>
                  <a:lnTo>
                    <a:pt x="4884" y="4568"/>
                  </a:lnTo>
                  <a:lnTo>
                    <a:pt x="5148" y="4383"/>
                  </a:lnTo>
                  <a:lnTo>
                    <a:pt x="5544" y="4198"/>
                  </a:lnTo>
                  <a:lnTo>
                    <a:pt x="5386" y="4436"/>
                  </a:lnTo>
                  <a:lnTo>
                    <a:pt x="5042" y="4990"/>
                  </a:lnTo>
                  <a:lnTo>
                    <a:pt x="4884" y="5307"/>
                  </a:lnTo>
                  <a:lnTo>
                    <a:pt x="4752" y="5624"/>
                  </a:lnTo>
                  <a:lnTo>
                    <a:pt x="4673" y="5914"/>
                  </a:lnTo>
                  <a:lnTo>
                    <a:pt x="4646" y="6046"/>
                  </a:lnTo>
                  <a:lnTo>
                    <a:pt x="4646" y="6125"/>
                  </a:lnTo>
                  <a:lnTo>
                    <a:pt x="4699" y="6310"/>
                  </a:lnTo>
                  <a:lnTo>
                    <a:pt x="4778" y="6442"/>
                  </a:lnTo>
                  <a:lnTo>
                    <a:pt x="4858" y="6600"/>
                  </a:lnTo>
                  <a:lnTo>
                    <a:pt x="4937" y="6706"/>
                  </a:lnTo>
                  <a:lnTo>
                    <a:pt x="5042" y="6785"/>
                  </a:lnTo>
                  <a:lnTo>
                    <a:pt x="5174" y="6838"/>
                  </a:lnTo>
                  <a:lnTo>
                    <a:pt x="5306" y="6838"/>
                  </a:lnTo>
                  <a:lnTo>
                    <a:pt x="5491" y="6812"/>
                  </a:lnTo>
                  <a:lnTo>
                    <a:pt x="5570" y="6759"/>
                  </a:lnTo>
                  <a:lnTo>
                    <a:pt x="5623" y="6706"/>
                  </a:lnTo>
                  <a:lnTo>
                    <a:pt x="5755" y="6574"/>
                  </a:lnTo>
                  <a:lnTo>
                    <a:pt x="5861" y="6389"/>
                  </a:lnTo>
                  <a:lnTo>
                    <a:pt x="5966" y="6204"/>
                  </a:lnTo>
                  <a:lnTo>
                    <a:pt x="6072" y="6020"/>
                  </a:lnTo>
                  <a:lnTo>
                    <a:pt x="6178" y="5808"/>
                  </a:lnTo>
                  <a:lnTo>
                    <a:pt x="6310" y="5650"/>
                  </a:lnTo>
                  <a:lnTo>
                    <a:pt x="6494" y="5492"/>
                  </a:lnTo>
                  <a:lnTo>
                    <a:pt x="7181" y="6416"/>
                  </a:lnTo>
                  <a:lnTo>
                    <a:pt x="7313" y="6548"/>
                  </a:lnTo>
                  <a:lnTo>
                    <a:pt x="7498" y="6732"/>
                  </a:lnTo>
                  <a:lnTo>
                    <a:pt x="8026" y="7208"/>
                  </a:lnTo>
                  <a:lnTo>
                    <a:pt x="8712" y="7762"/>
                  </a:lnTo>
                  <a:lnTo>
                    <a:pt x="9055" y="7023"/>
                  </a:lnTo>
                  <a:lnTo>
                    <a:pt x="9372" y="6284"/>
                  </a:lnTo>
                  <a:lnTo>
                    <a:pt x="9689" y="5492"/>
                  </a:lnTo>
                  <a:lnTo>
                    <a:pt x="10243" y="4119"/>
                  </a:lnTo>
                  <a:lnTo>
                    <a:pt x="10454" y="3591"/>
                  </a:lnTo>
                  <a:lnTo>
                    <a:pt x="7128" y="2165"/>
                  </a:lnTo>
                  <a:lnTo>
                    <a:pt x="6864" y="1954"/>
                  </a:lnTo>
                  <a:lnTo>
                    <a:pt x="6178" y="1400"/>
                  </a:lnTo>
                  <a:lnTo>
                    <a:pt x="5729" y="1109"/>
                  </a:lnTo>
                  <a:lnTo>
                    <a:pt x="5280" y="793"/>
                  </a:lnTo>
                  <a:lnTo>
                    <a:pt x="4831" y="529"/>
                  </a:lnTo>
                  <a:lnTo>
                    <a:pt x="4409" y="344"/>
                  </a:lnTo>
                  <a:lnTo>
                    <a:pt x="4013" y="212"/>
                  </a:lnTo>
                  <a:lnTo>
                    <a:pt x="3643" y="106"/>
                  </a:lnTo>
                  <a:lnTo>
                    <a:pt x="3300" y="53"/>
                  </a:lnTo>
                  <a:lnTo>
                    <a:pt x="2983"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22"/>
            <p:cNvSpPr/>
            <p:nvPr/>
          </p:nvSpPr>
          <p:spPr>
            <a:xfrm>
              <a:off x="7585438" y="3053868"/>
              <a:ext cx="66112" cy="27440"/>
            </a:xfrm>
            <a:custGeom>
              <a:rect b="b" l="l" r="r" t="t"/>
              <a:pathLst>
                <a:path extrusionOk="0" h="899" w="2166">
                  <a:moveTo>
                    <a:pt x="1848" y="1"/>
                  </a:moveTo>
                  <a:lnTo>
                    <a:pt x="1558" y="27"/>
                  </a:lnTo>
                  <a:lnTo>
                    <a:pt x="1267" y="80"/>
                  </a:lnTo>
                  <a:lnTo>
                    <a:pt x="977" y="159"/>
                  </a:lnTo>
                  <a:lnTo>
                    <a:pt x="713" y="265"/>
                  </a:lnTo>
                  <a:lnTo>
                    <a:pt x="449" y="423"/>
                  </a:lnTo>
                  <a:lnTo>
                    <a:pt x="211" y="608"/>
                  </a:lnTo>
                  <a:lnTo>
                    <a:pt x="27" y="846"/>
                  </a:lnTo>
                  <a:lnTo>
                    <a:pt x="0" y="872"/>
                  </a:lnTo>
                  <a:lnTo>
                    <a:pt x="27" y="898"/>
                  </a:lnTo>
                  <a:lnTo>
                    <a:pt x="79" y="898"/>
                  </a:lnTo>
                  <a:lnTo>
                    <a:pt x="264" y="687"/>
                  </a:lnTo>
                  <a:lnTo>
                    <a:pt x="475" y="502"/>
                  </a:lnTo>
                  <a:lnTo>
                    <a:pt x="739" y="344"/>
                  </a:lnTo>
                  <a:lnTo>
                    <a:pt x="1003" y="238"/>
                  </a:lnTo>
                  <a:lnTo>
                    <a:pt x="1267" y="159"/>
                  </a:lnTo>
                  <a:lnTo>
                    <a:pt x="1558" y="106"/>
                  </a:lnTo>
                  <a:lnTo>
                    <a:pt x="1822" y="80"/>
                  </a:lnTo>
                  <a:lnTo>
                    <a:pt x="2112" y="106"/>
                  </a:lnTo>
                  <a:lnTo>
                    <a:pt x="2165" y="106"/>
                  </a:lnTo>
                  <a:lnTo>
                    <a:pt x="2165" y="80"/>
                  </a:lnTo>
                  <a:lnTo>
                    <a:pt x="2165" y="54"/>
                  </a:lnTo>
                  <a:lnTo>
                    <a:pt x="2139" y="27"/>
                  </a:lnTo>
                  <a:lnTo>
                    <a:pt x="1848"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22"/>
            <p:cNvSpPr/>
            <p:nvPr/>
          </p:nvSpPr>
          <p:spPr>
            <a:xfrm>
              <a:off x="7581409" y="3081278"/>
              <a:ext cx="91873" cy="77375"/>
            </a:xfrm>
            <a:custGeom>
              <a:rect b="b" l="l" r="r" t="t"/>
              <a:pathLst>
                <a:path extrusionOk="0" h="2535" w="3010">
                  <a:moveTo>
                    <a:pt x="2957" y="0"/>
                  </a:moveTo>
                  <a:lnTo>
                    <a:pt x="2508" y="159"/>
                  </a:lnTo>
                  <a:lnTo>
                    <a:pt x="2059" y="370"/>
                  </a:lnTo>
                  <a:lnTo>
                    <a:pt x="1611" y="634"/>
                  </a:lnTo>
                  <a:lnTo>
                    <a:pt x="1215" y="924"/>
                  </a:lnTo>
                  <a:lnTo>
                    <a:pt x="871" y="1268"/>
                  </a:lnTo>
                  <a:lnTo>
                    <a:pt x="528" y="1637"/>
                  </a:lnTo>
                  <a:lnTo>
                    <a:pt x="238" y="2033"/>
                  </a:lnTo>
                  <a:lnTo>
                    <a:pt x="0" y="2482"/>
                  </a:lnTo>
                  <a:lnTo>
                    <a:pt x="0" y="2508"/>
                  </a:lnTo>
                  <a:lnTo>
                    <a:pt x="0" y="2535"/>
                  </a:lnTo>
                  <a:lnTo>
                    <a:pt x="27" y="2535"/>
                  </a:lnTo>
                  <a:lnTo>
                    <a:pt x="53" y="2508"/>
                  </a:lnTo>
                  <a:lnTo>
                    <a:pt x="317" y="2086"/>
                  </a:lnTo>
                  <a:lnTo>
                    <a:pt x="581" y="1690"/>
                  </a:lnTo>
                  <a:lnTo>
                    <a:pt x="924" y="1320"/>
                  </a:lnTo>
                  <a:lnTo>
                    <a:pt x="1267" y="1004"/>
                  </a:lnTo>
                  <a:lnTo>
                    <a:pt x="1663" y="687"/>
                  </a:lnTo>
                  <a:lnTo>
                    <a:pt x="2086" y="449"/>
                  </a:lnTo>
                  <a:lnTo>
                    <a:pt x="2535" y="238"/>
                  </a:lnTo>
                  <a:lnTo>
                    <a:pt x="2983" y="53"/>
                  </a:lnTo>
                  <a:lnTo>
                    <a:pt x="3010" y="53"/>
                  </a:lnTo>
                  <a:lnTo>
                    <a:pt x="3010" y="27"/>
                  </a:lnTo>
                  <a:lnTo>
                    <a:pt x="2983"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22"/>
            <p:cNvSpPr/>
            <p:nvPr/>
          </p:nvSpPr>
          <p:spPr>
            <a:xfrm>
              <a:off x="7749804" y="3115128"/>
              <a:ext cx="222448" cy="173246"/>
            </a:xfrm>
            <a:custGeom>
              <a:rect b="b" l="l" r="r" t="t"/>
              <a:pathLst>
                <a:path extrusionOk="0" h="5676" w="7288">
                  <a:moveTo>
                    <a:pt x="2350" y="0"/>
                  </a:moveTo>
                  <a:lnTo>
                    <a:pt x="2324" y="27"/>
                  </a:lnTo>
                  <a:lnTo>
                    <a:pt x="1532" y="1927"/>
                  </a:lnTo>
                  <a:lnTo>
                    <a:pt x="291" y="4937"/>
                  </a:lnTo>
                  <a:lnTo>
                    <a:pt x="1" y="5623"/>
                  </a:lnTo>
                  <a:lnTo>
                    <a:pt x="1" y="5650"/>
                  </a:lnTo>
                  <a:lnTo>
                    <a:pt x="27" y="5676"/>
                  </a:lnTo>
                  <a:lnTo>
                    <a:pt x="54" y="5650"/>
                  </a:lnTo>
                  <a:lnTo>
                    <a:pt x="80" y="5650"/>
                  </a:lnTo>
                  <a:lnTo>
                    <a:pt x="846" y="3749"/>
                  </a:lnTo>
                  <a:lnTo>
                    <a:pt x="2113" y="739"/>
                  </a:lnTo>
                  <a:lnTo>
                    <a:pt x="2365" y="83"/>
                  </a:lnTo>
                  <a:lnTo>
                    <a:pt x="2365" y="83"/>
                  </a:lnTo>
                  <a:lnTo>
                    <a:pt x="2984" y="238"/>
                  </a:lnTo>
                  <a:lnTo>
                    <a:pt x="3618" y="423"/>
                  </a:lnTo>
                  <a:lnTo>
                    <a:pt x="4251" y="607"/>
                  </a:lnTo>
                  <a:lnTo>
                    <a:pt x="4858" y="845"/>
                  </a:lnTo>
                  <a:lnTo>
                    <a:pt x="5466" y="1082"/>
                  </a:lnTo>
                  <a:lnTo>
                    <a:pt x="6073" y="1346"/>
                  </a:lnTo>
                  <a:lnTo>
                    <a:pt x="6654" y="1637"/>
                  </a:lnTo>
                  <a:lnTo>
                    <a:pt x="7234" y="1954"/>
                  </a:lnTo>
                  <a:lnTo>
                    <a:pt x="7287" y="1954"/>
                  </a:lnTo>
                  <a:lnTo>
                    <a:pt x="7287" y="1927"/>
                  </a:lnTo>
                  <a:lnTo>
                    <a:pt x="7261" y="1901"/>
                  </a:lnTo>
                  <a:lnTo>
                    <a:pt x="6706" y="1558"/>
                  </a:lnTo>
                  <a:lnTo>
                    <a:pt x="6099" y="1267"/>
                  </a:lnTo>
                  <a:lnTo>
                    <a:pt x="5492" y="1003"/>
                  </a:lnTo>
                  <a:lnTo>
                    <a:pt x="4885" y="766"/>
                  </a:lnTo>
                  <a:lnTo>
                    <a:pt x="4278" y="555"/>
                  </a:lnTo>
                  <a:lnTo>
                    <a:pt x="3644" y="343"/>
                  </a:lnTo>
                  <a:lnTo>
                    <a:pt x="3010" y="159"/>
                  </a:lnTo>
                  <a:lnTo>
                    <a:pt x="235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22"/>
            <p:cNvSpPr/>
            <p:nvPr/>
          </p:nvSpPr>
          <p:spPr>
            <a:xfrm>
              <a:off x="7435539" y="2831477"/>
              <a:ext cx="91110" cy="472214"/>
            </a:xfrm>
            <a:custGeom>
              <a:rect b="b" l="l" r="r" t="t"/>
              <a:pathLst>
                <a:path extrusionOk="0" h="15471" w="2985">
                  <a:moveTo>
                    <a:pt x="133" y="1"/>
                  </a:moveTo>
                  <a:lnTo>
                    <a:pt x="133" y="27"/>
                  </a:lnTo>
                  <a:lnTo>
                    <a:pt x="54" y="792"/>
                  </a:lnTo>
                  <a:lnTo>
                    <a:pt x="27" y="1584"/>
                  </a:lnTo>
                  <a:lnTo>
                    <a:pt x="1" y="2350"/>
                  </a:lnTo>
                  <a:lnTo>
                    <a:pt x="1" y="3142"/>
                  </a:lnTo>
                  <a:lnTo>
                    <a:pt x="27" y="3908"/>
                  </a:lnTo>
                  <a:lnTo>
                    <a:pt x="80" y="4700"/>
                  </a:lnTo>
                  <a:lnTo>
                    <a:pt x="133" y="5465"/>
                  </a:lnTo>
                  <a:lnTo>
                    <a:pt x="212" y="6257"/>
                  </a:lnTo>
                  <a:lnTo>
                    <a:pt x="318" y="7023"/>
                  </a:lnTo>
                  <a:lnTo>
                    <a:pt x="450" y="7762"/>
                  </a:lnTo>
                  <a:lnTo>
                    <a:pt x="582" y="8528"/>
                  </a:lnTo>
                  <a:lnTo>
                    <a:pt x="767" y="9293"/>
                  </a:lnTo>
                  <a:lnTo>
                    <a:pt x="951" y="10032"/>
                  </a:lnTo>
                  <a:lnTo>
                    <a:pt x="1136" y="10771"/>
                  </a:lnTo>
                  <a:lnTo>
                    <a:pt x="1374" y="11511"/>
                  </a:lnTo>
                  <a:lnTo>
                    <a:pt x="1611" y="12250"/>
                  </a:lnTo>
                  <a:lnTo>
                    <a:pt x="1902" y="13068"/>
                  </a:lnTo>
                  <a:lnTo>
                    <a:pt x="2218" y="13860"/>
                  </a:lnTo>
                  <a:lnTo>
                    <a:pt x="2562" y="14652"/>
                  </a:lnTo>
                  <a:lnTo>
                    <a:pt x="2931" y="15444"/>
                  </a:lnTo>
                  <a:lnTo>
                    <a:pt x="2958" y="15471"/>
                  </a:lnTo>
                  <a:lnTo>
                    <a:pt x="2984" y="15471"/>
                  </a:lnTo>
                  <a:lnTo>
                    <a:pt x="2984" y="15444"/>
                  </a:lnTo>
                  <a:lnTo>
                    <a:pt x="2984" y="15391"/>
                  </a:lnTo>
                  <a:lnTo>
                    <a:pt x="2667" y="14705"/>
                  </a:lnTo>
                  <a:lnTo>
                    <a:pt x="2350" y="13992"/>
                  </a:lnTo>
                  <a:lnTo>
                    <a:pt x="2060" y="13279"/>
                  </a:lnTo>
                  <a:lnTo>
                    <a:pt x="1796" y="12567"/>
                  </a:lnTo>
                  <a:lnTo>
                    <a:pt x="1558" y="11827"/>
                  </a:lnTo>
                  <a:lnTo>
                    <a:pt x="1321" y="11088"/>
                  </a:lnTo>
                  <a:lnTo>
                    <a:pt x="1110" y="10349"/>
                  </a:lnTo>
                  <a:lnTo>
                    <a:pt x="925" y="9610"/>
                  </a:lnTo>
                  <a:lnTo>
                    <a:pt x="740" y="8844"/>
                  </a:lnTo>
                  <a:lnTo>
                    <a:pt x="582" y="8105"/>
                  </a:lnTo>
                  <a:lnTo>
                    <a:pt x="450" y="7340"/>
                  </a:lnTo>
                  <a:lnTo>
                    <a:pt x="344" y="6574"/>
                  </a:lnTo>
                  <a:lnTo>
                    <a:pt x="239" y="5808"/>
                  </a:lnTo>
                  <a:lnTo>
                    <a:pt x="186" y="5043"/>
                  </a:lnTo>
                  <a:lnTo>
                    <a:pt x="133" y="4277"/>
                  </a:lnTo>
                  <a:lnTo>
                    <a:pt x="80" y="3485"/>
                  </a:lnTo>
                  <a:lnTo>
                    <a:pt x="80" y="2640"/>
                  </a:lnTo>
                  <a:lnTo>
                    <a:pt x="107" y="1769"/>
                  </a:lnTo>
                  <a:lnTo>
                    <a:pt x="133" y="898"/>
                  </a:lnTo>
                  <a:lnTo>
                    <a:pt x="212" y="27"/>
                  </a:lnTo>
                  <a:lnTo>
                    <a:pt x="18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22"/>
            <p:cNvSpPr/>
            <p:nvPr/>
          </p:nvSpPr>
          <p:spPr>
            <a:xfrm>
              <a:off x="6607998" y="3055486"/>
              <a:ext cx="646253" cy="445629"/>
            </a:xfrm>
            <a:custGeom>
              <a:rect b="b" l="l" r="r" t="t"/>
              <a:pathLst>
                <a:path extrusionOk="0" h="14600" w="21173">
                  <a:moveTo>
                    <a:pt x="1188" y="1"/>
                  </a:moveTo>
                  <a:lnTo>
                    <a:pt x="1004" y="27"/>
                  </a:lnTo>
                  <a:lnTo>
                    <a:pt x="845" y="80"/>
                  </a:lnTo>
                  <a:lnTo>
                    <a:pt x="713" y="159"/>
                  </a:lnTo>
                  <a:lnTo>
                    <a:pt x="555" y="265"/>
                  </a:lnTo>
                  <a:lnTo>
                    <a:pt x="449" y="370"/>
                  </a:lnTo>
                  <a:lnTo>
                    <a:pt x="317" y="476"/>
                  </a:lnTo>
                  <a:lnTo>
                    <a:pt x="238" y="608"/>
                  </a:lnTo>
                  <a:lnTo>
                    <a:pt x="159" y="740"/>
                  </a:lnTo>
                  <a:lnTo>
                    <a:pt x="80" y="898"/>
                  </a:lnTo>
                  <a:lnTo>
                    <a:pt x="53" y="1057"/>
                  </a:lnTo>
                  <a:lnTo>
                    <a:pt x="27" y="1215"/>
                  </a:lnTo>
                  <a:lnTo>
                    <a:pt x="0" y="1373"/>
                  </a:lnTo>
                  <a:lnTo>
                    <a:pt x="27" y="1558"/>
                  </a:lnTo>
                  <a:lnTo>
                    <a:pt x="80" y="1717"/>
                  </a:lnTo>
                  <a:lnTo>
                    <a:pt x="132" y="1901"/>
                  </a:lnTo>
                  <a:lnTo>
                    <a:pt x="5439" y="13807"/>
                  </a:lnTo>
                  <a:lnTo>
                    <a:pt x="5544" y="13992"/>
                  </a:lnTo>
                  <a:lnTo>
                    <a:pt x="5650" y="14151"/>
                  </a:lnTo>
                  <a:lnTo>
                    <a:pt x="5782" y="14283"/>
                  </a:lnTo>
                  <a:lnTo>
                    <a:pt x="5940" y="14388"/>
                  </a:lnTo>
                  <a:lnTo>
                    <a:pt x="6099" y="14494"/>
                  </a:lnTo>
                  <a:lnTo>
                    <a:pt x="6284" y="14547"/>
                  </a:lnTo>
                  <a:lnTo>
                    <a:pt x="6468" y="14599"/>
                  </a:lnTo>
                  <a:lnTo>
                    <a:pt x="19985" y="14599"/>
                  </a:lnTo>
                  <a:lnTo>
                    <a:pt x="20170" y="14573"/>
                  </a:lnTo>
                  <a:lnTo>
                    <a:pt x="20328" y="14520"/>
                  </a:lnTo>
                  <a:lnTo>
                    <a:pt x="20487" y="14441"/>
                  </a:lnTo>
                  <a:lnTo>
                    <a:pt x="20619" y="14362"/>
                  </a:lnTo>
                  <a:lnTo>
                    <a:pt x="20751" y="14256"/>
                  </a:lnTo>
                  <a:lnTo>
                    <a:pt x="20856" y="14124"/>
                  </a:lnTo>
                  <a:lnTo>
                    <a:pt x="20962" y="13992"/>
                  </a:lnTo>
                  <a:lnTo>
                    <a:pt x="21041" y="13860"/>
                  </a:lnTo>
                  <a:lnTo>
                    <a:pt x="21094" y="13702"/>
                  </a:lnTo>
                  <a:lnTo>
                    <a:pt x="21147" y="13543"/>
                  </a:lnTo>
                  <a:lnTo>
                    <a:pt x="21173" y="13385"/>
                  </a:lnTo>
                  <a:lnTo>
                    <a:pt x="21173" y="13227"/>
                  </a:lnTo>
                  <a:lnTo>
                    <a:pt x="21147" y="13042"/>
                  </a:lnTo>
                  <a:lnTo>
                    <a:pt x="21120" y="12883"/>
                  </a:lnTo>
                  <a:lnTo>
                    <a:pt x="21041" y="12725"/>
                  </a:lnTo>
                  <a:lnTo>
                    <a:pt x="15735" y="793"/>
                  </a:lnTo>
                  <a:lnTo>
                    <a:pt x="15629" y="608"/>
                  </a:lnTo>
                  <a:lnTo>
                    <a:pt x="15523" y="449"/>
                  </a:lnTo>
                  <a:lnTo>
                    <a:pt x="15391" y="317"/>
                  </a:lnTo>
                  <a:lnTo>
                    <a:pt x="15233" y="212"/>
                  </a:lnTo>
                  <a:lnTo>
                    <a:pt x="15075" y="106"/>
                  </a:lnTo>
                  <a:lnTo>
                    <a:pt x="14890" y="53"/>
                  </a:lnTo>
                  <a:lnTo>
                    <a:pt x="14705"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22"/>
            <p:cNvSpPr/>
            <p:nvPr/>
          </p:nvSpPr>
          <p:spPr>
            <a:xfrm>
              <a:off x="6801392" y="3399572"/>
              <a:ext cx="704276" cy="101548"/>
            </a:xfrm>
            <a:custGeom>
              <a:rect b="b" l="l" r="r" t="t"/>
              <a:pathLst>
                <a:path extrusionOk="0" h="3327" w="23074">
                  <a:moveTo>
                    <a:pt x="7762" y="0"/>
                  </a:moveTo>
                  <a:lnTo>
                    <a:pt x="0" y="3326"/>
                  </a:lnTo>
                  <a:lnTo>
                    <a:pt x="14943" y="3326"/>
                  </a:lnTo>
                  <a:lnTo>
                    <a:pt x="22915" y="634"/>
                  </a:lnTo>
                  <a:lnTo>
                    <a:pt x="22994" y="581"/>
                  </a:lnTo>
                  <a:lnTo>
                    <a:pt x="23047" y="475"/>
                  </a:lnTo>
                  <a:lnTo>
                    <a:pt x="23074" y="396"/>
                  </a:lnTo>
                  <a:lnTo>
                    <a:pt x="23074" y="264"/>
                  </a:lnTo>
                  <a:lnTo>
                    <a:pt x="23047" y="185"/>
                  </a:lnTo>
                  <a:lnTo>
                    <a:pt x="22994" y="79"/>
                  </a:lnTo>
                  <a:lnTo>
                    <a:pt x="22942" y="27"/>
                  </a:lnTo>
                  <a:lnTo>
                    <a:pt x="22836"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22"/>
            <p:cNvSpPr/>
            <p:nvPr/>
          </p:nvSpPr>
          <p:spPr>
            <a:xfrm>
              <a:off x="7093895" y="3089336"/>
              <a:ext cx="164394" cy="391634"/>
            </a:xfrm>
            <a:custGeom>
              <a:rect b="b" l="l" r="r" t="t"/>
              <a:pathLst>
                <a:path extrusionOk="0" h="12831" w="5386">
                  <a:moveTo>
                    <a:pt x="0" y="0"/>
                  </a:moveTo>
                  <a:lnTo>
                    <a:pt x="0" y="53"/>
                  </a:lnTo>
                  <a:lnTo>
                    <a:pt x="2588" y="6283"/>
                  </a:lnTo>
                  <a:lnTo>
                    <a:pt x="4515" y="10903"/>
                  </a:lnTo>
                  <a:lnTo>
                    <a:pt x="5307" y="12804"/>
                  </a:lnTo>
                  <a:lnTo>
                    <a:pt x="5333" y="12830"/>
                  </a:lnTo>
                  <a:lnTo>
                    <a:pt x="5360" y="12804"/>
                  </a:lnTo>
                  <a:lnTo>
                    <a:pt x="5386" y="12804"/>
                  </a:lnTo>
                  <a:lnTo>
                    <a:pt x="5386" y="12751"/>
                  </a:lnTo>
                  <a:lnTo>
                    <a:pt x="4647" y="11009"/>
                  </a:lnTo>
                  <a:lnTo>
                    <a:pt x="3908" y="9240"/>
                  </a:lnTo>
                  <a:lnTo>
                    <a:pt x="1505" y="3511"/>
                  </a:lnTo>
                  <a:lnTo>
                    <a:pt x="80" y="27"/>
                  </a:lnTo>
                  <a:lnTo>
                    <a:pt x="5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22"/>
            <p:cNvSpPr/>
            <p:nvPr/>
          </p:nvSpPr>
          <p:spPr>
            <a:xfrm>
              <a:off x="6871504" y="3230353"/>
              <a:ext cx="87050" cy="94284"/>
            </a:xfrm>
            <a:custGeom>
              <a:rect b="b" l="l" r="r" t="t"/>
              <a:pathLst>
                <a:path extrusionOk="0" h="3089" w="2852">
                  <a:moveTo>
                    <a:pt x="1267" y="0"/>
                  </a:moveTo>
                  <a:lnTo>
                    <a:pt x="1003" y="53"/>
                  </a:lnTo>
                  <a:lnTo>
                    <a:pt x="739" y="132"/>
                  </a:lnTo>
                  <a:lnTo>
                    <a:pt x="528" y="291"/>
                  </a:lnTo>
                  <a:lnTo>
                    <a:pt x="343" y="449"/>
                  </a:lnTo>
                  <a:lnTo>
                    <a:pt x="185" y="687"/>
                  </a:lnTo>
                  <a:lnTo>
                    <a:pt x="79" y="924"/>
                  </a:lnTo>
                  <a:lnTo>
                    <a:pt x="0" y="1215"/>
                  </a:lnTo>
                  <a:lnTo>
                    <a:pt x="0" y="1452"/>
                  </a:lnTo>
                  <a:lnTo>
                    <a:pt x="27" y="1716"/>
                  </a:lnTo>
                  <a:lnTo>
                    <a:pt x="106" y="2007"/>
                  </a:lnTo>
                  <a:lnTo>
                    <a:pt x="238" y="2271"/>
                  </a:lnTo>
                  <a:lnTo>
                    <a:pt x="423" y="2508"/>
                  </a:lnTo>
                  <a:lnTo>
                    <a:pt x="634" y="2719"/>
                  </a:lnTo>
                  <a:lnTo>
                    <a:pt x="898" y="2878"/>
                  </a:lnTo>
                  <a:lnTo>
                    <a:pt x="1162" y="3010"/>
                  </a:lnTo>
                  <a:lnTo>
                    <a:pt x="1426" y="3063"/>
                  </a:lnTo>
                  <a:lnTo>
                    <a:pt x="1558" y="3089"/>
                  </a:lnTo>
                  <a:lnTo>
                    <a:pt x="1716" y="3089"/>
                  </a:lnTo>
                  <a:lnTo>
                    <a:pt x="1848" y="3063"/>
                  </a:lnTo>
                  <a:lnTo>
                    <a:pt x="1980" y="3010"/>
                  </a:lnTo>
                  <a:lnTo>
                    <a:pt x="2218" y="2904"/>
                  </a:lnTo>
                  <a:lnTo>
                    <a:pt x="2429" y="2719"/>
                  </a:lnTo>
                  <a:lnTo>
                    <a:pt x="2587" y="2508"/>
                  </a:lnTo>
                  <a:lnTo>
                    <a:pt x="2746" y="2271"/>
                  </a:lnTo>
                  <a:lnTo>
                    <a:pt x="2825" y="1980"/>
                  </a:lnTo>
                  <a:lnTo>
                    <a:pt x="2851" y="1690"/>
                  </a:lnTo>
                  <a:lnTo>
                    <a:pt x="2851" y="1558"/>
                  </a:lnTo>
                  <a:lnTo>
                    <a:pt x="2825" y="1399"/>
                  </a:lnTo>
                  <a:lnTo>
                    <a:pt x="2772" y="1188"/>
                  </a:lnTo>
                  <a:lnTo>
                    <a:pt x="2693" y="951"/>
                  </a:lnTo>
                  <a:lnTo>
                    <a:pt x="2561" y="739"/>
                  </a:lnTo>
                  <a:lnTo>
                    <a:pt x="2429" y="528"/>
                  </a:lnTo>
                  <a:lnTo>
                    <a:pt x="2244" y="343"/>
                  </a:lnTo>
                  <a:lnTo>
                    <a:pt x="2033" y="185"/>
                  </a:lnTo>
                  <a:lnTo>
                    <a:pt x="1795" y="53"/>
                  </a:lnTo>
                  <a:lnTo>
                    <a:pt x="1663" y="27"/>
                  </a:lnTo>
                  <a:lnTo>
                    <a:pt x="153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22"/>
            <p:cNvSpPr/>
            <p:nvPr/>
          </p:nvSpPr>
          <p:spPr>
            <a:xfrm>
              <a:off x="7717572" y="2346404"/>
              <a:ext cx="209537" cy="315877"/>
            </a:xfrm>
            <a:custGeom>
              <a:rect b="b" l="l" r="r" t="t"/>
              <a:pathLst>
                <a:path extrusionOk="0" h="10349" w="6865">
                  <a:moveTo>
                    <a:pt x="6284" y="0"/>
                  </a:moveTo>
                  <a:lnTo>
                    <a:pt x="1" y="8580"/>
                  </a:lnTo>
                  <a:lnTo>
                    <a:pt x="186" y="8791"/>
                  </a:lnTo>
                  <a:lnTo>
                    <a:pt x="370" y="8976"/>
                  </a:lnTo>
                  <a:lnTo>
                    <a:pt x="582" y="9161"/>
                  </a:lnTo>
                  <a:lnTo>
                    <a:pt x="793" y="9345"/>
                  </a:lnTo>
                  <a:lnTo>
                    <a:pt x="1004" y="9504"/>
                  </a:lnTo>
                  <a:lnTo>
                    <a:pt x="1242" y="9662"/>
                  </a:lnTo>
                  <a:lnTo>
                    <a:pt x="1743" y="9900"/>
                  </a:lnTo>
                  <a:lnTo>
                    <a:pt x="2245" y="10111"/>
                  </a:lnTo>
                  <a:lnTo>
                    <a:pt x="2509" y="10190"/>
                  </a:lnTo>
                  <a:lnTo>
                    <a:pt x="2773" y="10243"/>
                  </a:lnTo>
                  <a:lnTo>
                    <a:pt x="3037" y="10296"/>
                  </a:lnTo>
                  <a:lnTo>
                    <a:pt x="3327" y="10322"/>
                  </a:lnTo>
                  <a:lnTo>
                    <a:pt x="3591" y="10349"/>
                  </a:lnTo>
                  <a:lnTo>
                    <a:pt x="3882" y="10349"/>
                  </a:lnTo>
                  <a:lnTo>
                    <a:pt x="4119" y="10322"/>
                  </a:lnTo>
                  <a:lnTo>
                    <a:pt x="4330" y="10296"/>
                  </a:lnTo>
                  <a:lnTo>
                    <a:pt x="4568" y="10243"/>
                  </a:lnTo>
                  <a:lnTo>
                    <a:pt x="4779" y="10164"/>
                  </a:lnTo>
                  <a:lnTo>
                    <a:pt x="4990" y="10085"/>
                  </a:lnTo>
                  <a:lnTo>
                    <a:pt x="5202" y="9979"/>
                  </a:lnTo>
                  <a:lnTo>
                    <a:pt x="5386" y="9873"/>
                  </a:lnTo>
                  <a:lnTo>
                    <a:pt x="5598" y="9741"/>
                  </a:lnTo>
                  <a:lnTo>
                    <a:pt x="5756" y="9609"/>
                  </a:lnTo>
                  <a:lnTo>
                    <a:pt x="5941" y="9451"/>
                  </a:lnTo>
                  <a:lnTo>
                    <a:pt x="6231" y="9108"/>
                  </a:lnTo>
                  <a:lnTo>
                    <a:pt x="6390" y="8923"/>
                  </a:lnTo>
                  <a:lnTo>
                    <a:pt x="6495" y="8712"/>
                  </a:lnTo>
                  <a:lnTo>
                    <a:pt x="6627" y="8527"/>
                  </a:lnTo>
                  <a:lnTo>
                    <a:pt x="6706" y="8289"/>
                  </a:lnTo>
                  <a:lnTo>
                    <a:pt x="6786" y="8052"/>
                  </a:lnTo>
                  <a:lnTo>
                    <a:pt x="6838" y="7761"/>
                  </a:lnTo>
                  <a:lnTo>
                    <a:pt x="6865" y="7497"/>
                  </a:lnTo>
                  <a:lnTo>
                    <a:pt x="6838" y="7207"/>
                  </a:lnTo>
                  <a:lnTo>
                    <a:pt x="6786" y="6917"/>
                  </a:lnTo>
                  <a:lnTo>
                    <a:pt x="6680" y="6626"/>
                  </a:lnTo>
                  <a:lnTo>
                    <a:pt x="6574" y="6362"/>
                  </a:lnTo>
                  <a:lnTo>
                    <a:pt x="6390" y="6125"/>
                  </a:lnTo>
                  <a:lnTo>
                    <a:pt x="6231" y="5834"/>
                  </a:lnTo>
                  <a:lnTo>
                    <a:pt x="6099" y="5544"/>
                  </a:lnTo>
                  <a:lnTo>
                    <a:pt x="5994" y="5201"/>
                  </a:lnTo>
                  <a:lnTo>
                    <a:pt x="5941" y="4858"/>
                  </a:lnTo>
                  <a:lnTo>
                    <a:pt x="5914" y="4488"/>
                  </a:lnTo>
                  <a:lnTo>
                    <a:pt x="5914" y="4118"/>
                  </a:lnTo>
                  <a:lnTo>
                    <a:pt x="5941" y="3722"/>
                  </a:lnTo>
                  <a:lnTo>
                    <a:pt x="5967" y="3300"/>
                  </a:lnTo>
                  <a:lnTo>
                    <a:pt x="6073" y="2455"/>
                  </a:lnTo>
                  <a:lnTo>
                    <a:pt x="6205" y="1610"/>
                  </a:lnTo>
                  <a:lnTo>
                    <a:pt x="6284" y="792"/>
                  </a:lnTo>
                  <a:lnTo>
                    <a:pt x="6284" y="370"/>
                  </a:lnTo>
                  <a:lnTo>
                    <a:pt x="6284"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22"/>
            <p:cNvSpPr/>
            <p:nvPr/>
          </p:nvSpPr>
          <p:spPr>
            <a:xfrm>
              <a:off x="7717572" y="2346404"/>
              <a:ext cx="209537" cy="315877"/>
            </a:xfrm>
            <a:custGeom>
              <a:rect b="b" l="l" r="r" t="t"/>
              <a:pathLst>
                <a:path extrusionOk="0" fill="none" h="10349" w="6865">
                  <a:moveTo>
                    <a:pt x="1" y="8580"/>
                  </a:moveTo>
                  <a:lnTo>
                    <a:pt x="1" y="8580"/>
                  </a:lnTo>
                  <a:lnTo>
                    <a:pt x="186" y="8791"/>
                  </a:lnTo>
                  <a:lnTo>
                    <a:pt x="370" y="8976"/>
                  </a:lnTo>
                  <a:lnTo>
                    <a:pt x="582" y="9161"/>
                  </a:lnTo>
                  <a:lnTo>
                    <a:pt x="793" y="9345"/>
                  </a:lnTo>
                  <a:lnTo>
                    <a:pt x="1004" y="9504"/>
                  </a:lnTo>
                  <a:lnTo>
                    <a:pt x="1242" y="9662"/>
                  </a:lnTo>
                  <a:lnTo>
                    <a:pt x="1743" y="9900"/>
                  </a:lnTo>
                  <a:lnTo>
                    <a:pt x="2245" y="10111"/>
                  </a:lnTo>
                  <a:lnTo>
                    <a:pt x="2509" y="10190"/>
                  </a:lnTo>
                  <a:lnTo>
                    <a:pt x="2773" y="10243"/>
                  </a:lnTo>
                  <a:lnTo>
                    <a:pt x="3037" y="10296"/>
                  </a:lnTo>
                  <a:lnTo>
                    <a:pt x="3327" y="10322"/>
                  </a:lnTo>
                  <a:lnTo>
                    <a:pt x="3591" y="10349"/>
                  </a:lnTo>
                  <a:lnTo>
                    <a:pt x="3882" y="10349"/>
                  </a:lnTo>
                  <a:lnTo>
                    <a:pt x="3882" y="10349"/>
                  </a:lnTo>
                  <a:lnTo>
                    <a:pt x="4119" y="10322"/>
                  </a:lnTo>
                  <a:lnTo>
                    <a:pt x="4330" y="10296"/>
                  </a:lnTo>
                  <a:lnTo>
                    <a:pt x="4568" y="10243"/>
                  </a:lnTo>
                  <a:lnTo>
                    <a:pt x="4779" y="10164"/>
                  </a:lnTo>
                  <a:lnTo>
                    <a:pt x="4990" y="10085"/>
                  </a:lnTo>
                  <a:lnTo>
                    <a:pt x="5202" y="9979"/>
                  </a:lnTo>
                  <a:lnTo>
                    <a:pt x="5386" y="9873"/>
                  </a:lnTo>
                  <a:lnTo>
                    <a:pt x="5598" y="9741"/>
                  </a:lnTo>
                  <a:lnTo>
                    <a:pt x="5756" y="9609"/>
                  </a:lnTo>
                  <a:lnTo>
                    <a:pt x="5941" y="9451"/>
                  </a:lnTo>
                  <a:lnTo>
                    <a:pt x="6231" y="9108"/>
                  </a:lnTo>
                  <a:lnTo>
                    <a:pt x="6390" y="8923"/>
                  </a:lnTo>
                  <a:lnTo>
                    <a:pt x="6495" y="8712"/>
                  </a:lnTo>
                  <a:lnTo>
                    <a:pt x="6627" y="8527"/>
                  </a:lnTo>
                  <a:lnTo>
                    <a:pt x="6706" y="8289"/>
                  </a:lnTo>
                  <a:lnTo>
                    <a:pt x="6706" y="8289"/>
                  </a:lnTo>
                  <a:lnTo>
                    <a:pt x="6786" y="8052"/>
                  </a:lnTo>
                  <a:lnTo>
                    <a:pt x="6838" y="7761"/>
                  </a:lnTo>
                  <a:lnTo>
                    <a:pt x="6865" y="7497"/>
                  </a:lnTo>
                  <a:lnTo>
                    <a:pt x="6838" y="7207"/>
                  </a:lnTo>
                  <a:lnTo>
                    <a:pt x="6786" y="6917"/>
                  </a:lnTo>
                  <a:lnTo>
                    <a:pt x="6680" y="6626"/>
                  </a:lnTo>
                  <a:lnTo>
                    <a:pt x="6574" y="6362"/>
                  </a:lnTo>
                  <a:lnTo>
                    <a:pt x="6390" y="6125"/>
                  </a:lnTo>
                  <a:lnTo>
                    <a:pt x="6390" y="6125"/>
                  </a:lnTo>
                  <a:lnTo>
                    <a:pt x="6231" y="5834"/>
                  </a:lnTo>
                  <a:lnTo>
                    <a:pt x="6099" y="5544"/>
                  </a:lnTo>
                  <a:lnTo>
                    <a:pt x="5994" y="5201"/>
                  </a:lnTo>
                  <a:lnTo>
                    <a:pt x="5941" y="4858"/>
                  </a:lnTo>
                  <a:lnTo>
                    <a:pt x="5914" y="4488"/>
                  </a:lnTo>
                  <a:lnTo>
                    <a:pt x="5914" y="4118"/>
                  </a:lnTo>
                  <a:lnTo>
                    <a:pt x="5941" y="3722"/>
                  </a:lnTo>
                  <a:lnTo>
                    <a:pt x="5967" y="3300"/>
                  </a:lnTo>
                  <a:lnTo>
                    <a:pt x="6073" y="2455"/>
                  </a:lnTo>
                  <a:lnTo>
                    <a:pt x="6205" y="1610"/>
                  </a:lnTo>
                  <a:lnTo>
                    <a:pt x="6284" y="792"/>
                  </a:lnTo>
                  <a:lnTo>
                    <a:pt x="6284" y="370"/>
                  </a:lnTo>
                  <a:lnTo>
                    <a:pt x="6284" y="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22"/>
            <p:cNvSpPr/>
            <p:nvPr/>
          </p:nvSpPr>
          <p:spPr>
            <a:xfrm>
              <a:off x="7244587" y="2126424"/>
              <a:ext cx="664780" cy="518119"/>
            </a:xfrm>
            <a:custGeom>
              <a:rect b="b" l="l" r="r" t="t"/>
              <a:pathLst>
                <a:path extrusionOk="0" h="16975" w="21780">
                  <a:moveTo>
                    <a:pt x="14388" y="0"/>
                  </a:moveTo>
                  <a:lnTo>
                    <a:pt x="13913" y="53"/>
                  </a:lnTo>
                  <a:lnTo>
                    <a:pt x="13438" y="132"/>
                  </a:lnTo>
                  <a:lnTo>
                    <a:pt x="13015" y="264"/>
                  </a:lnTo>
                  <a:lnTo>
                    <a:pt x="12619" y="396"/>
                  </a:lnTo>
                  <a:lnTo>
                    <a:pt x="12250" y="554"/>
                  </a:lnTo>
                  <a:lnTo>
                    <a:pt x="11880" y="713"/>
                  </a:lnTo>
                  <a:lnTo>
                    <a:pt x="11563" y="898"/>
                  </a:lnTo>
                  <a:lnTo>
                    <a:pt x="11246" y="1109"/>
                  </a:lnTo>
                  <a:lnTo>
                    <a:pt x="10956" y="1294"/>
                  </a:lnTo>
                  <a:lnTo>
                    <a:pt x="10666" y="1505"/>
                  </a:lnTo>
                  <a:lnTo>
                    <a:pt x="10164" y="1954"/>
                  </a:lnTo>
                  <a:lnTo>
                    <a:pt x="9742" y="2402"/>
                  </a:lnTo>
                  <a:lnTo>
                    <a:pt x="9346" y="2878"/>
                  </a:lnTo>
                  <a:lnTo>
                    <a:pt x="9002" y="3326"/>
                  </a:lnTo>
                  <a:lnTo>
                    <a:pt x="8712" y="3802"/>
                  </a:lnTo>
                  <a:lnTo>
                    <a:pt x="8448" y="4224"/>
                  </a:lnTo>
                  <a:lnTo>
                    <a:pt x="7973" y="4963"/>
                  </a:lnTo>
                  <a:lnTo>
                    <a:pt x="7762" y="5253"/>
                  </a:lnTo>
                  <a:lnTo>
                    <a:pt x="7524" y="5491"/>
                  </a:lnTo>
                  <a:lnTo>
                    <a:pt x="7419" y="5570"/>
                  </a:lnTo>
                  <a:lnTo>
                    <a:pt x="7313" y="5649"/>
                  </a:lnTo>
                  <a:lnTo>
                    <a:pt x="7181" y="5702"/>
                  </a:lnTo>
                  <a:lnTo>
                    <a:pt x="7075" y="5702"/>
                  </a:lnTo>
                  <a:lnTo>
                    <a:pt x="6732" y="5729"/>
                  </a:lnTo>
                  <a:lnTo>
                    <a:pt x="6389" y="5702"/>
                  </a:lnTo>
                  <a:lnTo>
                    <a:pt x="6046" y="5623"/>
                  </a:lnTo>
                  <a:lnTo>
                    <a:pt x="5703" y="5544"/>
                  </a:lnTo>
                  <a:lnTo>
                    <a:pt x="5043" y="5333"/>
                  </a:lnTo>
                  <a:lnTo>
                    <a:pt x="4383" y="5095"/>
                  </a:lnTo>
                  <a:lnTo>
                    <a:pt x="4039" y="4963"/>
                  </a:lnTo>
                  <a:lnTo>
                    <a:pt x="3723" y="4884"/>
                  </a:lnTo>
                  <a:lnTo>
                    <a:pt x="3379" y="4805"/>
                  </a:lnTo>
                  <a:lnTo>
                    <a:pt x="3036" y="4778"/>
                  </a:lnTo>
                  <a:lnTo>
                    <a:pt x="2693" y="4752"/>
                  </a:lnTo>
                  <a:lnTo>
                    <a:pt x="2350" y="4805"/>
                  </a:lnTo>
                  <a:lnTo>
                    <a:pt x="1980" y="4884"/>
                  </a:lnTo>
                  <a:lnTo>
                    <a:pt x="1637" y="5042"/>
                  </a:lnTo>
                  <a:lnTo>
                    <a:pt x="1373" y="5201"/>
                  </a:lnTo>
                  <a:lnTo>
                    <a:pt x="1109" y="5359"/>
                  </a:lnTo>
                  <a:lnTo>
                    <a:pt x="898" y="5570"/>
                  </a:lnTo>
                  <a:lnTo>
                    <a:pt x="687" y="5781"/>
                  </a:lnTo>
                  <a:lnTo>
                    <a:pt x="502" y="6045"/>
                  </a:lnTo>
                  <a:lnTo>
                    <a:pt x="370" y="6309"/>
                  </a:lnTo>
                  <a:lnTo>
                    <a:pt x="238" y="6573"/>
                  </a:lnTo>
                  <a:lnTo>
                    <a:pt x="132" y="6864"/>
                  </a:lnTo>
                  <a:lnTo>
                    <a:pt x="79" y="7101"/>
                  </a:lnTo>
                  <a:lnTo>
                    <a:pt x="27" y="7313"/>
                  </a:lnTo>
                  <a:lnTo>
                    <a:pt x="0" y="7550"/>
                  </a:lnTo>
                  <a:lnTo>
                    <a:pt x="0" y="7761"/>
                  </a:lnTo>
                  <a:lnTo>
                    <a:pt x="0" y="7999"/>
                  </a:lnTo>
                  <a:lnTo>
                    <a:pt x="27" y="8210"/>
                  </a:lnTo>
                  <a:lnTo>
                    <a:pt x="132" y="8606"/>
                  </a:lnTo>
                  <a:lnTo>
                    <a:pt x="264" y="8976"/>
                  </a:lnTo>
                  <a:lnTo>
                    <a:pt x="475" y="9345"/>
                  </a:lnTo>
                  <a:lnTo>
                    <a:pt x="713" y="9662"/>
                  </a:lnTo>
                  <a:lnTo>
                    <a:pt x="1003" y="9979"/>
                  </a:lnTo>
                  <a:lnTo>
                    <a:pt x="1320" y="10243"/>
                  </a:lnTo>
                  <a:lnTo>
                    <a:pt x="1663" y="10481"/>
                  </a:lnTo>
                  <a:lnTo>
                    <a:pt x="2007" y="10665"/>
                  </a:lnTo>
                  <a:lnTo>
                    <a:pt x="2403" y="10824"/>
                  </a:lnTo>
                  <a:lnTo>
                    <a:pt x="2799" y="10929"/>
                  </a:lnTo>
                  <a:lnTo>
                    <a:pt x="3221" y="10982"/>
                  </a:lnTo>
                  <a:lnTo>
                    <a:pt x="3643" y="11009"/>
                  </a:lnTo>
                  <a:lnTo>
                    <a:pt x="4039" y="10982"/>
                  </a:lnTo>
                  <a:lnTo>
                    <a:pt x="3855" y="11009"/>
                  </a:lnTo>
                  <a:lnTo>
                    <a:pt x="3670" y="11035"/>
                  </a:lnTo>
                  <a:lnTo>
                    <a:pt x="3485" y="11114"/>
                  </a:lnTo>
                  <a:lnTo>
                    <a:pt x="3327" y="11220"/>
                  </a:lnTo>
                  <a:lnTo>
                    <a:pt x="3168" y="11325"/>
                  </a:lnTo>
                  <a:lnTo>
                    <a:pt x="3036" y="11457"/>
                  </a:lnTo>
                  <a:lnTo>
                    <a:pt x="2904" y="11616"/>
                  </a:lnTo>
                  <a:lnTo>
                    <a:pt x="2799" y="11774"/>
                  </a:lnTo>
                  <a:lnTo>
                    <a:pt x="2693" y="11959"/>
                  </a:lnTo>
                  <a:lnTo>
                    <a:pt x="2640" y="12144"/>
                  </a:lnTo>
                  <a:lnTo>
                    <a:pt x="2561" y="12329"/>
                  </a:lnTo>
                  <a:lnTo>
                    <a:pt x="2535" y="12513"/>
                  </a:lnTo>
                  <a:lnTo>
                    <a:pt x="2508" y="12725"/>
                  </a:lnTo>
                  <a:lnTo>
                    <a:pt x="2508" y="12909"/>
                  </a:lnTo>
                  <a:lnTo>
                    <a:pt x="2535" y="13121"/>
                  </a:lnTo>
                  <a:lnTo>
                    <a:pt x="2587" y="13305"/>
                  </a:lnTo>
                  <a:lnTo>
                    <a:pt x="2640" y="13490"/>
                  </a:lnTo>
                  <a:lnTo>
                    <a:pt x="2746" y="13675"/>
                  </a:lnTo>
                  <a:lnTo>
                    <a:pt x="2825" y="13833"/>
                  </a:lnTo>
                  <a:lnTo>
                    <a:pt x="2957" y="13992"/>
                  </a:lnTo>
                  <a:lnTo>
                    <a:pt x="3089" y="14124"/>
                  </a:lnTo>
                  <a:lnTo>
                    <a:pt x="3221" y="14282"/>
                  </a:lnTo>
                  <a:lnTo>
                    <a:pt x="3538" y="14520"/>
                  </a:lnTo>
                  <a:lnTo>
                    <a:pt x="3881" y="14704"/>
                  </a:lnTo>
                  <a:lnTo>
                    <a:pt x="4251" y="14863"/>
                  </a:lnTo>
                  <a:lnTo>
                    <a:pt x="4647" y="14942"/>
                  </a:lnTo>
                  <a:lnTo>
                    <a:pt x="5043" y="14995"/>
                  </a:lnTo>
                  <a:lnTo>
                    <a:pt x="5439" y="14995"/>
                  </a:lnTo>
                  <a:lnTo>
                    <a:pt x="5835" y="14942"/>
                  </a:lnTo>
                  <a:lnTo>
                    <a:pt x="6204" y="14836"/>
                  </a:lnTo>
                  <a:lnTo>
                    <a:pt x="6600" y="14731"/>
                  </a:lnTo>
                  <a:lnTo>
                    <a:pt x="6970" y="14572"/>
                  </a:lnTo>
                  <a:lnTo>
                    <a:pt x="7313" y="14414"/>
                  </a:lnTo>
                  <a:lnTo>
                    <a:pt x="7682" y="14203"/>
                  </a:lnTo>
                  <a:lnTo>
                    <a:pt x="7999" y="13992"/>
                  </a:lnTo>
                  <a:lnTo>
                    <a:pt x="8052" y="14282"/>
                  </a:lnTo>
                  <a:lnTo>
                    <a:pt x="8158" y="14546"/>
                  </a:lnTo>
                  <a:lnTo>
                    <a:pt x="8263" y="14810"/>
                  </a:lnTo>
                  <a:lnTo>
                    <a:pt x="8395" y="15048"/>
                  </a:lnTo>
                  <a:lnTo>
                    <a:pt x="8527" y="15312"/>
                  </a:lnTo>
                  <a:lnTo>
                    <a:pt x="8712" y="15523"/>
                  </a:lnTo>
                  <a:lnTo>
                    <a:pt x="8897" y="15734"/>
                  </a:lnTo>
                  <a:lnTo>
                    <a:pt x="9108" y="15945"/>
                  </a:lnTo>
                  <a:lnTo>
                    <a:pt x="9346" y="16104"/>
                  </a:lnTo>
                  <a:lnTo>
                    <a:pt x="9583" y="16288"/>
                  </a:lnTo>
                  <a:lnTo>
                    <a:pt x="9821" y="16447"/>
                  </a:lnTo>
                  <a:lnTo>
                    <a:pt x="10085" y="16579"/>
                  </a:lnTo>
                  <a:lnTo>
                    <a:pt x="10349" y="16684"/>
                  </a:lnTo>
                  <a:lnTo>
                    <a:pt x="10613" y="16790"/>
                  </a:lnTo>
                  <a:lnTo>
                    <a:pt x="10903" y="16869"/>
                  </a:lnTo>
                  <a:lnTo>
                    <a:pt x="11194" y="16922"/>
                  </a:lnTo>
                  <a:lnTo>
                    <a:pt x="11458" y="16948"/>
                  </a:lnTo>
                  <a:lnTo>
                    <a:pt x="11748" y="16975"/>
                  </a:lnTo>
                  <a:lnTo>
                    <a:pt x="12329" y="16975"/>
                  </a:lnTo>
                  <a:lnTo>
                    <a:pt x="12883" y="16922"/>
                  </a:lnTo>
                  <a:lnTo>
                    <a:pt x="13464" y="16816"/>
                  </a:lnTo>
                  <a:lnTo>
                    <a:pt x="14018" y="16658"/>
                  </a:lnTo>
                  <a:lnTo>
                    <a:pt x="14573" y="16473"/>
                  </a:lnTo>
                  <a:lnTo>
                    <a:pt x="15101" y="16262"/>
                  </a:lnTo>
                  <a:lnTo>
                    <a:pt x="15629" y="15998"/>
                  </a:lnTo>
                  <a:lnTo>
                    <a:pt x="16394" y="15576"/>
                  </a:lnTo>
                  <a:lnTo>
                    <a:pt x="17160" y="15100"/>
                  </a:lnTo>
                  <a:lnTo>
                    <a:pt x="17873" y="14572"/>
                  </a:lnTo>
                  <a:lnTo>
                    <a:pt x="18190" y="14308"/>
                  </a:lnTo>
                  <a:lnTo>
                    <a:pt x="18533" y="14018"/>
                  </a:lnTo>
                  <a:lnTo>
                    <a:pt x="18850" y="13701"/>
                  </a:lnTo>
                  <a:lnTo>
                    <a:pt x="19166" y="13385"/>
                  </a:lnTo>
                  <a:lnTo>
                    <a:pt x="19457" y="13068"/>
                  </a:lnTo>
                  <a:lnTo>
                    <a:pt x="19721" y="12725"/>
                  </a:lnTo>
                  <a:lnTo>
                    <a:pt x="19985" y="12381"/>
                  </a:lnTo>
                  <a:lnTo>
                    <a:pt x="20249" y="12012"/>
                  </a:lnTo>
                  <a:lnTo>
                    <a:pt x="20486" y="11642"/>
                  </a:lnTo>
                  <a:lnTo>
                    <a:pt x="20698" y="11246"/>
                  </a:lnTo>
                  <a:lnTo>
                    <a:pt x="20909" y="10850"/>
                  </a:lnTo>
                  <a:lnTo>
                    <a:pt x="21094" y="10454"/>
                  </a:lnTo>
                  <a:lnTo>
                    <a:pt x="21252" y="10032"/>
                  </a:lnTo>
                  <a:lnTo>
                    <a:pt x="21384" y="9609"/>
                  </a:lnTo>
                  <a:lnTo>
                    <a:pt x="21516" y="9187"/>
                  </a:lnTo>
                  <a:lnTo>
                    <a:pt x="21595" y="8765"/>
                  </a:lnTo>
                  <a:lnTo>
                    <a:pt x="21674" y="8342"/>
                  </a:lnTo>
                  <a:lnTo>
                    <a:pt x="21754" y="7893"/>
                  </a:lnTo>
                  <a:lnTo>
                    <a:pt x="21780" y="7445"/>
                  </a:lnTo>
                  <a:lnTo>
                    <a:pt x="21780" y="7022"/>
                  </a:lnTo>
                  <a:lnTo>
                    <a:pt x="21780" y="6573"/>
                  </a:lnTo>
                  <a:lnTo>
                    <a:pt x="21754" y="6125"/>
                  </a:lnTo>
                  <a:lnTo>
                    <a:pt x="21701" y="5702"/>
                  </a:lnTo>
                  <a:lnTo>
                    <a:pt x="21595" y="5280"/>
                  </a:lnTo>
                  <a:lnTo>
                    <a:pt x="21490" y="4831"/>
                  </a:lnTo>
                  <a:lnTo>
                    <a:pt x="21358" y="4435"/>
                  </a:lnTo>
                  <a:lnTo>
                    <a:pt x="21226" y="4092"/>
                  </a:lnTo>
                  <a:lnTo>
                    <a:pt x="21014" y="3617"/>
                  </a:lnTo>
                  <a:lnTo>
                    <a:pt x="20777" y="3168"/>
                  </a:lnTo>
                  <a:lnTo>
                    <a:pt x="20486" y="2772"/>
                  </a:lnTo>
                  <a:lnTo>
                    <a:pt x="20170" y="2376"/>
                  </a:lnTo>
                  <a:lnTo>
                    <a:pt x="19826" y="2006"/>
                  </a:lnTo>
                  <a:lnTo>
                    <a:pt x="19457" y="1663"/>
                  </a:lnTo>
                  <a:lnTo>
                    <a:pt x="19087" y="1346"/>
                  </a:lnTo>
                  <a:lnTo>
                    <a:pt x="18665" y="1056"/>
                  </a:lnTo>
                  <a:lnTo>
                    <a:pt x="18242" y="818"/>
                  </a:lnTo>
                  <a:lnTo>
                    <a:pt x="17794" y="607"/>
                  </a:lnTo>
                  <a:lnTo>
                    <a:pt x="17318" y="396"/>
                  </a:lnTo>
                  <a:lnTo>
                    <a:pt x="16843" y="264"/>
                  </a:lnTo>
                  <a:lnTo>
                    <a:pt x="16342" y="132"/>
                  </a:lnTo>
                  <a:lnTo>
                    <a:pt x="15840" y="53"/>
                  </a:lnTo>
                  <a:lnTo>
                    <a:pt x="15338"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22"/>
            <p:cNvSpPr/>
            <p:nvPr/>
          </p:nvSpPr>
          <p:spPr>
            <a:xfrm>
              <a:off x="7584614" y="2490626"/>
              <a:ext cx="171659" cy="200685"/>
            </a:xfrm>
            <a:custGeom>
              <a:rect b="b" l="l" r="r" t="t"/>
              <a:pathLst>
                <a:path extrusionOk="0" h="6575" w="5624">
                  <a:moveTo>
                    <a:pt x="1" y="1"/>
                  </a:moveTo>
                  <a:lnTo>
                    <a:pt x="1" y="6574"/>
                  </a:lnTo>
                  <a:lnTo>
                    <a:pt x="5624" y="6574"/>
                  </a:lnTo>
                  <a:lnTo>
                    <a:pt x="5624" y="1637"/>
                  </a:lnTo>
                  <a:lnTo>
                    <a:pt x="1" y="1"/>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22"/>
            <p:cNvSpPr/>
            <p:nvPr/>
          </p:nvSpPr>
          <p:spPr>
            <a:xfrm>
              <a:off x="7553999" y="2167509"/>
              <a:ext cx="326377" cy="420631"/>
            </a:xfrm>
            <a:custGeom>
              <a:rect b="b" l="l" r="r" t="t"/>
              <a:pathLst>
                <a:path extrusionOk="0" h="13781" w="10693">
                  <a:moveTo>
                    <a:pt x="4832" y="0"/>
                  </a:moveTo>
                  <a:lnTo>
                    <a:pt x="4251" y="53"/>
                  </a:lnTo>
                  <a:lnTo>
                    <a:pt x="3697" y="159"/>
                  </a:lnTo>
                  <a:lnTo>
                    <a:pt x="3195" y="291"/>
                  </a:lnTo>
                  <a:lnTo>
                    <a:pt x="2693" y="449"/>
                  </a:lnTo>
                  <a:lnTo>
                    <a:pt x="2245" y="634"/>
                  </a:lnTo>
                  <a:lnTo>
                    <a:pt x="1822" y="872"/>
                  </a:lnTo>
                  <a:lnTo>
                    <a:pt x="1453" y="1136"/>
                  </a:lnTo>
                  <a:lnTo>
                    <a:pt x="1109" y="1426"/>
                  </a:lnTo>
                  <a:lnTo>
                    <a:pt x="819" y="1743"/>
                  </a:lnTo>
                  <a:lnTo>
                    <a:pt x="555" y="2112"/>
                  </a:lnTo>
                  <a:lnTo>
                    <a:pt x="370" y="2508"/>
                  </a:lnTo>
                  <a:lnTo>
                    <a:pt x="185" y="2931"/>
                  </a:lnTo>
                  <a:lnTo>
                    <a:pt x="80" y="3380"/>
                  </a:lnTo>
                  <a:lnTo>
                    <a:pt x="1" y="3855"/>
                  </a:lnTo>
                  <a:lnTo>
                    <a:pt x="1" y="4356"/>
                  </a:lnTo>
                  <a:lnTo>
                    <a:pt x="27" y="4884"/>
                  </a:lnTo>
                  <a:lnTo>
                    <a:pt x="370" y="7735"/>
                  </a:lnTo>
                  <a:lnTo>
                    <a:pt x="370" y="7999"/>
                  </a:lnTo>
                  <a:lnTo>
                    <a:pt x="397" y="8316"/>
                  </a:lnTo>
                  <a:lnTo>
                    <a:pt x="449" y="8712"/>
                  </a:lnTo>
                  <a:lnTo>
                    <a:pt x="529" y="9161"/>
                  </a:lnTo>
                  <a:lnTo>
                    <a:pt x="661" y="9689"/>
                  </a:lnTo>
                  <a:lnTo>
                    <a:pt x="845" y="10243"/>
                  </a:lnTo>
                  <a:lnTo>
                    <a:pt x="977" y="10534"/>
                  </a:lnTo>
                  <a:lnTo>
                    <a:pt x="1109" y="10824"/>
                  </a:lnTo>
                  <a:lnTo>
                    <a:pt x="1268" y="11115"/>
                  </a:lnTo>
                  <a:lnTo>
                    <a:pt x="1453" y="11379"/>
                  </a:lnTo>
                  <a:lnTo>
                    <a:pt x="1664" y="11669"/>
                  </a:lnTo>
                  <a:lnTo>
                    <a:pt x="1901" y="11933"/>
                  </a:lnTo>
                  <a:lnTo>
                    <a:pt x="2165" y="12197"/>
                  </a:lnTo>
                  <a:lnTo>
                    <a:pt x="2429" y="12461"/>
                  </a:lnTo>
                  <a:lnTo>
                    <a:pt x="2746" y="12699"/>
                  </a:lnTo>
                  <a:lnTo>
                    <a:pt x="3089" y="12910"/>
                  </a:lnTo>
                  <a:lnTo>
                    <a:pt x="3459" y="13121"/>
                  </a:lnTo>
                  <a:lnTo>
                    <a:pt x="3881" y="13279"/>
                  </a:lnTo>
                  <a:lnTo>
                    <a:pt x="4304" y="13438"/>
                  </a:lnTo>
                  <a:lnTo>
                    <a:pt x="4779" y="13570"/>
                  </a:lnTo>
                  <a:lnTo>
                    <a:pt x="5307" y="13675"/>
                  </a:lnTo>
                  <a:lnTo>
                    <a:pt x="5861" y="13754"/>
                  </a:lnTo>
                  <a:lnTo>
                    <a:pt x="6442" y="13781"/>
                  </a:lnTo>
                  <a:lnTo>
                    <a:pt x="7076" y="13781"/>
                  </a:lnTo>
                  <a:lnTo>
                    <a:pt x="7234" y="13754"/>
                  </a:lnTo>
                  <a:lnTo>
                    <a:pt x="7630" y="13649"/>
                  </a:lnTo>
                  <a:lnTo>
                    <a:pt x="7921" y="13543"/>
                  </a:lnTo>
                  <a:lnTo>
                    <a:pt x="8211" y="13411"/>
                  </a:lnTo>
                  <a:lnTo>
                    <a:pt x="8554" y="13226"/>
                  </a:lnTo>
                  <a:lnTo>
                    <a:pt x="8897" y="13015"/>
                  </a:lnTo>
                  <a:lnTo>
                    <a:pt x="9214" y="12751"/>
                  </a:lnTo>
                  <a:lnTo>
                    <a:pt x="9557" y="12435"/>
                  </a:lnTo>
                  <a:lnTo>
                    <a:pt x="9848" y="12065"/>
                  </a:lnTo>
                  <a:lnTo>
                    <a:pt x="10006" y="11854"/>
                  </a:lnTo>
                  <a:lnTo>
                    <a:pt x="10138" y="11616"/>
                  </a:lnTo>
                  <a:lnTo>
                    <a:pt x="10244" y="11379"/>
                  </a:lnTo>
                  <a:lnTo>
                    <a:pt x="10376" y="11115"/>
                  </a:lnTo>
                  <a:lnTo>
                    <a:pt x="10455" y="10851"/>
                  </a:lnTo>
                  <a:lnTo>
                    <a:pt x="10534" y="10560"/>
                  </a:lnTo>
                  <a:lnTo>
                    <a:pt x="10613" y="10243"/>
                  </a:lnTo>
                  <a:lnTo>
                    <a:pt x="10666" y="9927"/>
                  </a:lnTo>
                  <a:lnTo>
                    <a:pt x="10693" y="9583"/>
                  </a:lnTo>
                  <a:lnTo>
                    <a:pt x="10693" y="9214"/>
                  </a:lnTo>
                  <a:lnTo>
                    <a:pt x="10693" y="8158"/>
                  </a:lnTo>
                  <a:lnTo>
                    <a:pt x="10666" y="6970"/>
                  </a:lnTo>
                  <a:lnTo>
                    <a:pt x="10587" y="5544"/>
                  </a:lnTo>
                  <a:lnTo>
                    <a:pt x="10429" y="3828"/>
                  </a:lnTo>
                  <a:lnTo>
                    <a:pt x="10349" y="3327"/>
                  </a:lnTo>
                  <a:lnTo>
                    <a:pt x="10217" y="2852"/>
                  </a:lnTo>
                  <a:lnTo>
                    <a:pt x="10059" y="2429"/>
                  </a:lnTo>
                  <a:lnTo>
                    <a:pt x="9874" y="2060"/>
                  </a:lnTo>
                  <a:lnTo>
                    <a:pt x="9637" y="1690"/>
                  </a:lnTo>
                  <a:lnTo>
                    <a:pt x="9373" y="1373"/>
                  </a:lnTo>
                  <a:lnTo>
                    <a:pt x="9082" y="1109"/>
                  </a:lnTo>
                  <a:lnTo>
                    <a:pt x="8765" y="845"/>
                  </a:lnTo>
                  <a:lnTo>
                    <a:pt x="8396" y="634"/>
                  </a:lnTo>
                  <a:lnTo>
                    <a:pt x="8000" y="449"/>
                  </a:lnTo>
                  <a:lnTo>
                    <a:pt x="7577" y="291"/>
                  </a:lnTo>
                  <a:lnTo>
                    <a:pt x="7155" y="185"/>
                  </a:lnTo>
                  <a:lnTo>
                    <a:pt x="6680" y="80"/>
                  </a:lnTo>
                  <a:lnTo>
                    <a:pt x="6178" y="27"/>
                  </a:lnTo>
                  <a:lnTo>
                    <a:pt x="5650" y="0"/>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22"/>
            <p:cNvSpPr/>
            <p:nvPr/>
          </p:nvSpPr>
          <p:spPr>
            <a:xfrm>
              <a:off x="7553999" y="2167509"/>
              <a:ext cx="326377" cy="420631"/>
            </a:xfrm>
            <a:custGeom>
              <a:rect b="b" l="l" r="r" t="t"/>
              <a:pathLst>
                <a:path extrusionOk="0" fill="none" h="13781" w="10693">
                  <a:moveTo>
                    <a:pt x="7076" y="13781"/>
                  </a:moveTo>
                  <a:lnTo>
                    <a:pt x="7076" y="13781"/>
                  </a:lnTo>
                  <a:lnTo>
                    <a:pt x="7234" y="13754"/>
                  </a:lnTo>
                  <a:lnTo>
                    <a:pt x="7630" y="13649"/>
                  </a:lnTo>
                  <a:lnTo>
                    <a:pt x="7921" y="13543"/>
                  </a:lnTo>
                  <a:lnTo>
                    <a:pt x="8211" y="13411"/>
                  </a:lnTo>
                  <a:lnTo>
                    <a:pt x="8554" y="13226"/>
                  </a:lnTo>
                  <a:lnTo>
                    <a:pt x="8897" y="13015"/>
                  </a:lnTo>
                  <a:lnTo>
                    <a:pt x="9214" y="12751"/>
                  </a:lnTo>
                  <a:lnTo>
                    <a:pt x="9557" y="12435"/>
                  </a:lnTo>
                  <a:lnTo>
                    <a:pt x="9848" y="12065"/>
                  </a:lnTo>
                  <a:lnTo>
                    <a:pt x="10006" y="11854"/>
                  </a:lnTo>
                  <a:lnTo>
                    <a:pt x="10138" y="11616"/>
                  </a:lnTo>
                  <a:lnTo>
                    <a:pt x="10244" y="11379"/>
                  </a:lnTo>
                  <a:lnTo>
                    <a:pt x="10376" y="11115"/>
                  </a:lnTo>
                  <a:lnTo>
                    <a:pt x="10455" y="10851"/>
                  </a:lnTo>
                  <a:lnTo>
                    <a:pt x="10534" y="10560"/>
                  </a:lnTo>
                  <a:lnTo>
                    <a:pt x="10613" y="10243"/>
                  </a:lnTo>
                  <a:lnTo>
                    <a:pt x="10666" y="9927"/>
                  </a:lnTo>
                  <a:lnTo>
                    <a:pt x="10693" y="9583"/>
                  </a:lnTo>
                  <a:lnTo>
                    <a:pt x="10693" y="9214"/>
                  </a:lnTo>
                  <a:lnTo>
                    <a:pt x="10693" y="9214"/>
                  </a:lnTo>
                  <a:lnTo>
                    <a:pt x="10693" y="8158"/>
                  </a:lnTo>
                  <a:lnTo>
                    <a:pt x="10666" y="6970"/>
                  </a:lnTo>
                  <a:lnTo>
                    <a:pt x="10587" y="5544"/>
                  </a:lnTo>
                  <a:lnTo>
                    <a:pt x="10429" y="3828"/>
                  </a:lnTo>
                  <a:lnTo>
                    <a:pt x="10429" y="3828"/>
                  </a:lnTo>
                  <a:lnTo>
                    <a:pt x="10349" y="3327"/>
                  </a:lnTo>
                  <a:lnTo>
                    <a:pt x="10217" y="2852"/>
                  </a:lnTo>
                  <a:lnTo>
                    <a:pt x="10059" y="2429"/>
                  </a:lnTo>
                  <a:lnTo>
                    <a:pt x="9874" y="2060"/>
                  </a:lnTo>
                  <a:lnTo>
                    <a:pt x="9637" y="1690"/>
                  </a:lnTo>
                  <a:lnTo>
                    <a:pt x="9373" y="1373"/>
                  </a:lnTo>
                  <a:lnTo>
                    <a:pt x="9082" y="1109"/>
                  </a:lnTo>
                  <a:lnTo>
                    <a:pt x="8765" y="845"/>
                  </a:lnTo>
                  <a:lnTo>
                    <a:pt x="8396" y="634"/>
                  </a:lnTo>
                  <a:lnTo>
                    <a:pt x="8000" y="449"/>
                  </a:lnTo>
                  <a:lnTo>
                    <a:pt x="7577" y="291"/>
                  </a:lnTo>
                  <a:lnTo>
                    <a:pt x="7155" y="185"/>
                  </a:lnTo>
                  <a:lnTo>
                    <a:pt x="6680" y="80"/>
                  </a:lnTo>
                  <a:lnTo>
                    <a:pt x="6178" y="27"/>
                  </a:lnTo>
                  <a:lnTo>
                    <a:pt x="5650" y="0"/>
                  </a:lnTo>
                  <a:lnTo>
                    <a:pt x="5122" y="0"/>
                  </a:lnTo>
                  <a:lnTo>
                    <a:pt x="4832" y="0"/>
                  </a:lnTo>
                  <a:lnTo>
                    <a:pt x="4832" y="0"/>
                  </a:lnTo>
                  <a:lnTo>
                    <a:pt x="4251" y="53"/>
                  </a:lnTo>
                  <a:lnTo>
                    <a:pt x="3697" y="159"/>
                  </a:lnTo>
                  <a:lnTo>
                    <a:pt x="3195" y="291"/>
                  </a:lnTo>
                  <a:lnTo>
                    <a:pt x="2693" y="449"/>
                  </a:lnTo>
                  <a:lnTo>
                    <a:pt x="2245" y="634"/>
                  </a:lnTo>
                  <a:lnTo>
                    <a:pt x="1822" y="872"/>
                  </a:lnTo>
                  <a:lnTo>
                    <a:pt x="1453" y="1136"/>
                  </a:lnTo>
                  <a:lnTo>
                    <a:pt x="1109" y="1426"/>
                  </a:lnTo>
                  <a:lnTo>
                    <a:pt x="819" y="1743"/>
                  </a:lnTo>
                  <a:lnTo>
                    <a:pt x="555" y="2112"/>
                  </a:lnTo>
                  <a:lnTo>
                    <a:pt x="370" y="2508"/>
                  </a:lnTo>
                  <a:lnTo>
                    <a:pt x="185" y="2931"/>
                  </a:lnTo>
                  <a:lnTo>
                    <a:pt x="80" y="3380"/>
                  </a:lnTo>
                  <a:lnTo>
                    <a:pt x="1" y="3855"/>
                  </a:lnTo>
                  <a:lnTo>
                    <a:pt x="1" y="4356"/>
                  </a:lnTo>
                  <a:lnTo>
                    <a:pt x="27" y="4884"/>
                  </a:lnTo>
                  <a:lnTo>
                    <a:pt x="370" y="7735"/>
                  </a:lnTo>
                  <a:lnTo>
                    <a:pt x="370" y="7735"/>
                  </a:lnTo>
                  <a:lnTo>
                    <a:pt x="370" y="7999"/>
                  </a:lnTo>
                  <a:lnTo>
                    <a:pt x="397" y="8316"/>
                  </a:lnTo>
                  <a:lnTo>
                    <a:pt x="449" y="8712"/>
                  </a:lnTo>
                  <a:lnTo>
                    <a:pt x="529" y="9161"/>
                  </a:lnTo>
                  <a:lnTo>
                    <a:pt x="661" y="9689"/>
                  </a:lnTo>
                  <a:lnTo>
                    <a:pt x="845" y="10243"/>
                  </a:lnTo>
                  <a:lnTo>
                    <a:pt x="977" y="10534"/>
                  </a:lnTo>
                  <a:lnTo>
                    <a:pt x="1109" y="10824"/>
                  </a:lnTo>
                  <a:lnTo>
                    <a:pt x="1268" y="11115"/>
                  </a:lnTo>
                  <a:lnTo>
                    <a:pt x="1453" y="11379"/>
                  </a:lnTo>
                  <a:lnTo>
                    <a:pt x="1664" y="11669"/>
                  </a:lnTo>
                  <a:lnTo>
                    <a:pt x="1901" y="11933"/>
                  </a:lnTo>
                  <a:lnTo>
                    <a:pt x="2165" y="12197"/>
                  </a:lnTo>
                  <a:lnTo>
                    <a:pt x="2429" y="12461"/>
                  </a:lnTo>
                  <a:lnTo>
                    <a:pt x="2746" y="12699"/>
                  </a:lnTo>
                  <a:lnTo>
                    <a:pt x="3089" y="12910"/>
                  </a:lnTo>
                  <a:lnTo>
                    <a:pt x="3459" y="13121"/>
                  </a:lnTo>
                  <a:lnTo>
                    <a:pt x="3881" y="13279"/>
                  </a:lnTo>
                  <a:lnTo>
                    <a:pt x="4304" y="13438"/>
                  </a:lnTo>
                  <a:lnTo>
                    <a:pt x="4779" y="13570"/>
                  </a:lnTo>
                  <a:lnTo>
                    <a:pt x="5307" y="13675"/>
                  </a:lnTo>
                  <a:lnTo>
                    <a:pt x="5861" y="13754"/>
                  </a:lnTo>
                  <a:lnTo>
                    <a:pt x="6442" y="13781"/>
                  </a:lnTo>
                  <a:lnTo>
                    <a:pt x="7076" y="13781"/>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22"/>
            <p:cNvSpPr/>
            <p:nvPr/>
          </p:nvSpPr>
          <p:spPr>
            <a:xfrm>
              <a:off x="7820709" y="2364932"/>
              <a:ext cx="26646" cy="24998"/>
            </a:xfrm>
            <a:custGeom>
              <a:rect b="b" l="l" r="r" t="t"/>
              <a:pathLst>
                <a:path extrusionOk="0" h="819" w="873">
                  <a:moveTo>
                    <a:pt x="318" y="0"/>
                  </a:moveTo>
                  <a:lnTo>
                    <a:pt x="239" y="53"/>
                  </a:lnTo>
                  <a:lnTo>
                    <a:pt x="107" y="132"/>
                  </a:lnTo>
                  <a:lnTo>
                    <a:pt x="27" y="264"/>
                  </a:lnTo>
                  <a:lnTo>
                    <a:pt x="1" y="343"/>
                  </a:lnTo>
                  <a:lnTo>
                    <a:pt x="1" y="423"/>
                  </a:lnTo>
                  <a:lnTo>
                    <a:pt x="27" y="528"/>
                  </a:lnTo>
                  <a:lnTo>
                    <a:pt x="54" y="581"/>
                  </a:lnTo>
                  <a:lnTo>
                    <a:pt x="80" y="660"/>
                  </a:lnTo>
                  <a:lnTo>
                    <a:pt x="133" y="713"/>
                  </a:lnTo>
                  <a:lnTo>
                    <a:pt x="291" y="792"/>
                  </a:lnTo>
                  <a:lnTo>
                    <a:pt x="371" y="819"/>
                  </a:lnTo>
                  <a:lnTo>
                    <a:pt x="450" y="819"/>
                  </a:lnTo>
                  <a:lnTo>
                    <a:pt x="529" y="792"/>
                  </a:lnTo>
                  <a:lnTo>
                    <a:pt x="608" y="766"/>
                  </a:lnTo>
                  <a:lnTo>
                    <a:pt x="767" y="660"/>
                  </a:lnTo>
                  <a:lnTo>
                    <a:pt x="846" y="528"/>
                  </a:lnTo>
                  <a:lnTo>
                    <a:pt x="872" y="449"/>
                  </a:lnTo>
                  <a:lnTo>
                    <a:pt x="872" y="370"/>
                  </a:lnTo>
                  <a:lnTo>
                    <a:pt x="846" y="291"/>
                  </a:lnTo>
                  <a:lnTo>
                    <a:pt x="819" y="211"/>
                  </a:lnTo>
                  <a:lnTo>
                    <a:pt x="767" y="159"/>
                  </a:lnTo>
                  <a:lnTo>
                    <a:pt x="714" y="106"/>
                  </a:lnTo>
                  <a:lnTo>
                    <a:pt x="582" y="27"/>
                  </a:lnTo>
                  <a:lnTo>
                    <a:pt x="503"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22"/>
            <p:cNvSpPr/>
            <p:nvPr/>
          </p:nvSpPr>
          <p:spPr>
            <a:xfrm>
              <a:off x="7699044" y="2372990"/>
              <a:ext cx="26616" cy="24998"/>
            </a:xfrm>
            <a:custGeom>
              <a:rect b="b" l="l" r="r" t="t"/>
              <a:pathLst>
                <a:path extrusionOk="0" h="819" w="872">
                  <a:moveTo>
                    <a:pt x="397" y="0"/>
                  </a:moveTo>
                  <a:lnTo>
                    <a:pt x="317" y="27"/>
                  </a:lnTo>
                  <a:lnTo>
                    <a:pt x="238" y="53"/>
                  </a:lnTo>
                  <a:lnTo>
                    <a:pt x="106" y="159"/>
                  </a:lnTo>
                  <a:lnTo>
                    <a:pt x="27" y="291"/>
                  </a:lnTo>
                  <a:lnTo>
                    <a:pt x="1" y="370"/>
                  </a:lnTo>
                  <a:lnTo>
                    <a:pt x="1" y="449"/>
                  </a:lnTo>
                  <a:lnTo>
                    <a:pt x="1" y="528"/>
                  </a:lnTo>
                  <a:lnTo>
                    <a:pt x="53" y="607"/>
                  </a:lnTo>
                  <a:lnTo>
                    <a:pt x="80" y="660"/>
                  </a:lnTo>
                  <a:lnTo>
                    <a:pt x="133" y="739"/>
                  </a:lnTo>
                  <a:lnTo>
                    <a:pt x="291" y="792"/>
                  </a:lnTo>
                  <a:lnTo>
                    <a:pt x="370" y="819"/>
                  </a:lnTo>
                  <a:lnTo>
                    <a:pt x="529" y="819"/>
                  </a:lnTo>
                  <a:lnTo>
                    <a:pt x="608" y="792"/>
                  </a:lnTo>
                  <a:lnTo>
                    <a:pt x="740" y="687"/>
                  </a:lnTo>
                  <a:lnTo>
                    <a:pt x="845" y="555"/>
                  </a:lnTo>
                  <a:lnTo>
                    <a:pt x="845" y="475"/>
                  </a:lnTo>
                  <a:lnTo>
                    <a:pt x="872" y="396"/>
                  </a:lnTo>
                  <a:lnTo>
                    <a:pt x="845" y="291"/>
                  </a:lnTo>
                  <a:lnTo>
                    <a:pt x="819" y="238"/>
                  </a:lnTo>
                  <a:lnTo>
                    <a:pt x="766" y="159"/>
                  </a:lnTo>
                  <a:lnTo>
                    <a:pt x="713" y="106"/>
                  </a:lnTo>
                  <a:lnTo>
                    <a:pt x="581" y="27"/>
                  </a:lnTo>
                  <a:lnTo>
                    <a:pt x="502"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22"/>
            <p:cNvSpPr/>
            <p:nvPr/>
          </p:nvSpPr>
          <p:spPr>
            <a:xfrm>
              <a:off x="7670048" y="2339140"/>
              <a:ext cx="42732" cy="7295"/>
            </a:xfrm>
            <a:custGeom>
              <a:rect b="b" l="l" r="r" t="t"/>
              <a:pathLst>
                <a:path extrusionOk="0" fill="none" h="239" w="1400">
                  <a:moveTo>
                    <a:pt x="0" y="238"/>
                  </a:moveTo>
                  <a:lnTo>
                    <a:pt x="0" y="238"/>
                  </a:lnTo>
                  <a:lnTo>
                    <a:pt x="159" y="132"/>
                  </a:lnTo>
                  <a:lnTo>
                    <a:pt x="343" y="80"/>
                  </a:lnTo>
                  <a:lnTo>
                    <a:pt x="502" y="27"/>
                  </a:lnTo>
                  <a:lnTo>
                    <a:pt x="687" y="0"/>
                  </a:lnTo>
                  <a:lnTo>
                    <a:pt x="871" y="27"/>
                  </a:lnTo>
                  <a:lnTo>
                    <a:pt x="1056" y="53"/>
                  </a:lnTo>
                  <a:lnTo>
                    <a:pt x="1241" y="106"/>
                  </a:lnTo>
                  <a:lnTo>
                    <a:pt x="1399" y="159"/>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22"/>
            <p:cNvSpPr/>
            <p:nvPr/>
          </p:nvSpPr>
          <p:spPr>
            <a:xfrm>
              <a:off x="7806211" y="2334317"/>
              <a:ext cx="42732" cy="6471"/>
            </a:xfrm>
            <a:custGeom>
              <a:rect b="b" l="l" r="r" t="t"/>
              <a:pathLst>
                <a:path extrusionOk="0" fill="none" h="212" w="1400">
                  <a:moveTo>
                    <a:pt x="1" y="211"/>
                  </a:moveTo>
                  <a:lnTo>
                    <a:pt x="1" y="211"/>
                  </a:lnTo>
                  <a:lnTo>
                    <a:pt x="159" y="132"/>
                  </a:lnTo>
                  <a:lnTo>
                    <a:pt x="344" y="53"/>
                  </a:lnTo>
                  <a:lnTo>
                    <a:pt x="529" y="26"/>
                  </a:lnTo>
                  <a:lnTo>
                    <a:pt x="714" y="0"/>
                  </a:lnTo>
                  <a:lnTo>
                    <a:pt x="872" y="0"/>
                  </a:lnTo>
                  <a:lnTo>
                    <a:pt x="1057" y="26"/>
                  </a:lnTo>
                  <a:lnTo>
                    <a:pt x="1242" y="79"/>
                  </a:lnTo>
                  <a:lnTo>
                    <a:pt x="1400" y="158"/>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22"/>
            <p:cNvSpPr/>
            <p:nvPr/>
          </p:nvSpPr>
          <p:spPr>
            <a:xfrm>
              <a:off x="7803006" y="2290791"/>
              <a:ext cx="35467" cy="1648"/>
            </a:xfrm>
            <a:custGeom>
              <a:rect b="b" l="l" r="r" t="t"/>
              <a:pathLst>
                <a:path extrusionOk="0" fill="none" h="54" w="1162">
                  <a:moveTo>
                    <a:pt x="0" y="53"/>
                  </a:moveTo>
                  <a:lnTo>
                    <a:pt x="0" y="53"/>
                  </a:lnTo>
                  <a:lnTo>
                    <a:pt x="291" y="27"/>
                  </a:lnTo>
                  <a:lnTo>
                    <a:pt x="581" y="0"/>
                  </a:lnTo>
                  <a:lnTo>
                    <a:pt x="871" y="0"/>
                  </a:lnTo>
                  <a:lnTo>
                    <a:pt x="1162" y="53"/>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22"/>
            <p:cNvSpPr/>
            <p:nvPr/>
          </p:nvSpPr>
          <p:spPr>
            <a:xfrm>
              <a:off x="7670841" y="2303672"/>
              <a:ext cx="34674" cy="1648"/>
            </a:xfrm>
            <a:custGeom>
              <a:rect b="b" l="l" r="r" t="t"/>
              <a:pathLst>
                <a:path extrusionOk="0" fill="none" h="54" w="1136">
                  <a:moveTo>
                    <a:pt x="1" y="54"/>
                  </a:moveTo>
                  <a:lnTo>
                    <a:pt x="1" y="54"/>
                  </a:lnTo>
                  <a:lnTo>
                    <a:pt x="291" y="27"/>
                  </a:lnTo>
                  <a:lnTo>
                    <a:pt x="581" y="1"/>
                  </a:lnTo>
                  <a:lnTo>
                    <a:pt x="845" y="27"/>
                  </a:lnTo>
                  <a:lnTo>
                    <a:pt x="1136" y="54"/>
                  </a:lnTo>
                </a:path>
              </a:pathLst>
            </a:custGeom>
            <a:noFill/>
            <a:ln cap="rnd" cmpd="sng" w="9525">
              <a:solidFill>
                <a:srgbClr val="221F4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22"/>
            <p:cNvSpPr/>
            <p:nvPr/>
          </p:nvSpPr>
          <p:spPr>
            <a:xfrm>
              <a:off x="7519355" y="2128836"/>
              <a:ext cx="286881" cy="282028"/>
            </a:xfrm>
            <a:custGeom>
              <a:rect b="b" l="l" r="r" t="t"/>
              <a:pathLst>
                <a:path extrusionOk="0" h="9240" w="9399">
                  <a:moveTo>
                    <a:pt x="5782" y="0"/>
                  </a:moveTo>
                  <a:lnTo>
                    <a:pt x="5254" y="53"/>
                  </a:lnTo>
                  <a:lnTo>
                    <a:pt x="4700" y="159"/>
                  </a:lnTo>
                  <a:lnTo>
                    <a:pt x="4409" y="238"/>
                  </a:lnTo>
                  <a:lnTo>
                    <a:pt x="4145" y="343"/>
                  </a:lnTo>
                  <a:lnTo>
                    <a:pt x="3855" y="449"/>
                  </a:lnTo>
                  <a:lnTo>
                    <a:pt x="3591" y="581"/>
                  </a:lnTo>
                  <a:lnTo>
                    <a:pt x="3300" y="739"/>
                  </a:lnTo>
                  <a:lnTo>
                    <a:pt x="3036" y="924"/>
                  </a:lnTo>
                  <a:lnTo>
                    <a:pt x="2772" y="1109"/>
                  </a:lnTo>
                  <a:lnTo>
                    <a:pt x="2535" y="1320"/>
                  </a:lnTo>
                  <a:lnTo>
                    <a:pt x="2086" y="1743"/>
                  </a:lnTo>
                  <a:lnTo>
                    <a:pt x="1716" y="2191"/>
                  </a:lnTo>
                  <a:lnTo>
                    <a:pt x="1373" y="2640"/>
                  </a:lnTo>
                  <a:lnTo>
                    <a:pt x="1083" y="3115"/>
                  </a:lnTo>
                  <a:lnTo>
                    <a:pt x="819" y="3591"/>
                  </a:lnTo>
                  <a:lnTo>
                    <a:pt x="634" y="4066"/>
                  </a:lnTo>
                  <a:lnTo>
                    <a:pt x="449" y="4515"/>
                  </a:lnTo>
                  <a:lnTo>
                    <a:pt x="317" y="4937"/>
                  </a:lnTo>
                  <a:lnTo>
                    <a:pt x="212" y="5333"/>
                  </a:lnTo>
                  <a:lnTo>
                    <a:pt x="80" y="5993"/>
                  </a:lnTo>
                  <a:lnTo>
                    <a:pt x="27" y="6415"/>
                  </a:lnTo>
                  <a:lnTo>
                    <a:pt x="0" y="6600"/>
                  </a:lnTo>
                  <a:lnTo>
                    <a:pt x="1901" y="9214"/>
                  </a:lnTo>
                  <a:lnTo>
                    <a:pt x="2060" y="9240"/>
                  </a:lnTo>
                  <a:lnTo>
                    <a:pt x="2192" y="9240"/>
                  </a:lnTo>
                  <a:lnTo>
                    <a:pt x="2508" y="9187"/>
                  </a:lnTo>
                  <a:lnTo>
                    <a:pt x="2799" y="9082"/>
                  </a:lnTo>
                  <a:lnTo>
                    <a:pt x="3116" y="8923"/>
                  </a:lnTo>
                  <a:lnTo>
                    <a:pt x="3432" y="8738"/>
                  </a:lnTo>
                  <a:lnTo>
                    <a:pt x="3749" y="8501"/>
                  </a:lnTo>
                  <a:lnTo>
                    <a:pt x="4066" y="8237"/>
                  </a:lnTo>
                  <a:lnTo>
                    <a:pt x="4383" y="7946"/>
                  </a:lnTo>
                  <a:lnTo>
                    <a:pt x="5016" y="7313"/>
                  </a:lnTo>
                  <a:lnTo>
                    <a:pt x="5624" y="6626"/>
                  </a:lnTo>
                  <a:lnTo>
                    <a:pt x="6785" y="5280"/>
                  </a:lnTo>
                  <a:lnTo>
                    <a:pt x="7181" y="4831"/>
                  </a:lnTo>
                  <a:lnTo>
                    <a:pt x="7604" y="4330"/>
                  </a:lnTo>
                  <a:lnTo>
                    <a:pt x="8000" y="3775"/>
                  </a:lnTo>
                  <a:lnTo>
                    <a:pt x="8369" y="3221"/>
                  </a:lnTo>
                  <a:lnTo>
                    <a:pt x="8712" y="2640"/>
                  </a:lnTo>
                  <a:lnTo>
                    <a:pt x="9029" y="2059"/>
                  </a:lnTo>
                  <a:lnTo>
                    <a:pt x="9135" y="1743"/>
                  </a:lnTo>
                  <a:lnTo>
                    <a:pt x="9240" y="1452"/>
                  </a:lnTo>
                  <a:lnTo>
                    <a:pt x="9346" y="1162"/>
                  </a:lnTo>
                  <a:lnTo>
                    <a:pt x="9399" y="845"/>
                  </a:lnTo>
                  <a:lnTo>
                    <a:pt x="9267" y="766"/>
                  </a:lnTo>
                  <a:lnTo>
                    <a:pt x="8818" y="581"/>
                  </a:lnTo>
                  <a:lnTo>
                    <a:pt x="8501" y="449"/>
                  </a:lnTo>
                  <a:lnTo>
                    <a:pt x="8158" y="343"/>
                  </a:lnTo>
                  <a:lnTo>
                    <a:pt x="7736" y="238"/>
                  </a:lnTo>
                  <a:lnTo>
                    <a:pt x="7287" y="132"/>
                  </a:lnTo>
                  <a:lnTo>
                    <a:pt x="6812" y="53"/>
                  </a:lnTo>
                  <a:lnTo>
                    <a:pt x="6310"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22"/>
            <p:cNvSpPr/>
            <p:nvPr/>
          </p:nvSpPr>
          <p:spPr>
            <a:xfrm>
              <a:off x="7520149" y="2385077"/>
              <a:ext cx="75787" cy="91873"/>
            </a:xfrm>
            <a:custGeom>
              <a:rect b="b" l="l" r="r" t="t"/>
              <a:pathLst>
                <a:path extrusionOk="0" h="3010" w="2483">
                  <a:moveTo>
                    <a:pt x="1136" y="0"/>
                  </a:moveTo>
                  <a:lnTo>
                    <a:pt x="925" y="53"/>
                  </a:lnTo>
                  <a:lnTo>
                    <a:pt x="740" y="106"/>
                  </a:lnTo>
                  <a:lnTo>
                    <a:pt x="582" y="211"/>
                  </a:lnTo>
                  <a:lnTo>
                    <a:pt x="423" y="343"/>
                  </a:lnTo>
                  <a:lnTo>
                    <a:pt x="291" y="502"/>
                  </a:lnTo>
                  <a:lnTo>
                    <a:pt x="159" y="687"/>
                  </a:lnTo>
                  <a:lnTo>
                    <a:pt x="80" y="898"/>
                  </a:lnTo>
                  <a:lnTo>
                    <a:pt x="27" y="1083"/>
                  </a:lnTo>
                  <a:lnTo>
                    <a:pt x="1" y="1294"/>
                  </a:lnTo>
                  <a:lnTo>
                    <a:pt x="1" y="1505"/>
                  </a:lnTo>
                  <a:lnTo>
                    <a:pt x="27" y="1743"/>
                  </a:lnTo>
                  <a:lnTo>
                    <a:pt x="80" y="1927"/>
                  </a:lnTo>
                  <a:lnTo>
                    <a:pt x="159" y="2139"/>
                  </a:lnTo>
                  <a:lnTo>
                    <a:pt x="265" y="2297"/>
                  </a:lnTo>
                  <a:lnTo>
                    <a:pt x="397" y="2482"/>
                  </a:lnTo>
                  <a:lnTo>
                    <a:pt x="555" y="2614"/>
                  </a:lnTo>
                  <a:lnTo>
                    <a:pt x="714" y="2746"/>
                  </a:lnTo>
                  <a:lnTo>
                    <a:pt x="898" y="2851"/>
                  </a:lnTo>
                  <a:lnTo>
                    <a:pt x="1083" y="2931"/>
                  </a:lnTo>
                  <a:lnTo>
                    <a:pt x="1294" y="2983"/>
                  </a:lnTo>
                  <a:lnTo>
                    <a:pt x="1479" y="3010"/>
                  </a:lnTo>
                  <a:lnTo>
                    <a:pt x="1690" y="3010"/>
                  </a:lnTo>
                  <a:lnTo>
                    <a:pt x="1902" y="2983"/>
                  </a:lnTo>
                  <a:lnTo>
                    <a:pt x="2086" y="2957"/>
                  </a:lnTo>
                  <a:lnTo>
                    <a:pt x="2298" y="2878"/>
                  </a:lnTo>
                  <a:lnTo>
                    <a:pt x="2482" y="2799"/>
                  </a:lnTo>
                  <a:lnTo>
                    <a:pt x="2271" y="264"/>
                  </a:lnTo>
                  <a:lnTo>
                    <a:pt x="2113" y="185"/>
                  </a:lnTo>
                  <a:lnTo>
                    <a:pt x="1902" y="106"/>
                  </a:lnTo>
                  <a:lnTo>
                    <a:pt x="1717" y="53"/>
                  </a:lnTo>
                  <a:lnTo>
                    <a:pt x="1532" y="0"/>
                  </a:lnTo>
                  <a:close/>
                </a:path>
              </a:pathLst>
            </a:custGeom>
            <a:solidFill>
              <a:srgbClr val="9E6C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22"/>
            <p:cNvSpPr/>
            <p:nvPr/>
          </p:nvSpPr>
          <p:spPr>
            <a:xfrm>
              <a:off x="7520149" y="2385077"/>
              <a:ext cx="75787" cy="91873"/>
            </a:xfrm>
            <a:custGeom>
              <a:rect b="b" l="l" r="r" t="t"/>
              <a:pathLst>
                <a:path extrusionOk="0" fill="none" h="3010" w="2483">
                  <a:moveTo>
                    <a:pt x="2271" y="264"/>
                  </a:moveTo>
                  <a:lnTo>
                    <a:pt x="2271" y="264"/>
                  </a:lnTo>
                  <a:lnTo>
                    <a:pt x="2113" y="185"/>
                  </a:lnTo>
                  <a:lnTo>
                    <a:pt x="1902" y="106"/>
                  </a:lnTo>
                  <a:lnTo>
                    <a:pt x="1717" y="53"/>
                  </a:lnTo>
                  <a:lnTo>
                    <a:pt x="1532" y="0"/>
                  </a:lnTo>
                  <a:lnTo>
                    <a:pt x="1321" y="0"/>
                  </a:lnTo>
                  <a:lnTo>
                    <a:pt x="1136" y="0"/>
                  </a:lnTo>
                  <a:lnTo>
                    <a:pt x="925" y="53"/>
                  </a:lnTo>
                  <a:lnTo>
                    <a:pt x="740" y="106"/>
                  </a:lnTo>
                  <a:lnTo>
                    <a:pt x="740" y="106"/>
                  </a:lnTo>
                  <a:lnTo>
                    <a:pt x="582" y="211"/>
                  </a:lnTo>
                  <a:lnTo>
                    <a:pt x="423" y="343"/>
                  </a:lnTo>
                  <a:lnTo>
                    <a:pt x="291" y="502"/>
                  </a:lnTo>
                  <a:lnTo>
                    <a:pt x="159" y="687"/>
                  </a:lnTo>
                  <a:lnTo>
                    <a:pt x="80" y="898"/>
                  </a:lnTo>
                  <a:lnTo>
                    <a:pt x="27" y="1083"/>
                  </a:lnTo>
                  <a:lnTo>
                    <a:pt x="1" y="1294"/>
                  </a:lnTo>
                  <a:lnTo>
                    <a:pt x="1" y="1505"/>
                  </a:lnTo>
                  <a:lnTo>
                    <a:pt x="1" y="1505"/>
                  </a:lnTo>
                  <a:lnTo>
                    <a:pt x="27" y="1743"/>
                  </a:lnTo>
                  <a:lnTo>
                    <a:pt x="80" y="1927"/>
                  </a:lnTo>
                  <a:lnTo>
                    <a:pt x="159" y="2139"/>
                  </a:lnTo>
                  <a:lnTo>
                    <a:pt x="265" y="2297"/>
                  </a:lnTo>
                  <a:lnTo>
                    <a:pt x="397" y="2482"/>
                  </a:lnTo>
                  <a:lnTo>
                    <a:pt x="555" y="2614"/>
                  </a:lnTo>
                  <a:lnTo>
                    <a:pt x="714" y="2746"/>
                  </a:lnTo>
                  <a:lnTo>
                    <a:pt x="898" y="2851"/>
                  </a:lnTo>
                  <a:lnTo>
                    <a:pt x="898" y="2851"/>
                  </a:lnTo>
                  <a:lnTo>
                    <a:pt x="1083" y="2931"/>
                  </a:lnTo>
                  <a:lnTo>
                    <a:pt x="1294" y="2983"/>
                  </a:lnTo>
                  <a:lnTo>
                    <a:pt x="1479" y="3010"/>
                  </a:lnTo>
                  <a:lnTo>
                    <a:pt x="1690" y="3010"/>
                  </a:lnTo>
                  <a:lnTo>
                    <a:pt x="1902" y="2983"/>
                  </a:lnTo>
                  <a:lnTo>
                    <a:pt x="2086" y="2957"/>
                  </a:lnTo>
                  <a:lnTo>
                    <a:pt x="2298" y="2878"/>
                  </a:lnTo>
                  <a:lnTo>
                    <a:pt x="2482" y="2799"/>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22"/>
            <p:cNvSpPr/>
            <p:nvPr/>
          </p:nvSpPr>
          <p:spPr>
            <a:xfrm>
              <a:off x="7541118" y="2414074"/>
              <a:ext cx="36291" cy="19382"/>
            </a:xfrm>
            <a:custGeom>
              <a:rect b="b" l="l" r="r" t="t"/>
              <a:pathLst>
                <a:path extrusionOk="0" fill="none" h="635" w="1189">
                  <a:moveTo>
                    <a:pt x="1188" y="634"/>
                  </a:moveTo>
                  <a:lnTo>
                    <a:pt x="1188" y="634"/>
                  </a:lnTo>
                  <a:lnTo>
                    <a:pt x="1135" y="502"/>
                  </a:lnTo>
                  <a:lnTo>
                    <a:pt x="1030" y="344"/>
                  </a:lnTo>
                  <a:lnTo>
                    <a:pt x="924" y="238"/>
                  </a:lnTo>
                  <a:lnTo>
                    <a:pt x="766" y="133"/>
                  </a:lnTo>
                  <a:lnTo>
                    <a:pt x="581" y="53"/>
                  </a:lnTo>
                  <a:lnTo>
                    <a:pt x="396" y="1"/>
                  </a:lnTo>
                  <a:lnTo>
                    <a:pt x="211" y="27"/>
                  </a:lnTo>
                  <a:lnTo>
                    <a:pt x="0" y="106"/>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22"/>
            <p:cNvSpPr/>
            <p:nvPr/>
          </p:nvSpPr>
          <p:spPr>
            <a:xfrm>
              <a:off x="7677281" y="2560737"/>
              <a:ext cx="91079" cy="29851"/>
            </a:xfrm>
            <a:custGeom>
              <a:rect b="b" l="l" r="r" t="t"/>
              <a:pathLst>
                <a:path extrusionOk="0" fill="none" h="978" w="2984">
                  <a:moveTo>
                    <a:pt x="2984" y="951"/>
                  </a:moveTo>
                  <a:lnTo>
                    <a:pt x="2984" y="951"/>
                  </a:lnTo>
                  <a:lnTo>
                    <a:pt x="2588" y="977"/>
                  </a:lnTo>
                  <a:lnTo>
                    <a:pt x="2192" y="977"/>
                  </a:lnTo>
                  <a:lnTo>
                    <a:pt x="1770" y="898"/>
                  </a:lnTo>
                  <a:lnTo>
                    <a:pt x="1400" y="792"/>
                  </a:lnTo>
                  <a:lnTo>
                    <a:pt x="1004" y="660"/>
                  </a:lnTo>
                  <a:lnTo>
                    <a:pt x="661" y="475"/>
                  </a:lnTo>
                  <a:lnTo>
                    <a:pt x="318" y="264"/>
                  </a:lnTo>
                  <a:lnTo>
                    <a:pt x="1" y="0"/>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22"/>
            <p:cNvSpPr/>
            <p:nvPr/>
          </p:nvSpPr>
          <p:spPr>
            <a:xfrm>
              <a:off x="7769156" y="2370579"/>
              <a:ext cx="29027" cy="75757"/>
            </a:xfrm>
            <a:custGeom>
              <a:rect b="b" l="l" r="r" t="t"/>
              <a:pathLst>
                <a:path extrusionOk="0" h="2482" w="951">
                  <a:moveTo>
                    <a:pt x="27" y="0"/>
                  </a:moveTo>
                  <a:lnTo>
                    <a:pt x="0" y="26"/>
                  </a:lnTo>
                  <a:lnTo>
                    <a:pt x="0" y="53"/>
                  </a:lnTo>
                  <a:lnTo>
                    <a:pt x="159" y="871"/>
                  </a:lnTo>
                  <a:lnTo>
                    <a:pt x="238" y="1294"/>
                  </a:lnTo>
                  <a:lnTo>
                    <a:pt x="264" y="1426"/>
                  </a:lnTo>
                  <a:lnTo>
                    <a:pt x="291" y="1505"/>
                  </a:lnTo>
                  <a:lnTo>
                    <a:pt x="344" y="1558"/>
                  </a:lnTo>
                  <a:lnTo>
                    <a:pt x="396" y="1558"/>
                  </a:lnTo>
                  <a:lnTo>
                    <a:pt x="476" y="1584"/>
                  </a:lnTo>
                  <a:lnTo>
                    <a:pt x="740" y="1584"/>
                  </a:lnTo>
                  <a:lnTo>
                    <a:pt x="819" y="1610"/>
                  </a:lnTo>
                  <a:lnTo>
                    <a:pt x="845" y="1663"/>
                  </a:lnTo>
                  <a:lnTo>
                    <a:pt x="872" y="1742"/>
                  </a:lnTo>
                  <a:lnTo>
                    <a:pt x="845" y="1769"/>
                  </a:lnTo>
                  <a:lnTo>
                    <a:pt x="819" y="1822"/>
                  </a:lnTo>
                  <a:lnTo>
                    <a:pt x="740" y="1927"/>
                  </a:lnTo>
                  <a:lnTo>
                    <a:pt x="634" y="2059"/>
                  </a:lnTo>
                  <a:lnTo>
                    <a:pt x="370" y="2402"/>
                  </a:lnTo>
                  <a:lnTo>
                    <a:pt x="370" y="2429"/>
                  </a:lnTo>
                  <a:lnTo>
                    <a:pt x="370" y="2455"/>
                  </a:lnTo>
                  <a:lnTo>
                    <a:pt x="396" y="2482"/>
                  </a:lnTo>
                  <a:lnTo>
                    <a:pt x="423" y="2455"/>
                  </a:lnTo>
                  <a:lnTo>
                    <a:pt x="713" y="2112"/>
                  </a:lnTo>
                  <a:lnTo>
                    <a:pt x="819" y="1954"/>
                  </a:lnTo>
                  <a:lnTo>
                    <a:pt x="924" y="1795"/>
                  </a:lnTo>
                  <a:lnTo>
                    <a:pt x="951" y="1690"/>
                  </a:lnTo>
                  <a:lnTo>
                    <a:pt x="898" y="1584"/>
                  </a:lnTo>
                  <a:lnTo>
                    <a:pt x="819" y="1531"/>
                  </a:lnTo>
                  <a:lnTo>
                    <a:pt x="713" y="1505"/>
                  </a:lnTo>
                  <a:lnTo>
                    <a:pt x="449" y="1505"/>
                  </a:lnTo>
                  <a:lnTo>
                    <a:pt x="370" y="1478"/>
                  </a:lnTo>
                  <a:lnTo>
                    <a:pt x="344" y="1426"/>
                  </a:lnTo>
                  <a:lnTo>
                    <a:pt x="317" y="1346"/>
                  </a:lnTo>
                  <a:lnTo>
                    <a:pt x="291" y="1214"/>
                  </a:lnTo>
                  <a:lnTo>
                    <a:pt x="264" y="977"/>
                  </a:lnTo>
                  <a:lnTo>
                    <a:pt x="80" y="26"/>
                  </a:lnTo>
                  <a:lnTo>
                    <a:pt x="53"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22"/>
            <p:cNvSpPr/>
            <p:nvPr/>
          </p:nvSpPr>
          <p:spPr>
            <a:xfrm>
              <a:off x="7713543" y="2453571"/>
              <a:ext cx="59671" cy="46760"/>
            </a:xfrm>
            <a:custGeom>
              <a:rect b="b" l="l" r="r" t="t"/>
              <a:pathLst>
                <a:path extrusionOk="0" h="1532" w="1955">
                  <a:moveTo>
                    <a:pt x="318" y="0"/>
                  </a:moveTo>
                  <a:lnTo>
                    <a:pt x="265" y="27"/>
                  </a:lnTo>
                  <a:lnTo>
                    <a:pt x="186" y="79"/>
                  </a:lnTo>
                  <a:lnTo>
                    <a:pt x="106" y="211"/>
                  </a:lnTo>
                  <a:lnTo>
                    <a:pt x="54" y="317"/>
                  </a:lnTo>
                  <a:lnTo>
                    <a:pt x="1" y="449"/>
                  </a:lnTo>
                  <a:lnTo>
                    <a:pt x="1" y="555"/>
                  </a:lnTo>
                  <a:lnTo>
                    <a:pt x="1" y="687"/>
                  </a:lnTo>
                  <a:lnTo>
                    <a:pt x="1" y="819"/>
                  </a:lnTo>
                  <a:lnTo>
                    <a:pt x="54" y="951"/>
                  </a:lnTo>
                  <a:lnTo>
                    <a:pt x="106" y="1056"/>
                  </a:lnTo>
                  <a:lnTo>
                    <a:pt x="186" y="1162"/>
                  </a:lnTo>
                  <a:lnTo>
                    <a:pt x="265" y="1267"/>
                  </a:lnTo>
                  <a:lnTo>
                    <a:pt x="370" y="1347"/>
                  </a:lnTo>
                  <a:lnTo>
                    <a:pt x="476" y="1399"/>
                  </a:lnTo>
                  <a:lnTo>
                    <a:pt x="582" y="1452"/>
                  </a:lnTo>
                  <a:lnTo>
                    <a:pt x="846" y="1531"/>
                  </a:lnTo>
                  <a:lnTo>
                    <a:pt x="1110" y="1531"/>
                  </a:lnTo>
                  <a:lnTo>
                    <a:pt x="1347" y="1452"/>
                  </a:lnTo>
                  <a:lnTo>
                    <a:pt x="1585" y="1347"/>
                  </a:lnTo>
                  <a:lnTo>
                    <a:pt x="1770" y="1188"/>
                  </a:lnTo>
                  <a:lnTo>
                    <a:pt x="1954" y="1003"/>
                  </a:lnTo>
                  <a:lnTo>
                    <a:pt x="1822" y="739"/>
                  </a:lnTo>
                  <a:lnTo>
                    <a:pt x="661" y="106"/>
                  </a:lnTo>
                  <a:lnTo>
                    <a:pt x="502" y="27"/>
                  </a:lnTo>
                  <a:lnTo>
                    <a:pt x="423" y="0"/>
                  </a:lnTo>
                  <a:close/>
                </a:path>
              </a:pathLst>
            </a:custGeom>
            <a:solidFill>
              <a:srgbClr val="FF7A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22"/>
            <p:cNvSpPr/>
            <p:nvPr/>
          </p:nvSpPr>
          <p:spPr>
            <a:xfrm>
              <a:off x="7259879" y="2337522"/>
              <a:ext cx="245004" cy="121693"/>
            </a:xfrm>
            <a:custGeom>
              <a:rect b="b" l="l" r="r" t="t"/>
              <a:pathLst>
                <a:path extrusionOk="0" h="3987" w="8027">
                  <a:moveTo>
                    <a:pt x="2641" y="1215"/>
                  </a:moveTo>
                  <a:lnTo>
                    <a:pt x="2773" y="1241"/>
                  </a:lnTo>
                  <a:lnTo>
                    <a:pt x="2905" y="1347"/>
                  </a:lnTo>
                  <a:lnTo>
                    <a:pt x="3037" y="1453"/>
                  </a:lnTo>
                  <a:lnTo>
                    <a:pt x="3116" y="1611"/>
                  </a:lnTo>
                  <a:lnTo>
                    <a:pt x="3142" y="1769"/>
                  </a:lnTo>
                  <a:lnTo>
                    <a:pt x="3169" y="1928"/>
                  </a:lnTo>
                  <a:lnTo>
                    <a:pt x="3142" y="2060"/>
                  </a:lnTo>
                  <a:lnTo>
                    <a:pt x="3090" y="2218"/>
                  </a:lnTo>
                  <a:lnTo>
                    <a:pt x="3037" y="2350"/>
                  </a:lnTo>
                  <a:lnTo>
                    <a:pt x="2931" y="2482"/>
                  </a:lnTo>
                  <a:lnTo>
                    <a:pt x="2799" y="2588"/>
                  </a:lnTo>
                  <a:lnTo>
                    <a:pt x="2667" y="2693"/>
                  </a:lnTo>
                  <a:lnTo>
                    <a:pt x="2509" y="2746"/>
                  </a:lnTo>
                  <a:lnTo>
                    <a:pt x="2324" y="2799"/>
                  </a:lnTo>
                  <a:lnTo>
                    <a:pt x="2185" y="2822"/>
                  </a:lnTo>
                  <a:lnTo>
                    <a:pt x="2185" y="2822"/>
                  </a:lnTo>
                  <a:lnTo>
                    <a:pt x="2166" y="2799"/>
                  </a:lnTo>
                  <a:lnTo>
                    <a:pt x="2060" y="2614"/>
                  </a:lnTo>
                  <a:lnTo>
                    <a:pt x="1981" y="2456"/>
                  </a:lnTo>
                  <a:lnTo>
                    <a:pt x="1902" y="2245"/>
                  </a:lnTo>
                  <a:lnTo>
                    <a:pt x="1875" y="2060"/>
                  </a:lnTo>
                  <a:lnTo>
                    <a:pt x="1902" y="1875"/>
                  </a:lnTo>
                  <a:lnTo>
                    <a:pt x="1954" y="1664"/>
                  </a:lnTo>
                  <a:lnTo>
                    <a:pt x="2034" y="1505"/>
                  </a:lnTo>
                  <a:lnTo>
                    <a:pt x="2139" y="1373"/>
                  </a:lnTo>
                  <a:lnTo>
                    <a:pt x="2298" y="1268"/>
                  </a:lnTo>
                  <a:lnTo>
                    <a:pt x="2456" y="1215"/>
                  </a:lnTo>
                  <a:close/>
                  <a:moveTo>
                    <a:pt x="212" y="1"/>
                  </a:moveTo>
                  <a:lnTo>
                    <a:pt x="133" y="185"/>
                  </a:lnTo>
                  <a:lnTo>
                    <a:pt x="80" y="397"/>
                  </a:lnTo>
                  <a:lnTo>
                    <a:pt x="27" y="581"/>
                  </a:lnTo>
                  <a:lnTo>
                    <a:pt x="1" y="793"/>
                  </a:lnTo>
                  <a:lnTo>
                    <a:pt x="1" y="977"/>
                  </a:lnTo>
                  <a:lnTo>
                    <a:pt x="27" y="1189"/>
                  </a:lnTo>
                  <a:lnTo>
                    <a:pt x="54" y="1373"/>
                  </a:lnTo>
                  <a:lnTo>
                    <a:pt x="106" y="1558"/>
                  </a:lnTo>
                  <a:lnTo>
                    <a:pt x="186" y="1743"/>
                  </a:lnTo>
                  <a:lnTo>
                    <a:pt x="265" y="1928"/>
                  </a:lnTo>
                  <a:lnTo>
                    <a:pt x="370" y="2086"/>
                  </a:lnTo>
                  <a:lnTo>
                    <a:pt x="502" y="2245"/>
                  </a:lnTo>
                  <a:lnTo>
                    <a:pt x="634" y="2403"/>
                  </a:lnTo>
                  <a:lnTo>
                    <a:pt x="793" y="2535"/>
                  </a:lnTo>
                  <a:lnTo>
                    <a:pt x="951" y="2641"/>
                  </a:lnTo>
                  <a:lnTo>
                    <a:pt x="1136" y="2746"/>
                  </a:lnTo>
                  <a:lnTo>
                    <a:pt x="1321" y="2799"/>
                  </a:lnTo>
                  <a:lnTo>
                    <a:pt x="1479" y="2852"/>
                  </a:lnTo>
                  <a:lnTo>
                    <a:pt x="1664" y="2905"/>
                  </a:lnTo>
                  <a:lnTo>
                    <a:pt x="1849" y="2931"/>
                  </a:lnTo>
                  <a:lnTo>
                    <a:pt x="2034" y="2931"/>
                  </a:lnTo>
                  <a:lnTo>
                    <a:pt x="2162" y="2913"/>
                  </a:lnTo>
                  <a:lnTo>
                    <a:pt x="2162" y="2913"/>
                  </a:lnTo>
                  <a:lnTo>
                    <a:pt x="2192" y="2957"/>
                  </a:lnTo>
                  <a:lnTo>
                    <a:pt x="2324" y="3116"/>
                  </a:lnTo>
                  <a:lnTo>
                    <a:pt x="2456" y="3248"/>
                  </a:lnTo>
                  <a:lnTo>
                    <a:pt x="2773" y="3485"/>
                  </a:lnTo>
                  <a:lnTo>
                    <a:pt x="3116" y="3670"/>
                  </a:lnTo>
                  <a:lnTo>
                    <a:pt x="3459" y="3802"/>
                  </a:lnTo>
                  <a:lnTo>
                    <a:pt x="3829" y="3908"/>
                  </a:lnTo>
                  <a:lnTo>
                    <a:pt x="4198" y="3961"/>
                  </a:lnTo>
                  <a:lnTo>
                    <a:pt x="4436" y="3987"/>
                  </a:lnTo>
                  <a:lnTo>
                    <a:pt x="4700" y="3987"/>
                  </a:lnTo>
                  <a:lnTo>
                    <a:pt x="4964" y="3961"/>
                  </a:lnTo>
                  <a:lnTo>
                    <a:pt x="5202" y="3934"/>
                  </a:lnTo>
                  <a:lnTo>
                    <a:pt x="5703" y="3829"/>
                  </a:lnTo>
                  <a:lnTo>
                    <a:pt x="6178" y="3670"/>
                  </a:lnTo>
                  <a:lnTo>
                    <a:pt x="6654" y="3459"/>
                  </a:lnTo>
                  <a:lnTo>
                    <a:pt x="7129" y="3248"/>
                  </a:lnTo>
                  <a:lnTo>
                    <a:pt x="7577" y="2984"/>
                  </a:lnTo>
                  <a:lnTo>
                    <a:pt x="8000" y="2720"/>
                  </a:lnTo>
                  <a:lnTo>
                    <a:pt x="8026" y="2693"/>
                  </a:lnTo>
                  <a:lnTo>
                    <a:pt x="8000" y="2667"/>
                  </a:lnTo>
                  <a:lnTo>
                    <a:pt x="7947" y="2667"/>
                  </a:lnTo>
                  <a:lnTo>
                    <a:pt x="7261" y="3089"/>
                  </a:lnTo>
                  <a:lnTo>
                    <a:pt x="6891" y="3274"/>
                  </a:lnTo>
                  <a:lnTo>
                    <a:pt x="6522" y="3459"/>
                  </a:lnTo>
                  <a:lnTo>
                    <a:pt x="6126" y="3591"/>
                  </a:lnTo>
                  <a:lnTo>
                    <a:pt x="5730" y="3723"/>
                  </a:lnTo>
                  <a:lnTo>
                    <a:pt x="5334" y="3829"/>
                  </a:lnTo>
                  <a:lnTo>
                    <a:pt x="4938" y="3881"/>
                  </a:lnTo>
                  <a:lnTo>
                    <a:pt x="4594" y="3908"/>
                  </a:lnTo>
                  <a:lnTo>
                    <a:pt x="4251" y="3881"/>
                  </a:lnTo>
                  <a:lnTo>
                    <a:pt x="3908" y="3855"/>
                  </a:lnTo>
                  <a:lnTo>
                    <a:pt x="3591" y="3776"/>
                  </a:lnTo>
                  <a:lnTo>
                    <a:pt x="3274" y="3644"/>
                  </a:lnTo>
                  <a:lnTo>
                    <a:pt x="2958" y="3512"/>
                  </a:lnTo>
                  <a:lnTo>
                    <a:pt x="2694" y="3327"/>
                  </a:lnTo>
                  <a:lnTo>
                    <a:pt x="2430" y="3089"/>
                  </a:lnTo>
                  <a:lnTo>
                    <a:pt x="2298" y="2957"/>
                  </a:lnTo>
                  <a:lnTo>
                    <a:pt x="2247" y="2896"/>
                  </a:lnTo>
                  <a:lnTo>
                    <a:pt x="2247" y="2896"/>
                  </a:lnTo>
                  <a:lnTo>
                    <a:pt x="2403" y="2852"/>
                  </a:lnTo>
                  <a:lnTo>
                    <a:pt x="2588" y="2799"/>
                  </a:lnTo>
                  <a:lnTo>
                    <a:pt x="2720" y="2720"/>
                  </a:lnTo>
                  <a:lnTo>
                    <a:pt x="2878" y="2641"/>
                  </a:lnTo>
                  <a:lnTo>
                    <a:pt x="2984" y="2535"/>
                  </a:lnTo>
                  <a:lnTo>
                    <a:pt x="3090" y="2403"/>
                  </a:lnTo>
                  <a:lnTo>
                    <a:pt x="3169" y="2271"/>
                  </a:lnTo>
                  <a:lnTo>
                    <a:pt x="3222" y="2113"/>
                  </a:lnTo>
                  <a:lnTo>
                    <a:pt x="3248" y="1954"/>
                  </a:lnTo>
                  <a:lnTo>
                    <a:pt x="3248" y="1796"/>
                  </a:lnTo>
                  <a:lnTo>
                    <a:pt x="3195" y="1664"/>
                  </a:lnTo>
                  <a:lnTo>
                    <a:pt x="3142" y="1532"/>
                  </a:lnTo>
                  <a:lnTo>
                    <a:pt x="3063" y="1400"/>
                  </a:lnTo>
                  <a:lnTo>
                    <a:pt x="2984" y="1294"/>
                  </a:lnTo>
                  <a:lnTo>
                    <a:pt x="2852" y="1215"/>
                  </a:lnTo>
                  <a:lnTo>
                    <a:pt x="2746" y="1136"/>
                  </a:lnTo>
                  <a:lnTo>
                    <a:pt x="2588" y="1109"/>
                  </a:lnTo>
                  <a:lnTo>
                    <a:pt x="2456" y="1136"/>
                  </a:lnTo>
                  <a:lnTo>
                    <a:pt x="2271" y="1189"/>
                  </a:lnTo>
                  <a:lnTo>
                    <a:pt x="2113" y="1268"/>
                  </a:lnTo>
                  <a:lnTo>
                    <a:pt x="2007" y="1400"/>
                  </a:lnTo>
                  <a:lnTo>
                    <a:pt x="1902" y="1558"/>
                  </a:lnTo>
                  <a:lnTo>
                    <a:pt x="1849" y="1717"/>
                  </a:lnTo>
                  <a:lnTo>
                    <a:pt x="1822" y="1901"/>
                  </a:lnTo>
                  <a:lnTo>
                    <a:pt x="1822" y="2086"/>
                  </a:lnTo>
                  <a:lnTo>
                    <a:pt x="1849" y="2245"/>
                  </a:lnTo>
                  <a:lnTo>
                    <a:pt x="1902" y="2456"/>
                  </a:lnTo>
                  <a:lnTo>
                    <a:pt x="1981" y="2614"/>
                  </a:lnTo>
                  <a:lnTo>
                    <a:pt x="2086" y="2799"/>
                  </a:lnTo>
                  <a:lnTo>
                    <a:pt x="2109" y="2833"/>
                  </a:lnTo>
                  <a:lnTo>
                    <a:pt x="2109" y="2833"/>
                  </a:lnTo>
                  <a:lnTo>
                    <a:pt x="1981" y="2852"/>
                  </a:lnTo>
                  <a:lnTo>
                    <a:pt x="1822" y="2825"/>
                  </a:lnTo>
                  <a:lnTo>
                    <a:pt x="1638" y="2825"/>
                  </a:lnTo>
                  <a:lnTo>
                    <a:pt x="1479" y="2773"/>
                  </a:lnTo>
                  <a:lnTo>
                    <a:pt x="1268" y="2720"/>
                  </a:lnTo>
                  <a:lnTo>
                    <a:pt x="1083" y="2614"/>
                  </a:lnTo>
                  <a:lnTo>
                    <a:pt x="925" y="2509"/>
                  </a:lnTo>
                  <a:lnTo>
                    <a:pt x="766" y="2403"/>
                  </a:lnTo>
                  <a:lnTo>
                    <a:pt x="608" y="2271"/>
                  </a:lnTo>
                  <a:lnTo>
                    <a:pt x="476" y="2113"/>
                  </a:lnTo>
                  <a:lnTo>
                    <a:pt x="370" y="1954"/>
                  </a:lnTo>
                  <a:lnTo>
                    <a:pt x="265" y="1769"/>
                  </a:lnTo>
                  <a:lnTo>
                    <a:pt x="186" y="1558"/>
                  </a:lnTo>
                  <a:lnTo>
                    <a:pt x="106" y="1347"/>
                  </a:lnTo>
                  <a:lnTo>
                    <a:pt x="80" y="1136"/>
                  </a:lnTo>
                  <a:lnTo>
                    <a:pt x="80" y="898"/>
                  </a:lnTo>
                  <a:lnTo>
                    <a:pt x="80" y="687"/>
                  </a:lnTo>
                  <a:lnTo>
                    <a:pt x="133" y="476"/>
                  </a:lnTo>
                  <a:lnTo>
                    <a:pt x="186" y="265"/>
                  </a:lnTo>
                  <a:lnTo>
                    <a:pt x="291" y="53"/>
                  </a:lnTo>
                  <a:lnTo>
                    <a:pt x="291" y="27"/>
                  </a:lnTo>
                  <a:lnTo>
                    <a:pt x="26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22"/>
            <p:cNvSpPr/>
            <p:nvPr/>
          </p:nvSpPr>
          <p:spPr>
            <a:xfrm>
              <a:off x="7172064" y="4470444"/>
              <a:ext cx="429513" cy="68523"/>
            </a:xfrm>
            <a:custGeom>
              <a:rect b="b" l="l" r="r" t="t"/>
              <a:pathLst>
                <a:path extrusionOk="0" h="2245" w="14072">
                  <a:moveTo>
                    <a:pt x="14018" y="1"/>
                  </a:moveTo>
                  <a:lnTo>
                    <a:pt x="12619" y="212"/>
                  </a:lnTo>
                  <a:lnTo>
                    <a:pt x="9267" y="740"/>
                  </a:lnTo>
                  <a:lnTo>
                    <a:pt x="5227" y="1347"/>
                  </a:lnTo>
                  <a:lnTo>
                    <a:pt x="1743" y="1902"/>
                  </a:lnTo>
                  <a:lnTo>
                    <a:pt x="581" y="2060"/>
                  </a:lnTo>
                  <a:lnTo>
                    <a:pt x="317" y="2113"/>
                  </a:lnTo>
                  <a:lnTo>
                    <a:pt x="53" y="2166"/>
                  </a:lnTo>
                  <a:lnTo>
                    <a:pt x="0" y="2166"/>
                  </a:lnTo>
                  <a:lnTo>
                    <a:pt x="0" y="2192"/>
                  </a:lnTo>
                  <a:lnTo>
                    <a:pt x="0" y="2219"/>
                  </a:lnTo>
                  <a:lnTo>
                    <a:pt x="53" y="2245"/>
                  </a:lnTo>
                  <a:lnTo>
                    <a:pt x="1426" y="2034"/>
                  </a:lnTo>
                  <a:lnTo>
                    <a:pt x="4779" y="1506"/>
                  </a:lnTo>
                  <a:lnTo>
                    <a:pt x="8818" y="872"/>
                  </a:lnTo>
                  <a:lnTo>
                    <a:pt x="12302" y="344"/>
                  </a:lnTo>
                  <a:lnTo>
                    <a:pt x="13464" y="159"/>
                  </a:lnTo>
                  <a:lnTo>
                    <a:pt x="13728" y="133"/>
                  </a:lnTo>
                  <a:lnTo>
                    <a:pt x="14018" y="80"/>
                  </a:lnTo>
                  <a:lnTo>
                    <a:pt x="14045" y="80"/>
                  </a:lnTo>
                  <a:lnTo>
                    <a:pt x="14071" y="54"/>
                  </a:lnTo>
                  <a:lnTo>
                    <a:pt x="14071" y="27"/>
                  </a:lnTo>
                  <a:lnTo>
                    <a:pt x="14045" y="1"/>
                  </a:lnTo>
                  <a:close/>
                </a:path>
              </a:pathLst>
            </a:custGeom>
            <a:solidFill>
              <a:srgbClr val="4F5D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22"/>
            <p:cNvSpPr/>
            <p:nvPr/>
          </p:nvSpPr>
          <p:spPr>
            <a:xfrm>
              <a:off x="7562881" y="2620349"/>
              <a:ext cx="223211" cy="136222"/>
            </a:xfrm>
            <a:custGeom>
              <a:rect b="b" l="l" r="r" t="t"/>
              <a:pathLst>
                <a:path extrusionOk="0" h="4463" w="7313">
                  <a:moveTo>
                    <a:pt x="686" y="1"/>
                  </a:moveTo>
                  <a:lnTo>
                    <a:pt x="0" y="2060"/>
                  </a:lnTo>
                  <a:lnTo>
                    <a:pt x="2508" y="4462"/>
                  </a:lnTo>
                  <a:lnTo>
                    <a:pt x="7313" y="2060"/>
                  </a:lnTo>
                  <a:lnTo>
                    <a:pt x="6547" y="1"/>
                  </a:lnTo>
                  <a:lnTo>
                    <a:pt x="2244" y="1030"/>
                  </a:lnTo>
                  <a:lnTo>
                    <a:pt x="686"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22"/>
            <p:cNvSpPr/>
            <p:nvPr/>
          </p:nvSpPr>
          <p:spPr>
            <a:xfrm>
              <a:off x="7565292" y="2651788"/>
              <a:ext cx="211124" cy="85432"/>
            </a:xfrm>
            <a:custGeom>
              <a:rect b="b" l="l" r="r" t="t"/>
              <a:pathLst>
                <a:path extrusionOk="0" h="2799" w="6917">
                  <a:moveTo>
                    <a:pt x="6838" y="0"/>
                  </a:moveTo>
                  <a:lnTo>
                    <a:pt x="5703" y="845"/>
                  </a:lnTo>
                  <a:lnTo>
                    <a:pt x="4515" y="1690"/>
                  </a:lnTo>
                  <a:lnTo>
                    <a:pt x="3327" y="2456"/>
                  </a:lnTo>
                  <a:lnTo>
                    <a:pt x="3036" y="2640"/>
                  </a:lnTo>
                  <a:lnTo>
                    <a:pt x="2931" y="2693"/>
                  </a:lnTo>
                  <a:lnTo>
                    <a:pt x="2772" y="2693"/>
                  </a:lnTo>
                  <a:lnTo>
                    <a:pt x="2746" y="2640"/>
                  </a:lnTo>
                  <a:lnTo>
                    <a:pt x="2693" y="2535"/>
                  </a:lnTo>
                  <a:lnTo>
                    <a:pt x="2508" y="1848"/>
                  </a:lnTo>
                  <a:lnTo>
                    <a:pt x="2350" y="1030"/>
                  </a:lnTo>
                  <a:lnTo>
                    <a:pt x="2244" y="212"/>
                  </a:lnTo>
                  <a:lnTo>
                    <a:pt x="2218" y="159"/>
                  </a:lnTo>
                  <a:lnTo>
                    <a:pt x="2191" y="159"/>
                  </a:lnTo>
                  <a:lnTo>
                    <a:pt x="2165" y="185"/>
                  </a:lnTo>
                  <a:lnTo>
                    <a:pt x="1848" y="845"/>
                  </a:lnTo>
                  <a:lnTo>
                    <a:pt x="1505" y="1452"/>
                  </a:lnTo>
                  <a:lnTo>
                    <a:pt x="1135" y="2086"/>
                  </a:lnTo>
                  <a:lnTo>
                    <a:pt x="761" y="2601"/>
                  </a:lnTo>
                  <a:lnTo>
                    <a:pt x="555" y="2165"/>
                  </a:lnTo>
                  <a:lnTo>
                    <a:pt x="370" y="1664"/>
                  </a:lnTo>
                  <a:lnTo>
                    <a:pt x="211" y="1162"/>
                  </a:lnTo>
                  <a:lnTo>
                    <a:pt x="79" y="634"/>
                  </a:lnTo>
                  <a:lnTo>
                    <a:pt x="79" y="608"/>
                  </a:lnTo>
                  <a:lnTo>
                    <a:pt x="27" y="608"/>
                  </a:lnTo>
                  <a:lnTo>
                    <a:pt x="0" y="660"/>
                  </a:lnTo>
                  <a:lnTo>
                    <a:pt x="132" y="1188"/>
                  </a:lnTo>
                  <a:lnTo>
                    <a:pt x="291" y="1690"/>
                  </a:lnTo>
                  <a:lnTo>
                    <a:pt x="502" y="2218"/>
                  </a:lnTo>
                  <a:lnTo>
                    <a:pt x="713" y="2693"/>
                  </a:lnTo>
                  <a:lnTo>
                    <a:pt x="739" y="2720"/>
                  </a:lnTo>
                  <a:lnTo>
                    <a:pt x="792" y="2693"/>
                  </a:lnTo>
                  <a:lnTo>
                    <a:pt x="1188" y="2112"/>
                  </a:lnTo>
                  <a:lnTo>
                    <a:pt x="1584" y="1505"/>
                  </a:lnTo>
                  <a:lnTo>
                    <a:pt x="1927" y="872"/>
                  </a:lnTo>
                  <a:lnTo>
                    <a:pt x="2185" y="356"/>
                  </a:lnTo>
                  <a:lnTo>
                    <a:pt x="2185" y="356"/>
                  </a:lnTo>
                  <a:lnTo>
                    <a:pt x="2271" y="977"/>
                  </a:lnTo>
                  <a:lnTo>
                    <a:pt x="2403" y="1743"/>
                  </a:lnTo>
                  <a:lnTo>
                    <a:pt x="2587" y="2508"/>
                  </a:lnTo>
                  <a:lnTo>
                    <a:pt x="2640" y="2614"/>
                  </a:lnTo>
                  <a:lnTo>
                    <a:pt x="2693" y="2720"/>
                  </a:lnTo>
                  <a:lnTo>
                    <a:pt x="2772" y="2772"/>
                  </a:lnTo>
                  <a:lnTo>
                    <a:pt x="2799" y="2799"/>
                  </a:lnTo>
                  <a:lnTo>
                    <a:pt x="2931" y="2799"/>
                  </a:lnTo>
                  <a:lnTo>
                    <a:pt x="3010" y="2772"/>
                  </a:lnTo>
                  <a:lnTo>
                    <a:pt x="3115" y="2693"/>
                  </a:lnTo>
                  <a:lnTo>
                    <a:pt x="3459" y="2482"/>
                  </a:lnTo>
                  <a:lnTo>
                    <a:pt x="4119" y="2033"/>
                  </a:lnTo>
                  <a:lnTo>
                    <a:pt x="5412" y="1136"/>
                  </a:lnTo>
                  <a:lnTo>
                    <a:pt x="6891" y="80"/>
                  </a:lnTo>
                  <a:lnTo>
                    <a:pt x="6917" y="53"/>
                  </a:lnTo>
                  <a:lnTo>
                    <a:pt x="6891" y="27"/>
                  </a:lnTo>
                  <a:lnTo>
                    <a:pt x="68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59" name="Google Shape;2059;p22"/>
            <p:cNvGrpSpPr/>
            <p:nvPr/>
          </p:nvGrpSpPr>
          <p:grpSpPr>
            <a:xfrm flipH="1">
              <a:off x="7317495" y="2724496"/>
              <a:ext cx="999730" cy="2106737"/>
              <a:chOff x="-1778095" y="475361"/>
              <a:chExt cx="821403" cy="1730948"/>
            </a:xfrm>
          </p:grpSpPr>
          <p:sp>
            <p:nvSpPr>
              <p:cNvPr id="2060" name="Google Shape;2060;p22"/>
              <p:cNvSpPr/>
              <p:nvPr/>
            </p:nvSpPr>
            <p:spPr>
              <a:xfrm>
                <a:off x="-1654474" y="1358809"/>
                <a:ext cx="632077" cy="51638"/>
              </a:xfrm>
              <a:custGeom>
                <a:rect b="b" l="l" r="r" t="t"/>
                <a:pathLst>
                  <a:path extrusionOk="0" h="873" w="10686">
                    <a:moveTo>
                      <a:pt x="430" y="1"/>
                    </a:moveTo>
                    <a:lnTo>
                      <a:pt x="346" y="12"/>
                    </a:lnTo>
                    <a:lnTo>
                      <a:pt x="263" y="36"/>
                    </a:lnTo>
                    <a:lnTo>
                      <a:pt x="191" y="84"/>
                    </a:lnTo>
                    <a:lnTo>
                      <a:pt x="119" y="132"/>
                    </a:lnTo>
                    <a:lnTo>
                      <a:pt x="72" y="192"/>
                    </a:lnTo>
                    <a:lnTo>
                      <a:pt x="36" y="275"/>
                    </a:lnTo>
                    <a:lnTo>
                      <a:pt x="0" y="347"/>
                    </a:lnTo>
                    <a:lnTo>
                      <a:pt x="0" y="442"/>
                    </a:lnTo>
                    <a:lnTo>
                      <a:pt x="0" y="526"/>
                    </a:lnTo>
                    <a:lnTo>
                      <a:pt x="36" y="609"/>
                    </a:lnTo>
                    <a:lnTo>
                      <a:pt x="72" y="681"/>
                    </a:lnTo>
                    <a:lnTo>
                      <a:pt x="119" y="753"/>
                    </a:lnTo>
                    <a:lnTo>
                      <a:pt x="191" y="800"/>
                    </a:lnTo>
                    <a:lnTo>
                      <a:pt x="263" y="836"/>
                    </a:lnTo>
                    <a:lnTo>
                      <a:pt x="346" y="860"/>
                    </a:lnTo>
                    <a:lnTo>
                      <a:pt x="430" y="872"/>
                    </a:lnTo>
                    <a:lnTo>
                      <a:pt x="10244" y="872"/>
                    </a:lnTo>
                    <a:lnTo>
                      <a:pt x="10340" y="860"/>
                    </a:lnTo>
                    <a:lnTo>
                      <a:pt x="10411" y="836"/>
                    </a:lnTo>
                    <a:lnTo>
                      <a:pt x="10495" y="800"/>
                    </a:lnTo>
                    <a:lnTo>
                      <a:pt x="10555" y="753"/>
                    </a:lnTo>
                    <a:lnTo>
                      <a:pt x="10602" y="681"/>
                    </a:lnTo>
                    <a:lnTo>
                      <a:pt x="10650" y="609"/>
                    </a:lnTo>
                    <a:lnTo>
                      <a:pt x="10674" y="526"/>
                    </a:lnTo>
                    <a:lnTo>
                      <a:pt x="10686" y="442"/>
                    </a:lnTo>
                    <a:lnTo>
                      <a:pt x="10674" y="347"/>
                    </a:lnTo>
                    <a:lnTo>
                      <a:pt x="10650" y="275"/>
                    </a:lnTo>
                    <a:lnTo>
                      <a:pt x="10602" y="192"/>
                    </a:lnTo>
                    <a:lnTo>
                      <a:pt x="10555" y="132"/>
                    </a:lnTo>
                    <a:lnTo>
                      <a:pt x="10495" y="84"/>
                    </a:lnTo>
                    <a:lnTo>
                      <a:pt x="10411" y="36"/>
                    </a:lnTo>
                    <a:lnTo>
                      <a:pt x="10340" y="12"/>
                    </a:lnTo>
                    <a:lnTo>
                      <a:pt x="1024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22"/>
              <p:cNvSpPr/>
              <p:nvPr/>
            </p:nvSpPr>
            <p:spPr>
              <a:xfrm>
                <a:off x="-1763249" y="475361"/>
                <a:ext cx="152607" cy="932263"/>
              </a:xfrm>
              <a:custGeom>
                <a:rect b="b" l="l" r="r" t="t"/>
                <a:pathLst>
                  <a:path extrusionOk="0" h="15761" w="2580">
                    <a:moveTo>
                      <a:pt x="394" y="0"/>
                    </a:moveTo>
                    <a:lnTo>
                      <a:pt x="311" y="24"/>
                    </a:lnTo>
                    <a:lnTo>
                      <a:pt x="227" y="60"/>
                    </a:lnTo>
                    <a:lnTo>
                      <a:pt x="156" y="108"/>
                    </a:lnTo>
                    <a:lnTo>
                      <a:pt x="96" y="167"/>
                    </a:lnTo>
                    <a:lnTo>
                      <a:pt x="48" y="239"/>
                    </a:lnTo>
                    <a:lnTo>
                      <a:pt x="12" y="323"/>
                    </a:lnTo>
                    <a:lnTo>
                      <a:pt x="0" y="406"/>
                    </a:lnTo>
                    <a:lnTo>
                      <a:pt x="0" y="502"/>
                    </a:lnTo>
                    <a:lnTo>
                      <a:pt x="1672" y="15366"/>
                    </a:lnTo>
                    <a:lnTo>
                      <a:pt x="1696" y="15450"/>
                    </a:lnTo>
                    <a:lnTo>
                      <a:pt x="1732" y="15533"/>
                    </a:lnTo>
                    <a:lnTo>
                      <a:pt x="1779" y="15605"/>
                    </a:lnTo>
                    <a:lnTo>
                      <a:pt x="1839" y="15665"/>
                    </a:lnTo>
                    <a:lnTo>
                      <a:pt x="1911" y="15713"/>
                    </a:lnTo>
                    <a:lnTo>
                      <a:pt x="1994" y="15748"/>
                    </a:lnTo>
                    <a:lnTo>
                      <a:pt x="2078" y="15760"/>
                    </a:lnTo>
                    <a:lnTo>
                      <a:pt x="2173" y="15760"/>
                    </a:lnTo>
                    <a:lnTo>
                      <a:pt x="2269" y="15736"/>
                    </a:lnTo>
                    <a:lnTo>
                      <a:pt x="2340" y="15701"/>
                    </a:lnTo>
                    <a:lnTo>
                      <a:pt x="2412" y="15653"/>
                    </a:lnTo>
                    <a:lnTo>
                      <a:pt x="2472" y="15593"/>
                    </a:lnTo>
                    <a:lnTo>
                      <a:pt x="2520" y="15522"/>
                    </a:lnTo>
                    <a:lnTo>
                      <a:pt x="2555" y="15438"/>
                    </a:lnTo>
                    <a:lnTo>
                      <a:pt x="2579" y="15354"/>
                    </a:lnTo>
                    <a:lnTo>
                      <a:pt x="2567" y="15259"/>
                    </a:lnTo>
                    <a:lnTo>
                      <a:pt x="896" y="394"/>
                    </a:lnTo>
                    <a:lnTo>
                      <a:pt x="872" y="311"/>
                    </a:lnTo>
                    <a:lnTo>
                      <a:pt x="836" y="227"/>
                    </a:lnTo>
                    <a:lnTo>
                      <a:pt x="788" y="155"/>
                    </a:lnTo>
                    <a:lnTo>
                      <a:pt x="729" y="96"/>
                    </a:lnTo>
                    <a:lnTo>
                      <a:pt x="657" y="48"/>
                    </a:lnTo>
                    <a:lnTo>
                      <a:pt x="573" y="12"/>
                    </a:lnTo>
                    <a:lnTo>
                      <a:pt x="49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22"/>
              <p:cNvSpPr/>
              <p:nvPr/>
            </p:nvSpPr>
            <p:spPr>
              <a:xfrm>
                <a:off x="-1778095" y="1412457"/>
                <a:ext cx="170943" cy="793852"/>
              </a:xfrm>
              <a:custGeom>
                <a:rect b="b" l="l" r="r" t="t"/>
                <a:pathLst>
                  <a:path extrusionOk="0" h="13421" w="2890">
                    <a:moveTo>
                      <a:pt x="2866" y="1"/>
                    </a:moveTo>
                    <a:lnTo>
                      <a:pt x="2866" y="13"/>
                    </a:lnTo>
                    <a:lnTo>
                      <a:pt x="2783" y="371"/>
                    </a:lnTo>
                    <a:lnTo>
                      <a:pt x="2580" y="1350"/>
                    </a:lnTo>
                    <a:lnTo>
                      <a:pt x="2269" y="2795"/>
                    </a:lnTo>
                    <a:lnTo>
                      <a:pt x="1887" y="4550"/>
                    </a:lnTo>
                    <a:lnTo>
                      <a:pt x="1481" y="6472"/>
                    </a:lnTo>
                    <a:lnTo>
                      <a:pt x="1063" y="8418"/>
                    </a:lnTo>
                    <a:lnTo>
                      <a:pt x="681" y="10221"/>
                    </a:lnTo>
                    <a:lnTo>
                      <a:pt x="347" y="11761"/>
                    </a:lnTo>
                    <a:lnTo>
                      <a:pt x="108" y="12860"/>
                    </a:lnTo>
                    <a:lnTo>
                      <a:pt x="1" y="13385"/>
                    </a:lnTo>
                    <a:lnTo>
                      <a:pt x="1" y="13409"/>
                    </a:lnTo>
                    <a:lnTo>
                      <a:pt x="1" y="13421"/>
                    </a:lnTo>
                    <a:lnTo>
                      <a:pt x="24" y="13421"/>
                    </a:lnTo>
                    <a:lnTo>
                      <a:pt x="24" y="13409"/>
                    </a:lnTo>
                    <a:lnTo>
                      <a:pt x="108" y="13051"/>
                    </a:lnTo>
                    <a:lnTo>
                      <a:pt x="311" y="12072"/>
                    </a:lnTo>
                    <a:lnTo>
                      <a:pt x="621" y="10639"/>
                    </a:lnTo>
                    <a:lnTo>
                      <a:pt x="1004" y="8884"/>
                    </a:lnTo>
                    <a:lnTo>
                      <a:pt x="1409" y="6950"/>
                    </a:lnTo>
                    <a:lnTo>
                      <a:pt x="1827" y="5004"/>
                    </a:lnTo>
                    <a:lnTo>
                      <a:pt x="2209" y="3201"/>
                    </a:lnTo>
                    <a:lnTo>
                      <a:pt x="2544" y="1672"/>
                    </a:lnTo>
                    <a:lnTo>
                      <a:pt x="2783" y="574"/>
                    </a:lnTo>
                    <a:lnTo>
                      <a:pt x="2890" y="49"/>
                    </a:lnTo>
                    <a:lnTo>
                      <a:pt x="2890" y="25"/>
                    </a:lnTo>
                    <a:lnTo>
                      <a:pt x="2890" y="13"/>
                    </a:lnTo>
                    <a:lnTo>
                      <a:pt x="287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22"/>
              <p:cNvSpPr/>
              <p:nvPr/>
            </p:nvSpPr>
            <p:spPr>
              <a:xfrm>
                <a:off x="-1105750" y="1409677"/>
                <a:ext cx="149058" cy="796632"/>
              </a:xfrm>
              <a:custGeom>
                <a:rect b="b" l="l" r="r" t="t"/>
                <a:pathLst>
                  <a:path extrusionOk="0" h="13468" w="2520">
                    <a:moveTo>
                      <a:pt x="12" y="0"/>
                    </a:moveTo>
                    <a:lnTo>
                      <a:pt x="0" y="24"/>
                    </a:lnTo>
                    <a:lnTo>
                      <a:pt x="72" y="382"/>
                    </a:lnTo>
                    <a:lnTo>
                      <a:pt x="251" y="1361"/>
                    </a:lnTo>
                    <a:lnTo>
                      <a:pt x="513" y="2806"/>
                    </a:lnTo>
                    <a:lnTo>
                      <a:pt x="848" y="4573"/>
                    </a:lnTo>
                    <a:lnTo>
                      <a:pt x="1194" y="6507"/>
                    </a:lnTo>
                    <a:lnTo>
                      <a:pt x="1552" y="8453"/>
                    </a:lnTo>
                    <a:lnTo>
                      <a:pt x="1898" y="10268"/>
                    </a:lnTo>
                    <a:lnTo>
                      <a:pt x="2173" y="11808"/>
                    </a:lnTo>
                    <a:lnTo>
                      <a:pt x="2376" y="12919"/>
                    </a:lnTo>
                    <a:lnTo>
                      <a:pt x="2472" y="13432"/>
                    </a:lnTo>
                    <a:lnTo>
                      <a:pt x="2483" y="13456"/>
                    </a:lnTo>
                    <a:lnTo>
                      <a:pt x="2483" y="13468"/>
                    </a:lnTo>
                    <a:lnTo>
                      <a:pt x="2507" y="13468"/>
                    </a:lnTo>
                    <a:lnTo>
                      <a:pt x="2519" y="13456"/>
                    </a:lnTo>
                    <a:lnTo>
                      <a:pt x="2448" y="13086"/>
                    </a:lnTo>
                    <a:lnTo>
                      <a:pt x="2269" y="12119"/>
                    </a:lnTo>
                    <a:lnTo>
                      <a:pt x="2006" y="10662"/>
                    </a:lnTo>
                    <a:lnTo>
                      <a:pt x="1672" y="8907"/>
                    </a:lnTo>
                    <a:lnTo>
                      <a:pt x="1325" y="6973"/>
                    </a:lnTo>
                    <a:lnTo>
                      <a:pt x="955" y="5015"/>
                    </a:lnTo>
                    <a:lnTo>
                      <a:pt x="621" y="3200"/>
                    </a:lnTo>
                    <a:lnTo>
                      <a:pt x="346" y="1660"/>
                    </a:lnTo>
                    <a:lnTo>
                      <a:pt x="143" y="549"/>
                    </a:lnTo>
                    <a:lnTo>
                      <a:pt x="48" y="36"/>
                    </a:lnTo>
                    <a:lnTo>
                      <a:pt x="36" y="12"/>
                    </a:lnTo>
                    <a:lnTo>
                      <a:pt x="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064" name="Google Shape;2064;p22"/>
          <p:cNvGrpSpPr/>
          <p:nvPr/>
        </p:nvGrpSpPr>
        <p:grpSpPr>
          <a:xfrm>
            <a:off x="622597" y="1759501"/>
            <a:ext cx="2791800" cy="3092675"/>
            <a:chOff x="597206" y="1788750"/>
            <a:chExt cx="2791800" cy="3092675"/>
          </a:xfrm>
        </p:grpSpPr>
        <p:sp>
          <p:nvSpPr>
            <p:cNvPr id="2065" name="Google Shape;2065;p22"/>
            <p:cNvSpPr/>
            <p:nvPr/>
          </p:nvSpPr>
          <p:spPr>
            <a:xfrm>
              <a:off x="720150" y="4226357"/>
              <a:ext cx="438240" cy="570974"/>
            </a:xfrm>
            <a:custGeom>
              <a:rect b="b" l="l" r="r" t="t"/>
              <a:pathLst>
                <a:path extrusionOk="0" h="19194" w="14732">
                  <a:moveTo>
                    <a:pt x="7841" y="1"/>
                  </a:moveTo>
                  <a:lnTo>
                    <a:pt x="1" y="4885"/>
                  </a:lnTo>
                  <a:lnTo>
                    <a:pt x="10719" y="19193"/>
                  </a:lnTo>
                  <a:lnTo>
                    <a:pt x="10851" y="19088"/>
                  </a:lnTo>
                  <a:lnTo>
                    <a:pt x="11009" y="18929"/>
                  </a:lnTo>
                  <a:lnTo>
                    <a:pt x="11194" y="18692"/>
                  </a:lnTo>
                  <a:lnTo>
                    <a:pt x="11405" y="18428"/>
                  </a:lnTo>
                  <a:lnTo>
                    <a:pt x="11643" y="18084"/>
                  </a:lnTo>
                  <a:lnTo>
                    <a:pt x="11854" y="17715"/>
                  </a:lnTo>
                  <a:lnTo>
                    <a:pt x="12065" y="17266"/>
                  </a:lnTo>
                  <a:lnTo>
                    <a:pt x="12250" y="16764"/>
                  </a:lnTo>
                  <a:lnTo>
                    <a:pt x="12382" y="16184"/>
                  </a:lnTo>
                  <a:lnTo>
                    <a:pt x="12408" y="15893"/>
                  </a:lnTo>
                  <a:lnTo>
                    <a:pt x="12435" y="15576"/>
                  </a:lnTo>
                  <a:lnTo>
                    <a:pt x="12461" y="15260"/>
                  </a:lnTo>
                  <a:lnTo>
                    <a:pt x="12461" y="14916"/>
                  </a:lnTo>
                  <a:lnTo>
                    <a:pt x="12435" y="14573"/>
                  </a:lnTo>
                  <a:lnTo>
                    <a:pt x="12382" y="14230"/>
                  </a:lnTo>
                  <a:lnTo>
                    <a:pt x="12303" y="13834"/>
                  </a:lnTo>
                  <a:lnTo>
                    <a:pt x="12197" y="13464"/>
                  </a:lnTo>
                  <a:lnTo>
                    <a:pt x="12065" y="13068"/>
                  </a:lnTo>
                  <a:lnTo>
                    <a:pt x="11907" y="12646"/>
                  </a:lnTo>
                  <a:lnTo>
                    <a:pt x="11722" y="12224"/>
                  </a:lnTo>
                  <a:lnTo>
                    <a:pt x="11484" y="11801"/>
                  </a:lnTo>
                  <a:lnTo>
                    <a:pt x="14732" y="9769"/>
                  </a:lnTo>
                  <a:lnTo>
                    <a:pt x="7841"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22"/>
            <p:cNvSpPr/>
            <p:nvPr/>
          </p:nvSpPr>
          <p:spPr>
            <a:xfrm>
              <a:off x="1832157" y="2375395"/>
              <a:ext cx="314937" cy="340073"/>
            </a:xfrm>
            <a:custGeom>
              <a:rect b="b" l="l" r="r" t="t"/>
              <a:pathLst>
                <a:path extrusionOk="0" h="11432" w="10587">
                  <a:moveTo>
                    <a:pt x="1" y="0"/>
                  </a:moveTo>
                  <a:lnTo>
                    <a:pt x="2509" y="11431"/>
                  </a:lnTo>
                  <a:lnTo>
                    <a:pt x="6495" y="8369"/>
                  </a:lnTo>
                  <a:lnTo>
                    <a:pt x="9267" y="6231"/>
                  </a:lnTo>
                  <a:lnTo>
                    <a:pt x="10191" y="5518"/>
                  </a:lnTo>
                  <a:lnTo>
                    <a:pt x="10587" y="5175"/>
                  </a:lnTo>
                  <a:lnTo>
                    <a:pt x="10587" y="5148"/>
                  </a:lnTo>
                  <a:lnTo>
                    <a:pt x="10587" y="5122"/>
                  </a:lnTo>
                  <a:lnTo>
                    <a:pt x="10481" y="4990"/>
                  </a:lnTo>
                  <a:lnTo>
                    <a:pt x="10112" y="4567"/>
                  </a:lnTo>
                  <a:lnTo>
                    <a:pt x="9504" y="4013"/>
                  </a:lnTo>
                  <a:lnTo>
                    <a:pt x="8739" y="3353"/>
                  </a:lnTo>
                  <a:lnTo>
                    <a:pt x="7868" y="2667"/>
                  </a:lnTo>
                  <a:lnTo>
                    <a:pt x="7419" y="2323"/>
                  </a:lnTo>
                  <a:lnTo>
                    <a:pt x="6970" y="2007"/>
                  </a:lnTo>
                  <a:lnTo>
                    <a:pt x="6495" y="1716"/>
                  </a:lnTo>
                  <a:lnTo>
                    <a:pt x="6046" y="1452"/>
                  </a:lnTo>
                  <a:lnTo>
                    <a:pt x="5624" y="1215"/>
                  </a:lnTo>
                  <a:lnTo>
                    <a:pt x="5201" y="1030"/>
                  </a:lnTo>
                  <a:lnTo>
                    <a:pt x="4805" y="871"/>
                  </a:lnTo>
                  <a:lnTo>
                    <a:pt x="4383" y="739"/>
                  </a:lnTo>
                  <a:lnTo>
                    <a:pt x="3512" y="528"/>
                  </a:lnTo>
                  <a:lnTo>
                    <a:pt x="2641" y="343"/>
                  </a:lnTo>
                  <a:lnTo>
                    <a:pt x="1822" y="211"/>
                  </a:lnTo>
                  <a:lnTo>
                    <a:pt x="1083" y="106"/>
                  </a:lnTo>
                  <a:lnTo>
                    <a:pt x="529" y="5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22"/>
            <p:cNvSpPr/>
            <p:nvPr/>
          </p:nvSpPr>
          <p:spPr>
            <a:xfrm>
              <a:off x="1259674" y="2087174"/>
              <a:ext cx="1762301" cy="1751295"/>
            </a:xfrm>
            <a:custGeom>
              <a:rect b="b" l="l" r="r" t="t"/>
              <a:pathLst>
                <a:path extrusionOk="0" h="58872" w="59242">
                  <a:moveTo>
                    <a:pt x="41632" y="1"/>
                  </a:moveTo>
                  <a:lnTo>
                    <a:pt x="41474" y="53"/>
                  </a:lnTo>
                  <a:lnTo>
                    <a:pt x="41316" y="133"/>
                  </a:lnTo>
                  <a:lnTo>
                    <a:pt x="41157" y="238"/>
                  </a:lnTo>
                  <a:lnTo>
                    <a:pt x="264" y="40550"/>
                  </a:lnTo>
                  <a:lnTo>
                    <a:pt x="159" y="40682"/>
                  </a:lnTo>
                  <a:lnTo>
                    <a:pt x="79" y="40841"/>
                  </a:lnTo>
                  <a:lnTo>
                    <a:pt x="27" y="40999"/>
                  </a:lnTo>
                  <a:lnTo>
                    <a:pt x="0" y="41184"/>
                  </a:lnTo>
                  <a:lnTo>
                    <a:pt x="27" y="41342"/>
                  </a:lnTo>
                  <a:lnTo>
                    <a:pt x="79" y="41501"/>
                  </a:lnTo>
                  <a:lnTo>
                    <a:pt x="159" y="41659"/>
                  </a:lnTo>
                  <a:lnTo>
                    <a:pt x="264" y="41817"/>
                  </a:lnTo>
                  <a:lnTo>
                    <a:pt x="16817" y="58607"/>
                  </a:lnTo>
                  <a:lnTo>
                    <a:pt x="16949" y="58739"/>
                  </a:lnTo>
                  <a:lnTo>
                    <a:pt x="17107" y="58819"/>
                  </a:lnTo>
                  <a:lnTo>
                    <a:pt x="17266" y="58871"/>
                  </a:lnTo>
                  <a:lnTo>
                    <a:pt x="17609" y="58871"/>
                  </a:lnTo>
                  <a:lnTo>
                    <a:pt x="17794" y="58819"/>
                  </a:lnTo>
                  <a:lnTo>
                    <a:pt x="17926" y="58739"/>
                  </a:lnTo>
                  <a:lnTo>
                    <a:pt x="18084" y="58634"/>
                  </a:lnTo>
                  <a:lnTo>
                    <a:pt x="58977" y="18322"/>
                  </a:lnTo>
                  <a:lnTo>
                    <a:pt x="59083" y="18190"/>
                  </a:lnTo>
                  <a:lnTo>
                    <a:pt x="59162" y="18031"/>
                  </a:lnTo>
                  <a:lnTo>
                    <a:pt x="59215" y="17873"/>
                  </a:lnTo>
                  <a:lnTo>
                    <a:pt x="59241" y="17688"/>
                  </a:lnTo>
                  <a:lnTo>
                    <a:pt x="59215" y="17530"/>
                  </a:lnTo>
                  <a:lnTo>
                    <a:pt x="59188" y="17371"/>
                  </a:lnTo>
                  <a:lnTo>
                    <a:pt x="59109" y="17213"/>
                  </a:lnTo>
                  <a:lnTo>
                    <a:pt x="58977" y="17055"/>
                  </a:lnTo>
                  <a:lnTo>
                    <a:pt x="42424" y="265"/>
                  </a:lnTo>
                  <a:lnTo>
                    <a:pt x="42292" y="133"/>
                  </a:lnTo>
                  <a:lnTo>
                    <a:pt x="42134" y="53"/>
                  </a:lnTo>
                  <a:lnTo>
                    <a:pt x="41976"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22"/>
            <p:cNvSpPr/>
            <p:nvPr/>
          </p:nvSpPr>
          <p:spPr>
            <a:xfrm>
              <a:off x="1229837" y="2916467"/>
              <a:ext cx="492410" cy="323593"/>
            </a:xfrm>
            <a:custGeom>
              <a:rect b="b" l="l" r="r" t="t"/>
              <a:pathLst>
                <a:path extrusionOk="0" h="10878" w="16553">
                  <a:moveTo>
                    <a:pt x="16368" y="0"/>
                  </a:moveTo>
                  <a:lnTo>
                    <a:pt x="3538" y="1347"/>
                  </a:lnTo>
                  <a:lnTo>
                    <a:pt x="3010" y="1743"/>
                  </a:lnTo>
                  <a:lnTo>
                    <a:pt x="2508" y="2165"/>
                  </a:lnTo>
                  <a:lnTo>
                    <a:pt x="2059" y="2614"/>
                  </a:lnTo>
                  <a:lnTo>
                    <a:pt x="1637" y="3116"/>
                  </a:lnTo>
                  <a:lnTo>
                    <a:pt x="1241" y="3644"/>
                  </a:lnTo>
                  <a:lnTo>
                    <a:pt x="898" y="4198"/>
                  </a:lnTo>
                  <a:lnTo>
                    <a:pt x="607" y="4779"/>
                  </a:lnTo>
                  <a:lnTo>
                    <a:pt x="370" y="5386"/>
                  </a:lnTo>
                  <a:lnTo>
                    <a:pt x="238" y="5703"/>
                  </a:lnTo>
                  <a:lnTo>
                    <a:pt x="132" y="6072"/>
                  </a:lnTo>
                  <a:lnTo>
                    <a:pt x="79" y="6416"/>
                  </a:lnTo>
                  <a:lnTo>
                    <a:pt x="26" y="6759"/>
                  </a:lnTo>
                  <a:lnTo>
                    <a:pt x="0" y="7102"/>
                  </a:lnTo>
                  <a:lnTo>
                    <a:pt x="0" y="7472"/>
                  </a:lnTo>
                  <a:lnTo>
                    <a:pt x="53" y="7815"/>
                  </a:lnTo>
                  <a:lnTo>
                    <a:pt x="132" y="8158"/>
                  </a:lnTo>
                  <a:lnTo>
                    <a:pt x="264" y="8448"/>
                  </a:lnTo>
                  <a:lnTo>
                    <a:pt x="396" y="8739"/>
                  </a:lnTo>
                  <a:lnTo>
                    <a:pt x="581" y="9029"/>
                  </a:lnTo>
                  <a:lnTo>
                    <a:pt x="792" y="9267"/>
                  </a:lnTo>
                  <a:lnTo>
                    <a:pt x="1030" y="9504"/>
                  </a:lnTo>
                  <a:lnTo>
                    <a:pt x="1267" y="9715"/>
                  </a:lnTo>
                  <a:lnTo>
                    <a:pt x="1531" y="9927"/>
                  </a:lnTo>
                  <a:lnTo>
                    <a:pt x="1822" y="10085"/>
                  </a:lnTo>
                  <a:lnTo>
                    <a:pt x="2112" y="10243"/>
                  </a:lnTo>
                  <a:lnTo>
                    <a:pt x="2429" y="10375"/>
                  </a:lnTo>
                  <a:lnTo>
                    <a:pt x="2719" y="10481"/>
                  </a:lnTo>
                  <a:lnTo>
                    <a:pt x="3036" y="10560"/>
                  </a:lnTo>
                  <a:lnTo>
                    <a:pt x="3670" y="10719"/>
                  </a:lnTo>
                  <a:lnTo>
                    <a:pt x="4330" y="10798"/>
                  </a:lnTo>
                  <a:lnTo>
                    <a:pt x="5069" y="10877"/>
                  </a:lnTo>
                  <a:lnTo>
                    <a:pt x="5834" y="10877"/>
                  </a:lnTo>
                  <a:lnTo>
                    <a:pt x="6574" y="10851"/>
                  </a:lnTo>
                  <a:lnTo>
                    <a:pt x="7339" y="10771"/>
                  </a:lnTo>
                  <a:lnTo>
                    <a:pt x="8078" y="10666"/>
                  </a:lnTo>
                  <a:lnTo>
                    <a:pt x="8818" y="10507"/>
                  </a:lnTo>
                  <a:lnTo>
                    <a:pt x="9530" y="10296"/>
                  </a:lnTo>
                  <a:lnTo>
                    <a:pt x="10243" y="10032"/>
                  </a:lnTo>
                  <a:lnTo>
                    <a:pt x="10982" y="9715"/>
                  </a:lnTo>
                  <a:lnTo>
                    <a:pt x="11669" y="9346"/>
                  </a:lnTo>
                  <a:lnTo>
                    <a:pt x="12355" y="8923"/>
                  </a:lnTo>
                  <a:lnTo>
                    <a:pt x="13015" y="8448"/>
                  </a:lnTo>
                  <a:lnTo>
                    <a:pt x="13622" y="7920"/>
                  </a:lnTo>
                  <a:lnTo>
                    <a:pt x="13913" y="7656"/>
                  </a:lnTo>
                  <a:lnTo>
                    <a:pt x="14203" y="7366"/>
                  </a:lnTo>
                  <a:lnTo>
                    <a:pt x="14467" y="7076"/>
                  </a:lnTo>
                  <a:lnTo>
                    <a:pt x="14705" y="6759"/>
                  </a:lnTo>
                  <a:lnTo>
                    <a:pt x="14942" y="6442"/>
                  </a:lnTo>
                  <a:lnTo>
                    <a:pt x="15180" y="6125"/>
                  </a:lnTo>
                  <a:lnTo>
                    <a:pt x="15391" y="5782"/>
                  </a:lnTo>
                  <a:lnTo>
                    <a:pt x="15576" y="5412"/>
                  </a:lnTo>
                  <a:lnTo>
                    <a:pt x="15761" y="5069"/>
                  </a:lnTo>
                  <a:lnTo>
                    <a:pt x="15919" y="4700"/>
                  </a:lnTo>
                  <a:lnTo>
                    <a:pt x="16051" y="4330"/>
                  </a:lnTo>
                  <a:lnTo>
                    <a:pt x="16183" y="3934"/>
                  </a:lnTo>
                  <a:lnTo>
                    <a:pt x="16289" y="3564"/>
                  </a:lnTo>
                  <a:lnTo>
                    <a:pt x="16394" y="3168"/>
                  </a:lnTo>
                  <a:lnTo>
                    <a:pt x="16447" y="2772"/>
                  </a:lnTo>
                  <a:lnTo>
                    <a:pt x="16500" y="2376"/>
                  </a:lnTo>
                  <a:lnTo>
                    <a:pt x="16526" y="1980"/>
                  </a:lnTo>
                  <a:lnTo>
                    <a:pt x="16553" y="1584"/>
                  </a:lnTo>
                  <a:lnTo>
                    <a:pt x="16526" y="1162"/>
                  </a:lnTo>
                  <a:lnTo>
                    <a:pt x="16500" y="766"/>
                  </a:lnTo>
                  <a:lnTo>
                    <a:pt x="16447" y="370"/>
                  </a:lnTo>
                  <a:lnTo>
                    <a:pt x="1636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22"/>
            <p:cNvSpPr/>
            <p:nvPr/>
          </p:nvSpPr>
          <p:spPr>
            <a:xfrm>
              <a:off x="903928" y="3340544"/>
              <a:ext cx="999724" cy="1207064"/>
            </a:xfrm>
            <a:custGeom>
              <a:rect b="b" l="l" r="r" t="t"/>
              <a:pathLst>
                <a:path extrusionOk="0" h="40577" w="33607">
                  <a:moveTo>
                    <a:pt x="33290" y="0"/>
                  </a:moveTo>
                  <a:lnTo>
                    <a:pt x="18744" y="2429"/>
                  </a:lnTo>
                  <a:lnTo>
                    <a:pt x="19958" y="16711"/>
                  </a:lnTo>
                  <a:lnTo>
                    <a:pt x="0" y="29409"/>
                  </a:lnTo>
                  <a:lnTo>
                    <a:pt x="7973" y="40576"/>
                  </a:lnTo>
                  <a:lnTo>
                    <a:pt x="8950" y="39969"/>
                  </a:lnTo>
                  <a:lnTo>
                    <a:pt x="11510" y="38306"/>
                  </a:lnTo>
                  <a:lnTo>
                    <a:pt x="15180" y="35903"/>
                  </a:lnTo>
                  <a:lnTo>
                    <a:pt x="17266" y="34504"/>
                  </a:lnTo>
                  <a:lnTo>
                    <a:pt x="19457" y="33052"/>
                  </a:lnTo>
                  <a:lnTo>
                    <a:pt x="21648" y="31548"/>
                  </a:lnTo>
                  <a:lnTo>
                    <a:pt x="23813" y="30043"/>
                  </a:lnTo>
                  <a:lnTo>
                    <a:pt x="25872" y="28564"/>
                  </a:lnTo>
                  <a:lnTo>
                    <a:pt x="27773" y="27165"/>
                  </a:lnTo>
                  <a:lnTo>
                    <a:pt x="29436" y="25845"/>
                  </a:lnTo>
                  <a:lnTo>
                    <a:pt x="30149" y="25264"/>
                  </a:lnTo>
                  <a:lnTo>
                    <a:pt x="30809" y="24710"/>
                  </a:lnTo>
                  <a:lnTo>
                    <a:pt x="31363" y="24208"/>
                  </a:lnTo>
                  <a:lnTo>
                    <a:pt x="31812" y="23733"/>
                  </a:lnTo>
                  <a:lnTo>
                    <a:pt x="32181" y="23337"/>
                  </a:lnTo>
                  <a:lnTo>
                    <a:pt x="32419" y="22994"/>
                  </a:lnTo>
                  <a:lnTo>
                    <a:pt x="32604" y="22624"/>
                  </a:lnTo>
                  <a:lnTo>
                    <a:pt x="32762" y="22176"/>
                  </a:lnTo>
                  <a:lnTo>
                    <a:pt x="32921" y="21648"/>
                  </a:lnTo>
                  <a:lnTo>
                    <a:pt x="33053" y="21041"/>
                  </a:lnTo>
                  <a:lnTo>
                    <a:pt x="33158" y="20354"/>
                  </a:lnTo>
                  <a:lnTo>
                    <a:pt x="33264" y="19615"/>
                  </a:lnTo>
                  <a:lnTo>
                    <a:pt x="33343" y="18823"/>
                  </a:lnTo>
                  <a:lnTo>
                    <a:pt x="33396" y="17978"/>
                  </a:lnTo>
                  <a:lnTo>
                    <a:pt x="33528" y="16183"/>
                  </a:lnTo>
                  <a:lnTo>
                    <a:pt x="33581" y="14256"/>
                  </a:lnTo>
                  <a:lnTo>
                    <a:pt x="33607" y="12250"/>
                  </a:lnTo>
                  <a:lnTo>
                    <a:pt x="33607" y="10243"/>
                  </a:lnTo>
                  <a:lnTo>
                    <a:pt x="33581" y="8263"/>
                  </a:lnTo>
                  <a:lnTo>
                    <a:pt x="33554" y="6389"/>
                  </a:lnTo>
                  <a:lnTo>
                    <a:pt x="33422" y="3115"/>
                  </a:lnTo>
                  <a:lnTo>
                    <a:pt x="33343" y="845"/>
                  </a:lnTo>
                  <a:lnTo>
                    <a:pt x="33290"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22"/>
            <p:cNvSpPr/>
            <p:nvPr/>
          </p:nvSpPr>
          <p:spPr>
            <a:xfrm>
              <a:off x="2209886" y="2345559"/>
              <a:ext cx="511270" cy="511270"/>
            </a:xfrm>
            <a:custGeom>
              <a:rect b="b" l="l" r="r" t="t"/>
              <a:pathLst>
                <a:path extrusionOk="0" h="17187" w="17187">
                  <a:moveTo>
                    <a:pt x="8053" y="0"/>
                  </a:moveTo>
                  <a:lnTo>
                    <a:pt x="7630" y="53"/>
                  </a:lnTo>
                  <a:lnTo>
                    <a:pt x="7182" y="106"/>
                  </a:lnTo>
                  <a:lnTo>
                    <a:pt x="6759" y="185"/>
                  </a:lnTo>
                  <a:lnTo>
                    <a:pt x="6363" y="290"/>
                  </a:lnTo>
                  <a:lnTo>
                    <a:pt x="5941" y="422"/>
                  </a:lnTo>
                  <a:lnTo>
                    <a:pt x="5545" y="554"/>
                  </a:lnTo>
                  <a:lnTo>
                    <a:pt x="5149" y="713"/>
                  </a:lnTo>
                  <a:lnTo>
                    <a:pt x="4779" y="898"/>
                  </a:lnTo>
                  <a:lnTo>
                    <a:pt x="4410" y="1109"/>
                  </a:lnTo>
                  <a:lnTo>
                    <a:pt x="4040" y="1320"/>
                  </a:lnTo>
                  <a:lnTo>
                    <a:pt x="3697" y="1531"/>
                  </a:lnTo>
                  <a:lnTo>
                    <a:pt x="3380" y="1795"/>
                  </a:lnTo>
                  <a:lnTo>
                    <a:pt x="3063" y="2059"/>
                  </a:lnTo>
                  <a:lnTo>
                    <a:pt x="2746" y="2323"/>
                  </a:lnTo>
                  <a:lnTo>
                    <a:pt x="2456" y="2614"/>
                  </a:lnTo>
                  <a:lnTo>
                    <a:pt x="2166" y="2904"/>
                  </a:lnTo>
                  <a:lnTo>
                    <a:pt x="1902" y="3221"/>
                  </a:lnTo>
                  <a:lnTo>
                    <a:pt x="1638" y="3564"/>
                  </a:lnTo>
                  <a:lnTo>
                    <a:pt x="1426" y="3907"/>
                  </a:lnTo>
                  <a:lnTo>
                    <a:pt x="1189" y="4250"/>
                  </a:lnTo>
                  <a:lnTo>
                    <a:pt x="1004" y="4620"/>
                  </a:lnTo>
                  <a:lnTo>
                    <a:pt x="819" y="4990"/>
                  </a:lnTo>
                  <a:lnTo>
                    <a:pt x="634" y="5359"/>
                  </a:lnTo>
                  <a:lnTo>
                    <a:pt x="502" y="5755"/>
                  </a:lnTo>
                  <a:lnTo>
                    <a:pt x="370" y="6151"/>
                  </a:lnTo>
                  <a:lnTo>
                    <a:pt x="238" y="6574"/>
                  </a:lnTo>
                  <a:lnTo>
                    <a:pt x="159" y="6970"/>
                  </a:lnTo>
                  <a:lnTo>
                    <a:pt x="80" y="7392"/>
                  </a:lnTo>
                  <a:lnTo>
                    <a:pt x="27" y="7814"/>
                  </a:lnTo>
                  <a:lnTo>
                    <a:pt x="1" y="8263"/>
                  </a:lnTo>
                  <a:lnTo>
                    <a:pt x="1" y="8685"/>
                  </a:lnTo>
                  <a:lnTo>
                    <a:pt x="27" y="9134"/>
                  </a:lnTo>
                  <a:lnTo>
                    <a:pt x="54" y="9557"/>
                  </a:lnTo>
                  <a:lnTo>
                    <a:pt x="106" y="10005"/>
                  </a:lnTo>
                  <a:lnTo>
                    <a:pt x="212" y="10428"/>
                  </a:lnTo>
                  <a:lnTo>
                    <a:pt x="291" y="10850"/>
                  </a:lnTo>
                  <a:lnTo>
                    <a:pt x="423" y="11246"/>
                  </a:lnTo>
                  <a:lnTo>
                    <a:pt x="555" y="11642"/>
                  </a:lnTo>
                  <a:lnTo>
                    <a:pt x="740" y="12038"/>
                  </a:lnTo>
                  <a:lnTo>
                    <a:pt x="898" y="12408"/>
                  </a:lnTo>
                  <a:lnTo>
                    <a:pt x="1110" y="12777"/>
                  </a:lnTo>
                  <a:lnTo>
                    <a:pt x="1321" y="13147"/>
                  </a:lnTo>
                  <a:lnTo>
                    <a:pt x="1558" y="13490"/>
                  </a:lnTo>
                  <a:lnTo>
                    <a:pt x="1796" y="13807"/>
                  </a:lnTo>
                  <a:lnTo>
                    <a:pt x="2060" y="14150"/>
                  </a:lnTo>
                  <a:lnTo>
                    <a:pt x="2324" y="14441"/>
                  </a:lnTo>
                  <a:lnTo>
                    <a:pt x="2614" y="14757"/>
                  </a:lnTo>
                  <a:lnTo>
                    <a:pt x="2931" y="15021"/>
                  </a:lnTo>
                  <a:lnTo>
                    <a:pt x="3248" y="15285"/>
                  </a:lnTo>
                  <a:lnTo>
                    <a:pt x="3565" y="15549"/>
                  </a:lnTo>
                  <a:lnTo>
                    <a:pt x="3908" y="15787"/>
                  </a:lnTo>
                  <a:lnTo>
                    <a:pt x="4251" y="15998"/>
                  </a:lnTo>
                  <a:lnTo>
                    <a:pt x="4621" y="16209"/>
                  </a:lnTo>
                  <a:lnTo>
                    <a:pt x="4990" y="16394"/>
                  </a:lnTo>
                  <a:lnTo>
                    <a:pt x="5386" y="16553"/>
                  </a:lnTo>
                  <a:lnTo>
                    <a:pt x="5756" y="16711"/>
                  </a:lnTo>
                  <a:lnTo>
                    <a:pt x="6178" y="16843"/>
                  </a:lnTo>
                  <a:lnTo>
                    <a:pt x="6574" y="16949"/>
                  </a:lnTo>
                  <a:lnTo>
                    <a:pt x="6997" y="17028"/>
                  </a:lnTo>
                  <a:lnTo>
                    <a:pt x="7393" y="17107"/>
                  </a:lnTo>
                  <a:lnTo>
                    <a:pt x="7842" y="17160"/>
                  </a:lnTo>
                  <a:lnTo>
                    <a:pt x="8264" y="17186"/>
                  </a:lnTo>
                  <a:lnTo>
                    <a:pt x="8686" y="17186"/>
                  </a:lnTo>
                  <a:lnTo>
                    <a:pt x="9135" y="17160"/>
                  </a:lnTo>
                  <a:lnTo>
                    <a:pt x="9584" y="17133"/>
                  </a:lnTo>
                  <a:lnTo>
                    <a:pt x="10006" y="17081"/>
                  </a:lnTo>
                  <a:lnTo>
                    <a:pt x="10429" y="17001"/>
                  </a:lnTo>
                  <a:lnTo>
                    <a:pt x="10851" y="16896"/>
                  </a:lnTo>
                  <a:lnTo>
                    <a:pt x="11247" y="16764"/>
                  </a:lnTo>
                  <a:lnTo>
                    <a:pt x="11643" y="16632"/>
                  </a:lnTo>
                  <a:lnTo>
                    <a:pt x="12039" y="16473"/>
                  </a:lnTo>
                  <a:lnTo>
                    <a:pt x="12409" y="16289"/>
                  </a:lnTo>
                  <a:lnTo>
                    <a:pt x="12778" y="16077"/>
                  </a:lnTo>
                  <a:lnTo>
                    <a:pt x="13148" y="15866"/>
                  </a:lnTo>
                  <a:lnTo>
                    <a:pt x="13491" y="15655"/>
                  </a:lnTo>
                  <a:lnTo>
                    <a:pt x="13834" y="15391"/>
                  </a:lnTo>
                  <a:lnTo>
                    <a:pt x="14151" y="15127"/>
                  </a:lnTo>
                  <a:lnTo>
                    <a:pt x="14468" y="14863"/>
                  </a:lnTo>
                  <a:lnTo>
                    <a:pt x="14758" y="14573"/>
                  </a:lnTo>
                  <a:lnTo>
                    <a:pt x="15022" y="14256"/>
                  </a:lnTo>
                  <a:lnTo>
                    <a:pt x="15286" y="13939"/>
                  </a:lnTo>
                  <a:lnTo>
                    <a:pt x="15550" y="13622"/>
                  </a:lnTo>
                  <a:lnTo>
                    <a:pt x="15788" y="13279"/>
                  </a:lnTo>
                  <a:lnTo>
                    <a:pt x="15999" y="12936"/>
                  </a:lnTo>
                  <a:lnTo>
                    <a:pt x="16210" y="12566"/>
                  </a:lnTo>
                  <a:lnTo>
                    <a:pt x="16395" y="12197"/>
                  </a:lnTo>
                  <a:lnTo>
                    <a:pt x="16553" y="11827"/>
                  </a:lnTo>
                  <a:lnTo>
                    <a:pt x="16712" y="11431"/>
                  </a:lnTo>
                  <a:lnTo>
                    <a:pt x="16844" y="11035"/>
                  </a:lnTo>
                  <a:lnTo>
                    <a:pt x="16949" y="10613"/>
                  </a:lnTo>
                  <a:lnTo>
                    <a:pt x="17029" y="10217"/>
                  </a:lnTo>
                  <a:lnTo>
                    <a:pt x="17108" y="9794"/>
                  </a:lnTo>
                  <a:lnTo>
                    <a:pt x="17161" y="9372"/>
                  </a:lnTo>
                  <a:lnTo>
                    <a:pt x="17187" y="8923"/>
                  </a:lnTo>
                  <a:lnTo>
                    <a:pt x="17187" y="8501"/>
                  </a:lnTo>
                  <a:lnTo>
                    <a:pt x="17187" y="8052"/>
                  </a:lnTo>
                  <a:lnTo>
                    <a:pt x="8607" y="8580"/>
                  </a:lnTo>
                  <a:lnTo>
                    <a:pt x="11485" y="502"/>
                  </a:lnTo>
                  <a:lnTo>
                    <a:pt x="11089" y="370"/>
                  </a:lnTo>
                  <a:lnTo>
                    <a:pt x="10666" y="238"/>
                  </a:lnTo>
                  <a:lnTo>
                    <a:pt x="10244" y="158"/>
                  </a:lnTo>
                  <a:lnTo>
                    <a:pt x="9795" y="79"/>
                  </a:lnTo>
                  <a:lnTo>
                    <a:pt x="9373" y="26"/>
                  </a:lnTo>
                  <a:lnTo>
                    <a:pt x="8924"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22"/>
            <p:cNvSpPr/>
            <p:nvPr/>
          </p:nvSpPr>
          <p:spPr>
            <a:xfrm>
              <a:off x="2775320" y="3208615"/>
              <a:ext cx="552887" cy="453917"/>
            </a:xfrm>
            <a:custGeom>
              <a:rect b="b" l="l" r="r" t="t"/>
              <a:pathLst>
                <a:path extrusionOk="0" h="15259" w="18586">
                  <a:moveTo>
                    <a:pt x="8660" y="0"/>
                  </a:moveTo>
                  <a:lnTo>
                    <a:pt x="1" y="8210"/>
                  </a:lnTo>
                  <a:lnTo>
                    <a:pt x="5941" y="15259"/>
                  </a:lnTo>
                  <a:lnTo>
                    <a:pt x="18586" y="2614"/>
                  </a:lnTo>
                  <a:lnTo>
                    <a:pt x="18428" y="2508"/>
                  </a:lnTo>
                  <a:lnTo>
                    <a:pt x="18243" y="2376"/>
                  </a:lnTo>
                  <a:lnTo>
                    <a:pt x="18005" y="2218"/>
                  </a:lnTo>
                  <a:lnTo>
                    <a:pt x="17715" y="2033"/>
                  </a:lnTo>
                  <a:lnTo>
                    <a:pt x="17345" y="1874"/>
                  </a:lnTo>
                  <a:lnTo>
                    <a:pt x="16923" y="1690"/>
                  </a:lnTo>
                  <a:lnTo>
                    <a:pt x="16448" y="1558"/>
                  </a:lnTo>
                  <a:lnTo>
                    <a:pt x="15920" y="1452"/>
                  </a:lnTo>
                  <a:lnTo>
                    <a:pt x="15365" y="1399"/>
                  </a:lnTo>
                  <a:lnTo>
                    <a:pt x="15048" y="1399"/>
                  </a:lnTo>
                  <a:lnTo>
                    <a:pt x="14758" y="1426"/>
                  </a:lnTo>
                  <a:lnTo>
                    <a:pt x="14415" y="1452"/>
                  </a:lnTo>
                  <a:lnTo>
                    <a:pt x="14098" y="1505"/>
                  </a:lnTo>
                  <a:lnTo>
                    <a:pt x="13755" y="1584"/>
                  </a:lnTo>
                  <a:lnTo>
                    <a:pt x="13412" y="1690"/>
                  </a:lnTo>
                  <a:lnTo>
                    <a:pt x="13042" y="1822"/>
                  </a:lnTo>
                  <a:lnTo>
                    <a:pt x="12672" y="1980"/>
                  </a:lnTo>
                  <a:lnTo>
                    <a:pt x="12303" y="2165"/>
                  </a:lnTo>
                  <a:lnTo>
                    <a:pt x="11933" y="2376"/>
                  </a:lnTo>
                  <a:lnTo>
                    <a:pt x="11537" y="2614"/>
                  </a:lnTo>
                  <a:lnTo>
                    <a:pt x="11141" y="2904"/>
                  </a:lnTo>
                  <a:lnTo>
                    <a:pt x="866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22"/>
            <p:cNvSpPr/>
            <p:nvPr/>
          </p:nvSpPr>
          <p:spPr>
            <a:xfrm>
              <a:off x="3142072" y="3241575"/>
              <a:ext cx="27516" cy="83293"/>
            </a:xfrm>
            <a:custGeom>
              <a:rect b="b" l="l" r="r" t="t"/>
              <a:pathLst>
                <a:path extrusionOk="0" h="2800" w="925">
                  <a:moveTo>
                    <a:pt x="871" y="1"/>
                  </a:moveTo>
                  <a:lnTo>
                    <a:pt x="845" y="27"/>
                  </a:lnTo>
                  <a:lnTo>
                    <a:pt x="607" y="687"/>
                  </a:lnTo>
                  <a:lnTo>
                    <a:pt x="370" y="1374"/>
                  </a:lnTo>
                  <a:lnTo>
                    <a:pt x="159" y="2060"/>
                  </a:lnTo>
                  <a:lnTo>
                    <a:pt x="0" y="2746"/>
                  </a:lnTo>
                  <a:lnTo>
                    <a:pt x="0" y="2773"/>
                  </a:lnTo>
                  <a:lnTo>
                    <a:pt x="27" y="2799"/>
                  </a:lnTo>
                  <a:lnTo>
                    <a:pt x="53" y="2799"/>
                  </a:lnTo>
                  <a:lnTo>
                    <a:pt x="79" y="2773"/>
                  </a:lnTo>
                  <a:lnTo>
                    <a:pt x="238" y="2060"/>
                  </a:lnTo>
                  <a:lnTo>
                    <a:pt x="449" y="1374"/>
                  </a:lnTo>
                  <a:lnTo>
                    <a:pt x="687" y="714"/>
                  </a:lnTo>
                  <a:lnTo>
                    <a:pt x="924" y="27"/>
                  </a:lnTo>
                  <a:lnTo>
                    <a:pt x="92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22"/>
            <p:cNvSpPr/>
            <p:nvPr/>
          </p:nvSpPr>
          <p:spPr>
            <a:xfrm>
              <a:off x="3115359" y="3258085"/>
              <a:ext cx="22013" cy="77760"/>
            </a:xfrm>
            <a:custGeom>
              <a:rect b="b" l="l" r="r" t="t"/>
              <a:pathLst>
                <a:path extrusionOk="0" h="2614" w="740">
                  <a:moveTo>
                    <a:pt x="661" y="0"/>
                  </a:moveTo>
                  <a:lnTo>
                    <a:pt x="661" y="27"/>
                  </a:lnTo>
                  <a:lnTo>
                    <a:pt x="1" y="2587"/>
                  </a:lnTo>
                  <a:lnTo>
                    <a:pt x="1" y="2614"/>
                  </a:lnTo>
                  <a:lnTo>
                    <a:pt x="53" y="2614"/>
                  </a:lnTo>
                  <a:lnTo>
                    <a:pt x="80" y="2587"/>
                  </a:lnTo>
                  <a:lnTo>
                    <a:pt x="740" y="27"/>
                  </a:lnTo>
                  <a:lnTo>
                    <a:pt x="713"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22"/>
            <p:cNvSpPr/>
            <p:nvPr/>
          </p:nvSpPr>
          <p:spPr>
            <a:xfrm>
              <a:off x="1028003" y="4608014"/>
              <a:ext cx="78563" cy="39296"/>
            </a:xfrm>
            <a:custGeom>
              <a:rect b="b" l="l" r="r" t="t"/>
              <a:pathLst>
                <a:path extrusionOk="0" h="1321" w="2641">
                  <a:moveTo>
                    <a:pt x="0" y="1"/>
                  </a:moveTo>
                  <a:lnTo>
                    <a:pt x="0" y="27"/>
                  </a:lnTo>
                  <a:lnTo>
                    <a:pt x="0" y="54"/>
                  </a:lnTo>
                  <a:lnTo>
                    <a:pt x="27" y="80"/>
                  </a:lnTo>
                  <a:lnTo>
                    <a:pt x="660" y="344"/>
                  </a:lnTo>
                  <a:lnTo>
                    <a:pt x="1320" y="661"/>
                  </a:lnTo>
                  <a:lnTo>
                    <a:pt x="1954" y="978"/>
                  </a:lnTo>
                  <a:lnTo>
                    <a:pt x="2587" y="1321"/>
                  </a:lnTo>
                  <a:lnTo>
                    <a:pt x="2614" y="1321"/>
                  </a:lnTo>
                  <a:lnTo>
                    <a:pt x="2640" y="1294"/>
                  </a:lnTo>
                  <a:lnTo>
                    <a:pt x="2640" y="1268"/>
                  </a:lnTo>
                  <a:lnTo>
                    <a:pt x="2614" y="1242"/>
                  </a:lnTo>
                  <a:lnTo>
                    <a:pt x="1980" y="898"/>
                  </a:lnTo>
                  <a:lnTo>
                    <a:pt x="1347" y="582"/>
                  </a:lnTo>
                  <a:lnTo>
                    <a:pt x="687" y="291"/>
                  </a:lnTo>
                  <a:lnTo>
                    <a:pt x="27"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22"/>
            <p:cNvSpPr/>
            <p:nvPr/>
          </p:nvSpPr>
          <p:spPr>
            <a:xfrm>
              <a:off x="1020150" y="4580527"/>
              <a:ext cx="74636" cy="32246"/>
            </a:xfrm>
            <a:custGeom>
              <a:rect b="b" l="l" r="r" t="t"/>
              <a:pathLst>
                <a:path extrusionOk="0" h="1084" w="2509">
                  <a:moveTo>
                    <a:pt x="0" y="1"/>
                  </a:moveTo>
                  <a:lnTo>
                    <a:pt x="0" y="27"/>
                  </a:lnTo>
                  <a:lnTo>
                    <a:pt x="0" y="54"/>
                  </a:lnTo>
                  <a:lnTo>
                    <a:pt x="27" y="80"/>
                  </a:lnTo>
                  <a:lnTo>
                    <a:pt x="2455" y="1083"/>
                  </a:lnTo>
                  <a:lnTo>
                    <a:pt x="2482" y="1083"/>
                  </a:lnTo>
                  <a:lnTo>
                    <a:pt x="2508" y="1057"/>
                  </a:lnTo>
                  <a:lnTo>
                    <a:pt x="2508" y="1030"/>
                  </a:lnTo>
                  <a:lnTo>
                    <a:pt x="2482" y="1004"/>
                  </a:lnTo>
                  <a:lnTo>
                    <a:pt x="27"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22"/>
            <p:cNvSpPr/>
            <p:nvPr/>
          </p:nvSpPr>
          <p:spPr>
            <a:xfrm>
              <a:off x="1664116" y="2186113"/>
              <a:ext cx="202640" cy="245060"/>
            </a:xfrm>
            <a:custGeom>
              <a:rect b="b" l="l" r="r" t="t"/>
              <a:pathLst>
                <a:path extrusionOk="0" h="8238" w="6812">
                  <a:moveTo>
                    <a:pt x="818" y="1"/>
                  </a:moveTo>
                  <a:lnTo>
                    <a:pt x="0" y="7551"/>
                  </a:lnTo>
                  <a:lnTo>
                    <a:pt x="6257" y="8238"/>
                  </a:lnTo>
                  <a:lnTo>
                    <a:pt x="6811" y="3063"/>
                  </a:lnTo>
                  <a:lnTo>
                    <a:pt x="818"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22"/>
            <p:cNvSpPr/>
            <p:nvPr/>
          </p:nvSpPr>
          <p:spPr>
            <a:xfrm>
              <a:off x="1679019" y="1891646"/>
              <a:ext cx="327520" cy="437437"/>
            </a:xfrm>
            <a:custGeom>
              <a:rect b="b" l="l" r="r" t="t"/>
              <a:pathLst>
                <a:path extrusionOk="0" h="14705" w="11010">
                  <a:moveTo>
                    <a:pt x="4990" y="0"/>
                  </a:moveTo>
                  <a:lnTo>
                    <a:pt x="4409" y="27"/>
                  </a:lnTo>
                  <a:lnTo>
                    <a:pt x="3829" y="106"/>
                  </a:lnTo>
                  <a:lnTo>
                    <a:pt x="3327" y="211"/>
                  </a:lnTo>
                  <a:lnTo>
                    <a:pt x="2825" y="370"/>
                  </a:lnTo>
                  <a:lnTo>
                    <a:pt x="2350" y="581"/>
                  </a:lnTo>
                  <a:lnTo>
                    <a:pt x="1928" y="792"/>
                  </a:lnTo>
                  <a:lnTo>
                    <a:pt x="1558" y="1056"/>
                  </a:lnTo>
                  <a:lnTo>
                    <a:pt x="1189" y="1373"/>
                  </a:lnTo>
                  <a:lnTo>
                    <a:pt x="898" y="1716"/>
                  </a:lnTo>
                  <a:lnTo>
                    <a:pt x="634" y="2112"/>
                  </a:lnTo>
                  <a:lnTo>
                    <a:pt x="397" y="2508"/>
                  </a:lnTo>
                  <a:lnTo>
                    <a:pt x="238" y="2983"/>
                  </a:lnTo>
                  <a:lnTo>
                    <a:pt x="106" y="3485"/>
                  </a:lnTo>
                  <a:lnTo>
                    <a:pt x="27" y="4013"/>
                  </a:lnTo>
                  <a:lnTo>
                    <a:pt x="1" y="4567"/>
                  </a:lnTo>
                  <a:lnTo>
                    <a:pt x="53" y="7603"/>
                  </a:lnTo>
                  <a:lnTo>
                    <a:pt x="27" y="7867"/>
                  </a:lnTo>
                  <a:lnTo>
                    <a:pt x="1" y="8184"/>
                  </a:lnTo>
                  <a:lnTo>
                    <a:pt x="1" y="8606"/>
                  </a:lnTo>
                  <a:lnTo>
                    <a:pt x="27" y="9108"/>
                  </a:lnTo>
                  <a:lnTo>
                    <a:pt x="106" y="9662"/>
                  </a:lnTo>
                  <a:lnTo>
                    <a:pt x="265" y="10270"/>
                  </a:lnTo>
                  <a:lnTo>
                    <a:pt x="344" y="10586"/>
                  </a:lnTo>
                  <a:lnTo>
                    <a:pt x="476" y="10903"/>
                  </a:lnTo>
                  <a:lnTo>
                    <a:pt x="608" y="11220"/>
                  </a:lnTo>
                  <a:lnTo>
                    <a:pt x="766" y="11537"/>
                  </a:lnTo>
                  <a:lnTo>
                    <a:pt x="951" y="11854"/>
                  </a:lnTo>
                  <a:lnTo>
                    <a:pt x="1162" y="12170"/>
                  </a:lnTo>
                  <a:lnTo>
                    <a:pt x="1400" y="12487"/>
                  </a:lnTo>
                  <a:lnTo>
                    <a:pt x="1664" y="12778"/>
                  </a:lnTo>
                  <a:lnTo>
                    <a:pt x="1954" y="13068"/>
                  </a:lnTo>
                  <a:lnTo>
                    <a:pt x="2297" y="13332"/>
                  </a:lnTo>
                  <a:lnTo>
                    <a:pt x="2667" y="13570"/>
                  </a:lnTo>
                  <a:lnTo>
                    <a:pt x="3063" y="13807"/>
                  </a:lnTo>
                  <a:lnTo>
                    <a:pt x="3512" y="14018"/>
                  </a:lnTo>
                  <a:lnTo>
                    <a:pt x="3987" y="14230"/>
                  </a:lnTo>
                  <a:lnTo>
                    <a:pt x="4515" y="14388"/>
                  </a:lnTo>
                  <a:lnTo>
                    <a:pt x="5096" y="14520"/>
                  </a:lnTo>
                  <a:lnTo>
                    <a:pt x="5703" y="14625"/>
                  </a:lnTo>
                  <a:lnTo>
                    <a:pt x="6363" y="14705"/>
                  </a:lnTo>
                  <a:lnTo>
                    <a:pt x="6521" y="14705"/>
                  </a:lnTo>
                  <a:lnTo>
                    <a:pt x="6970" y="14625"/>
                  </a:lnTo>
                  <a:lnTo>
                    <a:pt x="7261" y="14546"/>
                  </a:lnTo>
                  <a:lnTo>
                    <a:pt x="7604" y="14441"/>
                  </a:lnTo>
                  <a:lnTo>
                    <a:pt x="7973" y="14282"/>
                  </a:lnTo>
                  <a:lnTo>
                    <a:pt x="8343" y="14098"/>
                  </a:lnTo>
                  <a:lnTo>
                    <a:pt x="8739" y="13860"/>
                  </a:lnTo>
                  <a:lnTo>
                    <a:pt x="9109" y="13570"/>
                  </a:lnTo>
                  <a:lnTo>
                    <a:pt x="9478" y="13200"/>
                  </a:lnTo>
                  <a:lnTo>
                    <a:pt x="9663" y="13015"/>
                  </a:lnTo>
                  <a:lnTo>
                    <a:pt x="9821" y="12778"/>
                  </a:lnTo>
                  <a:lnTo>
                    <a:pt x="9980" y="12540"/>
                  </a:lnTo>
                  <a:lnTo>
                    <a:pt x="10112" y="12302"/>
                  </a:lnTo>
                  <a:lnTo>
                    <a:pt x="10244" y="12012"/>
                  </a:lnTo>
                  <a:lnTo>
                    <a:pt x="10376" y="11722"/>
                  </a:lnTo>
                  <a:lnTo>
                    <a:pt x="10481" y="11405"/>
                  </a:lnTo>
                  <a:lnTo>
                    <a:pt x="10561" y="11062"/>
                  </a:lnTo>
                  <a:lnTo>
                    <a:pt x="10640" y="10718"/>
                  </a:lnTo>
                  <a:lnTo>
                    <a:pt x="10693" y="10322"/>
                  </a:lnTo>
                  <a:lnTo>
                    <a:pt x="10798" y="9214"/>
                  </a:lnTo>
                  <a:lnTo>
                    <a:pt x="10904" y="7973"/>
                  </a:lnTo>
                  <a:lnTo>
                    <a:pt x="10983" y="6468"/>
                  </a:lnTo>
                  <a:lnTo>
                    <a:pt x="11009" y="4647"/>
                  </a:lnTo>
                  <a:lnTo>
                    <a:pt x="10983" y="4119"/>
                  </a:lnTo>
                  <a:lnTo>
                    <a:pt x="10930" y="3617"/>
                  </a:lnTo>
                  <a:lnTo>
                    <a:pt x="10825" y="3168"/>
                  </a:lnTo>
                  <a:lnTo>
                    <a:pt x="10666" y="2719"/>
                  </a:lnTo>
                  <a:lnTo>
                    <a:pt x="10455" y="2323"/>
                  </a:lnTo>
                  <a:lnTo>
                    <a:pt x="10217" y="1980"/>
                  </a:lnTo>
                  <a:lnTo>
                    <a:pt x="9927" y="1637"/>
                  </a:lnTo>
                  <a:lnTo>
                    <a:pt x="9610" y="1347"/>
                  </a:lnTo>
                  <a:lnTo>
                    <a:pt x="9267" y="1083"/>
                  </a:lnTo>
                  <a:lnTo>
                    <a:pt x="8871" y="845"/>
                  </a:lnTo>
                  <a:lnTo>
                    <a:pt x="8449" y="634"/>
                  </a:lnTo>
                  <a:lnTo>
                    <a:pt x="8000" y="449"/>
                  </a:lnTo>
                  <a:lnTo>
                    <a:pt x="7525" y="291"/>
                  </a:lnTo>
                  <a:lnTo>
                    <a:pt x="6997" y="185"/>
                  </a:lnTo>
                  <a:lnTo>
                    <a:pt x="6469" y="79"/>
                  </a:lnTo>
                  <a:lnTo>
                    <a:pt x="5888" y="27"/>
                  </a:lnTo>
                  <a:lnTo>
                    <a:pt x="5597" y="0"/>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22"/>
            <p:cNvSpPr/>
            <p:nvPr/>
          </p:nvSpPr>
          <p:spPr>
            <a:xfrm>
              <a:off x="1679019" y="1891646"/>
              <a:ext cx="327520" cy="437437"/>
            </a:xfrm>
            <a:custGeom>
              <a:rect b="b" l="l" r="r" t="t"/>
              <a:pathLst>
                <a:path extrusionOk="0" fill="none" h="14705" w="11010">
                  <a:moveTo>
                    <a:pt x="6363" y="14705"/>
                  </a:moveTo>
                  <a:lnTo>
                    <a:pt x="6363" y="14705"/>
                  </a:lnTo>
                  <a:lnTo>
                    <a:pt x="6521" y="14705"/>
                  </a:lnTo>
                  <a:lnTo>
                    <a:pt x="6970" y="14625"/>
                  </a:lnTo>
                  <a:lnTo>
                    <a:pt x="7261" y="14546"/>
                  </a:lnTo>
                  <a:lnTo>
                    <a:pt x="7604" y="14441"/>
                  </a:lnTo>
                  <a:lnTo>
                    <a:pt x="7973" y="14282"/>
                  </a:lnTo>
                  <a:lnTo>
                    <a:pt x="8343" y="14098"/>
                  </a:lnTo>
                  <a:lnTo>
                    <a:pt x="8739" y="13860"/>
                  </a:lnTo>
                  <a:lnTo>
                    <a:pt x="9109" y="13570"/>
                  </a:lnTo>
                  <a:lnTo>
                    <a:pt x="9478" y="13200"/>
                  </a:lnTo>
                  <a:lnTo>
                    <a:pt x="9663" y="13015"/>
                  </a:lnTo>
                  <a:lnTo>
                    <a:pt x="9821" y="12778"/>
                  </a:lnTo>
                  <a:lnTo>
                    <a:pt x="9980" y="12540"/>
                  </a:lnTo>
                  <a:lnTo>
                    <a:pt x="10112" y="12302"/>
                  </a:lnTo>
                  <a:lnTo>
                    <a:pt x="10244" y="12012"/>
                  </a:lnTo>
                  <a:lnTo>
                    <a:pt x="10376" y="11722"/>
                  </a:lnTo>
                  <a:lnTo>
                    <a:pt x="10481" y="11405"/>
                  </a:lnTo>
                  <a:lnTo>
                    <a:pt x="10561" y="11062"/>
                  </a:lnTo>
                  <a:lnTo>
                    <a:pt x="10640" y="10718"/>
                  </a:lnTo>
                  <a:lnTo>
                    <a:pt x="10693" y="10322"/>
                  </a:lnTo>
                  <a:lnTo>
                    <a:pt x="10693" y="10322"/>
                  </a:lnTo>
                  <a:lnTo>
                    <a:pt x="10798" y="9214"/>
                  </a:lnTo>
                  <a:lnTo>
                    <a:pt x="10904" y="7973"/>
                  </a:lnTo>
                  <a:lnTo>
                    <a:pt x="10983" y="6468"/>
                  </a:lnTo>
                  <a:lnTo>
                    <a:pt x="11009" y="4647"/>
                  </a:lnTo>
                  <a:lnTo>
                    <a:pt x="11009" y="4647"/>
                  </a:lnTo>
                  <a:lnTo>
                    <a:pt x="10983" y="4119"/>
                  </a:lnTo>
                  <a:lnTo>
                    <a:pt x="10930" y="3617"/>
                  </a:lnTo>
                  <a:lnTo>
                    <a:pt x="10825" y="3168"/>
                  </a:lnTo>
                  <a:lnTo>
                    <a:pt x="10666" y="2719"/>
                  </a:lnTo>
                  <a:lnTo>
                    <a:pt x="10455" y="2323"/>
                  </a:lnTo>
                  <a:lnTo>
                    <a:pt x="10217" y="1980"/>
                  </a:lnTo>
                  <a:lnTo>
                    <a:pt x="9927" y="1637"/>
                  </a:lnTo>
                  <a:lnTo>
                    <a:pt x="9610" y="1347"/>
                  </a:lnTo>
                  <a:lnTo>
                    <a:pt x="9267" y="1083"/>
                  </a:lnTo>
                  <a:lnTo>
                    <a:pt x="8871" y="845"/>
                  </a:lnTo>
                  <a:lnTo>
                    <a:pt x="8449" y="634"/>
                  </a:lnTo>
                  <a:lnTo>
                    <a:pt x="8000" y="449"/>
                  </a:lnTo>
                  <a:lnTo>
                    <a:pt x="7525" y="291"/>
                  </a:lnTo>
                  <a:lnTo>
                    <a:pt x="6997" y="185"/>
                  </a:lnTo>
                  <a:lnTo>
                    <a:pt x="6469" y="79"/>
                  </a:lnTo>
                  <a:lnTo>
                    <a:pt x="5888" y="27"/>
                  </a:lnTo>
                  <a:lnTo>
                    <a:pt x="5597" y="0"/>
                  </a:lnTo>
                  <a:lnTo>
                    <a:pt x="5597" y="0"/>
                  </a:lnTo>
                  <a:lnTo>
                    <a:pt x="4990" y="0"/>
                  </a:lnTo>
                  <a:lnTo>
                    <a:pt x="4409" y="27"/>
                  </a:lnTo>
                  <a:lnTo>
                    <a:pt x="3829" y="106"/>
                  </a:lnTo>
                  <a:lnTo>
                    <a:pt x="3327" y="211"/>
                  </a:lnTo>
                  <a:lnTo>
                    <a:pt x="2825" y="370"/>
                  </a:lnTo>
                  <a:lnTo>
                    <a:pt x="2350" y="581"/>
                  </a:lnTo>
                  <a:lnTo>
                    <a:pt x="1928" y="792"/>
                  </a:lnTo>
                  <a:lnTo>
                    <a:pt x="1558" y="1056"/>
                  </a:lnTo>
                  <a:lnTo>
                    <a:pt x="1189" y="1373"/>
                  </a:lnTo>
                  <a:lnTo>
                    <a:pt x="898" y="1716"/>
                  </a:lnTo>
                  <a:lnTo>
                    <a:pt x="634" y="2112"/>
                  </a:lnTo>
                  <a:lnTo>
                    <a:pt x="397" y="2508"/>
                  </a:lnTo>
                  <a:lnTo>
                    <a:pt x="238" y="2983"/>
                  </a:lnTo>
                  <a:lnTo>
                    <a:pt x="106" y="3485"/>
                  </a:lnTo>
                  <a:lnTo>
                    <a:pt x="27" y="4013"/>
                  </a:lnTo>
                  <a:lnTo>
                    <a:pt x="1" y="4567"/>
                  </a:lnTo>
                  <a:lnTo>
                    <a:pt x="53" y="7603"/>
                  </a:lnTo>
                  <a:lnTo>
                    <a:pt x="53" y="7603"/>
                  </a:lnTo>
                  <a:lnTo>
                    <a:pt x="27" y="7867"/>
                  </a:lnTo>
                  <a:lnTo>
                    <a:pt x="1" y="8184"/>
                  </a:lnTo>
                  <a:lnTo>
                    <a:pt x="1" y="8606"/>
                  </a:lnTo>
                  <a:lnTo>
                    <a:pt x="27" y="9108"/>
                  </a:lnTo>
                  <a:lnTo>
                    <a:pt x="106" y="9662"/>
                  </a:lnTo>
                  <a:lnTo>
                    <a:pt x="265" y="10270"/>
                  </a:lnTo>
                  <a:lnTo>
                    <a:pt x="344" y="10586"/>
                  </a:lnTo>
                  <a:lnTo>
                    <a:pt x="476" y="10903"/>
                  </a:lnTo>
                  <a:lnTo>
                    <a:pt x="608" y="11220"/>
                  </a:lnTo>
                  <a:lnTo>
                    <a:pt x="766" y="11537"/>
                  </a:lnTo>
                  <a:lnTo>
                    <a:pt x="951" y="11854"/>
                  </a:lnTo>
                  <a:lnTo>
                    <a:pt x="1162" y="12170"/>
                  </a:lnTo>
                  <a:lnTo>
                    <a:pt x="1400" y="12487"/>
                  </a:lnTo>
                  <a:lnTo>
                    <a:pt x="1664" y="12778"/>
                  </a:lnTo>
                  <a:lnTo>
                    <a:pt x="1954" y="13068"/>
                  </a:lnTo>
                  <a:lnTo>
                    <a:pt x="2297" y="13332"/>
                  </a:lnTo>
                  <a:lnTo>
                    <a:pt x="2667" y="13570"/>
                  </a:lnTo>
                  <a:lnTo>
                    <a:pt x="3063" y="13807"/>
                  </a:lnTo>
                  <a:lnTo>
                    <a:pt x="3512" y="14018"/>
                  </a:lnTo>
                  <a:lnTo>
                    <a:pt x="3987" y="14230"/>
                  </a:lnTo>
                  <a:lnTo>
                    <a:pt x="4515" y="14388"/>
                  </a:lnTo>
                  <a:lnTo>
                    <a:pt x="5096" y="14520"/>
                  </a:lnTo>
                  <a:lnTo>
                    <a:pt x="5703" y="14625"/>
                  </a:lnTo>
                  <a:lnTo>
                    <a:pt x="6363" y="14705"/>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22"/>
            <p:cNvSpPr/>
            <p:nvPr/>
          </p:nvSpPr>
          <p:spPr>
            <a:xfrm>
              <a:off x="1943679" y="2107611"/>
              <a:ext cx="27516" cy="25940"/>
            </a:xfrm>
            <a:custGeom>
              <a:rect b="b" l="l" r="r" t="t"/>
              <a:pathLst>
                <a:path extrusionOk="0" h="872" w="925">
                  <a:moveTo>
                    <a:pt x="476" y="0"/>
                  </a:moveTo>
                  <a:lnTo>
                    <a:pt x="396" y="26"/>
                  </a:lnTo>
                  <a:lnTo>
                    <a:pt x="317" y="26"/>
                  </a:lnTo>
                  <a:lnTo>
                    <a:pt x="238" y="79"/>
                  </a:lnTo>
                  <a:lnTo>
                    <a:pt x="159" y="132"/>
                  </a:lnTo>
                  <a:lnTo>
                    <a:pt x="106" y="185"/>
                  </a:lnTo>
                  <a:lnTo>
                    <a:pt x="53" y="264"/>
                  </a:lnTo>
                  <a:lnTo>
                    <a:pt x="27" y="343"/>
                  </a:lnTo>
                  <a:lnTo>
                    <a:pt x="0" y="422"/>
                  </a:lnTo>
                  <a:lnTo>
                    <a:pt x="0" y="502"/>
                  </a:lnTo>
                  <a:lnTo>
                    <a:pt x="27" y="581"/>
                  </a:lnTo>
                  <a:lnTo>
                    <a:pt x="80" y="660"/>
                  </a:lnTo>
                  <a:lnTo>
                    <a:pt x="132" y="739"/>
                  </a:lnTo>
                  <a:lnTo>
                    <a:pt x="185" y="792"/>
                  </a:lnTo>
                  <a:lnTo>
                    <a:pt x="264" y="818"/>
                  </a:lnTo>
                  <a:lnTo>
                    <a:pt x="344" y="845"/>
                  </a:lnTo>
                  <a:lnTo>
                    <a:pt x="449" y="871"/>
                  </a:lnTo>
                  <a:lnTo>
                    <a:pt x="528" y="871"/>
                  </a:lnTo>
                  <a:lnTo>
                    <a:pt x="608" y="845"/>
                  </a:lnTo>
                  <a:lnTo>
                    <a:pt x="687" y="792"/>
                  </a:lnTo>
                  <a:lnTo>
                    <a:pt x="766" y="766"/>
                  </a:lnTo>
                  <a:lnTo>
                    <a:pt x="819" y="686"/>
                  </a:lnTo>
                  <a:lnTo>
                    <a:pt x="872" y="634"/>
                  </a:lnTo>
                  <a:lnTo>
                    <a:pt x="898" y="554"/>
                  </a:lnTo>
                  <a:lnTo>
                    <a:pt x="924" y="449"/>
                  </a:lnTo>
                  <a:lnTo>
                    <a:pt x="924" y="370"/>
                  </a:lnTo>
                  <a:lnTo>
                    <a:pt x="898" y="290"/>
                  </a:lnTo>
                  <a:lnTo>
                    <a:pt x="845" y="211"/>
                  </a:lnTo>
                  <a:lnTo>
                    <a:pt x="792" y="158"/>
                  </a:lnTo>
                  <a:lnTo>
                    <a:pt x="740" y="106"/>
                  </a:lnTo>
                  <a:lnTo>
                    <a:pt x="660" y="53"/>
                  </a:lnTo>
                  <a:lnTo>
                    <a:pt x="581" y="26"/>
                  </a:lnTo>
                  <a:lnTo>
                    <a:pt x="476"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22"/>
            <p:cNvSpPr/>
            <p:nvPr/>
          </p:nvSpPr>
          <p:spPr>
            <a:xfrm>
              <a:off x="1818801" y="2102881"/>
              <a:ext cx="26743" cy="25940"/>
            </a:xfrm>
            <a:custGeom>
              <a:rect b="b" l="l" r="r" t="t"/>
              <a:pathLst>
                <a:path extrusionOk="0" h="872" w="899">
                  <a:moveTo>
                    <a:pt x="370" y="1"/>
                  </a:moveTo>
                  <a:lnTo>
                    <a:pt x="291" y="27"/>
                  </a:lnTo>
                  <a:lnTo>
                    <a:pt x="212" y="53"/>
                  </a:lnTo>
                  <a:lnTo>
                    <a:pt x="133" y="106"/>
                  </a:lnTo>
                  <a:lnTo>
                    <a:pt x="80" y="185"/>
                  </a:lnTo>
                  <a:lnTo>
                    <a:pt x="27" y="238"/>
                  </a:lnTo>
                  <a:lnTo>
                    <a:pt x="1" y="317"/>
                  </a:lnTo>
                  <a:lnTo>
                    <a:pt x="1" y="423"/>
                  </a:lnTo>
                  <a:lnTo>
                    <a:pt x="1" y="502"/>
                  </a:lnTo>
                  <a:lnTo>
                    <a:pt x="27" y="581"/>
                  </a:lnTo>
                  <a:lnTo>
                    <a:pt x="54" y="661"/>
                  </a:lnTo>
                  <a:lnTo>
                    <a:pt x="106" y="713"/>
                  </a:lnTo>
                  <a:lnTo>
                    <a:pt x="186" y="766"/>
                  </a:lnTo>
                  <a:lnTo>
                    <a:pt x="238" y="819"/>
                  </a:lnTo>
                  <a:lnTo>
                    <a:pt x="344" y="845"/>
                  </a:lnTo>
                  <a:lnTo>
                    <a:pt x="423" y="872"/>
                  </a:lnTo>
                  <a:lnTo>
                    <a:pt x="529" y="845"/>
                  </a:lnTo>
                  <a:lnTo>
                    <a:pt x="608" y="819"/>
                  </a:lnTo>
                  <a:lnTo>
                    <a:pt x="687" y="793"/>
                  </a:lnTo>
                  <a:lnTo>
                    <a:pt x="766" y="740"/>
                  </a:lnTo>
                  <a:lnTo>
                    <a:pt x="819" y="687"/>
                  </a:lnTo>
                  <a:lnTo>
                    <a:pt x="872" y="608"/>
                  </a:lnTo>
                  <a:lnTo>
                    <a:pt x="898" y="529"/>
                  </a:lnTo>
                  <a:lnTo>
                    <a:pt x="898" y="449"/>
                  </a:lnTo>
                  <a:lnTo>
                    <a:pt x="898" y="370"/>
                  </a:lnTo>
                  <a:lnTo>
                    <a:pt x="872" y="291"/>
                  </a:lnTo>
                  <a:lnTo>
                    <a:pt x="846" y="212"/>
                  </a:lnTo>
                  <a:lnTo>
                    <a:pt x="793" y="133"/>
                  </a:lnTo>
                  <a:lnTo>
                    <a:pt x="714" y="80"/>
                  </a:lnTo>
                  <a:lnTo>
                    <a:pt x="634" y="53"/>
                  </a:lnTo>
                  <a:lnTo>
                    <a:pt x="555"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22"/>
            <p:cNvSpPr/>
            <p:nvPr/>
          </p:nvSpPr>
          <p:spPr>
            <a:xfrm>
              <a:off x="1792118" y="2065191"/>
              <a:ext cx="46347" cy="9460"/>
            </a:xfrm>
            <a:custGeom>
              <a:rect b="b" l="l" r="r" t="t"/>
              <a:pathLst>
                <a:path extrusionOk="0" h="318" w="1558">
                  <a:moveTo>
                    <a:pt x="607" y="0"/>
                  </a:moveTo>
                  <a:lnTo>
                    <a:pt x="396" y="27"/>
                  </a:lnTo>
                  <a:lnTo>
                    <a:pt x="211" y="80"/>
                  </a:lnTo>
                  <a:lnTo>
                    <a:pt x="27" y="159"/>
                  </a:lnTo>
                  <a:lnTo>
                    <a:pt x="0" y="159"/>
                  </a:lnTo>
                  <a:lnTo>
                    <a:pt x="27" y="185"/>
                  </a:lnTo>
                  <a:lnTo>
                    <a:pt x="27" y="212"/>
                  </a:lnTo>
                  <a:lnTo>
                    <a:pt x="79" y="212"/>
                  </a:lnTo>
                  <a:lnTo>
                    <a:pt x="238" y="132"/>
                  </a:lnTo>
                  <a:lnTo>
                    <a:pt x="423" y="80"/>
                  </a:lnTo>
                  <a:lnTo>
                    <a:pt x="792" y="80"/>
                  </a:lnTo>
                  <a:lnTo>
                    <a:pt x="977" y="106"/>
                  </a:lnTo>
                  <a:lnTo>
                    <a:pt x="1162" y="132"/>
                  </a:lnTo>
                  <a:lnTo>
                    <a:pt x="1347" y="212"/>
                  </a:lnTo>
                  <a:lnTo>
                    <a:pt x="1505" y="317"/>
                  </a:lnTo>
                  <a:lnTo>
                    <a:pt x="1531" y="317"/>
                  </a:lnTo>
                  <a:lnTo>
                    <a:pt x="1558" y="291"/>
                  </a:lnTo>
                  <a:lnTo>
                    <a:pt x="1558" y="264"/>
                  </a:lnTo>
                  <a:lnTo>
                    <a:pt x="1531" y="238"/>
                  </a:lnTo>
                  <a:lnTo>
                    <a:pt x="1373" y="132"/>
                  </a:lnTo>
                  <a:lnTo>
                    <a:pt x="1188" y="53"/>
                  </a:lnTo>
                  <a:lnTo>
                    <a:pt x="1003" y="27"/>
                  </a:lnTo>
                  <a:lnTo>
                    <a:pt x="792"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22"/>
            <p:cNvSpPr/>
            <p:nvPr/>
          </p:nvSpPr>
          <p:spPr>
            <a:xfrm>
              <a:off x="1932673" y="2074621"/>
              <a:ext cx="45573" cy="10233"/>
            </a:xfrm>
            <a:custGeom>
              <a:rect b="b" l="l" r="r" t="t"/>
              <a:pathLst>
                <a:path extrusionOk="0" h="344" w="1532">
                  <a:moveTo>
                    <a:pt x="582" y="0"/>
                  </a:moveTo>
                  <a:lnTo>
                    <a:pt x="397" y="27"/>
                  </a:lnTo>
                  <a:lnTo>
                    <a:pt x="186" y="79"/>
                  </a:lnTo>
                  <a:lnTo>
                    <a:pt x="1" y="159"/>
                  </a:lnTo>
                  <a:lnTo>
                    <a:pt x="1" y="185"/>
                  </a:lnTo>
                  <a:lnTo>
                    <a:pt x="1" y="211"/>
                  </a:lnTo>
                  <a:lnTo>
                    <a:pt x="27" y="238"/>
                  </a:lnTo>
                  <a:lnTo>
                    <a:pt x="54" y="238"/>
                  </a:lnTo>
                  <a:lnTo>
                    <a:pt x="212" y="159"/>
                  </a:lnTo>
                  <a:lnTo>
                    <a:pt x="397" y="106"/>
                  </a:lnTo>
                  <a:lnTo>
                    <a:pt x="582" y="79"/>
                  </a:lnTo>
                  <a:lnTo>
                    <a:pt x="766" y="79"/>
                  </a:lnTo>
                  <a:lnTo>
                    <a:pt x="951" y="106"/>
                  </a:lnTo>
                  <a:lnTo>
                    <a:pt x="1136" y="159"/>
                  </a:lnTo>
                  <a:lnTo>
                    <a:pt x="1321" y="238"/>
                  </a:lnTo>
                  <a:lnTo>
                    <a:pt x="1479" y="317"/>
                  </a:lnTo>
                  <a:lnTo>
                    <a:pt x="1506" y="343"/>
                  </a:lnTo>
                  <a:lnTo>
                    <a:pt x="1532" y="317"/>
                  </a:lnTo>
                  <a:lnTo>
                    <a:pt x="1532" y="291"/>
                  </a:lnTo>
                  <a:lnTo>
                    <a:pt x="1532" y="264"/>
                  </a:lnTo>
                  <a:lnTo>
                    <a:pt x="1347" y="159"/>
                  </a:lnTo>
                  <a:lnTo>
                    <a:pt x="1162" y="79"/>
                  </a:lnTo>
                  <a:lnTo>
                    <a:pt x="978" y="27"/>
                  </a:lnTo>
                  <a:lnTo>
                    <a:pt x="766" y="0"/>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22"/>
            <p:cNvSpPr/>
            <p:nvPr/>
          </p:nvSpPr>
          <p:spPr>
            <a:xfrm>
              <a:off x="1935826" y="2030625"/>
              <a:ext cx="35370" cy="3956"/>
            </a:xfrm>
            <a:custGeom>
              <a:rect b="b" l="l" r="r" t="t"/>
              <a:pathLst>
                <a:path extrusionOk="0" fill="none" h="133" w="1189">
                  <a:moveTo>
                    <a:pt x="0" y="1"/>
                  </a:moveTo>
                  <a:lnTo>
                    <a:pt x="0" y="1"/>
                  </a:lnTo>
                  <a:lnTo>
                    <a:pt x="291" y="1"/>
                  </a:lnTo>
                  <a:lnTo>
                    <a:pt x="608" y="1"/>
                  </a:lnTo>
                  <a:lnTo>
                    <a:pt x="898" y="54"/>
                  </a:lnTo>
                  <a:lnTo>
                    <a:pt x="1188" y="133"/>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22"/>
            <p:cNvSpPr/>
            <p:nvPr/>
          </p:nvSpPr>
          <p:spPr>
            <a:xfrm>
              <a:off x="1798394" y="2029078"/>
              <a:ext cx="36143" cy="3956"/>
            </a:xfrm>
            <a:custGeom>
              <a:rect b="b" l="l" r="r" t="t"/>
              <a:pathLst>
                <a:path extrusionOk="0" fill="none" h="133" w="1215">
                  <a:moveTo>
                    <a:pt x="0" y="0"/>
                  </a:moveTo>
                  <a:lnTo>
                    <a:pt x="0" y="0"/>
                  </a:lnTo>
                  <a:lnTo>
                    <a:pt x="317" y="0"/>
                  </a:lnTo>
                  <a:lnTo>
                    <a:pt x="608" y="27"/>
                  </a:lnTo>
                  <a:lnTo>
                    <a:pt x="924" y="53"/>
                  </a:lnTo>
                  <a:lnTo>
                    <a:pt x="1215" y="132"/>
                  </a:lnTo>
                </a:path>
              </a:pathLst>
            </a:custGeom>
            <a:solidFill>
              <a:srgbClr val="000000"/>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22"/>
            <p:cNvSpPr/>
            <p:nvPr/>
          </p:nvSpPr>
          <p:spPr>
            <a:xfrm>
              <a:off x="1630323" y="2097377"/>
              <a:ext cx="76213" cy="95846"/>
            </a:xfrm>
            <a:custGeom>
              <a:rect b="b" l="l" r="r" t="t"/>
              <a:pathLst>
                <a:path extrusionOk="0" h="3222" w="2562">
                  <a:moveTo>
                    <a:pt x="1374" y="1"/>
                  </a:moveTo>
                  <a:lnTo>
                    <a:pt x="1162" y="27"/>
                  </a:lnTo>
                  <a:lnTo>
                    <a:pt x="951" y="80"/>
                  </a:lnTo>
                  <a:lnTo>
                    <a:pt x="766" y="159"/>
                  </a:lnTo>
                  <a:lnTo>
                    <a:pt x="582" y="291"/>
                  </a:lnTo>
                  <a:lnTo>
                    <a:pt x="423" y="450"/>
                  </a:lnTo>
                  <a:lnTo>
                    <a:pt x="291" y="608"/>
                  </a:lnTo>
                  <a:lnTo>
                    <a:pt x="186" y="793"/>
                  </a:lnTo>
                  <a:lnTo>
                    <a:pt x="80" y="1004"/>
                  </a:lnTo>
                  <a:lnTo>
                    <a:pt x="27" y="1242"/>
                  </a:lnTo>
                  <a:lnTo>
                    <a:pt x="1" y="1453"/>
                  </a:lnTo>
                  <a:lnTo>
                    <a:pt x="1" y="1690"/>
                  </a:lnTo>
                  <a:lnTo>
                    <a:pt x="54" y="1902"/>
                  </a:lnTo>
                  <a:lnTo>
                    <a:pt x="106" y="2113"/>
                  </a:lnTo>
                  <a:lnTo>
                    <a:pt x="212" y="2324"/>
                  </a:lnTo>
                  <a:lnTo>
                    <a:pt x="318" y="2509"/>
                  </a:lnTo>
                  <a:lnTo>
                    <a:pt x="476" y="2694"/>
                  </a:lnTo>
                  <a:lnTo>
                    <a:pt x="634" y="2826"/>
                  </a:lnTo>
                  <a:lnTo>
                    <a:pt x="793" y="2958"/>
                  </a:lnTo>
                  <a:lnTo>
                    <a:pt x="1004" y="3063"/>
                  </a:lnTo>
                  <a:lnTo>
                    <a:pt x="1189" y="3142"/>
                  </a:lnTo>
                  <a:lnTo>
                    <a:pt x="1400" y="3195"/>
                  </a:lnTo>
                  <a:lnTo>
                    <a:pt x="1611" y="3222"/>
                  </a:lnTo>
                  <a:lnTo>
                    <a:pt x="1822" y="3222"/>
                  </a:lnTo>
                  <a:lnTo>
                    <a:pt x="2034" y="3195"/>
                  </a:lnTo>
                  <a:lnTo>
                    <a:pt x="2245" y="3142"/>
                  </a:lnTo>
                  <a:lnTo>
                    <a:pt x="2456" y="3090"/>
                  </a:lnTo>
                  <a:lnTo>
                    <a:pt x="2562" y="397"/>
                  </a:lnTo>
                  <a:lnTo>
                    <a:pt x="2377" y="291"/>
                  </a:lnTo>
                  <a:lnTo>
                    <a:pt x="2192" y="186"/>
                  </a:lnTo>
                  <a:lnTo>
                    <a:pt x="1981" y="106"/>
                  </a:lnTo>
                  <a:lnTo>
                    <a:pt x="1796" y="54"/>
                  </a:lnTo>
                  <a:lnTo>
                    <a:pt x="1585" y="1"/>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22"/>
            <p:cNvSpPr/>
            <p:nvPr/>
          </p:nvSpPr>
          <p:spPr>
            <a:xfrm>
              <a:off x="1630323" y="2097377"/>
              <a:ext cx="76213" cy="95846"/>
            </a:xfrm>
            <a:custGeom>
              <a:rect b="b" l="l" r="r" t="t"/>
              <a:pathLst>
                <a:path extrusionOk="0" fill="none" h="3222" w="2562">
                  <a:moveTo>
                    <a:pt x="2562" y="397"/>
                  </a:moveTo>
                  <a:lnTo>
                    <a:pt x="2562" y="397"/>
                  </a:lnTo>
                  <a:lnTo>
                    <a:pt x="2377" y="291"/>
                  </a:lnTo>
                  <a:lnTo>
                    <a:pt x="2192" y="186"/>
                  </a:lnTo>
                  <a:lnTo>
                    <a:pt x="1981" y="106"/>
                  </a:lnTo>
                  <a:lnTo>
                    <a:pt x="1796" y="54"/>
                  </a:lnTo>
                  <a:lnTo>
                    <a:pt x="1585" y="1"/>
                  </a:lnTo>
                  <a:lnTo>
                    <a:pt x="1374" y="1"/>
                  </a:lnTo>
                  <a:lnTo>
                    <a:pt x="1162" y="27"/>
                  </a:lnTo>
                  <a:lnTo>
                    <a:pt x="951" y="80"/>
                  </a:lnTo>
                  <a:lnTo>
                    <a:pt x="951" y="80"/>
                  </a:lnTo>
                  <a:lnTo>
                    <a:pt x="766" y="159"/>
                  </a:lnTo>
                  <a:lnTo>
                    <a:pt x="582" y="291"/>
                  </a:lnTo>
                  <a:lnTo>
                    <a:pt x="423" y="450"/>
                  </a:lnTo>
                  <a:lnTo>
                    <a:pt x="291" y="608"/>
                  </a:lnTo>
                  <a:lnTo>
                    <a:pt x="186" y="793"/>
                  </a:lnTo>
                  <a:lnTo>
                    <a:pt x="80" y="1004"/>
                  </a:lnTo>
                  <a:lnTo>
                    <a:pt x="27" y="1242"/>
                  </a:lnTo>
                  <a:lnTo>
                    <a:pt x="1" y="1453"/>
                  </a:lnTo>
                  <a:lnTo>
                    <a:pt x="1" y="1453"/>
                  </a:lnTo>
                  <a:lnTo>
                    <a:pt x="1" y="1690"/>
                  </a:lnTo>
                  <a:lnTo>
                    <a:pt x="54" y="1902"/>
                  </a:lnTo>
                  <a:lnTo>
                    <a:pt x="106" y="2113"/>
                  </a:lnTo>
                  <a:lnTo>
                    <a:pt x="212" y="2324"/>
                  </a:lnTo>
                  <a:lnTo>
                    <a:pt x="318" y="2509"/>
                  </a:lnTo>
                  <a:lnTo>
                    <a:pt x="476" y="2694"/>
                  </a:lnTo>
                  <a:lnTo>
                    <a:pt x="634" y="2826"/>
                  </a:lnTo>
                  <a:lnTo>
                    <a:pt x="793" y="2958"/>
                  </a:lnTo>
                  <a:lnTo>
                    <a:pt x="793" y="2958"/>
                  </a:lnTo>
                  <a:lnTo>
                    <a:pt x="1004" y="3063"/>
                  </a:lnTo>
                  <a:lnTo>
                    <a:pt x="1189" y="3142"/>
                  </a:lnTo>
                  <a:lnTo>
                    <a:pt x="1400" y="3195"/>
                  </a:lnTo>
                  <a:lnTo>
                    <a:pt x="1611" y="3222"/>
                  </a:lnTo>
                  <a:lnTo>
                    <a:pt x="1822" y="3222"/>
                  </a:lnTo>
                  <a:lnTo>
                    <a:pt x="2034" y="3195"/>
                  </a:lnTo>
                  <a:lnTo>
                    <a:pt x="2245" y="3142"/>
                  </a:lnTo>
                  <a:lnTo>
                    <a:pt x="2456" y="3090"/>
                  </a:lnTo>
                </a:path>
              </a:pathLst>
            </a:cu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22"/>
            <p:cNvSpPr/>
            <p:nvPr/>
          </p:nvSpPr>
          <p:spPr>
            <a:xfrm>
              <a:off x="1653883" y="2127244"/>
              <a:ext cx="34596" cy="22013"/>
            </a:xfrm>
            <a:custGeom>
              <a:rect b="b" l="l" r="r" t="t"/>
              <a:pathLst>
                <a:path extrusionOk="0" fill="none" h="740" w="1163">
                  <a:moveTo>
                    <a:pt x="1162" y="739"/>
                  </a:moveTo>
                  <a:lnTo>
                    <a:pt x="1162" y="739"/>
                  </a:lnTo>
                  <a:lnTo>
                    <a:pt x="1136" y="581"/>
                  </a:lnTo>
                  <a:lnTo>
                    <a:pt x="1057" y="422"/>
                  </a:lnTo>
                  <a:lnTo>
                    <a:pt x="951" y="290"/>
                  </a:lnTo>
                  <a:lnTo>
                    <a:pt x="793" y="158"/>
                  </a:lnTo>
                  <a:lnTo>
                    <a:pt x="634" y="53"/>
                  </a:lnTo>
                  <a:lnTo>
                    <a:pt x="423" y="0"/>
                  </a:lnTo>
                  <a:lnTo>
                    <a:pt x="212" y="0"/>
                  </a:lnTo>
                  <a:lnTo>
                    <a:pt x="106" y="0"/>
                  </a:lnTo>
                  <a:lnTo>
                    <a:pt x="1" y="53"/>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22"/>
            <p:cNvSpPr/>
            <p:nvPr/>
          </p:nvSpPr>
          <p:spPr>
            <a:xfrm>
              <a:off x="1776411" y="2290586"/>
              <a:ext cx="90343" cy="40070"/>
            </a:xfrm>
            <a:custGeom>
              <a:rect b="b" l="l" r="r" t="t"/>
              <a:pathLst>
                <a:path extrusionOk="0" fill="none" h="1347" w="3037">
                  <a:moveTo>
                    <a:pt x="3036" y="1346"/>
                  </a:moveTo>
                  <a:lnTo>
                    <a:pt x="3036" y="1346"/>
                  </a:lnTo>
                  <a:lnTo>
                    <a:pt x="2614" y="1346"/>
                  </a:lnTo>
                  <a:lnTo>
                    <a:pt x="2191" y="1267"/>
                  </a:lnTo>
                  <a:lnTo>
                    <a:pt x="1769" y="1162"/>
                  </a:lnTo>
                  <a:lnTo>
                    <a:pt x="1373" y="1003"/>
                  </a:lnTo>
                  <a:lnTo>
                    <a:pt x="1003" y="819"/>
                  </a:lnTo>
                  <a:lnTo>
                    <a:pt x="634" y="581"/>
                  </a:lnTo>
                  <a:lnTo>
                    <a:pt x="317" y="291"/>
                  </a:lnTo>
                  <a:lnTo>
                    <a:pt x="0" y="0"/>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22"/>
            <p:cNvSpPr/>
            <p:nvPr/>
          </p:nvSpPr>
          <p:spPr>
            <a:xfrm>
              <a:off x="1891830" y="2106807"/>
              <a:ext cx="23590" cy="78563"/>
            </a:xfrm>
            <a:custGeom>
              <a:rect b="b" l="l" r="r" t="t"/>
              <a:pathLst>
                <a:path extrusionOk="0" h="2641" w="793">
                  <a:moveTo>
                    <a:pt x="54" y="1"/>
                  </a:moveTo>
                  <a:lnTo>
                    <a:pt x="27" y="27"/>
                  </a:lnTo>
                  <a:lnTo>
                    <a:pt x="1" y="53"/>
                  </a:lnTo>
                  <a:lnTo>
                    <a:pt x="80" y="951"/>
                  </a:lnTo>
                  <a:lnTo>
                    <a:pt x="107" y="1400"/>
                  </a:lnTo>
                  <a:lnTo>
                    <a:pt x="133" y="1532"/>
                  </a:lnTo>
                  <a:lnTo>
                    <a:pt x="159" y="1611"/>
                  </a:lnTo>
                  <a:lnTo>
                    <a:pt x="186" y="1664"/>
                  </a:lnTo>
                  <a:lnTo>
                    <a:pt x="239" y="1690"/>
                  </a:lnTo>
                  <a:lnTo>
                    <a:pt x="318" y="1690"/>
                  </a:lnTo>
                  <a:lnTo>
                    <a:pt x="503" y="1717"/>
                  </a:lnTo>
                  <a:lnTo>
                    <a:pt x="582" y="1743"/>
                  </a:lnTo>
                  <a:lnTo>
                    <a:pt x="661" y="1769"/>
                  </a:lnTo>
                  <a:lnTo>
                    <a:pt x="714" y="1822"/>
                  </a:lnTo>
                  <a:lnTo>
                    <a:pt x="714" y="1875"/>
                  </a:lnTo>
                  <a:lnTo>
                    <a:pt x="661" y="1981"/>
                  </a:lnTo>
                  <a:lnTo>
                    <a:pt x="608" y="2086"/>
                  </a:lnTo>
                  <a:lnTo>
                    <a:pt x="423" y="2245"/>
                  </a:lnTo>
                  <a:lnTo>
                    <a:pt x="107" y="2561"/>
                  </a:lnTo>
                  <a:lnTo>
                    <a:pt x="107" y="2588"/>
                  </a:lnTo>
                  <a:lnTo>
                    <a:pt x="107" y="2614"/>
                  </a:lnTo>
                  <a:lnTo>
                    <a:pt x="133" y="2641"/>
                  </a:lnTo>
                  <a:lnTo>
                    <a:pt x="186" y="2614"/>
                  </a:lnTo>
                  <a:lnTo>
                    <a:pt x="503" y="2271"/>
                  </a:lnTo>
                  <a:lnTo>
                    <a:pt x="635" y="2139"/>
                  </a:lnTo>
                  <a:lnTo>
                    <a:pt x="767" y="1981"/>
                  </a:lnTo>
                  <a:lnTo>
                    <a:pt x="793" y="1928"/>
                  </a:lnTo>
                  <a:lnTo>
                    <a:pt x="793" y="1875"/>
                  </a:lnTo>
                  <a:lnTo>
                    <a:pt x="767" y="1769"/>
                  </a:lnTo>
                  <a:lnTo>
                    <a:pt x="687" y="1690"/>
                  </a:lnTo>
                  <a:lnTo>
                    <a:pt x="582" y="1664"/>
                  </a:lnTo>
                  <a:lnTo>
                    <a:pt x="397" y="1637"/>
                  </a:lnTo>
                  <a:lnTo>
                    <a:pt x="318" y="1611"/>
                  </a:lnTo>
                  <a:lnTo>
                    <a:pt x="239" y="1558"/>
                  </a:lnTo>
                  <a:lnTo>
                    <a:pt x="212" y="1505"/>
                  </a:lnTo>
                  <a:lnTo>
                    <a:pt x="186" y="1426"/>
                  </a:lnTo>
                  <a:lnTo>
                    <a:pt x="186" y="1268"/>
                  </a:lnTo>
                  <a:lnTo>
                    <a:pt x="159" y="1057"/>
                  </a:lnTo>
                  <a:lnTo>
                    <a:pt x="80" y="53"/>
                  </a:lnTo>
                  <a:lnTo>
                    <a:pt x="80" y="27"/>
                  </a:lnTo>
                  <a:lnTo>
                    <a:pt x="54"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22"/>
            <p:cNvSpPr/>
            <p:nvPr/>
          </p:nvSpPr>
          <p:spPr>
            <a:xfrm>
              <a:off x="1825881" y="2186113"/>
              <a:ext cx="57353" cy="47953"/>
            </a:xfrm>
            <a:custGeom>
              <a:rect b="b" l="l" r="r" t="t"/>
              <a:pathLst>
                <a:path extrusionOk="0" h="1612" w="1928">
                  <a:moveTo>
                    <a:pt x="317" y="1"/>
                  </a:moveTo>
                  <a:lnTo>
                    <a:pt x="264" y="54"/>
                  </a:lnTo>
                  <a:lnTo>
                    <a:pt x="159" y="159"/>
                  </a:lnTo>
                  <a:lnTo>
                    <a:pt x="80" y="265"/>
                  </a:lnTo>
                  <a:lnTo>
                    <a:pt x="27" y="397"/>
                  </a:lnTo>
                  <a:lnTo>
                    <a:pt x="0" y="503"/>
                  </a:lnTo>
                  <a:lnTo>
                    <a:pt x="0" y="635"/>
                  </a:lnTo>
                  <a:lnTo>
                    <a:pt x="0" y="767"/>
                  </a:lnTo>
                  <a:lnTo>
                    <a:pt x="27" y="899"/>
                  </a:lnTo>
                  <a:lnTo>
                    <a:pt x="80" y="1031"/>
                  </a:lnTo>
                  <a:lnTo>
                    <a:pt x="132" y="1136"/>
                  </a:lnTo>
                  <a:lnTo>
                    <a:pt x="212" y="1242"/>
                  </a:lnTo>
                  <a:lnTo>
                    <a:pt x="291" y="1347"/>
                  </a:lnTo>
                  <a:lnTo>
                    <a:pt x="396" y="1427"/>
                  </a:lnTo>
                  <a:lnTo>
                    <a:pt x="502" y="1479"/>
                  </a:lnTo>
                  <a:lnTo>
                    <a:pt x="740" y="1559"/>
                  </a:lnTo>
                  <a:lnTo>
                    <a:pt x="872" y="1585"/>
                  </a:lnTo>
                  <a:lnTo>
                    <a:pt x="1004" y="1611"/>
                  </a:lnTo>
                  <a:lnTo>
                    <a:pt x="1268" y="1559"/>
                  </a:lnTo>
                  <a:lnTo>
                    <a:pt x="1505" y="1479"/>
                  </a:lnTo>
                  <a:lnTo>
                    <a:pt x="1743" y="1347"/>
                  </a:lnTo>
                  <a:lnTo>
                    <a:pt x="1928" y="1163"/>
                  </a:lnTo>
                  <a:lnTo>
                    <a:pt x="1848" y="899"/>
                  </a:lnTo>
                  <a:lnTo>
                    <a:pt x="740" y="107"/>
                  </a:lnTo>
                  <a:lnTo>
                    <a:pt x="581" y="27"/>
                  </a:lnTo>
                  <a:lnTo>
                    <a:pt x="502" y="1"/>
                  </a:lnTo>
                  <a:close/>
                </a:path>
              </a:pathLst>
            </a:custGeom>
            <a:solidFill>
              <a:srgbClr val="9728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22"/>
            <p:cNvSpPr/>
            <p:nvPr/>
          </p:nvSpPr>
          <p:spPr>
            <a:xfrm>
              <a:off x="1613070" y="1788750"/>
              <a:ext cx="497140" cy="361283"/>
            </a:xfrm>
            <a:custGeom>
              <a:rect b="b" l="l" r="r" t="t"/>
              <a:pathLst>
                <a:path extrusionOk="0" h="12145" w="16712">
                  <a:moveTo>
                    <a:pt x="8818" y="1"/>
                  </a:moveTo>
                  <a:lnTo>
                    <a:pt x="8422" y="27"/>
                  </a:lnTo>
                  <a:lnTo>
                    <a:pt x="8026" y="106"/>
                  </a:lnTo>
                  <a:lnTo>
                    <a:pt x="7656" y="186"/>
                  </a:lnTo>
                  <a:lnTo>
                    <a:pt x="7260" y="318"/>
                  </a:lnTo>
                  <a:lnTo>
                    <a:pt x="6890" y="450"/>
                  </a:lnTo>
                  <a:lnTo>
                    <a:pt x="6547" y="634"/>
                  </a:lnTo>
                  <a:lnTo>
                    <a:pt x="6178" y="819"/>
                  </a:lnTo>
                  <a:lnTo>
                    <a:pt x="5834" y="1030"/>
                  </a:lnTo>
                  <a:lnTo>
                    <a:pt x="5518" y="1242"/>
                  </a:lnTo>
                  <a:lnTo>
                    <a:pt x="5174" y="1558"/>
                  </a:lnTo>
                  <a:lnTo>
                    <a:pt x="4831" y="1928"/>
                  </a:lnTo>
                  <a:lnTo>
                    <a:pt x="4514" y="2298"/>
                  </a:lnTo>
                  <a:lnTo>
                    <a:pt x="3986" y="2905"/>
                  </a:lnTo>
                  <a:lnTo>
                    <a:pt x="3775" y="3169"/>
                  </a:lnTo>
                  <a:lnTo>
                    <a:pt x="3511" y="3142"/>
                  </a:lnTo>
                  <a:lnTo>
                    <a:pt x="2851" y="3090"/>
                  </a:lnTo>
                  <a:lnTo>
                    <a:pt x="2482" y="3090"/>
                  </a:lnTo>
                  <a:lnTo>
                    <a:pt x="2112" y="3116"/>
                  </a:lnTo>
                  <a:lnTo>
                    <a:pt x="1769" y="3169"/>
                  </a:lnTo>
                  <a:lnTo>
                    <a:pt x="1610" y="3222"/>
                  </a:lnTo>
                  <a:lnTo>
                    <a:pt x="1505" y="3274"/>
                  </a:lnTo>
                  <a:lnTo>
                    <a:pt x="1188" y="3486"/>
                  </a:lnTo>
                  <a:lnTo>
                    <a:pt x="924" y="3723"/>
                  </a:lnTo>
                  <a:lnTo>
                    <a:pt x="686" y="3987"/>
                  </a:lnTo>
                  <a:lnTo>
                    <a:pt x="475" y="4278"/>
                  </a:lnTo>
                  <a:lnTo>
                    <a:pt x="317" y="4568"/>
                  </a:lnTo>
                  <a:lnTo>
                    <a:pt x="185" y="4911"/>
                  </a:lnTo>
                  <a:lnTo>
                    <a:pt x="79" y="5254"/>
                  </a:lnTo>
                  <a:lnTo>
                    <a:pt x="26" y="5598"/>
                  </a:lnTo>
                  <a:lnTo>
                    <a:pt x="0" y="6020"/>
                  </a:lnTo>
                  <a:lnTo>
                    <a:pt x="26" y="6416"/>
                  </a:lnTo>
                  <a:lnTo>
                    <a:pt x="53" y="6786"/>
                  </a:lnTo>
                  <a:lnTo>
                    <a:pt x="106" y="7182"/>
                  </a:lnTo>
                  <a:lnTo>
                    <a:pt x="185" y="7551"/>
                  </a:lnTo>
                  <a:lnTo>
                    <a:pt x="290" y="7921"/>
                  </a:lnTo>
                  <a:lnTo>
                    <a:pt x="449" y="8290"/>
                  </a:lnTo>
                  <a:lnTo>
                    <a:pt x="581" y="8660"/>
                  </a:lnTo>
                  <a:lnTo>
                    <a:pt x="766" y="9029"/>
                  </a:lnTo>
                  <a:lnTo>
                    <a:pt x="845" y="9214"/>
                  </a:lnTo>
                  <a:lnTo>
                    <a:pt x="898" y="9373"/>
                  </a:lnTo>
                  <a:lnTo>
                    <a:pt x="1346" y="10534"/>
                  </a:lnTo>
                  <a:lnTo>
                    <a:pt x="1610" y="10508"/>
                  </a:lnTo>
                  <a:lnTo>
                    <a:pt x="1822" y="10481"/>
                  </a:lnTo>
                  <a:lnTo>
                    <a:pt x="2006" y="10481"/>
                  </a:lnTo>
                  <a:lnTo>
                    <a:pt x="2191" y="10508"/>
                  </a:lnTo>
                  <a:lnTo>
                    <a:pt x="2350" y="10561"/>
                  </a:lnTo>
                  <a:lnTo>
                    <a:pt x="2482" y="10613"/>
                  </a:lnTo>
                  <a:lnTo>
                    <a:pt x="2587" y="10666"/>
                  </a:lnTo>
                  <a:lnTo>
                    <a:pt x="2693" y="10745"/>
                  </a:lnTo>
                  <a:lnTo>
                    <a:pt x="2798" y="10825"/>
                  </a:lnTo>
                  <a:lnTo>
                    <a:pt x="2851" y="10930"/>
                  </a:lnTo>
                  <a:lnTo>
                    <a:pt x="2983" y="11141"/>
                  </a:lnTo>
                  <a:lnTo>
                    <a:pt x="3062" y="11379"/>
                  </a:lnTo>
                  <a:lnTo>
                    <a:pt x="3142" y="11617"/>
                  </a:lnTo>
                  <a:lnTo>
                    <a:pt x="3194" y="11828"/>
                  </a:lnTo>
                  <a:lnTo>
                    <a:pt x="3274" y="11960"/>
                  </a:lnTo>
                  <a:lnTo>
                    <a:pt x="3353" y="12065"/>
                  </a:lnTo>
                  <a:lnTo>
                    <a:pt x="3406" y="12118"/>
                  </a:lnTo>
                  <a:lnTo>
                    <a:pt x="3458" y="12145"/>
                  </a:lnTo>
                  <a:lnTo>
                    <a:pt x="3511" y="12145"/>
                  </a:lnTo>
                  <a:lnTo>
                    <a:pt x="3564" y="12118"/>
                  </a:lnTo>
                  <a:lnTo>
                    <a:pt x="3775" y="12118"/>
                  </a:lnTo>
                  <a:lnTo>
                    <a:pt x="3960" y="12065"/>
                  </a:lnTo>
                  <a:lnTo>
                    <a:pt x="4092" y="11986"/>
                  </a:lnTo>
                  <a:lnTo>
                    <a:pt x="4171" y="11881"/>
                  </a:lnTo>
                  <a:lnTo>
                    <a:pt x="4250" y="11749"/>
                  </a:lnTo>
                  <a:lnTo>
                    <a:pt x="4303" y="11643"/>
                  </a:lnTo>
                  <a:lnTo>
                    <a:pt x="4356" y="11432"/>
                  </a:lnTo>
                  <a:lnTo>
                    <a:pt x="4409" y="11115"/>
                  </a:lnTo>
                  <a:lnTo>
                    <a:pt x="4462" y="10693"/>
                  </a:lnTo>
                  <a:lnTo>
                    <a:pt x="4541" y="9663"/>
                  </a:lnTo>
                  <a:lnTo>
                    <a:pt x="4594" y="8554"/>
                  </a:lnTo>
                  <a:lnTo>
                    <a:pt x="4673" y="7974"/>
                  </a:lnTo>
                  <a:lnTo>
                    <a:pt x="4752" y="7472"/>
                  </a:lnTo>
                  <a:lnTo>
                    <a:pt x="4805" y="7208"/>
                  </a:lnTo>
                  <a:lnTo>
                    <a:pt x="4884" y="6997"/>
                  </a:lnTo>
                  <a:lnTo>
                    <a:pt x="4990" y="6786"/>
                  </a:lnTo>
                  <a:lnTo>
                    <a:pt x="5095" y="6574"/>
                  </a:lnTo>
                  <a:lnTo>
                    <a:pt x="5201" y="6390"/>
                  </a:lnTo>
                  <a:lnTo>
                    <a:pt x="5359" y="6231"/>
                  </a:lnTo>
                  <a:lnTo>
                    <a:pt x="5491" y="6073"/>
                  </a:lnTo>
                  <a:lnTo>
                    <a:pt x="5676" y="5941"/>
                  </a:lnTo>
                  <a:lnTo>
                    <a:pt x="5861" y="5809"/>
                  </a:lnTo>
                  <a:lnTo>
                    <a:pt x="6046" y="5703"/>
                  </a:lnTo>
                  <a:lnTo>
                    <a:pt x="6230" y="5624"/>
                  </a:lnTo>
                  <a:lnTo>
                    <a:pt x="6442" y="5545"/>
                  </a:lnTo>
                  <a:lnTo>
                    <a:pt x="6679" y="5518"/>
                  </a:lnTo>
                  <a:lnTo>
                    <a:pt x="6890" y="5492"/>
                  </a:lnTo>
                  <a:lnTo>
                    <a:pt x="7392" y="5492"/>
                  </a:lnTo>
                  <a:lnTo>
                    <a:pt x="7788" y="5545"/>
                  </a:lnTo>
                  <a:lnTo>
                    <a:pt x="8184" y="5650"/>
                  </a:lnTo>
                  <a:lnTo>
                    <a:pt x="8369" y="5730"/>
                  </a:lnTo>
                  <a:lnTo>
                    <a:pt x="8554" y="5809"/>
                  </a:lnTo>
                  <a:lnTo>
                    <a:pt x="8712" y="5914"/>
                  </a:lnTo>
                  <a:lnTo>
                    <a:pt x="8870" y="6020"/>
                  </a:lnTo>
                  <a:lnTo>
                    <a:pt x="9187" y="6284"/>
                  </a:lnTo>
                  <a:lnTo>
                    <a:pt x="9530" y="6548"/>
                  </a:lnTo>
                  <a:lnTo>
                    <a:pt x="9953" y="6786"/>
                  </a:lnTo>
                  <a:lnTo>
                    <a:pt x="10164" y="6891"/>
                  </a:lnTo>
                  <a:lnTo>
                    <a:pt x="10402" y="6970"/>
                  </a:lnTo>
                  <a:lnTo>
                    <a:pt x="10639" y="7050"/>
                  </a:lnTo>
                  <a:lnTo>
                    <a:pt x="10877" y="7102"/>
                  </a:lnTo>
                  <a:lnTo>
                    <a:pt x="11141" y="7129"/>
                  </a:lnTo>
                  <a:lnTo>
                    <a:pt x="11695" y="7129"/>
                  </a:lnTo>
                  <a:lnTo>
                    <a:pt x="12012" y="7076"/>
                  </a:lnTo>
                  <a:lnTo>
                    <a:pt x="12302" y="6997"/>
                  </a:lnTo>
                  <a:lnTo>
                    <a:pt x="12619" y="6865"/>
                  </a:lnTo>
                  <a:lnTo>
                    <a:pt x="12778" y="6838"/>
                  </a:lnTo>
                  <a:lnTo>
                    <a:pt x="12830" y="6838"/>
                  </a:lnTo>
                  <a:lnTo>
                    <a:pt x="12883" y="6865"/>
                  </a:lnTo>
                  <a:lnTo>
                    <a:pt x="12989" y="6944"/>
                  </a:lnTo>
                  <a:lnTo>
                    <a:pt x="13068" y="7102"/>
                  </a:lnTo>
                  <a:lnTo>
                    <a:pt x="13121" y="7261"/>
                  </a:lnTo>
                  <a:lnTo>
                    <a:pt x="13174" y="7472"/>
                  </a:lnTo>
                  <a:lnTo>
                    <a:pt x="13226" y="7921"/>
                  </a:lnTo>
                  <a:lnTo>
                    <a:pt x="13253" y="8396"/>
                  </a:lnTo>
                  <a:lnTo>
                    <a:pt x="13253" y="8818"/>
                  </a:lnTo>
                  <a:lnTo>
                    <a:pt x="13253" y="9241"/>
                  </a:lnTo>
                  <a:lnTo>
                    <a:pt x="13200" y="9953"/>
                  </a:lnTo>
                  <a:lnTo>
                    <a:pt x="13385" y="9980"/>
                  </a:lnTo>
                  <a:lnTo>
                    <a:pt x="13596" y="9980"/>
                  </a:lnTo>
                  <a:lnTo>
                    <a:pt x="13781" y="9953"/>
                  </a:lnTo>
                  <a:lnTo>
                    <a:pt x="13992" y="9927"/>
                  </a:lnTo>
                  <a:lnTo>
                    <a:pt x="14177" y="9848"/>
                  </a:lnTo>
                  <a:lnTo>
                    <a:pt x="14335" y="9769"/>
                  </a:lnTo>
                  <a:lnTo>
                    <a:pt x="14493" y="9663"/>
                  </a:lnTo>
                  <a:lnTo>
                    <a:pt x="14652" y="9557"/>
                  </a:lnTo>
                  <a:lnTo>
                    <a:pt x="14784" y="9399"/>
                  </a:lnTo>
                  <a:lnTo>
                    <a:pt x="14889" y="9214"/>
                  </a:lnTo>
                  <a:lnTo>
                    <a:pt x="14969" y="9056"/>
                  </a:lnTo>
                  <a:lnTo>
                    <a:pt x="15048" y="8871"/>
                  </a:lnTo>
                  <a:lnTo>
                    <a:pt x="15074" y="8660"/>
                  </a:lnTo>
                  <a:lnTo>
                    <a:pt x="15101" y="8475"/>
                  </a:lnTo>
                  <a:lnTo>
                    <a:pt x="15101" y="8264"/>
                  </a:lnTo>
                  <a:lnTo>
                    <a:pt x="15074" y="8079"/>
                  </a:lnTo>
                  <a:lnTo>
                    <a:pt x="14942" y="7657"/>
                  </a:lnTo>
                  <a:lnTo>
                    <a:pt x="14916" y="7446"/>
                  </a:lnTo>
                  <a:lnTo>
                    <a:pt x="14916" y="7340"/>
                  </a:lnTo>
                  <a:lnTo>
                    <a:pt x="14942" y="7234"/>
                  </a:lnTo>
                  <a:lnTo>
                    <a:pt x="14995" y="7076"/>
                  </a:lnTo>
                  <a:lnTo>
                    <a:pt x="15074" y="6944"/>
                  </a:lnTo>
                  <a:lnTo>
                    <a:pt x="15206" y="6838"/>
                  </a:lnTo>
                  <a:lnTo>
                    <a:pt x="15338" y="6733"/>
                  </a:lnTo>
                  <a:lnTo>
                    <a:pt x="15629" y="6574"/>
                  </a:lnTo>
                  <a:lnTo>
                    <a:pt x="15919" y="6390"/>
                  </a:lnTo>
                  <a:lnTo>
                    <a:pt x="16077" y="6284"/>
                  </a:lnTo>
                  <a:lnTo>
                    <a:pt x="16209" y="6152"/>
                  </a:lnTo>
                  <a:lnTo>
                    <a:pt x="16341" y="5994"/>
                  </a:lnTo>
                  <a:lnTo>
                    <a:pt x="16447" y="5835"/>
                  </a:lnTo>
                  <a:lnTo>
                    <a:pt x="16526" y="5650"/>
                  </a:lnTo>
                  <a:lnTo>
                    <a:pt x="16605" y="5466"/>
                  </a:lnTo>
                  <a:lnTo>
                    <a:pt x="16658" y="5281"/>
                  </a:lnTo>
                  <a:lnTo>
                    <a:pt x="16685" y="5096"/>
                  </a:lnTo>
                  <a:lnTo>
                    <a:pt x="16711" y="4885"/>
                  </a:lnTo>
                  <a:lnTo>
                    <a:pt x="16711" y="4700"/>
                  </a:lnTo>
                  <a:lnTo>
                    <a:pt x="16685" y="4489"/>
                  </a:lnTo>
                  <a:lnTo>
                    <a:pt x="16658" y="4278"/>
                  </a:lnTo>
                  <a:lnTo>
                    <a:pt x="16605" y="4093"/>
                  </a:lnTo>
                  <a:lnTo>
                    <a:pt x="16526" y="3908"/>
                  </a:lnTo>
                  <a:lnTo>
                    <a:pt x="16447" y="3723"/>
                  </a:lnTo>
                  <a:lnTo>
                    <a:pt x="16341" y="3538"/>
                  </a:lnTo>
                  <a:lnTo>
                    <a:pt x="16104" y="3222"/>
                  </a:lnTo>
                  <a:lnTo>
                    <a:pt x="15840" y="2958"/>
                  </a:lnTo>
                  <a:lnTo>
                    <a:pt x="15523" y="2720"/>
                  </a:lnTo>
                  <a:lnTo>
                    <a:pt x="15153" y="2535"/>
                  </a:lnTo>
                  <a:lnTo>
                    <a:pt x="14810" y="2377"/>
                  </a:lnTo>
                  <a:lnTo>
                    <a:pt x="14414" y="2245"/>
                  </a:lnTo>
                  <a:lnTo>
                    <a:pt x="14018" y="2166"/>
                  </a:lnTo>
                  <a:lnTo>
                    <a:pt x="13622" y="2139"/>
                  </a:lnTo>
                  <a:lnTo>
                    <a:pt x="13253" y="2113"/>
                  </a:lnTo>
                  <a:lnTo>
                    <a:pt x="12857" y="2060"/>
                  </a:lnTo>
                  <a:lnTo>
                    <a:pt x="12672" y="2034"/>
                  </a:lnTo>
                  <a:lnTo>
                    <a:pt x="12514" y="1981"/>
                  </a:lnTo>
                  <a:lnTo>
                    <a:pt x="12329" y="1928"/>
                  </a:lnTo>
                  <a:lnTo>
                    <a:pt x="12170" y="1822"/>
                  </a:lnTo>
                  <a:lnTo>
                    <a:pt x="12038" y="1690"/>
                  </a:lnTo>
                  <a:lnTo>
                    <a:pt x="11906" y="1532"/>
                  </a:lnTo>
                  <a:lnTo>
                    <a:pt x="11642" y="1189"/>
                  </a:lnTo>
                  <a:lnTo>
                    <a:pt x="11378" y="898"/>
                  </a:lnTo>
                  <a:lnTo>
                    <a:pt x="11088" y="661"/>
                  </a:lnTo>
                  <a:lnTo>
                    <a:pt x="10745" y="450"/>
                  </a:lnTo>
                  <a:lnTo>
                    <a:pt x="10375" y="291"/>
                  </a:lnTo>
                  <a:lnTo>
                    <a:pt x="10006" y="159"/>
                  </a:lnTo>
                  <a:lnTo>
                    <a:pt x="9610" y="54"/>
                  </a:lnTo>
                  <a:lnTo>
                    <a:pt x="9214" y="1"/>
                  </a:ln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22"/>
            <p:cNvSpPr/>
            <p:nvPr/>
          </p:nvSpPr>
          <p:spPr>
            <a:xfrm>
              <a:off x="823819" y="3232175"/>
              <a:ext cx="235630" cy="336920"/>
            </a:xfrm>
            <a:custGeom>
              <a:rect b="b" l="l" r="r" t="t"/>
              <a:pathLst>
                <a:path extrusionOk="0" h="11326" w="7921">
                  <a:moveTo>
                    <a:pt x="2931" y="0"/>
                  </a:moveTo>
                  <a:lnTo>
                    <a:pt x="2614" y="1478"/>
                  </a:lnTo>
                  <a:lnTo>
                    <a:pt x="2350" y="2534"/>
                  </a:lnTo>
                  <a:lnTo>
                    <a:pt x="2244" y="2904"/>
                  </a:lnTo>
                  <a:lnTo>
                    <a:pt x="2165" y="3089"/>
                  </a:lnTo>
                  <a:lnTo>
                    <a:pt x="1294" y="3986"/>
                  </a:lnTo>
                  <a:lnTo>
                    <a:pt x="687" y="4673"/>
                  </a:lnTo>
                  <a:lnTo>
                    <a:pt x="396" y="4990"/>
                  </a:lnTo>
                  <a:lnTo>
                    <a:pt x="185" y="5280"/>
                  </a:lnTo>
                  <a:lnTo>
                    <a:pt x="106" y="5386"/>
                  </a:lnTo>
                  <a:lnTo>
                    <a:pt x="53" y="5518"/>
                  </a:lnTo>
                  <a:lnTo>
                    <a:pt x="0" y="5623"/>
                  </a:lnTo>
                  <a:lnTo>
                    <a:pt x="0" y="5729"/>
                  </a:lnTo>
                  <a:lnTo>
                    <a:pt x="0" y="5834"/>
                  </a:lnTo>
                  <a:lnTo>
                    <a:pt x="0" y="5914"/>
                  </a:lnTo>
                  <a:lnTo>
                    <a:pt x="27" y="5993"/>
                  </a:lnTo>
                  <a:lnTo>
                    <a:pt x="80" y="6046"/>
                  </a:lnTo>
                  <a:lnTo>
                    <a:pt x="132" y="6098"/>
                  </a:lnTo>
                  <a:lnTo>
                    <a:pt x="212" y="6151"/>
                  </a:lnTo>
                  <a:lnTo>
                    <a:pt x="291" y="6178"/>
                  </a:lnTo>
                  <a:lnTo>
                    <a:pt x="370" y="6204"/>
                  </a:lnTo>
                  <a:lnTo>
                    <a:pt x="555" y="6178"/>
                  </a:lnTo>
                  <a:lnTo>
                    <a:pt x="792" y="6098"/>
                  </a:lnTo>
                  <a:lnTo>
                    <a:pt x="1373" y="5755"/>
                  </a:lnTo>
                  <a:lnTo>
                    <a:pt x="2060" y="5280"/>
                  </a:lnTo>
                  <a:lnTo>
                    <a:pt x="2904" y="4699"/>
                  </a:lnTo>
                  <a:lnTo>
                    <a:pt x="2904" y="4699"/>
                  </a:lnTo>
                  <a:lnTo>
                    <a:pt x="2746" y="5412"/>
                  </a:lnTo>
                  <a:lnTo>
                    <a:pt x="819" y="7392"/>
                  </a:lnTo>
                  <a:lnTo>
                    <a:pt x="713" y="7471"/>
                  </a:lnTo>
                  <a:lnTo>
                    <a:pt x="634" y="7577"/>
                  </a:lnTo>
                  <a:lnTo>
                    <a:pt x="528" y="7735"/>
                  </a:lnTo>
                  <a:lnTo>
                    <a:pt x="476" y="7893"/>
                  </a:lnTo>
                  <a:lnTo>
                    <a:pt x="476" y="7973"/>
                  </a:lnTo>
                  <a:lnTo>
                    <a:pt x="476" y="8078"/>
                  </a:lnTo>
                  <a:lnTo>
                    <a:pt x="502" y="8157"/>
                  </a:lnTo>
                  <a:lnTo>
                    <a:pt x="528" y="8263"/>
                  </a:lnTo>
                  <a:lnTo>
                    <a:pt x="608" y="8369"/>
                  </a:lnTo>
                  <a:lnTo>
                    <a:pt x="687" y="8448"/>
                  </a:lnTo>
                  <a:lnTo>
                    <a:pt x="766" y="8501"/>
                  </a:lnTo>
                  <a:lnTo>
                    <a:pt x="819" y="8527"/>
                  </a:lnTo>
                  <a:lnTo>
                    <a:pt x="977" y="8527"/>
                  </a:lnTo>
                  <a:lnTo>
                    <a:pt x="1162" y="8501"/>
                  </a:lnTo>
                  <a:lnTo>
                    <a:pt x="1373" y="8421"/>
                  </a:lnTo>
                  <a:lnTo>
                    <a:pt x="1611" y="8316"/>
                  </a:lnTo>
                  <a:lnTo>
                    <a:pt x="1848" y="8184"/>
                  </a:lnTo>
                  <a:lnTo>
                    <a:pt x="2324" y="7867"/>
                  </a:lnTo>
                  <a:lnTo>
                    <a:pt x="2772" y="7524"/>
                  </a:lnTo>
                  <a:lnTo>
                    <a:pt x="3142" y="7207"/>
                  </a:lnTo>
                  <a:lnTo>
                    <a:pt x="3485" y="6890"/>
                  </a:lnTo>
                  <a:lnTo>
                    <a:pt x="3168" y="7260"/>
                  </a:lnTo>
                  <a:lnTo>
                    <a:pt x="2825" y="7709"/>
                  </a:lnTo>
                  <a:lnTo>
                    <a:pt x="2376" y="8342"/>
                  </a:lnTo>
                  <a:lnTo>
                    <a:pt x="1954" y="8949"/>
                  </a:lnTo>
                  <a:lnTo>
                    <a:pt x="1769" y="9187"/>
                  </a:lnTo>
                  <a:lnTo>
                    <a:pt x="1664" y="9398"/>
                  </a:lnTo>
                  <a:lnTo>
                    <a:pt x="1611" y="9583"/>
                  </a:lnTo>
                  <a:lnTo>
                    <a:pt x="1611" y="9689"/>
                  </a:lnTo>
                  <a:lnTo>
                    <a:pt x="1611" y="9794"/>
                  </a:lnTo>
                  <a:lnTo>
                    <a:pt x="1637" y="9873"/>
                  </a:lnTo>
                  <a:lnTo>
                    <a:pt x="1716" y="9979"/>
                  </a:lnTo>
                  <a:lnTo>
                    <a:pt x="1901" y="10190"/>
                  </a:lnTo>
                  <a:lnTo>
                    <a:pt x="1954" y="10217"/>
                  </a:lnTo>
                  <a:lnTo>
                    <a:pt x="2033" y="10243"/>
                  </a:lnTo>
                  <a:lnTo>
                    <a:pt x="2112" y="10243"/>
                  </a:lnTo>
                  <a:lnTo>
                    <a:pt x="2192" y="10217"/>
                  </a:lnTo>
                  <a:lnTo>
                    <a:pt x="2376" y="10137"/>
                  </a:lnTo>
                  <a:lnTo>
                    <a:pt x="2614" y="10005"/>
                  </a:lnTo>
                  <a:lnTo>
                    <a:pt x="2852" y="9821"/>
                  </a:lnTo>
                  <a:lnTo>
                    <a:pt x="3116" y="9583"/>
                  </a:lnTo>
                  <a:lnTo>
                    <a:pt x="3644" y="9081"/>
                  </a:lnTo>
                  <a:lnTo>
                    <a:pt x="4119" y="8527"/>
                  </a:lnTo>
                  <a:lnTo>
                    <a:pt x="4541" y="8052"/>
                  </a:lnTo>
                  <a:lnTo>
                    <a:pt x="4937" y="7550"/>
                  </a:lnTo>
                  <a:lnTo>
                    <a:pt x="4726" y="8105"/>
                  </a:lnTo>
                  <a:lnTo>
                    <a:pt x="4541" y="8685"/>
                  </a:lnTo>
                  <a:lnTo>
                    <a:pt x="4330" y="9319"/>
                  </a:lnTo>
                  <a:lnTo>
                    <a:pt x="4172" y="10005"/>
                  </a:lnTo>
                  <a:lnTo>
                    <a:pt x="4092" y="10322"/>
                  </a:lnTo>
                  <a:lnTo>
                    <a:pt x="4066" y="10613"/>
                  </a:lnTo>
                  <a:lnTo>
                    <a:pt x="4040" y="10850"/>
                  </a:lnTo>
                  <a:lnTo>
                    <a:pt x="4066" y="11061"/>
                  </a:lnTo>
                  <a:lnTo>
                    <a:pt x="4145" y="11220"/>
                  </a:lnTo>
                  <a:lnTo>
                    <a:pt x="4172" y="11273"/>
                  </a:lnTo>
                  <a:lnTo>
                    <a:pt x="4251" y="11299"/>
                  </a:lnTo>
                  <a:lnTo>
                    <a:pt x="4330" y="11325"/>
                  </a:lnTo>
                  <a:lnTo>
                    <a:pt x="4409" y="11325"/>
                  </a:lnTo>
                  <a:lnTo>
                    <a:pt x="4488" y="11299"/>
                  </a:lnTo>
                  <a:lnTo>
                    <a:pt x="4568" y="11273"/>
                  </a:lnTo>
                  <a:lnTo>
                    <a:pt x="4726" y="11141"/>
                  </a:lnTo>
                  <a:lnTo>
                    <a:pt x="4911" y="10956"/>
                  </a:lnTo>
                  <a:lnTo>
                    <a:pt x="5069" y="10718"/>
                  </a:lnTo>
                  <a:lnTo>
                    <a:pt x="5228" y="10428"/>
                  </a:lnTo>
                  <a:lnTo>
                    <a:pt x="5386" y="10085"/>
                  </a:lnTo>
                  <a:lnTo>
                    <a:pt x="5544" y="9741"/>
                  </a:lnTo>
                  <a:lnTo>
                    <a:pt x="5861" y="8949"/>
                  </a:lnTo>
                  <a:lnTo>
                    <a:pt x="6152" y="8131"/>
                  </a:lnTo>
                  <a:lnTo>
                    <a:pt x="6653" y="6706"/>
                  </a:lnTo>
                  <a:lnTo>
                    <a:pt x="6759" y="6362"/>
                  </a:lnTo>
                  <a:lnTo>
                    <a:pt x="6891" y="5966"/>
                  </a:lnTo>
                  <a:lnTo>
                    <a:pt x="7102" y="5069"/>
                  </a:lnTo>
                  <a:lnTo>
                    <a:pt x="7313" y="4039"/>
                  </a:lnTo>
                  <a:lnTo>
                    <a:pt x="7524" y="3010"/>
                  </a:lnTo>
                  <a:lnTo>
                    <a:pt x="7815" y="1241"/>
                  </a:lnTo>
                  <a:lnTo>
                    <a:pt x="7920" y="502"/>
                  </a:lnTo>
                  <a:lnTo>
                    <a:pt x="2931" y="0"/>
                  </a:lnTo>
                  <a:close/>
                </a:path>
              </a:pathLst>
            </a:custGeom>
            <a:solidFill>
              <a:srgbClr val="C25A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22"/>
            <p:cNvSpPr/>
            <p:nvPr/>
          </p:nvSpPr>
          <p:spPr>
            <a:xfrm>
              <a:off x="1357036" y="2590557"/>
              <a:ext cx="1731691" cy="935351"/>
            </a:xfrm>
            <a:custGeom>
              <a:rect b="b" l="l" r="r" t="t"/>
              <a:pathLst>
                <a:path extrusionOk="0" h="31443" w="58213">
                  <a:moveTo>
                    <a:pt x="35192" y="1"/>
                  </a:moveTo>
                  <a:lnTo>
                    <a:pt x="34848" y="54"/>
                  </a:lnTo>
                  <a:lnTo>
                    <a:pt x="34479" y="106"/>
                  </a:lnTo>
                  <a:lnTo>
                    <a:pt x="34136" y="186"/>
                  </a:lnTo>
                  <a:lnTo>
                    <a:pt x="33792" y="291"/>
                  </a:lnTo>
                  <a:lnTo>
                    <a:pt x="33476" y="397"/>
                  </a:lnTo>
                  <a:lnTo>
                    <a:pt x="32816" y="661"/>
                  </a:lnTo>
                  <a:lnTo>
                    <a:pt x="32182" y="977"/>
                  </a:lnTo>
                  <a:lnTo>
                    <a:pt x="31601" y="1321"/>
                  </a:lnTo>
                  <a:lnTo>
                    <a:pt x="31020" y="1690"/>
                  </a:lnTo>
                  <a:lnTo>
                    <a:pt x="30466" y="2060"/>
                  </a:lnTo>
                  <a:lnTo>
                    <a:pt x="29964" y="2429"/>
                  </a:lnTo>
                  <a:lnTo>
                    <a:pt x="10587" y="16421"/>
                  </a:lnTo>
                  <a:lnTo>
                    <a:pt x="9003" y="15893"/>
                  </a:lnTo>
                  <a:lnTo>
                    <a:pt x="1" y="24394"/>
                  </a:lnTo>
                  <a:lnTo>
                    <a:pt x="80" y="24579"/>
                  </a:lnTo>
                  <a:lnTo>
                    <a:pt x="344" y="25054"/>
                  </a:lnTo>
                  <a:lnTo>
                    <a:pt x="555" y="25371"/>
                  </a:lnTo>
                  <a:lnTo>
                    <a:pt x="793" y="25740"/>
                  </a:lnTo>
                  <a:lnTo>
                    <a:pt x="1110" y="26163"/>
                  </a:lnTo>
                  <a:lnTo>
                    <a:pt x="1479" y="26638"/>
                  </a:lnTo>
                  <a:lnTo>
                    <a:pt x="1902" y="27113"/>
                  </a:lnTo>
                  <a:lnTo>
                    <a:pt x="2403" y="27641"/>
                  </a:lnTo>
                  <a:lnTo>
                    <a:pt x="2984" y="28143"/>
                  </a:lnTo>
                  <a:lnTo>
                    <a:pt x="3618" y="28670"/>
                  </a:lnTo>
                  <a:lnTo>
                    <a:pt x="4357" y="29198"/>
                  </a:lnTo>
                  <a:lnTo>
                    <a:pt x="5149" y="29726"/>
                  </a:lnTo>
                  <a:lnTo>
                    <a:pt x="6046" y="30228"/>
                  </a:lnTo>
                  <a:lnTo>
                    <a:pt x="6521" y="30466"/>
                  </a:lnTo>
                  <a:lnTo>
                    <a:pt x="6997" y="30677"/>
                  </a:lnTo>
                  <a:lnTo>
                    <a:pt x="7498" y="30888"/>
                  </a:lnTo>
                  <a:lnTo>
                    <a:pt x="8026" y="31046"/>
                  </a:lnTo>
                  <a:lnTo>
                    <a:pt x="8607" y="31205"/>
                  </a:lnTo>
                  <a:lnTo>
                    <a:pt x="9161" y="31310"/>
                  </a:lnTo>
                  <a:lnTo>
                    <a:pt x="9769" y="31363"/>
                  </a:lnTo>
                  <a:lnTo>
                    <a:pt x="10376" y="31416"/>
                  </a:lnTo>
                  <a:lnTo>
                    <a:pt x="10957" y="31442"/>
                  </a:lnTo>
                  <a:lnTo>
                    <a:pt x="11564" y="31442"/>
                  </a:lnTo>
                  <a:lnTo>
                    <a:pt x="12145" y="31390"/>
                  </a:lnTo>
                  <a:lnTo>
                    <a:pt x="12725" y="31337"/>
                  </a:lnTo>
                  <a:lnTo>
                    <a:pt x="13280" y="31258"/>
                  </a:lnTo>
                  <a:lnTo>
                    <a:pt x="13808" y="31126"/>
                  </a:lnTo>
                  <a:lnTo>
                    <a:pt x="14283" y="30994"/>
                  </a:lnTo>
                  <a:lnTo>
                    <a:pt x="14732" y="30862"/>
                  </a:lnTo>
                  <a:lnTo>
                    <a:pt x="15128" y="30677"/>
                  </a:lnTo>
                  <a:lnTo>
                    <a:pt x="15471" y="30466"/>
                  </a:lnTo>
                  <a:lnTo>
                    <a:pt x="16448" y="29832"/>
                  </a:lnTo>
                  <a:lnTo>
                    <a:pt x="17372" y="29198"/>
                  </a:lnTo>
                  <a:lnTo>
                    <a:pt x="19088" y="27984"/>
                  </a:lnTo>
                  <a:lnTo>
                    <a:pt x="20329" y="27087"/>
                  </a:lnTo>
                  <a:lnTo>
                    <a:pt x="20777" y="26743"/>
                  </a:lnTo>
                  <a:lnTo>
                    <a:pt x="34268" y="14468"/>
                  </a:lnTo>
                  <a:lnTo>
                    <a:pt x="47731" y="30017"/>
                  </a:lnTo>
                  <a:lnTo>
                    <a:pt x="58212" y="21331"/>
                  </a:lnTo>
                  <a:lnTo>
                    <a:pt x="41026" y="2720"/>
                  </a:lnTo>
                  <a:lnTo>
                    <a:pt x="40630" y="2297"/>
                  </a:lnTo>
                  <a:lnTo>
                    <a:pt x="40207" y="1901"/>
                  </a:lnTo>
                  <a:lnTo>
                    <a:pt x="39811" y="1558"/>
                  </a:lnTo>
                  <a:lnTo>
                    <a:pt x="39389" y="1268"/>
                  </a:lnTo>
                  <a:lnTo>
                    <a:pt x="38993" y="977"/>
                  </a:lnTo>
                  <a:lnTo>
                    <a:pt x="38597" y="766"/>
                  </a:lnTo>
                  <a:lnTo>
                    <a:pt x="38201" y="555"/>
                  </a:lnTo>
                  <a:lnTo>
                    <a:pt x="37805" y="397"/>
                  </a:lnTo>
                  <a:lnTo>
                    <a:pt x="37436" y="265"/>
                  </a:lnTo>
                  <a:lnTo>
                    <a:pt x="37040" y="133"/>
                  </a:lnTo>
                  <a:lnTo>
                    <a:pt x="36670" y="80"/>
                  </a:lnTo>
                  <a:lnTo>
                    <a:pt x="36300" y="27"/>
                  </a:lnTo>
                  <a:lnTo>
                    <a:pt x="3593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22"/>
            <p:cNvSpPr/>
            <p:nvPr/>
          </p:nvSpPr>
          <p:spPr>
            <a:xfrm>
              <a:off x="1302063" y="2374592"/>
              <a:ext cx="638500" cy="672264"/>
            </a:xfrm>
            <a:custGeom>
              <a:rect b="b" l="l" r="r" t="t"/>
              <a:pathLst>
                <a:path extrusionOk="0" h="22599" w="21464">
                  <a:moveTo>
                    <a:pt x="12171" y="1"/>
                  </a:moveTo>
                  <a:lnTo>
                    <a:pt x="8660" y="397"/>
                  </a:lnTo>
                  <a:lnTo>
                    <a:pt x="8000" y="423"/>
                  </a:lnTo>
                  <a:lnTo>
                    <a:pt x="7419" y="476"/>
                  </a:lnTo>
                  <a:lnTo>
                    <a:pt x="6865" y="555"/>
                  </a:lnTo>
                  <a:lnTo>
                    <a:pt x="6363" y="687"/>
                  </a:lnTo>
                  <a:lnTo>
                    <a:pt x="5888" y="819"/>
                  </a:lnTo>
                  <a:lnTo>
                    <a:pt x="5466" y="978"/>
                  </a:lnTo>
                  <a:lnTo>
                    <a:pt x="5096" y="1189"/>
                  </a:lnTo>
                  <a:lnTo>
                    <a:pt x="4753" y="1400"/>
                  </a:lnTo>
                  <a:lnTo>
                    <a:pt x="4436" y="1611"/>
                  </a:lnTo>
                  <a:lnTo>
                    <a:pt x="4172" y="1849"/>
                  </a:lnTo>
                  <a:lnTo>
                    <a:pt x="3934" y="2113"/>
                  </a:lnTo>
                  <a:lnTo>
                    <a:pt x="3723" y="2377"/>
                  </a:lnTo>
                  <a:lnTo>
                    <a:pt x="3538" y="2667"/>
                  </a:lnTo>
                  <a:lnTo>
                    <a:pt x="3380" y="2931"/>
                  </a:lnTo>
                  <a:lnTo>
                    <a:pt x="3248" y="3222"/>
                  </a:lnTo>
                  <a:lnTo>
                    <a:pt x="3142" y="3512"/>
                  </a:lnTo>
                  <a:lnTo>
                    <a:pt x="3037" y="3802"/>
                  </a:lnTo>
                  <a:lnTo>
                    <a:pt x="2984" y="4093"/>
                  </a:lnTo>
                  <a:lnTo>
                    <a:pt x="2878" y="4647"/>
                  </a:lnTo>
                  <a:lnTo>
                    <a:pt x="2852" y="5175"/>
                  </a:lnTo>
                  <a:lnTo>
                    <a:pt x="2852" y="5650"/>
                  </a:lnTo>
                  <a:lnTo>
                    <a:pt x="2905" y="6046"/>
                  </a:lnTo>
                  <a:lnTo>
                    <a:pt x="2931" y="6363"/>
                  </a:lnTo>
                  <a:lnTo>
                    <a:pt x="2984" y="6627"/>
                  </a:lnTo>
                  <a:lnTo>
                    <a:pt x="1" y="22599"/>
                  </a:lnTo>
                  <a:lnTo>
                    <a:pt x="19827" y="18797"/>
                  </a:lnTo>
                  <a:lnTo>
                    <a:pt x="19853" y="18164"/>
                  </a:lnTo>
                  <a:lnTo>
                    <a:pt x="19906" y="17662"/>
                  </a:lnTo>
                  <a:lnTo>
                    <a:pt x="19933" y="17266"/>
                  </a:lnTo>
                  <a:lnTo>
                    <a:pt x="20223" y="15761"/>
                  </a:lnTo>
                  <a:lnTo>
                    <a:pt x="20487" y="14230"/>
                  </a:lnTo>
                  <a:lnTo>
                    <a:pt x="20777" y="12329"/>
                  </a:lnTo>
                  <a:lnTo>
                    <a:pt x="21068" y="10244"/>
                  </a:lnTo>
                  <a:lnTo>
                    <a:pt x="21200" y="9161"/>
                  </a:lnTo>
                  <a:lnTo>
                    <a:pt x="21305" y="8079"/>
                  </a:lnTo>
                  <a:lnTo>
                    <a:pt x="21385" y="7023"/>
                  </a:lnTo>
                  <a:lnTo>
                    <a:pt x="21437" y="5967"/>
                  </a:lnTo>
                  <a:lnTo>
                    <a:pt x="21464" y="4990"/>
                  </a:lnTo>
                  <a:lnTo>
                    <a:pt x="21437" y="4066"/>
                  </a:lnTo>
                  <a:lnTo>
                    <a:pt x="21411" y="3697"/>
                  </a:lnTo>
                  <a:lnTo>
                    <a:pt x="21385" y="3354"/>
                  </a:lnTo>
                  <a:lnTo>
                    <a:pt x="21332" y="3010"/>
                  </a:lnTo>
                  <a:lnTo>
                    <a:pt x="21253" y="2667"/>
                  </a:lnTo>
                  <a:lnTo>
                    <a:pt x="21173" y="2350"/>
                  </a:lnTo>
                  <a:lnTo>
                    <a:pt x="21068" y="2060"/>
                  </a:lnTo>
                  <a:lnTo>
                    <a:pt x="20936" y="1770"/>
                  </a:lnTo>
                  <a:lnTo>
                    <a:pt x="20804" y="1506"/>
                  </a:lnTo>
                  <a:lnTo>
                    <a:pt x="20619" y="1268"/>
                  </a:lnTo>
                  <a:lnTo>
                    <a:pt x="20434" y="1057"/>
                  </a:lnTo>
                  <a:lnTo>
                    <a:pt x="20223" y="846"/>
                  </a:lnTo>
                  <a:lnTo>
                    <a:pt x="19985" y="687"/>
                  </a:lnTo>
                  <a:lnTo>
                    <a:pt x="19748" y="529"/>
                  </a:lnTo>
                  <a:lnTo>
                    <a:pt x="19457" y="423"/>
                  </a:lnTo>
                  <a:lnTo>
                    <a:pt x="19167" y="318"/>
                  </a:lnTo>
                  <a:lnTo>
                    <a:pt x="18824" y="265"/>
                  </a:lnTo>
                  <a:lnTo>
                    <a:pt x="18797" y="370"/>
                  </a:lnTo>
                  <a:lnTo>
                    <a:pt x="18771" y="476"/>
                  </a:lnTo>
                  <a:lnTo>
                    <a:pt x="18718" y="582"/>
                  </a:lnTo>
                  <a:lnTo>
                    <a:pt x="18639" y="687"/>
                  </a:lnTo>
                  <a:lnTo>
                    <a:pt x="18533" y="766"/>
                  </a:lnTo>
                  <a:lnTo>
                    <a:pt x="18428" y="819"/>
                  </a:lnTo>
                  <a:lnTo>
                    <a:pt x="18164" y="951"/>
                  </a:lnTo>
                  <a:lnTo>
                    <a:pt x="17821" y="1030"/>
                  </a:lnTo>
                  <a:lnTo>
                    <a:pt x="17451" y="1083"/>
                  </a:lnTo>
                  <a:lnTo>
                    <a:pt x="17029" y="1110"/>
                  </a:lnTo>
                  <a:lnTo>
                    <a:pt x="16553" y="1110"/>
                  </a:lnTo>
                  <a:lnTo>
                    <a:pt x="16052" y="1057"/>
                  </a:lnTo>
                  <a:lnTo>
                    <a:pt x="15524" y="1004"/>
                  </a:lnTo>
                  <a:lnTo>
                    <a:pt x="14969" y="898"/>
                  </a:lnTo>
                  <a:lnTo>
                    <a:pt x="14415" y="766"/>
                  </a:lnTo>
                  <a:lnTo>
                    <a:pt x="13861" y="608"/>
                  </a:lnTo>
                  <a:lnTo>
                    <a:pt x="13280" y="423"/>
                  </a:lnTo>
                  <a:lnTo>
                    <a:pt x="12725" y="238"/>
                  </a:lnTo>
                  <a:lnTo>
                    <a:pt x="12171"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22"/>
            <p:cNvSpPr/>
            <p:nvPr/>
          </p:nvSpPr>
          <p:spPr>
            <a:xfrm>
              <a:off x="1427715" y="3412770"/>
              <a:ext cx="471230" cy="87220"/>
            </a:xfrm>
            <a:custGeom>
              <a:rect b="b" l="l" r="r" t="t"/>
              <a:pathLst>
                <a:path extrusionOk="0" h="2932" w="15841">
                  <a:moveTo>
                    <a:pt x="27" y="1"/>
                  </a:moveTo>
                  <a:lnTo>
                    <a:pt x="1" y="27"/>
                  </a:lnTo>
                  <a:lnTo>
                    <a:pt x="1" y="54"/>
                  </a:lnTo>
                  <a:lnTo>
                    <a:pt x="1" y="80"/>
                  </a:lnTo>
                  <a:lnTo>
                    <a:pt x="661" y="555"/>
                  </a:lnTo>
                  <a:lnTo>
                    <a:pt x="1347" y="978"/>
                  </a:lnTo>
                  <a:lnTo>
                    <a:pt x="2060" y="1400"/>
                  </a:lnTo>
                  <a:lnTo>
                    <a:pt x="2799" y="1743"/>
                  </a:lnTo>
                  <a:lnTo>
                    <a:pt x="3565" y="2060"/>
                  </a:lnTo>
                  <a:lnTo>
                    <a:pt x="4330" y="2324"/>
                  </a:lnTo>
                  <a:lnTo>
                    <a:pt x="5122" y="2535"/>
                  </a:lnTo>
                  <a:lnTo>
                    <a:pt x="5914" y="2720"/>
                  </a:lnTo>
                  <a:lnTo>
                    <a:pt x="6733" y="2826"/>
                  </a:lnTo>
                  <a:lnTo>
                    <a:pt x="7577" y="2905"/>
                  </a:lnTo>
                  <a:lnTo>
                    <a:pt x="8396" y="2931"/>
                  </a:lnTo>
                  <a:lnTo>
                    <a:pt x="9214" y="2931"/>
                  </a:lnTo>
                  <a:lnTo>
                    <a:pt x="10033" y="2878"/>
                  </a:lnTo>
                  <a:lnTo>
                    <a:pt x="10851" y="2799"/>
                  </a:lnTo>
                  <a:lnTo>
                    <a:pt x="11643" y="2667"/>
                  </a:lnTo>
                  <a:lnTo>
                    <a:pt x="12461" y="2482"/>
                  </a:lnTo>
                  <a:lnTo>
                    <a:pt x="12910" y="2350"/>
                  </a:lnTo>
                  <a:lnTo>
                    <a:pt x="13333" y="2218"/>
                  </a:lnTo>
                  <a:lnTo>
                    <a:pt x="13781" y="2060"/>
                  </a:lnTo>
                  <a:lnTo>
                    <a:pt x="14204" y="1902"/>
                  </a:lnTo>
                  <a:lnTo>
                    <a:pt x="14626" y="1717"/>
                  </a:lnTo>
                  <a:lnTo>
                    <a:pt x="15022" y="1506"/>
                  </a:lnTo>
                  <a:lnTo>
                    <a:pt x="15445" y="1268"/>
                  </a:lnTo>
                  <a:lnTo>
                    <a:pt x="15814" y="1030"/>
                  </a:lnTo>
                  <a:lnTo>
                    <a:pt x="15841" y="1004"/>
                  </a:lnTo>
                  <a:lnTo>
                    <a:pt x="15841" y="978"/>
                  </a:lnTo>
                  <a:lnTo>
                    <a:pt x="15814" y="951"/>
                  </a:lnTo>
                  <a:lnTo>
                    <a:pt x="15788" y="951"/>
                  </a:lnTo>
                  <a:lnTo>
                    <a:pt x="15445" y="1189"/>
                  </a:lnTo>
                  <a:lnTo>
                    <a:pt x="15075" y="1374"/>
                  </a:lnTo>
                  <a:lnTo>
                    <a:pt x="14732" y="1558"/>
                  </a:lnTo>
                  <a:lnTo>
                    <a:pt x="14362" y="1743"/>
                  </a:lnTo>
                  <a:lnTo>
                    <a:pt x="13597" y="2034"/>
                  </a:lnTo>
                  <a:lnTo>
                    <a:pt x="12831" y="2298"/>
                  </a:lnTo>
                  <a:lnTo>
                    <a:pt x="12039" y="2509"/>
                  </a:lnTo>
                  <a:lnTo>
                    <a:pt x="11247" y="2641"/>
                  </a:lnTo>
                  <a:lnTo>
                    <a:pt x="10455" y="2746"/>
                  </a:lnTo>
                  <a:lnTo>
                    <a:pt x="9637" y="2826"/>
                  </a:lnTo>
                  <a:lnTo>
                    <a:pt x="8818" y="2852"/>
                  </a:lnTo>
                  <a:lnTo>
                    <a:pt x="7973" y="2852"/>
                  </a:lnTo>
                  <a:lnTo>
                    <a:pt x="7155" y="2799"/>
                  </a:lnTo>
                  <a:lnTo>
                    <a:pt x="6337" y="2694"/>
                  </a:lnTo>
                  <a:lnTo>
                    <a:pt x="5545" y="2562"/>
                  </a:lnTo>
                  <a:lnTo>
                    <a:pt x="4779" y="2350"/>
                  </a:lnTo>
                  <a:lnTo>
                    <a:pt x="4013" y="2139"/>
                  </a:lnTo>
                  <a:lnTo>
                    <a:pt x="3248" y="1849"/>
                  </a:lnTo>
                  <a:lnTo>
                    <a:pt x="2403" y="1479"/>
                  </a:lnTo>
                  <a:lnTo>
                    <a:pt x="1585" y="1030"/>
                  </a:lnTo>
                  <a:lnTo>
                    <a:pt x="819" y="555"/>
                  </a:lnTo>
                  <a:lnTo>
                    <a:pt x="423" y="291"/>
                  </a:lnTo>
                  <a:lnTo>
                    <a:pt x="5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22"/>
            <p:cNvSpPr/>
            <p:nvPr/>
          </p:nvSpPr>
          <p:spPr>
            <a:xfrm>
              <a:off x="2372454" y="2866998"/>
              <a:ext cx="19663" cy="161023"/>
            </a:xfrm>
            <a:custGeom>
              <a:rect b="b" l="l" r="r" t="t"/>
              <a:pathLst>
                <a:path extrusionOk="0" h="5413" w="661">
                  <a:moveTo>
                    <a:pt x="581" y="0"/>
                  </a:moveTo>
                  <a:lnTo>
                    <a:pt x="581" y="27"/>
                  </a:lnTo>
                  <a:lnTo>
                    <a:pt x="344" y="660"/>
                  </a:lnTo>
                  <a:lnTo>
                    <a:pt x="185" y="1320"/>
                  </a:lnTo>
                  <a:lnTo>
                    <a:pt x="80" y="2007"/>
                  </a:lnTo>
                  <a:lnTo>
                    <a:pt x="1" y="2693"/>
                  </a:lnTo>
                  <a:lnTo>
                    <a:pt x="1" y="3353"/>
                  </a:lnTo>
                  <a:lnTo>
                    <a:pt x="27" y="4039"/>
                  </a:lnTo>
                  <a:lnTo>
                    <a:pt x="106" y="4726"/>
                  </a:lnTo>
                  <a:lnTo>
                    <a:pt x="265" y="5386"/>
                  </a:lnTo>
                  <a:lnTo>
                    <a:pt x="265" y="5412"/>
                  </a:lnTo>
                  <a:lnTo>
                    <a:pt x="317" y="5412"/>
                  </a:lnTo>
                  <a:lnTo>
                    <a:pt x="317" y="5386"/>
                  </a:lnTo>
                  <a:lnTo>
                    <a:pt x="185" y="4699"/>
                  </a:lnTo>
                  <a:lnTo>
                    <a:pt x="106" y="4039"/>
                  </a:lnTo>
                  <a:lnTo>
                    <a:pt x="80" y="3353"/>
                  </a:lnTo>
                  <a:lnTo>
                    <a:pt x="80" y="2693"/>
                  </a:lnTo>
                  <a:lnTo>
                    <a:pt x="159" y="2007"/>
                  </a:lnTo>
                  <a:lnTo>
                    <a:pt x="265" y="1347"/>
                  </a:lnTo>
                  <a:lnTo>
                    <a:pt x="423" y="687"/>
                  </a:lnTo>
                  <a:lnTo>
                    <a:pt x="661" y="53"/>
                  </a:lnTo>
                  <a:lnTo>
                    <a:pt x="6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22"/>
            <p:cNvSpPr/>
            <p:nvPr/>
          </p:nvSpPr>
          <p:spPr>
            <a:xfrm>
              <a:off x="1329550" y="3019333"/>
              <a:ext cx="439043" cy="296880"/>
            </a:xfrm>
            <a:custGeom>
              <a:rect b="b" l="l" r="r" t="t"/>
              <a:pathLst>
                <a:path extrusionOk="0" h="9980" w="14759">
                  <a:moveTo>
                    <a:pt x="1242" y="1"/>
                  </a:moveTo>
                  <a:lnTo>
                    <a:pt x="1030" y="582"/>
                  </a:lnTo>
                  <a:lnTo>
                    <a:pt x="819" y="1215"/>
                  </a:lnTo>
                  <a:lnTo>
                    <a:pt x="582" y="2034"/>
                  </a:lnTo>
                  <a:lnTo>
                    <a:pt x="344" y="2984"/>
                  </a:lnTo>
                  <a:lnTo>
                    <a:pt x="238" y="3459"/>
                  </a:lnTo>
                  <a:lnTo>
                    <a:pt x="133" y="3987"/>
                  </a:lnTo>
                  <a:lnTo>
                    <a:pt x="80" y="4489"/>
                  </a:lnTo>
                  <a:lnTo>
                    <a:pt x="27" y="4990"/>
                  </a:lnTo>
                  <a:lnTo>
                    <a:pt x="1" y="5518"/>
                  </a:lnTo>
                  <a:lnTo>
                    <a:pt x="27" y="5993"/>
                  </a:lnTo>
                  <a:lnTo>
                    <a:pt x="106" y="6785"/>
                  </a:lnTo>
                  <a:lnTo>
                    <a:pt x="212" y="7551"/>
                  </a:lnTo>
                  <a:lnTo>
                    <a:pt x="370" y="8211"/>
                  </a:lnTo>
                  <a:lnTo>
                    <a:pt x="529" y="8818"/>
                  </a:lnTo>
                  <a:lnTo>
                    <a:pt x="687" y="9293"/>
                  </a:lnTo>
                  <a:lnTo>
                    <a:pt x="819" y="9663"/>
                  </a:lnTo>
                  <a:lnTo>
                    <a:pt x="925" y="9980"/>
                  </a:lnTo>
                  <a:lnTo>
                    <a:pt x="14758" y="1057"/>
                  </a:lnTo>
                  <a:lnTo>
                    <a:pt x="124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22"/>
            <p:cNvSpPr/>
            <p:nvPr/>
          </p:nvSpPr>
          <p:spPr>
            <a:xfrm>
              <a:off x="1202351" y="2688723"/>
              <a:ext cx="689517" cy="501840"/>
            </a:xfrm>
            <a:custGeom>
              <a:rect b="b" l="l" r="r" t="t"/>
              <a:pathLst>
                <a:path extrusionOk="0" h="16870" w="23179">
                  <a:moveTo>
                    <a:pt x="7524" y="1"/>
                  </a:moveTo>
                  <a:lnTo>
                    <a:pt x="6864" y="1928"/>
                  </a:lnTo>
                  <a:lnTo>
                    <a:pt x="6204" y="3697"/>
                  </a:lnTo>
                  <a:lnTo>
                    <a:pt x="5861" y="4594"/>
                  </a:lnTo>
                  <a:lnTo>
                    <a:pt x="5544" y="5413"/>
                  </a:lnTo>
                  <a:lnTo>
                    <a:pt x="5201" y="6125"/>
                  </a:lnTo>
                  <a:lnTo>
                    <a:pt x="4884" y="6732"/>
                  </a:lnTo>
                  <a:lnTo>
                    <a:pt x="4541" y="7234"/>
                  </a:lnTo>
                  <a:lnTo>
                    <a:pt x="4250" y="7630"/>
                  </a:lnTo>
                  <a:lnTo>
                    <a:pt x="4013" y="7920"/>
                  </a:lnTo>
                  <a:lnTo>
                    <a:pt x="3802" y="8132"/>
                  </a:lnTo>
                  <a:lnTo>
                    <a:pt x="3643" y="8264"/>
                  </a:lnTo>
                  <a:lnTo>
                    <a:pt x="2957" y="8712"/>
                  </a:lnTo>
                  <a:lnTo>
                    <a:pt x="2376" y="9135"/>
                  </a:lnTo>
                  <a:lnTo>
                    <a:pt x="1848" y="9584"/>
                  </a:lnTo>
                  <a:lnTo>
                    <a:pt x="1399" y="10032"/>
                  </a:lnTo>
                  <a:lnTo>
                    <a:pt x="1030" y="10508"/>
                  </a:lnTo>
                  <a:lnTo>
                    <a:pt x="713" y="10956"/>
                  </a:lnTo>
                  <a:lnTo>
                    <a:pt x="449" y="11432"/>
                  </a:lnTo>
                  <a:lnTo>
                    <a:pt x="264" y="11907"/>
                  </a:lnTo>
                  <a:lnTo>
                    <a:pt x="132" y="12408"/>
                  </a:lnTo>
                  <a:lnTo>
                    <a:pt x="26" y="12884"/>
                  </a:lnTo>
                  <a:lnTo>
                    <a:pt x="0" y="13385"/>
                  </a:lnTo>
                  <a:lnTo>
                    <a:pt x="26" y="13913"/>
                  </a:lnTo>
                  <a:lnTo>
                    <a:pt x="106" y="14415"/>
                  </a:lnTo>
                  <a:lnTo>
                    <a:pt x="211" y="14969"/>
                  </a:lnTo>
                  <a:lnTo>
                    <a:pt x="370" y="15497"/>
                  </a:lnTo>
                  <a:lnTo>
                    <a:pt x="554" y="16051"/>
                  </a:lnTo>
                  <a:lnTo>
                    <a:pt x="607" y="16157"/>
                  </a:lnTo>
                  <a:lnTo>
                    <a:pt x="686" y="16289"/>
                  </a:lnTo>
                  <a:lnTo>
                    <a:pt x="924" y="16527"/>
                  </a:lnTo>
                  <a:lnTo>
                    <a:pt x="1188" y="16738"/>
                  </a:lnTo>
                  <a:lnTo>
                    <a:pt x="1320" y="16817"/>
                  </a:lnTo>
                  <a:lnTo>
                    <a:pt x="1426" y="16870"/>
                  </a:lnTo>
                  <a:lnTo>
                    <a:pt x="1584" y="16870"/>
                  </a:lnTo>
                  <a:lnTo>
                    <a:pt x="1742" y="16843"/>
                  </a:lnTo>
                  <a:lnTo>
                    <a:pt x="1874" y="16764"/>
                  </a:lnTo>
                  <a:lnTo>
                    <a:pt x="2006" y="16632"/>
                  </a:lnTo>
                  <a:lnTo>
                    <a:pt x="2112" y="16474"/>
                  </a:lnTo>
                  <a:lnTo>
                    <a:pt x="2218" y="16315"/>
                  </a:lnTo>
                  <a:lnTo>
                    <a:pt x="2376" y="15972"/>
                  </a:lnTo>
                  <a:lnTo>
                    <a:pt x="2640" y="15365"/>
                  </a:lnTo>
                  <a:lnTo>
                    <a:pt x="2957" y="14784"/>
                  </a:lnTo>
                  <a:lnTo>
                    <a:pt x="3300" y="14230"/>
                  </a:lnTo>
                  <a:lnTo>
                    <a:pt x="3722" y="13702"/>
                  </a:lnTo>
                  <a:lnTo>
                    <a:pt x="3934" y="13464"/>
                  </a:lnTo>
                  <a:lnTo>
                    <a:pt x="4171" y="13227"/>
                  </a:lnTo>
                  <a:lnTo>
                    <a:pt x="4409" y="13016"/>
                  </a:lnTo>
                  <a:lnTo>
                    <a:pt x="4646" y="12804"/>
                  </a:lnTo>
                  <a:lnTo>
                    <a:pt x="4910" y="12620"/>
                  </a:lnTo>
                  <a:lnTo>
                    <a:pt x="5201" y="12435"/>
                  </a:lnTo>
                  <a:lnTo>
                    <a:pt x="5491" y="12276"/>
                  </a:lnTo>
                  <a:lnTo>
                    <a:pt x="5782" y="12118"/>
                  </a:lnTo>
                  <a:lnTo>
                    <a:pt x="6257" y="11933"/>
                  </a:lnTo>
                  <a:lnTo>
                    <a:pt x="6758" y="11801"/>
                  </a:lnTo>
                  <a:lnTo>
                    <a:pt x="7286" y="11696"/>
                  </a:lnTo>
                  <a:lnTo>
                    <a:pt x="7788" y="11643"/>
                  </a:lnTo>
                  <a:lnTo>
                    <a:pt x="8316" y="11616"/>
                  </a:lnTo>
                  <a:lnTo>
                    <a:pt x="8844" y="11616"/>
                  </a:lnTo>
                  <a:lnTo>
                    <a:pt x="9372" y="11643"/>
                  </a:lnTo>
                  <a:lnTo>
                    <a:pt x="9900" y="11696"/>
                  </a:lnTo>
                  <a:lnTo>
                    <a:pt x="10956" y="11801"/>
                  </a:lnTo>
                  <a:lnTo>
                    <a:pt x="12038" y="11960"/>
                  </a:lnTo>
                  <a:lnTo>
                    <a:pt x="13121" y="12092"/>
                  </a:lnTo>
                  <a:lnTo>
                    <a:pt x="13649" y="12144"/>
                  </a:lnTo>
                  <a:lnTo>
                    <a:pt x="14177" y="12171"/>
                  </a:lnTo>
                  <a:lnTo>
                    <a:pt x="14863" y="12171"/>
                  </a:lnTo>
                  <a:lnTo>
                    <a:pt x="15497" y="12144"/>
                  </a:lnTo>
                  <a:lnTo>
                    <a:pt x="16157" y="12065"/>
                  </a:lnTo>
                  <a:lnTo>
                    <a:pt x="16790" y="11986"/>
                  </a:lnTo>
                  <a:lnTo>
                    <a:pt x="17397" y="11854"/>
                  </a:lnTo>
                  <a:lnTo>
                    <a:pt x="18031" y="11696"/>
                  </a:lnTo>
                  <a:lnTo>
                    <a:pt x="18612" y="11511"/>
                  </a:lnTo>
                  <a:lnTo>
                    <a:pt x="19193" y="11300"/>
                  </a:lnTo>
                  <a:lnTo>
                    <a:pt x="19773" y="11036"/>
                  </a:lnTo>
                  <a:lnTo>
                    <a:pt x="20301" y="10745"/>
                  </a:lnTo>
                  <a:lnTo>
                    <a:pt x="20856" y="10402"/>
                  </a:lnTo>
                  <a:lnTo>
                    <a:pt x="21357" y="10059"/>
                  </a:lnTo>
                  <a:lnTo>
                    <a:pt x="21859" y="9663"/>
                  </a:lnTo>
                  <a:lnTo>
                    <a:pt x="22308" y="9214"/>
                  </a:lnTo>
                  <a:lnTo>
                    <a:pt x="22757" y="8765"/>
                  </a:lnTo>
                  <a:lnTo>
                    <a:pt x="23179" y="8237"/>
                  </a:lnTo>
                  <a:lnTo>
                    <a:pt x="7524"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22"/>
            <p:cNvSpPr/>
            <p:nvPr/>
          </p:nvSpPr>
          <p:spPr>
            <a:xfrm>
              <a:off x="832445" y="2408385"/>
              <a:ext cx="719384" cy="852087"/>
            </a:xfrm>
            <a:custGeom>
              <a:rect b="b" l="l" r="r" t="t"/>
              <a:pathLst>
                <a:path extrusionOk="0" h="28644" w="24183">
                  <a:moveTo>
                    <a:pt x="20883" y="0"/>
                  </a:moveTo>
                  <a:lnTo>
                    <a:pt x="20249" y="317"/>
                  </a:lnTo>
                  <a:lnTo>
                    <a:pt x="18613" y="1188"/>
                  </a:lnTo>
                  <a:lnTo>
                    <a:pt x="16263" y="2429"/>
                  </a:lnTo>
                  <a:lnTo>
                    <a:pt x="14917" y="3168"/>
                  </a:lnTo>
                  <a:lnTo>
                    <a:pt x="13517" y="3934"/>
                  </a:lnTo>
                  <a:lnTo>
                    <a:pt x="12092" y="4752"/>
                  </a:lnTo>
                  <a:lnTo>
                    <a:pt x="10719" y="5597"/>
                  </a:lnTo>
                  <a:lnTo>
                    <a:pt x="9373" y="6415"/>
                  </a:lnTo>
                  <a:lnTo>
                    <a:pt x="8158" y="7207"/>
                  </a:lnTo>
                  <a:lnTo>
                    <a:pt x="7076" y="7999"/>
                  </a:lnTo>
                  <a:lnTo>
                    <a:pt x="6601" y="8369"/>
                  </a:lnTo>
                  <a:lnTo>
                    <a:pt x="6205" y="8712"/>
                  </a:lnTo>
                  <a:lnTo>
                    <a:pt x="5835" y="9029"/>
                  </a:lnTo>
                  <a:lnTo>
                    <a:pt x="5518" y="9345"/>
                  </a:lnTo>
                  <a:lnTo>
                    <a:pt x="5281" y="9636"/>
                  </a:lnTo>
                  <a:lnTo>
                    <a:pt x="5122" y="9926"/>
                  </a:lnTo>
                  <a:lnTo>
                    <a:pt x="4832" y="10560"/>
                  </a:lnTo>
                  <a:lnTo>
                    <a:pt x="4515" y="11457"/>
                  </a:lnTo>
                  <a:lnTo>
                    <a:pt x="4146" y="12566"/>
                  </a:lnTo>
                  <a:lnTo>
                    <a:pt x="3750" y="13807"/>
                  </a:lnTo>
                  <a:lnTo>
                    <a:pt x="2905" y="16684"/>
                  </a:lnTo>
                  <a:lnTo>
                    <a:pt x="2034" y="19747"/>
                  </a:lnTo>
                  <a:lnTo>
                    <a:pt x="1242" y="22677"/>
                  </a:lnTo>
                  <a:lnTo>
                    <a:pt x="608" y="25159"/>
                  </a:lnTo>
                  <a:lnTo>
                    <a:pt x="1" y="27535"/>
                  </a:lnTo>
                  <a:lnTo>
                    <a:pt x="7578" y="28643"/>
                  </a:lnTo>
                  <a:lnTo>
                    <a:pt x="12329" y="14097"/>
                  </a:lnTo>
                  <a:lnTo>
                    <a:pt x="24183" y="7260"/>
                  </a:lnTo>
                  <a:lnTo>
                    <a:pt x="20883"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22"/>
            <p:cNvSpPr/>
            <p:nvPr/>
          </p:nvSpPr>
          <p:spPr>
            <a:xfrm>
              <a:off x="1230611" y="2633750"/>
              <a:ext cx="294530" cy="179080"/>
            </a:xfrm>
            <a:custGeom>
              <a:rect b="b" l="l" r="r" t="t"/>
              <a:pathLst>
                <a:path extrusionOk="0" h="6020" w="9901">
                  <a:moveTo>
                    <a:pt x="9821" y="1"/>
                  </a:moveTo>
                  <a:lnTo>
                    <a:pt x="2165" y="4621"/>
                  </a:lnTo>
                  <a:lnTo>
                    <a:pt x="0" y="5941"/>
                  </a:lnTo>
                  <a:lnTo>
                    <a:pt x="0" y="5967"/>
                  </a:lnTo>
                  <a:lnTo>
                    <a:pt x="0" y="5993"/>
                  </a:lnTo>
                  <a:lnTo>
                    <a:pt x="27" y="6020"/>
                  </a:lnTo>
                  <a:lnTo>
                    <a:pt x="53" y="6020"/>
                  </a:lnTo>
                  <a:lnTo>
                    <a:pt x="7709" y="1373"/>
                  </a:lnTo>
                  <a:lnTo>
                    <a:pt x="9874" y="80"/>
                  </a:lnTo>
                  <a:lnTo>
                    <a:pt x="9900" y="53"/>
                  </a:lnTo>
                  <a:lnTo>
                    <a:pt x="9874" y="27"/>
                  </a:lnTo>
                  <a:lnTo>
                    <a:pt x="987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22"/>
            <p:cNvSpPr/>
            <p:nvPr/>
          </p:nvSpPr>
          <p:spPr>
            <a:xfrm>
              <a:off x="1912266" y="2459431"/>
              <a:ext cx="27516" cy="322790"/>
            </a:xfrm>
            <a:custGeom>
              <a:rect b="b" l="l" r="r" t="t"/>
              <a:pathLst>
                <a:path extrusionOk="0" h="10851" w="925">
                  <a:moveTo>
                    <a:pt x="872" y="0"/>
                  </a:moveTo>
                  <a:lnTo>
                    <a:pt x="845" y="26"/>
                  </a:lnTo>
                  <a:lnTo>
                    <a:pt x="819" y="2112"/>
                  </a:lnTo>
                  <a:lnTo>
                    <a:pt x="713" y="4224"/>
                  </a:lnTo>
                  <a:lnTo>
                    <a:pt x="555" y="6309"/>
                  </a:lnTo>
                  <a:lnTo>
                    <a:pt x="344" y="8395"/>
                  </a:lnTo>
                  <a:lnTo>
                    <a:pt x="185" y="9609"/>
                  </a:lnTo>
                  <a:lnTo>
                    <a:pt x="0" y="10797"/>
                  </a:lnTo>
                  <a:lnTo>
                    <a:pt x="0" y="10824"/>
                  </a:lnTo>
                  <a:lnTo>
                    <a:pt x="27" y="10850"/>
                  </a:lnTo>
                  <a:lnTo>
                    <a:pt x="53" y="10850"/>
                  </a:lnTo>
                  <a:lnTo>
                    <a:pt x="80" y="10824"/>
                  </a:lnTo>
                  <a:lnTo>
                    <a:pt x="370" y="8738"/>
                  </a:lnTo>
                  <a:lnTo>
                    <a:pt x="608" y="6626"/>
                  </a:lnTo>
                  <a:lnTo>
                    <a:pt x="792" y="4541"/>
                  </a:lnTo>
                  <a:lnTo>
                    <a:pt x="845" y="3485"/>
                  </a:lnTo>
                  <a:lnTo>
                    <a:pt x="898" y="2429"/>
                  </a:lnTo>
                  <a:lnTo>
                    <a:pt x="924" y="1214"/>
                  </a:lnTo>
                  <a:lnTo>
                    <a:pt x="924" y="26"/>
                  </a:lnTo>
                  <a:lnTo>
                    <a:pt x="92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22"/>
            <p:cNvSpPr/>
            <p:nvPr/>
          </p:nvSpPr>
          <p:spPr>
            <a:xfrm>
              <a:off x="1509401" y="2397378"/>
              <a:ext cx="83263" cy="194013"/>
            </a:xfrm>
            <a:custGeom>
              <a:rect b="b" l="l" r="r" t="t"/>
              <a:pathLst>
                <a:path extrusionOk="0" h="6522" w="2799">
                  <a:moveTo>
                    <a:pt x="0" y="0"/>
                  </a:moveTo>
                  <a:lnTo>
                    <a:pt x="0" y="27"/>
                  </a:lnTo>
                  <a:lnTo>
                    <a:pt x="0" y="53"/>
                  </a:lnTo>
                  <a:lnTo>
                    <a:pt x="27" y="80"/>
                  </a:lnTo>
                  <a:lnTo>
                    <a:pt x="370" y="212"/>
                  </a:lnTo>
                  <a:lnTo>
                    <a:pt x="687" y="396"/>
                  </a:lnTo>
                  <a:lnTo>
                    <a:pt x="1004" y="581"/>
                  </a:lnTo>
                  <a:lnTo>
                    <a:pt x="1294" y="819"/>
                  </a:lnTo>
                  <a:lnTo>
                    <a:pt x="1558" y="1056"/>
                  </a:lnTo>
                  <a:lnTo>
                    <a:pt x="1795" y="1320"/>
                  </a:lnTo>
                  <a:lnTo>
                    <a:pt x="2033" y="1611"/>
                  </a:lnTo>
                  <a:lnTo>
                    <a:pt x="2218" y="1928"/>
                  </a:lnTo>
                  <a:lnTo>
                    <a:pt x="2376" y="2271"/>
                  </a:lnTo>
                  <a:lnTo>
                    <a:pt x="2508" y="2640"/>
                  </a:lnTo>
                  <a:lnTo>
                    <a:pt x="2614" y="3010"/>
                  </a:lnTo>
                  <a:lnTo>
                    <a:pt x="2693" y="3380"/>
                  </a:lnTo>
                  <a:lnTo>
                    <a:pt x="2693" y="3749"/>
                  </a:lnTo>
                  <a:lnTo>
                    <a:pt x="2693" y="4145"/>
                  </a:lnTo>
                  <a:lnTo>
                    <a:pt x="2640" y="4515"/>
                  </a:lnTo>
                  <a:lnTo>
                    <a:pt x="2561" y="4884"/>
                  </a:lnTo>
                  <a:lnTo>
                    <a:pt x="2429" y="5307"/>
                  </a:lnTo>
                  <a:lnTo>
                    <a:pt x="2244" y="5703"/>
                  </a:lnTo>
                  <a:lnTo>
                    <a:pt x="2007" y="6099"/>
                  </a:lnTo>
                  <a:lnTo>
                    <a:pt x="1743" y="6442"/>
                  </a:lnTo>
                  <a:lnTo>
                    <a:pt x="1743" y="6468"/>
                  </a:lnTo>
                  <a:lnTo>
                    <a:pt x="1743" y="6495"/>
                  </a:lnTo>
                  <a:lnTo>
                    <a:pt x="1769" y="6521"/>
                  </a:lnTo>
                  <a:lnTo>
                    <a:pt x="1795" y="6495"/>
                  </a:lnTo>
                  <a:lnTo>
                    <a:pt x="2059" y="6178"/>
                  </a:lnTo>
                  <a:lnTo>
                    <a:pt x="2271" y="5835"/>
                  </a:lnTo>
                  <a:lnTo>
                    <a:pt x="2429" y="5492"/>
                  </a:lnTo>
                  <a:lnTo>
                    <a:pt x="2587" y="5096"/>
                  </a:lnTo>
                  <a:lnTo>
                    <a:pt x="2693" y="4726"/>
                  </a:lnTo>
                  <a:lnTo>
                    <a:pt x="2746" y="4330"/>
                  </a:lnTo>
                  <a:lnTo>
                    <a:pt x="2799" y="3934"/>
                  </a:lnTo>
                  <a:lnTo>
                    <a:pt x="2772" y="3512"/>
                  </a:lnTo>
                  <a:lnTo>
                    <a:pt x="2719" y="3142"/>
                  </a:lnTo>
                  <a:lnTo>
                    <a:pt x="2640" y="2772"/>
                  </a:lnTo>
                  <a:lnTo>
                    <a:pt x="2535" y="2429"/>
                  </a:lnTo>
                  <a:lnTo>
                    <a:pt x="2376" y="2086"/>
                  </a:lnTo>
                  <a:lnTo>
                    <a:pt x="2191" y="1743"/>
                  </a:lnTo>
                  <a:lnTo>
                    <a:pt x="1980" y="1426"/>
                  </a:lnTo>
                  <a:lnTo>
                    <a:pt x="1743" y="1136"/>
                  </a:lnTo>
                  <a:lnTo>
                    <a:pt x="1479" y="872"/>
                  </a:lnTo>
                  <a:lnTo>
                    <a:pt x="1162" y="608"/>
                  </a:lnTo>
                  <a:lnTo>
                    <a:pt x="792" y="370"/>
                  </a:lnTo>
                  <a:lnTo>
                    <a:pt x="423" y="159"/>
                  </a:lnTo>
                  <a:lnTo>
                    <a:pt x="2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22"/>
            <p:cNvSpPr/>
            <p:nvPr/>
          </p:nvSpPr>
          <p:spPr>
            <a:xfrm>
              <a:off x="1284007" y="2910964"/>
              <a:ext cx="505767" cy="50303"/>
            </a:xfrm>
            <a:custGeom>
              <a:rect b="b" l="l" r="r" t="t"/>
              <a:pathLst>
                <a:path extrusionOk="0" h="1691" w="17002">
                  <a:moveTo>
                    <a:pt x="3723" y="1"/>
                  </a:moveTo>
                  <a:lnTo>
                    <a:pt x="3301" y="27"/>
                  </a:lnTo>
                  <a:lnTo>
                    <a:pt x="2852" y="80"/>
                  </a:lnTo>
                  <a:lnTo>
                    <a:pt x="2456" y="159"/>
                  </a:lnTo>
                  <a:lnTo>
                    <a:pt x="2033" y="265"/>
                  </a:lnTo>
                  <a:lnTo>
                    <a:pt x="1664" y="397"/>
                  </a:lnTo>
                  <a:lnTo>
                    <a:pt x="1268" y="581"/>
                  </a:lnTo>
                  <a:lnTo>
                    <a:pt x="925" y="793"/>
                  </a:lnTo>
                  <a:lnTo>
                    <a:pt x="581" y="1030"/>
                  </a:lnTo>
                  <a:lnTo>
                    <a:pt x="291" y="1321"/>
                  </a:lnTo>
                  <a:lnTo>
                    <a:pt x="27" y="1637"/>
                  </a:lnTo>
                  <a:lnTo>
                    <a:pt x="1" y="1664"/>
                  </a:lnTo>
                  <a:lnTo>
                    <a:pt x="27" y="1690"/>
                  </a:lnTo>
                  <a:lnTo>
                    <a:pt x="80" y="1690"/>
                  </a:lnTo>
                  <a:lnTo>
                    <a:pt x="344" y="1373"/>
                  </a:lnTo>
                  <a:lnTo>
                    <a:pt x="608" y="1109"/>
                  </a:lnTo>
                  <a:lnTo>
                    <a:pt x="925" y="872"/>
                  </a:lnTo>
                  <a:lnTo>
                    <a:pt x="1268" y="687"/>
                  </a:lnTo>
                  <a:lnTo>
                    <a:pt x="1611" y="502"/>
                  </a:lnTo>
                  <a:lnTo>
                    <a:pt x="1954" y="370"/>
                  </a:lnTo>
                  <a:lnTo>
                    <a:pt x="2350" y="265"/>
                  </a:lnTo>
                  <a:lnTo>
                    <a:pt x="2720" y="185"/>
                  </a:lnTo>
                  <a:lnTo>
                    <a:pt x="3169" y="106"/>
                  </a:lnTo>
                  <a:lnTo>
                    <a:pt x="3617" y="80"/>
                  </a:lnTo>
                  <a:lnTo>
                    <a:pt x="4066" y="80"/>
                  </a:lnTo>
                  <a:lnTo>
                    <a:pt x="4489" y="133"/>
                  </a:lnTo>
                  <a:lnTo>
                    <a:pt x="4937" y="185"/>
                  </a:lnTo>
                  <a:lnTo>
                    <a:pt x="5386" y="265"/>
                  </a:lnTo>
                  <a:lnTo>
                    <a:pt x="6257" y="449"/>
                  </a:lnTo>
                  <a:lnTo>
                    <a:pt x="7155" y="687"/>
                  </a:lnTo>
                  <a:lnTo>
                    <a:pt x="8053" y="925"/>
                  </a:lnTo>
                  <a:lnTo>
                    <a:pt x="8950" y="1162"/>
                  </a:lnTo>
                  <a:lnTo>
                    <a:pt x="9848" y="1373"/>
                  </a:lnTo>
                  <a:lnTo>
                    <a:pt x="10719" y="1505"/>
                  </a:lnTo>
                  <a:lnTo>
                    <a:pt x="11564" y="1611"/>
                  </a:lnTo>
                  <a:lnTo>
                    <a:pt x="12435" y="1637"/>
                  </a:lnTo>
                  <a:lnTo>
                    <a:pt x="13306" y="1637"/>
                  </a:lnTo>
                  <a:lnTo>
                    <a:pt x="13781" y="1585"/>
                  </a:lnTo>
                  <a:lnTo>
                    <a:pt x="14256" y="1532"/>
                  </a:lnTo>
                  <a:lnTo>
                    <a:pt x="14732" y="1453"/>
                  </a:lnTo>
                  <a:lnTo>
                    <a:pt x="15207" y="1347"/>
                  </a:lnTo>
                  <a:lnTo>
                    <a:pt x="15656" y="1215"/>
                  </a:lnTo>
                  <a:lnTo>
                    <a:pt x="16104" y="1057"/>
                  </a:lnTo>
                  <a:lnTo>
                    <a:pt x="16553" y="872"/>
                  </a:lnTo>
                  <a:lnTo>
                    <a:pt x="16976" y="661"/>
                  </a:lnTo>
                  <a:lnTo>
                    <a:pt x="17002" y="634"/>
                  </a:lnTo>
                  <a:lnTo>
                    <a:pt x="17002" y="608"/>
                  </a:lnTo>
                  <a:lnTo>
                    <a:pt x="16949" y="608"/>
                  </a:lnTo>
                  <a:lnTo>
                    <a:pt x="16527" y="793"/>
                  </a:lnTo>
                  <a:lnTo>
                    <a:pt x="16131" y="977"/>
                  </a:lnTo>
                  <a:lnTo>
                    <a:pt x="15708" y="1109"/>
                  </a:lnTo>
                  <a:lnTo>
                    <a:pt x="15260" y="1241"/>
                  </a:lnTo>
                  <a:lnTo>
                    <a:pt x="14837" y="1347"/>
                  </a:lnTo>
                  <a:lnTo>
                    <a:pt x="14415" y="1426"/>
                  </a:lnTo>
                  <a:lnTo>
                    <a:pt x="13966" y="1479"/>
                  </a:lnTo>
                  <a:lnTo>
                    <a:pt x="13517" y="1532"/>
                  </a:lnTo>
                  <a:lnTo>
                    <a:pt x="13068" y="1558"/>
                  </a:lnTo>
                  <a:lnTo>
                    <a:pt x="12620" y="1558"/>
                  </a:lnTo>
                  <a:lnTo>
                    <a:pt x="11722" y="1532"/>
                  </a:lnTo>
                  <a:lnTo>
                    <a:pt x="10851" y="1453"/>
                  </a:lnTo>
                  <a:lnTo>
                    <a:pt x="9953" y="1294"/>
                  </a:lnTo>
                  <a:lnTo>
                    <a:pt x="9056" y="1109"/>
                  </a:lnTo>
                  <a:lnTo>
                    <a:pt x="8158" y="872"/>
                  </a:lnTo>
                  <a:lnTo>
                    <a:pt x="6363" y="397"/>
                  </a:lnTo>
                  <a:lnTo>
                    <a:pt x="5492" y="185"/>
                  </a:lnTo>
                  <a:lnTo>
                    <a:pt x="5043" y="106"/>
                  </a:lnTo>
                  <a:lnTo>
                    <a:pt x="4621" y="53"/>
                  </a:lnTo>
                  <a:lnTo>
                    <a:pt x="4172" y="27"/>
                  </a:lnTo>
                  <a:lnTo>
                    <a:pt x="372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22"/>
            <p:cNvSpPr/>
            <p:nvPr/>
          </p:nvSpPr>
          <p:spPr>
            <a:xfrm>
              <a:off x="2506733" y="2378519"/>
              <a:ext cx="205793" cy="197166"/>
            </a:xfrm>
            <a:custGeom>
              <a:rect b="b" l="l" r="r" t="t"/>
              <a:pathLst>
                <a:path extrusionOk="0" h="6628" w="6918">
                  <a:moveTo>
                    <a:pt x="2482" y="1"/>
                  </a:moveTo>
                  <a:lnTo>
                    <a:pt x="1" y="6627"/>
                  </a:lnTo>
                  <a:lnTo>
                    <a:pt x="1" y="6627"/>
                  </a:lnTo>
                  <a:lnTo>
                    <a:pt x="6918" y="6020"/>
                  </a:lnTo>
                  <a:lnTo>
                    <a:pt x="6891" y="5809"/>
                  </a:lnTo>
                  <a:lnTo>
                    <a:pt x="6786" y="5281"/>
                  </a:lnTo>
                  <a:lnTo>
                    <a:pt x="6706" y="4911"/>
                  </a:lnTo>
                  <a:lnTo>
                    <a:pt x="6574" y="4462"/>
                  </a:lnTo>
                  <a:lnTo>
                    <a:pt x="6416" y="4014"/>
                  </a:lnTo>
                  <a:lnTo>
                    <a:pt x="6205" y="3512"/>
                  </a:lnTo>
                  <a:lnTo>
                    <a:pt x="5967" y="3010"/>
                  </a:lnTo>
                  <a:lnTo>
                    <a:pt x="5650" y="2509"/>
                  </a:lnTo>
                  <a:lnTo>
                    <a:pt x="5307" y="2007"/>
                  </a:lnTo>
                  <a:lnTo>
                    <a:pt x="5096" y="1743"/>
                  </a:lnTo>
                  <a:lnTo>
                    <a:pt x="4885" y="1506"/>
                  </a:lnTo>
                  <a:lnTo>
                    <a:pt x="4647" y="1294"/>
                  </a:lnTo>
                  <a:lnTo>
                    <a:pt x="4383" y="1057"/>
                  </a:lnTo>
                  <a:lnTo>
                    <a:pt x="4119" y="846"/>
                  </a:lnTo>
                  <a:lnTo>
                    <a:pt x="3829" y="661"/>
                  </a:lnTo>
                  <a:lnTo>
                    <a:pt x="3512" y="450"/>
                  </a:lnTo>
                  <a:lnTo>
                    <a:pt x="3195" y="291"/>
                  </a:lnTo>
                  <a:lnTo>
                    <a:pt x="2852" y="133"/>
                  </a:lnTo>
                  <a:lnTo>
                    <a:pt x="248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22"/>
            <p:cNvSpPr/>
            <p:nvPr/>
          </p:nvSpPr>
          <p:spPr>
            <a:xfrm flipH="1">
              <a:off x="597206" y="4707725"/>
              <a:ext cx="2791800" cy="173700"/>
            </a:xfrm>
            <a:prstGeom prst="ellipse">
              <a:avLst/>
            </a:prstGeom>
            <a:solidFill>
              <a:srgbClr val="0A0A0A">
                <a:alpha val="4705"/>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Outfit"/>
                <a:ea typeface="Outfit"/>
                <a:cs typeface="Outfit"/>
                <a:sym typeface="Outfit"/>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09" name="Shape 2109"/>
        <p:cNvGrpSpPr/>
        <p:nvPr/>
      </p:nvGrpSpPr>
      <p:grpSpPr>
        <a:xfrm>
          <a:off x="0" y="0"/>
          <a:ext cx="0" cy="0"/>
          <a:chOff x="0" y="0"/>
          <a:chExt cx="0" cy="0"/>
        </a:xfrm>
      </p:grpSpPr>
      <p:sp>
        <p:nvSpPr>
          <p:cNvPr id="2110" name="Google Shape;2110;p23"/>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a:t>
            </a:r>
            <a:endParaRPr/>
          </a:p>
        </p:txBody>
      </p:sp>
      <p:sp>
        <p:nvSpPr>
          <p:cNvPr id="2111" name="Google Shape;2111;p23"/>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If you have a free account, in order to use this template, you must credit </a:t>
            </a:r>
            <a:r>
              <a:rPr b="1" i="0" lang="en" sz="1100" u="sng" cap="none" strike="noStrike">
                <a:solidFill>
                  <a:schemeClr val="dk2"/>
                </a:solidFill>
                <a:latin typeface="Arial"/>
                <a:ea typeface="Arial"/>
                <a:cs typeface="Arial"/>
                <a:sym typeface="Arial"/>
                <a:hlinkClick r:id="rId3">
                  <a:extLst>
                    <a:ext uri="{A12FA001-AC4F-418D-AE19-62706E023703}">
                      <ahyp:hlinkClr val="tx"/>
                    </a:ext>
                  </a:extLst>
                </a:hlinkClick>
              </a:rPr>
              <a:t>Slidesgo</a:t>
            </a:r>
            <a:r>
              <a:rPr b="1" i="0" lang="en" sz="1100" u="none" cap="none" strike="noStrike">
                <a:solidFill>
                  <a:schemeClr val="dk2"/>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by keeping the </a:t>
            </a:r>
            <a:r>
              <a:rPr b="1" i="0" lang="en" sz="1100" u="sng" cap="none" strike="noStrike">
                <a:solidFill>
                  <a:schemeClr val="hlink"/>
                </a:solidFill>
                <a:latin typeface="Arial"/>
                <a:ea typeface="Arial"/>
                <a:cs typeface="Arial"/>
                <a:sym typeface="Arial"/>
                <a:hlinkClick action="ppaction://hlinksldjump" r:id="rId4"/>
              </a:rPr>
              <a:t>Thanks</a:t>
            </a:r>
            <a:r>
              <a:rPr b="1" i="0" lang="en" sz="1100" u="none" cap="none" strike="noStrike">
                <a:solidFill>
                  <a:schemeClr val="dk2"/>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slide. Please refer to the next slide to read the instructions for premium users.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 sz="1100" u="none" cap="none" strike="noStrike">
                <a:solidFill>
                  <a:schemeClr val="dk2"/>
                </a:solidFill>
                <a:latin typeface="Arial"/>
                <a:ea typeface="Arial"/>
                <a:cs typeface="Arial"/>
                <a:sym typeface="Arial"/>
              </a:rPr>
              <a:t>As a Free user, you are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40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projects.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400"/>
              </a:spcBef>
              <a:spcAft>
                <a:spcPts val="0"/>
              </a:spcAft>
              <a:buClr>
                <a:srgbClr val="000000"/>
              </a:buClr>
              <a:buSzPts val="1100"/>
              <a:buFont typeface="Arial"/>
              <a:buNone/>
            </a:pPr>
            <a:r>
              <a:rPr b="1" i="0" lang="en" sz="1100" u="none" cap="none" strike="noStrike">
                <a:solidFill>
                  <a:schemeClr val="dk2"/>
                </a:solidFill>
                <a:latin typeface="Arial"/>
                <a:ea typeface="Arial"/>
                <a:cs typeface="Arial"/>
                <a:sym typeface="Arial"/>
              </a:rPr>
              <a:t>You are not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any of Slidesgo Content (or a modified version of Slidesgo Content).</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Slidesgo Content unless it has been expressly authorized by Slidesgo.</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Include Slidesgo Content in an online or offline database or file.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Offer Slidesgo templates (or modified versions of Slidesgo templates) for download.</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Acquire the copyright of Slidesgo Content.</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sng" cap="none" strike="noStrike">
                <a:solidFill>
                  <a:schemeClr val="dk2"/>
                </a:solidFill>
                <a:latin typeface="Arial"/>
                <a:ea typeface="Arial"/>
                <a:cs typeface="Arial"/>
                <a:sym typeface="Arial"/>
                <a:hlinkClick r:id="rId5">
                  <a:extLst>
                    <a:ext uri="{A12FA001-AC4F-418D-AE19-62706E023703}">
                      <ahyp:hlinkClr val="tx"/>
                    </a:ext>
                  </a:extLst>
                </a:hlinkClick>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dk2"/>
                </a:solidFill>
                <a:latin typeface="Arial"/>
                <a:ea typeface="Arial"/>
                <a:cs typeface="Arial"/>
                <a:sym typeface="Arial"/>
                <a:hlinkClick r:id="rId6">
                  <a:extLst>
                    <a:ext uri="{A12FA001-AC4F-418D-AE19-62706E023703}">
                      <ahyp:hlinkClr val="tx"/>
                    </a:ext>
                  </a:extLst>
                </a:hlinkClick>
              </a:rPr>
              <a:t>https://slidesgo.com/slidesgo-school</a:t>
            </a:r>
            <a:endParaRPr b="1" i="0" sz="1100" u="none" cap="none" strike="noStrike">
              <a:solidFill>
                <a:schemeClr val="dk2"/>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15" name="Shape 2115"/>
        <p:cNvGrpSpPr/>
        <p:nvPr/>
      </p:nvGrpSpPr>
      <p:grpSpPr>
        <a:xfrm>
          <a:off x="0" y="0"/>
          <a:ext cx="0" cy="0"/>
          <a:chOff x="0" y="0"/>
          <a:chExt cx="0" cy="0"/>
        </a:xfrm>
      </p:grpSpPr>
      <p:sp>
        <p:nvSpPr>
          <p:cNvPr id="2116" name="Google Shape;2116;p24"/>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As a Premium user, you can use this template without attributing </a:t>
            </a:r>
            <a:r>
              <a:rPr b="1" i="0" lang="en" sz="1100" u="sng" cap="none" strike="noStrike">
                <a:solidFill>
                  <a:schemeClr val="dk2"/>
                </a:solidFill>
                <a:latin typeface="Arial"/>
                <a:ea typeface="Arial"/>
                <a:cs typeface="Arial"/>
                <a:sym typeface="Arial"/>
                <a:hlinkClick r:id="rId3">
                  <a:extLst>
                    <a:ext uri="{A12FA001-AC4F-418D-AE19-62706E023703}">
                      <ahyp:hlinkClr val="tx"/>
                    </a:ext>
                  </a:extLst>
                </a:hlinkClick>
              </a:rPr>
              <a:t>Slidesgo</a:t>
            </a:r>
            <a:r>
              <a:rPr b="1" i="0" lang="en" sz="1100" u="none" cap="none" strike="noStrike">
                <a:solidFill>
                  <a:schemeClr val="dk2"/>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or keeping the "</a:t>
            </a:r>
            <a:r>
              <a:rPr b="1" i="0" lang="en" sz="1100" u="sng" cap="none" strike="noStrike">
                <a:solidFill>
                  <a:schemeClr val="hlink"/>
                </a:solidFill>
                <a:latin typeface="Arial"/>
                <a:ea typeface="Arial"/>
                <a:cs typeface="Arial"/>
                <a:sym typeface="Arial"/>
                <a:hlinkClick action="ppaction://hlinksldjump" r:id="rId4"/>
              </a:rPr>
              <a:t>Thanks</a:t>
            </a:r>
            <a:r>
              <a:rPr b="0" i="0" lang="en" sz="1100" u="none" cap="none" strike="noStrike">
                <a:solidFill>
                  <a:schemeClr val="lt1"/>
                </a:solidFill>
                <a:latin typeface="Arial"/>
                <a:ea typeface="Arial"/>
                <a:cs typeface="Arial"/>
                <a:sym typeface="Arial"/>
              </a:rPr>
              <a:t>" slide.</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 sz="1100" u="none" cap="none" strike="noStrike">
                <a:solidFill>
                  <a:schemeClr val="dk2"/>
                </a:solidFill>
                <a:latin typeface="Arial"/>
                <a:ea typeface="Arial"/>
                <a:cs typeface="Arial"/>
                <a:sym typeface="Arial"/>
              </a:rPr>
              <a:t>You are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purposes.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Hide or delete the “</a:t>
            </a:r>
            <a:r>
              <a:rPr b="0" i="0" lang="en" sz="1100" u="sng" cap="none" strike="noStrike">
                <a:solidFill>
                  <a:schemeClr val="hlink"/>
                </a:solidFill>
                <a:latin typeface="Arial"/>
                <a:ea typeface="Arial"/>
                <a:cs typeface="Arial"/>
                <a:sym typeface="Arial"/>
              </a:rPr>
              <a:t>Thanks</a:t>
            </a:r>
            <a:r>
              <a:rPr b="0" i="0" lang="en" sz="1100" u="none" cap="none" strike="noStrike">
                <a:solidFill>
                  <a:schemeClr val="lt1"/>
                </a:solidFill>
                <a:latin typeface="Arial"/>
                <a:ea typeface="Arial"/>
                <a:cs typeface="Arial"/>
                <a:sym typeface="Arial"/>
              </a:rPr>
              <a:t>” slide and the mention to Slidesgo in the credits.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Share this template in an editable format with people who are not part of your team.</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 sz="1100" u="none" cap="none" strike="noStrike">
                <a:solidFill>
                  <a:schemeClr val="dk2"/>
                </a:solidFill>
                <a:latin typeface="Arial"/>
                <a:ea typeface="Arial"/>
                <a:cs typeface="Arial"/>
                <a:sym typeface="Arial"/>
              </a:rPr>
              <a:t>You are not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this Slidesgo Template (or a modified version of this Slidesgo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any of the elements that are part of this Slidesgo Template in an isolated and separated way from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1" i="0" lang="en" sz="1100" u="sng" cap="none" strike="noStrike">
                <a:solidFill>
                  <a:schemeClr val="dk2"/>
                </a:solidFill>
                <a:latin typeface="Arial"/>
                <a:ea typeface="Arial"/>
                <a:cs typeface="Arial"/>
                <a:sym typeface="Arial"/>
                <a:hlinkClick r:id="rId5">
                  <a:extLst>
                    <a:ext uri="{A12FA001-AC4F-418D-AE19-62706E023703}">
                      <ahyp:hlinkClr val="tx"/>
                    </a:ext>
                  </a:extLst>
                </a:hlinkClick>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dk2"/>
                </a:solidFill>
                <a:latin typeface="Arial"/>
                <a:ea typeface="Arial"/>
                <a:cs typeface="Arial"/>
                <a:sym typeface="Arial"/>
                <a:hlinkClick r:id="rId6">
                  <a:extLst>
                    <a:ext uri="{A12FA001-AC4F-418D-AE19-62706E023703}">
                      <ahyp:hlinkClr val="tx"/>
                    </a:ext>
                  </a:extLst>
                </a:hlinkClick>
              </a:rPr>
              <a:t>https://slidesgo.com/slidesgo-school</a:t>
            </a:r>
            <a:endParaRPr b="1" i="0" sz="1100" u="none" cap="none" strike="noStrike">
              <a:solidFill>
                <a:schemeClr val="dk2"/>
              </a:solidFill>
              <a:latin typeface="Arial"/>
              <a:ea typeface="Arial"/>
              <a:cs typeface="Arial"/>
              <a:sym typeface="Arial"/>
            </a:endParaRPr>
          </a:p>
        </p:txBody>
      </p:sp>
      <p:sp>
        <p:nvSpPr>
          <p:cNvPr id="2117" name="Google Shape;2117;p24"/>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21" name="Shape 2121"/>
        <p:cNvGrpSpPr/>
        <p:nvPr/>
      </p:nvGrpSpPr>
      <p:grpSpPr>
        <a:xfrm>
          <a:off x="0" y="0"/>
          <a:ext cx="0" cy="0"/>
          <a:chOff x="0" y="0"/>
          <a:chExt cx="0" cy="0"/>
        </a:xfrm>
      </p:grpSpPr>
      <p:sp>
        <p:nvSpPr>
          <p:cNvPr id="2122" name="Google Shape;2122;p25"/>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This presentation has been made using the following fonts:</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1000"/>
              </a:spcBef>
              <a:spcAft>
                <a:spcPts val="0"/>
              </a:spcAft>
              <a:buClr>
                <a:srgbClr val="000000"/>
              </a:buClr>
              <a:buSzPts val="1100"/>
              <a:buFont typeface="Arial"/>
              <a:buNone/>
            </a:pPr>
            <a:r>
              <a:rPr b="1" i="0" lang="en" sz="1100" u="none" cap="none" strike="noStrike">
                <a:solidFill>
                  <a:srgbClr val="FFFFFF"/>
                </a:solidFill>
                <a:latin typeface="Arial"/>
                <a:ea typeface="Arial"/>
                <a:cs typeface="Arial"/>
                <a:sym typeface="Arial"/>
              </a:rPr>
              <a:t>Albert Sans</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3">
                  <a:extLst>
                    <a:ext uri="{A12FA001-AC4F-418D-AE19-62706E023703}">
                      <ahyp:hlinkClr val="tx"/>
                    </a:ext>
                  </a:extLst>
                </a:hlinkClick>
              </a:rPr>
              <a:t>https://fonts.google.com/specimen/Albert+Sans</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1" i="0" lang="en" sz="1100" u="none" cap="none" strike="noStrike">
                <a:solidFill>
                  <a:srgbClr val="FFFFFF"/>
                </a:solidFill>
                <a:latin typeface="Arial"/>
                <a:ea typeface="Arial"/>
                <a:cs typeface="Arial"/>
                <a:sym typeface="Arial"/>
              </a:rPr>
              <a:t>Outfit</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4">
                  <a:extLst>
                    <a:ext uri="{A12FA001-AC4F-418D-AE19-62706E023703}">
                      <ahyp:hlinkClr val="tx"/>
                    </a:ext>
                  </a:extLst>
                </a:hlinkClick>
              </a:rPr>
              <a:t>https://fonts.google.com/specimen/Outfit</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FFFFFF"/>
              </a:solidFill>
              <a:latin typeface="Arial"/>
              <a:ea typeface="Arial"/>
              <a:cs typeface="Arial"/>
              <a:sym typeface="Arial"/>
            </a:endParaRPr>
          </a:p>
        </p:txBody>
      </p:sp>
      <p:sp>
        <p:nvSpPr>
          <p:cNvPr id="2123" name="Google Shape;2123;p25"/>
          <p:cNvSpPr/>
          <p:nvPr/>
        </p:nvSpPr>
        <p:spPr>
          <a:xfrm>
            <a:off x="2052650" y="2947175"/>
            <a:ext cx="791400" cy="754200"/>
          </a:xfrm>
          <a:prstGeom prst="roundRect">
            <a:avLst>
              <a:gd fmla="val 16667" name="adj"/>
            </a:avLst>
          </a:prstGeom>
          <a:solidFill>
            <a:srgbClr val="49498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25"/>
          <p:cNvSpPr/>
          <p:nvPr/>
        </p:nvSpPr>
        <p:spPr>
          <a:xfrm>
            <a:off x="3114470" y="2947175"/>
            <a:ext cx="791400" cy="754200"/>
          </a:xfrm>
          <a:prstGeom prst="roundRect">
            <a:avLst>
              <a:gd fmla="val 16667" name="adj"/>
            </a:avLst>
          </a:prstGeom>
          <a:solidFill>
            <a:srgbClr val="0A0A0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25"/>
          <p:cNvSpPr/>
          <p:nvPr/>
        </p:nvSpPr>
        <p:spPr>
          <a:xfrm>
            <a:off x="4176289" y="2947175"/>
            <a:ext cx="791400" cy="754200"/>
          </a:xfrm>
          <a:prstGeom prst="roundRect">
            <a:avLst>
              <a:gd fmla="val 16667" name="adj"/>
            </a:avLst>
          </a:prstGeom>
          <a:solidFill>
            <a:srgbClr val="D1EE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25"/>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#494983</a:t>
            </a:r>
            <a:endParaRPr b="0" i="0" sz="1000" u="none" cap="none" strike="noStrike">
              <a:solidFill>
                <a:srgbClr val="FFFFFF"/>
              </a:solidFill>
              <a:latin typeface="Arial"/>
              <a:ea typeface="Arial"/>
              <a:cs typeface="Arial"/>
              <a:sym typeface="Arial"/>
            </a:endParaRPr>
          </a:p>
        </p:txBody>
      </p:sp>
      <p:sp>
        <p:nvSpPr>
          <p:cNvPr id="2127" name="Google Shape;2127;p25"/>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#0a0a0a</a:t>
            </a:r>
            <a:endParaRPr b="0" i="0" sz="1000" u="none" cap="none" strike="noStrike">
              <a:solidFill>
                <a:srgbClr val="FFFFFF"/>
              </a:solidFill>
              <a:latin typeface="Arial"/>
              <a:ea typeface="Arial"/>
              <a:cs typeface="Arial"/>
              <a:sym typeface="Arial"/>
            </a:endParaRPr>
          </a:p>
        </p:txBody>
      </p:sp>
      <p:sp>
        <p:nvSpPr>
          <p:cNvPr id="2128" name="Google Shape;2128;p25"/>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#d1eeee</a:t>
            </a:r>
            <a:endParaRPr b="0" i="0" sz="1000" u="none" cap="none" strike="noStrike">
              <a:solidFill>
                <a:schemeClr val="dk1"/>
              </a:solidFill>
              <a:latin typeface="Arial"/>
              <a:ea typeface="Arial"/>
              <a:cs typeface="Arial"/>
              <a:sym typeface="Arial"/>
            </a:endParaRPr>
          </a:p>
        </p:txBody>
      </p:sp>
      <p:sp>
        <p:nvSpPr>
          <p:cNvPr id="2129" name="Google Shape;2129;p25"/>
          <p:cNvSpPr/>
          <p:nvPr/>
        </p:nvSpPr>
        <p:spPr>
          <a:xfrm>
            <a:off x="5238125" y="2947175"/>
            <a:ext cx="791400" cy="754200"/>
          </a:xfrm>
          <a:prstGeom prst="roundRect">
            <a:avLst>
              <a:gd fmla="val 16667" name="adj"/>
            </a:avLst>
          </a:prstGeom>
          <a:solidFill>
            <a:srgbClr val="B4DD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25"/>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#b4dddd</a:t>
            </a:r>
            <a:endParaRPr b="0" i="0" sz="1000" u="none" cap="none" strike="noStrike">
              <a:solidFill>
                <a:schemeClr val="dk1"/>
              </a:solidFill>
              <a:latin typeface="Arial"/>
              <a:ea typeface="Arial"/>
              <a:cs typeface="Arial"/>
              <a:sym typeface="Arial"/>
            </a:endParaRPr>
          </a:p>
        </p:txBody>
      </p:sp>
      <p:sp>
        <p:nvSpPr>
          <p:cNvPr id="2131" name="Google Shape;2131;p25"/>
          <p:cNvSpPr/>
          <p:nvPr/>
        </p:nvSpPr>
        <p:spPr>
          <a:xfrm>
            <a:off x="2052650" y="3878275"/>
            <a:ext cx="791400" cy="754200"/>
          </a:xfrm>
          <a:prstGeom prst="roundRect">
            <a:avLst>
              <a:gd fmla="val 16667" name="adj"/>
            </a:avLst>
          </a:prstGeom>
          <a:solidFill>
            <a:srgbClr val="4D58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25"/>
          <p:cNvSpPr/>
          <p:nvPr/>
        </p:nvSpPr>
        <p:spPr>
          <a:xfrm>
            <a:off x="3114470"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25"/>
          <p:cNvSpPr/>
          <p:nvPr/>
        </p:nvSpPr>
        <p:spPr>
          <a:xfrm>
            <a:off x="4176289" y="3878275"/>
            <a:ext cx="791400" cy="754200"/>
          </a:xfrm>
          <a:prstGeom prst="roundRect">
            <a:avLst>
              <a:gd fmla="val 16667" name="adj"/>
            </a:avLst>
          </a:prstGeom>
          <a:solidFill>
            <a:srgbClr val="73C7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25"/>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#4d585c</a:t>
            </a:r>
            <a:endParaRPr b="0" i="0" sz="1000" u="none" cap="none" strike="noStrike">
              <a:solidFill>
                <a:srgbClr val="FFFFFF"/>
              </a:solidFill>
              <a:latin typeface="Arial"/>
              <a:ea typeface="Arial"/>
              <a:cs typeface="Arial"/>
              <a:sym typeface="Arial"/>
            </a:endParaRPr>
          </a:p>
        </p:txBody>
      </p:sp>
      <p:sp>
        <p:nvSpPr>
          <p:cNvPr id="2135" name="Google Shape;2135;p25"/>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#ffffff</a:t>
            </a:r>
            <a:endParaRPr b="0" i="0" sz="1000" u="none" cap="none" strike="noStrike">
              <a:solidFill>
                <a:schemeClr val="dk1"/>
              </a:solidFill>
              <a:latin typeface="Arial"/>
              <a:ea typeface="Arial"/>
              <a:cs typeface="Arial"/>
              <a:sym typeface="Arial"/>
            </a:endParaRPr>
          </a:p>
        </p:txBody>
      </p:sp>
      <p:sp>
        <p:nvSpPr>
          <p:cNvPr id="2136" name="Google Shape;2136;p25"/>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lt1"/>
                </a:solidFill>
                <a:latin typeface="Arial"/>
                <a:ea typeface="Arial"/>
                <a:cs typeface="Arial"/>
                <a:sym typeface="Arial"/>
              </a:rPr>
              <a:t>#73c7c7</a:t>
            </a:r>
            <a:endParaRPr b="0" i="0" sz="1000" u="none" cap="none" strike="noStrike">
              <a:solidFill>
                <a:schemeClr val="lt1"/>
              </a:solidFill>
              <a:latin typeface="Arial"/>
              <a:ea typeface="Arial"/>
              <a:cs typeface="Arial"/>
              <a:sym typeface="Arial"/>
            </a:endParaRPr>
          </a:p>
        </p:txBody>
      </p:sp>
      <p:sp>
        <p:nvSpPr>
          <p:cNvPr id="2137" name="Google Shape;2137;p25"/>
          <p:cNvSpPr/>
          <p:nvPr/>
        </p:nvSpPr>
        <p:spPr>
          <a:xfrm>
            <a:off x="5238125" y="3878275"/>
            <a:ext cx="791400" cy="754200"/>
          </a:xfrm>
          <a:prstGeom prst="roundRect">
            <a:avLst>
              <a:gd fmla="val 16667" name="adj"/>
            </a:avLst>
          </a:prstGeom>
          <a:solidFill>
            <a:srgbClr val="6767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25"/>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#6767ac</a:t>
            </a:r>
            <a:endParaRPr b="0" i="0" sz="1000" u="none" cap="none" strike="noStrike">
              <a:solidFill>
                <a:srgbClr val="FFFFFF"/>
              </a:solidFill>
              <a:latin typeface="Arial"/>
              <a:ea typeface="Arial"/>
              <a:cs typeface="Arial"/>
              <a:sym typeface="Arial"/>
            </a:endParaRPr>
          </a:p>
        </p:txBody>
      </p:sp>
      <p:sp>
        <p:nvSpPr>
          <p:cNvPr id="2139" name="Google Shape;2139;p25"/>
          <p:cNvSpPr/>
          <p:nvPr/>
        </p:nvSpPr>
        <p:spPr>
          <a:xfrm>
            <a:off x="6299950" y="2947175"/>
            <a:ext cx="791400" cy="754200"/>
          </a:xfrm>
          <a:prstGeom prst="roundRect">
            <a:avLst>
              <a:gd fmla="val 16667" name="adj"/>
            </a:avLst>
          </a:prstGeom>
          <a:solidFill>
            <a:srgbClr val="E9EE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25"/>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#e9eec6</a:t>
            </a:r>
            <a:endParaRPr b="0" i="0" sz="1000" u="none" cap="none" strike="noStrike">
              <a:solidFill>
                <a:srgbClr val="000000"/>
              </a:solidFill>
              <a:latin typeface="Arial"/>
              <a:ea typeface="Arial"/>
              <a:cs typeface="Arial"/>
              <a:sym typeface="Arial"/>
            </a:endParaRPr>
          </a:p>
        </p:txBody>
      </p:sp>
      <p:sp>
        <p:nvSpPr>
          <p:cNvPr id="2141" name="Google Shape;2141;p25"/>
          <p:cNvSpPr/>
          <p:nvPr/>
        </p:nvSpPr>
        <p:spPr>
          <a:xfrm>
            <a:off x="6299950" y="3878275"/>
            <a:ext cx="791400" cy="754200"/>
          </a:xfrm>
          <a:prstGeom prst="roundRect">
            <a:avLst>
              <a:gd fmla="val 16667" name="adj"/>
            </a:avLst>
          </a:prstGeom>
          <a:solidFill>
            <a:srgbClr val="C5E7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25"/>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#c5e7e7</a:t>
            </a:r>
            <a:endParaRPr b="0" i="0" sz="1000" u="none" cap="none" strike="noStrike">
              <a:solidFill>
                <a:schemeClr val="dk1"/>
              </a:solidFill>
              <a:latin typeface="Arial"/>
              <a:ea typeface="Arial"/>
              <a:cs typeface="Arial"/>
              <a:sym typeface="Arial"/>
            </a:endParaRPr>
          </a:p>
        </p:txBody>
      </p:sp>
      <p:sp>
        <p:nvSpPr>
          <p:cNvPr id="2143" name="Google Shape;2143;p25"/>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47" name="Shape 2147"/>
        <p:cNvGrpSpPr/>
        <p:nvPr/>
      </p:nvGrpSpPr>
      <p:grpSpPr>
        <a:xfrm>
          <a:off x="0" y="0"/>
          <a:ext cx="0" cy="0"/>
          <a:chOff x="0" y="0"/>
          <a:chExt cx="0" cy="0"/>
        </a:xfrm>
      </p:grpSpPr>
      <p:sp>
        <p:nvSpPr>
          <p:cNvPr id="2148" name="Google Shape;2148;p26"/>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 sz="1100" u="none" cap="none" strike="noStrike">
                <a:solidFill>
                  <a:schemeClr val="dk2"/>
                </a:solidFill>
                <a:latin typeface="Arial"/>
                <a:ea typeface="Arial"/>
                <a:cs typeface="Arial"/>
                <a:sym typeface="Arial"/>
              </a:rPr>
              <a:t>h</a:t>
            </a:r>
            <a:r>
              <a:rPr b="1" i="0" lang="en" sz="1100" u="none" cap="none" strike="noStrike">
                <a:solidFill>
                  <a:schemeClr val="dk2"/>
                </a:solidFill>
                <a:uFill>
                  <a:noFill/>
                </a:uFill>
                <a:latin typeface="Arial"/>
                <a:ea typeface="Arial"/>
                <a:cs typeface="Arial"/>
                <a:sym typeface="Arial"/>
                <a:hlinkClick r:id="rId3">
                  <a:extLst>
                    <a:ext uri="{A12FA001-AC4F-418D-AE19-62706E023703}">
                      <ahyp:hlinkClr val="tx"/>
                    </a:ext>
                  </a:extLst>
                </a:hlinkClick>
              </a:rPr>
              <a:t>ow it works</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a:t>
            </a:r>
            <a:endParaRPr b="0" i="0" sz="1100" u="none" cap="none" strike="noStrike">
              <a:solidFill>
                <a:schemeClr val="lt1"/>
              </a:solidFill>
              <a:latin typeface="Arial"/>
              <a:ea typeface="Arial"/>
              <a:cs typeface="Arial"/>
              <a:sym typeface="Arial"/>
            </a:endParaRPr>
          </a:p>
        </p:txBody>
      </p:sp>
      <p:sp>
        <p:nvSpPr>
          <p:cNvPr id="2149" name="Google Shape;2149;p26"/>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Storyset</a:t>
            </a:r>
            <a:endParaRPr/>
          </a:p>
        </p:txBody>
      </p:sp>
      <p:pic>
        <p:nvPicPr>
          <p:cNvPr id="2150" name="Google Shape;2150;p26"/>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2151" name="Google Shape;2151;p2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chemeClr val="dk2"/>
                </a:solidFill>
                <a:uFill>
                  <a:noFill/>
                </a:uFill>
                <a:latin typeface="Arial"/>
                <a:ea typeface="Arial"/>
                <a:cs typeface="Arial"/>
                <a:sym typeface="Arial"/>
                <a:hlinkClick r:id="rId7">
                  <a:extLst>
                    <a:ext uri="{A12FA001-AC4F-418D-AE19-62706E023703}">
                      <ahyp:hlinkClr val="tx"/>
                    </a:ext>
                  </a:extLst>
                </a:hlinkClick>
              </a:rPr>
              <a:t>Pana</a:t>
            </a:r>
            <a:endParaRPr b="1" i="0" sz="1400" u="none" cap="none" strike="noStrike">
              <a:solidFill>
                <a:schemeClr val="dk2"/>
              </a:solidFill>
              <a:latin typeface="Arial"/>
              <a:ea typeface="Arial"/>
              <a:cs typeface="Arial"/>
              <a:sym typeface="Arial"/>
            </a:endParaRPr>
          </a:p>
        </p:txBody>
      </p:sp>
      <p:sp>
        <p:nvSpPr>
          <p:cNvPr id="2152" name="Google Shape;2152;p2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chemeClr val="dk2"/>
                </a:solidFill>
                <a:uFill>
                  <a:noFill/>
                </a:uFill>
                <a:latin typeface="Arial"/>
                <a:ea typeface="Arial"/>
                <a:cs typeface="Arial"/>
                <a:sym typeface="Arial"/>
                <a:hlinkClick r:id="rId9">
                  <a:extLst>
                    <a:ext uri="{A12FA001-AC4F-418D-AE19-62706E023703}">
                      <ahyp:hlinkClr val="tx"/>
                    </a:ext>
                  </a:extLst>
                </a:hlinkClick>
              </a:rPr>
              <a:t>Amico</a:t>
            </a:r>
            <a:endParaRPr b="1" i="0" sz="1400" u="none" cap="none" strike="noStrike">
              <a:solidFill>
                <a:schemeClr val="dk2"/>
              </a:solidFill>
              <a:latin typeface="Arial"/>
              <a:ea typeface="Arial"/>
              <a:cs typeface="Arial"/>
              <a:sym typeface="Arial"/>
            </a:endParaRPr>
          </a:p>
        </p:txBody>
      </p:sp>
      <p:sp>
        <p:nvSpPr>
          <p:cNvPr id="2153" name="Google Shape;2153;p2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chemeClr val="dk2"/>
                </a:solidFill>
                <a:uFill>
                  <a:noFill/>
                </a:uFill>
                <a:latin typeface="Arial"/>
                <a:ea typeface="Arial"/>
                <a:cs typeface="Arial"/>
                <a:sym typeface="Arial"/>
                <a:hlinkClick r:id="rId11">
                  <a:extLst>
                    <a:ext uri="{A12FA001-AC4F-418D-AE19-62706E023703}">
                      <ahyp:hlinkClr val="tx"/>
                    </a:ext>
                  </a:extLst>
                </a:hlinkClick>
              </a:rPr>
              <a:t>Bro</a:t>
            </a:r>
            <a:endParaRPr b="1" i="0" sz="1400" u="none" cap="none" strike="noStrike">
              <a:solidFill>
                <a:schemeClr val="dk2"/>
              </a:solidFill>
              <a:latin typeface="Arial"/>
              <a:ea typeface="Arial"/>
              <a:cs typeface="Arial"/>
              <a:sym typeface="Arial"/>
            </a:endParaRPr>
          </a:p>
        </p:txBody>
      </p:sp>
      <p:sp>
        <p:nvSpPr>
          <p:cNvPr id="2154" name="Google Shape;2154;p2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chemeClr val="dk2"/>
                </a:solidFill>
                <a:uFill>
                  <a:noFill/>
                </a:uFill>
                <a:latin typeface="Arial"/>
                <a:ea typeface="Arial"/>
                <a:cs typeface="Arial"/>
                <a:sym typeface="Arial"/>
                <a:hlinkClick r:id="rId13">
                  <a:extLst>
                    <a:ext uri="{A12FA001-AC4F-418D-AE19-62706E023703}">
                      <ahyp:hlinkClr val="tx"/>
                    </a:ext>
                  </a:extLst>
                </a:hlinkClick>
              </a:rPr>
              <a:t>Rafiki</a:t>
            </a:r>
            <a:endParaRPr b="1" i="0" sz="1400" u="none" cap="none" strike="noStrike">
              <a:solidFill>
                <a:schemeClr val="dk2"/>
              </a:solidFill>
              <a:latin typeface="Arial"/>
              <a:ea typeface="Arial"/>
              <a:cs typeface="Arial"/>
              <a:sym typeface="Arial"/>
            </a:endParaRPr>
          </a:p>
        </p:txBody>
      </p:sp>
      <p:pic>
        <p:nvPicPr>
          <p:cNvPr id="2155" name="Google Shape;2155;p2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156" name="Google Shape;2156;p26"/>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2157" name="Google Shape;2157;p26"/>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2158" name="Google Shape;2158;p26"/>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2159" name="Google Shape;2159;p2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chemeClr val="dk2"/>
                </a:solidFill>
                <a:uFill>
                  <a:noFill/>
                </a:uFill>
                <a:latin typeface="Arial"/>
                <a:ea typeface="Arial"/>
                <a:cs typeface="Arial"/>
                <a:sym typeface="Arial"/>
                <a:hlinkClick r:id="rId19">
                  <a:extLst>
                    <a:ext uri="{A12FA001-AC4F-418D-AE19-62706E023703}">
                      <ahyp:hlinkClr val="tx"/>
                    </a:ext>
                  </a:extLst>
                </a:hlinkClick>
              </a:rPr>
              <a:t>Cuate</a:t>
            </a:r>
            <a:endParaRPr b="1" i="0" sz="1400" u="none" cap="none" strike="noStrike">
              <a:solidFill>
                <a:schemeClr val="dk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63" name="Shape 2163"/>
        <p:cNvGrpSpPr/>
        <p:nvPr/>
      </p:nvGrpSpPr>
      <p:grpSpPr>
        <a:xfrm>
          <a:off x="0" y="0"/>
          <a:ext cx="0" cy="0"/>
          <a:chOff x="0" y="0"/>
          <a:chExt cx="0" cy="0"/>
        </a:xfrm>
      </p:grpSpPr>
      <p:grpSp>
        <p:nvGrpSpPr>
          <p:cNvPr id="2164" name="Google Shape;2164;p27"/>
          <p:cNvGrpSpPr/>
          <p:nvPr/>
        </p:nvGrpSpPr>
        <p:grpSpPr>
          <a:xfrm>
            <a:off x="5048544" y="3019584"/>
            <a:ext cx="442841" cy="514271"/>
            <a:chOff x="4727025" y="1332775"/>
            <a:chExt cx="59900" cy="69625"/>
          </a:xfrm>
        </p:grpSpPr>
        <p:sp>
          <p:nvSpPr>
            <p:cNvPr id="2165" name="Google Shape;2165;p2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2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7" name="Google Shape;2167;p27"/>
          <p:cNvGrpSpPr/>
          <p:nvPr/>
        </p:nvGrpSpPr>
        <p:grpSpPr>
          <a:xfrm>
            <a:off x="5723860" y="2267072"/>
            <a:ext cx="500909" cy="500899"/>
            <a:chOff x="4820425" y="1329900"/>
            <a:chExt cx="70175" cy="70350"/>
          </a:xfrm>
        </p:grpSpPr>
        <p:sp>
          <p:nvSpPr>
            <p:cNvPr id="2168" name="Google Shape;2168;p2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2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2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2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2" name="Google Shape;2172;p27"/>
          <p:cNvGrpSpPr/>
          <p:nvPr/>
        </p:nvGrpSpPr>
        <p:grpSpPr>
          <a:xfrm>
            <a:off x="6376484" y="2278862"/>
            <a:ext cx="538135" cy="493119"/>
            <a:chOff x="4903200" y="1331525"/>
            <a:chExt cx="73575" cy="67425"/>
          </a:xfrm>
        </p:grpSpPr>
        <p:sp>
          <p:nvSpPr>
            <p:cNvPr id="2173" name="Google Shape;2173;p2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2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5" name="Google Shape;2175;p27"/>
          <p:cNvGrpSpPr/>
          <p:nvPr/>
        </p:nvGrpSpPr>
        <p:grpSpPr>
          <a:xfrm>
            <a:off x="5636435" y="3020840"/>
            <a:ext cx="544563" cy="511895"/>
            <a:chOff x="4815575" y="1416800"/>
            <a:chExt cx="73750" cy="71400"/>
          </a:xfrm>
        </p:grpSpPr>
        <p:sp>
          <p:nvSpPr>
            <p:cNvPr id="2176" name="Google Shape;2176;p2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2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2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9" name="Google Shape;2179;p27"/>
          <p:cNvGrpSpPr/>
          <p:nvPr/>
        </p:nvGrpSpPr>
        <p:grpSpPr>
          <a:xfrm>
            <a:off x="6333060" y="3020546"/>
            <a:ext cx="602914" cy="512477"/>
            <a:chOff x="4902475" y="1418875"/>
            <a:chExt cx="74500" cy="63775"/>
          </a:xfrm>
        </p:grpSpPr>
        <p:sp>
          <p:nvSpPr>
            <p:cNvPr id="2180" name="Google Shape;2180;p2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2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p27"/>
          <p:cNvGrpSpPr/>
          <p:nvPr/>
        </p:nvGrpSpPr>
        <p:grpSpPr>
          <a:xfrm>
            <a:off x="5748932" y="3759785"/>
            <a:ext cx="515391" cy="525699"/>
            <a:chOff x="4818100" y="1507675"/>
            <a:chExt cx="71225" cy="71625"/>
          </a:xfrm>
        </p:grpSpPr>
        <p:sp>
          <p:nvSpPr>
            <p:cNvPr id="2183" name="Google Shape;2183;p2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2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2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2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7" name="Google Shape;2187;p27"/>
          <p:cNvGrpSpPr/>
          <p:nvPr/>
        </p:nvGrpSpPr>
        <p:grpSpPr>
          <a:xfrm>
            <a:off x="5087034" y="3781317"/>
            <a:ext cx="522956" cy="489869"/>
            <a:chOff x="4721450" y="1509475"/>
            <a:chExt cx="79350" cy="74325"/>
          </a:xfrm>
        </p:grpSpPr>
        <p:sp>
          <p:nvSpPr>
            <p:cNvPr id="2188" name="Google Shape;2188;p2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2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2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2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2" name="Google Shape;2192;p27"/>
          <p:cNvGrpSpPr/>
          <p:nvPr/>
        </p:nvGrpSpPr>
        <p:grpSpPr>
          <a:xfrm>
            <a:off x="6410277" y="3761069"/>
            <a:ext cx="525704" cy="535436"/>
            <a:chOff x="4906800" y="1507500"/>
            <a:chExt cx="70350" cy="71075"/>
          </a:xfrm>
        </p:grpSpPr>
        <p:sp>
          <p:nvSpPr>
            <p:cNvPr id="2193" name="Google Shape;2193;p2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2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2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2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2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8" name="Google Shape;2198;p27"/>
          <p:cNvGrpSpPr/>
          <p:nvPr/>
        </p:nvGrpSpPr>
        <p:grpSpPr>
          <a:xfrm>
            <a:off x="4443099" y="2267050"/>
            <a:ext cx="508054" cy="508095"/>
            <a:chOff x="3736598" y="2170606"/>
            <a:chExt cx="404889" cy="404889"/>
          </a:xfrm>
        </p:grpSpPr>
        <p:sp>
          <p:nvSpPr>
            <p:cNvPr id="2199" name="Google Shape;2199;p2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2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2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2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03" name="Google Shape;2203;p27"/>
          <p:cNvGrpSpPr/>
          <p:nvPr/>
        </p:nvGrpSpPr>
        <p:grpSpPr>
          <a:xfrm>
            <a:off x="3731139" y="2267145"/>
            <a:ext cx="575790" cy="507904"/>
            <a:chOff x="3161917" y="2170682"/>
            <a:chExt cx="458870" cy="404737"/>
          </a:xfrm>
        </p:grpSpPr>
        <p:sp>
          <p:nvSpPr>
            <p:cNvPr id="2204" name="Google Shape;2204;p2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2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2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07" name="Google Shape;2207;p27"/>
          <p:cNvGrpSpPr/>
          <p:nvPr/>
        </p:nvGrpSpPr>
        <p:grpSpPr>
          <a:xfrm>
            <a:off x="3758669" y="3027517"/>
            <a:ext cx="520730" cy="498567"/>
            <a:chOff x="3179914" y="2889488"/>
            <a:chExt cx="422876" cy="404911"/>
          </a:xfrm>
        </p:grpSpPr>
        <p:sp>
          <p:nvSpPr>
            <p:cNvPr id="2208" name="Google Shape;2208;p2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2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2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2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2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2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14" name="Google Shape;2214;p27"/>
          <p:cNvGrpSpPr/>
          <p:nvPr/>
        </p:nvGrpSpPr>
        <p:grpSpPr>
          <a:xfrm>
            <a:off x="4387349" y="3027477"/>
            <a:ext cx="516144" cy="498648"/>
            <a:chOff x="3729467" y="2889422"/>
            <a:chExt cx="419152" cy="404977"/>
          </a:xfrm>
        </p:grpSpPr>
        <p:sp>
          <p:nvSpPr>
            <p:cNvPr id="2215" name="Google Shape;2215;p2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2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2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2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2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2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2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22" name="Google Shape;2222;p2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2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2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2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26" name="Google Shape;2226;p27"/>
          <p:cNvGrpSpPr/>
          <p:nvPr/>
        </p:nvGrpSpPr>
        <p:grpSpPr>
          <a:xfrm>
            <a:off x="7107677" y="2474362"/>
            <a:ext cx="166473" cy="141497"/>
            <a:chOff x="4660325" y="1866850"/>
            <a:chExt cx="68350" cy="58100"/>
          </a:xfrm>
        </p:grpSpPr>
        <p:sp>
          <p:nvSpPr>
            <p:cNvPr id="2227" name="Google Shape;2227;p2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2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9" name="Google Shape;2229;p27"/>
          <p:cNvGrpSpPr/>
          <p:nvPr/>
        </p:nvGrpSpPr>
        <p:grpSpPr>
          <a:xfrm>
            <a:off x="7417022" y="2500086"/>
            <a:ext cx="162515" cy="90049"/>
            <a:chOff x="4791775" y="1877500"/>
            <a:chExt cx="66725" cy="36975"/>
          </a:xfrm>
        </p:grpSpPr>
        <p:sp>
          <p:nvSpPr>
            <p:cNvPr id="2230" name="Google Shape;2230;p2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2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2" name="Google Shape;2232;p27"/>
          <p:cNvGrpSpPr/>
          <p:nvPr/>
        </p:nvGrpSpPr>
        <p:grpSpPr>
          <a:xfrm>
            <a:off x="7738734" y="2500086"/>
            <a:ext cx="144979" cy="90049"/>
            <a:chOff x="4923925" y="1877500"/>
            <a:chExt cx="59525" cy="36975"/>
          </a:xfrm>
        </p:grpSpPr>
        <p:sp>
          <p:nvSpPr>
            <p:cNvPr id="2233" name="Google Shape;2233;p2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2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5" name="Google Shape;2235;p27"/>
          <p:cNvGrpSpPr/>
          <p:nvPr/>
        </p:nvGrpSpPr>
        <p:grpSpPr>
          <a:xfrm>
            <a:off x="8033226" y="2482277"/>
            <a:ext cx="141447" cy="125667"/>
            <a:chOff x="5058450" y="1870100"/>
            <a:chExt cx="58075" cy="51600"/>
          </a:xfrm>
        </p:grpSpPr>
        <p:sp>
          <p:nvSpPr>
            <p:cNvPr id="2236" name="Google Shape;2236;p2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2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8" name="Google Shape;2238;p27"/>
          <p:cNvGrpSpPr/>
          <p:nvPr/>
        </p:nvGrpSpPr>
        <p:grpSpPr>
          <a:xfrm>
            <a:off x="7447741" y="2904685"/>
            <a:ext cx="101077" cy="107645"/>
            <a:chOff x="4811425" y="2065025"/>
            <a:chExt cx="41500" cy="44200"/>
          </a:xfrm>
        </p:grpSpPr>
        <p:sp>
          <p:nvSpPr>
            <p:cNvPr id="2239" name="Google Shape;2239;p2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2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1" name="Google Shape;2241;p27"/>
          <p:cNvGrpSpPr/>
          <p:nvPr/>
        </p:nvGrpSpPr>
        <p:grpSpPr>
          <a:xfrm>
            <a:off x="7740178" y="2904898"/>
            <a:ext cx="120867" cy="107218"/>
            <a:chOff x="4929875" y="2065025"/>
            <a:chExt cx="49625" cy="44025"/>
          </a:xfrm>
        </p:grpSpPr>
        <p:sp>
          <p:nvSpPr>
            <p:cNvPr id="2242" name="Google Shape;2242;p2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2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4" name="Google Shape;2244;p27"/>
          <p:cNvGrpSpPr/>
          <p:nvPr/>
        </p:nvGrpSpPr>
        <p:grpSpPr>
          <a:xfrm>
            <a:off x="8068847" y="2907912"/>
            <a:ext cx="70206" cy="101191"/>
            <a:chOff x="5083925" y="2066350"/>
            <a:chExt cx="28825" cy="41550"/>
          </a:xfrm>
        </p:grpSpPr>
        <p:sp>
          <p:nvSpPr>
            <p:cNvPr id="2245" name="Google Shape;2245;p2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2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7" name="Google Shape;2247;p27"/>
          <p:cNvGrpSpPr/>
          <p:nvPr/>
        </p:nvGrpSpPr>
        <p:grpSpPr>
          <a:xfrm>
            <a:off x="7100401" y="2923559"/>
            <a:ext cx="181026" cy="69896"/>
            <a:chOff x="4659775" y="2072775"/>
            <a:chExt cx="74325" cy="28700"/>
          </a:xfrm>
        </p:grpSpPr>
        <p:sp>
          <p:nvSpPr>
            <p:cNvPr id="2248" name="Google Shape;2248;p2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2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2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1" name="Google Shape;2251;p27"/>
          <p:cNvGrpSpPr/>
          <p:nvPr/>
        </p:nvGrpSpPr>
        <p:grpSpPr>
          <a:xfrm>
            <a:off x="8020257" y="2714124"/>
            <a:ext cx="167387" cy="89197"/>
            <a:chOff x="4662475" y="1976500"/>
            <a:chExt cx="68725" cy="36625"/>
          </a:xfrm>
        </p:grpSpPr>
        <p:sp>
          <p:nvSpPr>
            <p:cNvPr id="2252" name="Google Shape;2252;p2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2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2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5" name="Google Shape;2255;p27"/>
          <p:cNvGrpSpPr/>
          <p:nvPr/>
        </p:nvGrpSpPr>
        <p:grpSpPr>
          <a:xfrm>
            <a:off x="7717162" y="2717564"/>
            <a:ext cx="166899" cy="82317"/>
            <a:chOff x="4920150" y="1977875"/>
            <a:chExt cx="68525" cy="33800"/>
          </a:xfrm>
        </p:grpSpPr>
        <p:sp>
          <p:nvSpPr>
            <p:cNvPr id="2256" name="Google Shape;2256;p2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2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2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9" name="Google Shape;2259;p27"/>
          <p:cNvGrpSpPr/>
          <p:nvPr/>
        </p:nvGrpSpPr>
        <p:grpSpPr>
          <a:xfrm>
            <a:off x="7128319" y="3121482"/>
            <a:ext cx="125190" cy="127858"/>
            <a:chOff x="4676550" y="2160575"/>
            <a:chExt cx="51400" cy="52500"/>
          </a:xfrm>
        </p:grpSpPr>
        <p:sp>
          <p:nvSpPr>
            <p:cNvPr id="2260" name="Google Shape;2260;p2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2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2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3" name="Google Shape;2263;p27"/>
          <p:cNvGrpSpPr/>
          <p:nvPr/>
        </p:nvGrpSpPr>
        <p:grpSpPr>
          <a:xfrm>
            <a:off x="7425577" y="3128514"/>
            <a:ext cx="145405" cy="113794"/>
            <a:chOff x="4768325" y="2163475"/>
            <a:chExt cx="59700" cy="46725"/>
          </a:xfrm>
        </p:grpSpPr>
        <p:sp>
          <p:nvSpPr>
            <p:cNvPr id="2264" name="Google Shape;2264;p2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2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6" name="Google Shape;2266;p2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2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2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2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2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2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2" name="Google Shape;2272;p27"/>
          <p:cNvGrpSpPr/>
          <p:nvPr/>
        </p:nvGrpSpPr>
        <p:grpSpPr>
          <a:xfrm>
            <a:off x="7441895" y="3383608"/>
            <a:ext cx="112768" cy="106853"/>
            <a:chOff x="4768575" y="2253950"/>
            <a:chExt cx="46300" cy="43875"/>
          </a:xfrm>
        </p:grpSpPr>
        <p:sp>
          <p:nvSpPr>
            <p:cNvPr id="2273" name="Google Shape;2273;p2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2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5" name="Google Shape;2275;p27"/>
          <p:cNvGrpSpPr/>
          <p:nvPr/>
        </p:nvGrpSpPr>
        <p:grpSpPr>
          <a:xfrm>
            <a:off x="7741518" y="3872634"/>
            <a:ext cx="118187" cy="146246"/>
            <a:chOff x="4960900" y="2433225"/>
            <a:chExt cx="48525" cy="60050"/>
          </a:xfrm>
        </p:grpSpPr>
        <p:sp>
          <p:nvSpPr>
            <p:cNvPr id="2276" name="Google Shape;2276;p2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2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8" name="Google Shape;2278;p27"/>
          <p:cNvGrpSpPr/>
          <p:nvPr/>
        </p:nvGrpSpPr>
        <p:grpSpPr>
          <a:xfrm>
            <a:off x="7430083" y="4136695"/>
            <a:ext cx="136394" cy="143810"/>
            <a:chOff x="4854075" y="2527625"/>
            <a:chExt cx="56000" cy="59050"/>
          </a:xfrm>
        </p:grpSpPr>
        <p:sp>
          <p:nvSpPr>
            <p:cNvPr id="2279" name="Google Shape;2279;p2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2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81" name="Google Shape;2281;p2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2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2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84" name="Google Shape;2284;p27"/>
          <p:cNvGrpSpPr/>
          <p:nvPr/>
        </p:nvGrpSpPr>
        <p:grpSpPr>
          <a:xfrm>
            <a:off x="8054294" y="3600439"/>
            <a:ext cx="99312" cy="160797"/>
            <a:chOff x="5059700" y="2334775"/>
            <a:chExt cx="40775" cy="66025"/>
          </a:xfrm>
        </p:grpSpPr>
        <p:sp>
          <p:nvSpPr>
            <p:cNvPr id="2285" name="Google Shape;2285;p2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2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2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2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2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2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2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2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2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4" name="Google Shape;2294;p27"/>
          <p:cNvGrpSpPr/>
          <p:nvPr/>
        </p:nvGrpSpPr>
        <p:grpSpPr>
          <a:xfrm>
            <a:off x="8011458" y="3865571"/>
            <a:ext cx="184984" cy="160371"/>
            <a:chOff x="5037700" y="2430325"/>
            <a:chExt cx="75950" cy="65850"/>
          </a:xfrm>
        </p:grpSpPr>
        <p:sp>
          <p:nvSpPr>
            <p:cNvPr id="2295" name="Google Shape;2295;p2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2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7" name="Google Shape;2297;p27"/>
          <p:cNvGrpSpPr/>
          <p:nvPr/>
        </p:nvGrpSpPr>
        <p:grpSpPr>
          <a:xfrm>
            <a:off x="7430964" y="3632023"/>
            <a:ext cx="173014" cy="97629"/>
            <a:chOff x="4756975" y="2341800"/>
            <a:chExt cx="91975" cy="51925"/>
          </a:xfrm>
        </p:grpSpPr>
        <p:sp>
          <p:nvSpPr>
            <p:cNvPr id="2298" name="Google Shape;2298;p2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2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2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2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2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2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2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2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2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2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2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2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2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2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2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2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2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2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2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2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8" name="Google Shape;2318;p27"/>
          <p:cNvGrpSpPr/>
          <p:nvPr/>
        </p:nvGrpSpPr>
        <p:grpSpPr>
          <a:xfrm>
            <a:off x="7697901" y="4120720"/>
            <a:ext cx="212497" cy="175761"/>
            <a:chOff x="4943575" y="2516350"/>
            <a:chExt cx="98675" cy="81700"/>
          </a:xfrm>
        </p:grpSpPr>
        <p:sp>
          <p:nvSpPr>
            <p:cNvPr id="2319" name="Google Shape;2319;p2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2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2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2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2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2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2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2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2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2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2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2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2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2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2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2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2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2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2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2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2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2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2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2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2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2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2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2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2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2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2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2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2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2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2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2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2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2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2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2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2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2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2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2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2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2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2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2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2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2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2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2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2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2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2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2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2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2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2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2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2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2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2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2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2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2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2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2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2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2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2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2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2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2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2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2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2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2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7" name="Google Shape;2397;p27"/>
          <p:cNvGrpSpPr/>
          <p:nvPr/>
        </p:nvGrpSpPr>
        <p:grpSpPr>
          <a:xfrm>
            <a:off x="1955962" y="3346963"/>
            <a:ext cx="965352" cy="134612"/>
            <a:chOff x="4411970" y="2962952"/>
            <a:chExt cx="706545" cy="104213"/>
          </a:xfrm>
        </p:grpSpPr>
        <p:sp>
          <p:nvSpPr>
            <p:cNvPr id="2398" name="Google Shape;2398;p2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2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2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2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2" name="Google Shape;2402;p27"/>
          <p:cNvGrpSpPr/>
          <p:nvPr/>
        </p:nvGrpSpPr>
        <p:grpSpPr>
          <a:xfrm>
            <a:off x="1955962" y="2935877"/>
            <a:ext cx="960158" cy="289172"/>
            <a:chOff x="4411970" y="2726085"/>
            <a:chExt cx="643107" cy="193659"/>
          </a:xfrm>
        </p:grpSpPr>
        <p:sp>
          <p:nvSpPr>
            <p:cNvPr id="2403" name="Google Shape;2403;p2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2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2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6" name="Google Shape;2406;p27"/>
          <p:cNvGrpSpPr/>
          <p:nvPr/>
        </p:nvGrpSpPr>
        <p:grpSpPr>
          <a:xfrm>
            <a:off x="958854" y="3201987"/>
            <a:ext cx="833174" cy="259208"/>
            <a:chOff x="4411970" y="4340222"/>
            <a:chExt cx="779468" cy="242682"/>
          </a:xfrm>
        </p:grpSpPr>
        <p:sp>
          <p:nvSpPr>
            <p:cNvPr id="2407" name="Google Shape;2407;p2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2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2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0" name="Google Shape;2410;p27"/>
          <p:cNvGrpSpPr/>
          <p:nvPr/>
        </p:nvGrpSpPr>
        <p:grpSpPr>
          <a:xfrm>
            <a:off x="1955962" y="2597733"/>
            <a:ext cx="965160" cy="216230"/>
            <a:chOff x="4411970" y="2468674"/>
            <a:chExt cx="747317" cy="167425"/>
          </a:xfrm>
        </p:grpSpPr>
        <p:sp>
          <p:nvSpPr>
            <p:cNvPr id="2411" name="Google Shape;2411;p2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2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3" name="Google Shape;2413;p27"/>
          <p:cNvGrpSpPr/>
          <p:nvPr/>
        </p:nvGrpSpPr>
        <p:grpSpPr>
          <a:xfrm>
            <a:off x="954709" y="2502450"/>
            <a:ext cx="810451" cy="319149"/>
            <a:chOff x="4411970" y="3686602"/>
            <a:chExt cx="797845" cy="314216"/>
          </a:xfrm>
        </p:grpSpPr>
        <p:sp>
          <p:nvSpPr>
            <p:cNvPr id="2414" name="Google Shape;2414;p2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2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2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2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2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9" name="Google Shape;2419;p2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20" name="Google Shape;2420;p27"/>
          <p:cNvGrpSpPr/>
          <p:nvPr/>
        </p:nvGrpSpPr>
        <p:grpSpPr>
          <a:xfrm>
            <a:off x="954806" y="2256974"/>
            <a:ext cx="1970333" cy="208784"/>
            <a:chOff x="6336019" y="3733725"/>
            <a:chExt cx="2566206" cy="351310"/>
          </a:xfrm>
        </p:grpSpPr>
        <p:sp>
          <p:nvSpPr>
            <p:cNvPr id="2421" name="Google Shape;2421;p2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2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2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2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5" name="Google Shape;2425;p27"/>
          <p:cNvGrpSpPr/>
          <p:nvPr/>
        </p:nvGrpSpPr>
        <p:grpSpPr>
          <a:xfrm>
            <a:off x="1955962" y="3864529"/>
            <a:ext cx="946551" cy="153200"/>
            <a:chOff x="4404545" y="3301592"/>
            <a:chExt cx="782403" cy="129272"/>
          </a:xfrm>
        </p:grpSpPr>
        <p:sp>
          <p:nvSpPr>
            <p:cNvPr id="2426" name="Google Shape;2426;p2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2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8" name="Google Shape;2428;p27"/>
          <p:cNvGrpSpPr/>
          <p:nvPr/>
        </p:nvGrpSpPr>
        <p:grpSpPr>
          <a:xfrm>
            <a:off x="1955962" y="3603488"/>
            <a:ext cx="962257" cy="139127"/>
            <a:chOff x="4411970" y="3131459"/>
            <a:chExt cx="710520" cy="117397"/>
          </a:xfrm>
        </p:grpSpPr>
        <p:sp>
          <p:nvSpPr>
            <p:cNvPr id="2429" name="Google Shape;2429;p2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2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2431" name="Google Shape;2431;p2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2" name="Google Shape;2432;p27"/>
          <p:cNvGrpSpPr/>
          <p:nvPr/>
        </p:nvGrpSpPr>
        <p:grpSpPr>
          <a:xfrm>
            <a:off x="956107" y="3538282"/>
            <a:ext cx="823838" cy="458988"/>
            <a:chOff x="4411970" y="1801825"/>
            <a:chExt cx="734586" cy="409262"/>
          </a:xfrm>
        </p:grpSpPr>
        <p:sp>
          <p:nvSpPr>
            <p:cNvPr id="2433" name="Google Shape;2433;p2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2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5" name="Google Shape;2435;p27"/>
          <p:cNvGrpSpPr/>
          <p:nvPr/>
        </p:nvGrpSpPr>
        <p:grpSpPr>
          <a:xfrm>
            <a:off x="956107" y="4086708"/>
            <a:ext cx="856348" cy="212039"/>
            <a:chOff x="4411970" y="2233974"/>
            <a:chExt cx="763574" cy="189068"/>
          </a:xfrm>
        </p:grpSpPr>
        <p:sp>
          <p:nvSpPr>
            <p:cNvPr id="2436" name="Google Shape;2436;p2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2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8" name="Google Shape;2438;p27"/>
          <p:cNvGrpSpPr/>
          <p:nvPr/>
        </p:nvGrpSpPr>
        <p:grpSpPr>
          <a:xfrm>
            <a:off x="3066303" y="2262044"/>
            <a:ext cx="511602" cy="511602"/>
            <a:chOff x="5681300" y="2527788"/>
            <a:chExt cx="805800" cy="805800"/>
          </a:xfrm>
        </p:grpSpPr>
        <p:sp>
          <p:nvSpPr>
            <p:cNvPr id="2439" name="Google Shape;2439;p2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2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 name="Google Shape;2441;p27"/>
          <p:cNvGrpSpPr/>
          <p:nvPr/>
        </p:nvGrpSpPr>
        <p:grpSpPr>
          <a:xfrm>
            <a:off x="3063497" y="3028627"/>
            <a:ext cx="513021" cy="512935"/>
            <a:chOff x="4049800" y="640400"/>
            <a:chExt cx="858900" cy="858900"/>
          </a:xfrm>
        </p:grpSpPr>
        <p:sp>
          <p:nvSpPr>
            <p:cNvPr id="2442" name="Google Shape;2442;p2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2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4" name="Google Shape;2444;p27"/>
          <p:cNvGrpSpPr/>
          <p:nvPr/>
        </p:nvGrpSpPr>
        <p:grpSpPr>
          <a:xfrm>
            <a:off x="2980696" y="3680519"/>
            <a:ext cx="686489" cy="686585"/>
            <a:chOff x="5080187" y="927900"/>
            <a:chExt cx="961200" cy="961200"/>
          </a:xfrm>
        </p:grpSpPr>
        <p:sp>
          <p:nvSpPr>
            <p:cNvPr id="2445" name="Google Shape;2445;p2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2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2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2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2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2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2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2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3" name="Google Shape;2453;p27"/>
          <p:cNvGrpSpPr/>
          <p:nvPr/>
        </p:nvGrpSpPr>
        <p:grpSpPr>
          <a:xfrm>
            <a:off x="3763848" y="3773248"/>
            <a:ext cx="510373" cy="510937"/>
            <a:chOff x="7508249" y="1522825"/>
            <a:chExt cx="1326333" cy="1322986"/>
          </a:xfrm>
        </p:grpSpPr>
        <p:sp>
          <p:nvSpPr>
            <p:cNvPr id="2454" name="Google Shape;2454;p2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2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2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2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2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2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2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2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2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2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4" name="Google Shape;2464;p27"/>
          <p:cNvGrpSpPr/>
          <p:nvPr/>
        </p:nvGrpSpPr>
        <p:grpSpPr>
          <a:xfrm>
            <a:off x="4455441" y="3774653"/>
            <a:ext cx="492653" cy="503348"/>
            <a:chOff x="6039282" y="1042577"/>
            <a:chExt cx="734316" cy="731929"/>
          </a:xfrm>
        </p:grpSpPr>
        <p:sp>
          <p:nvSpPr>
            <p:cNvPr id="2465" name="Google Shape;2465;p2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2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2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2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2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2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2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2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2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2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2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2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2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2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2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2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2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2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2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2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2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6" name="Google Shape;2486;p27"/>
          <p:cNvGrpSpPr/>
          <p:nvPr/>
        </p:nvGrpSpPr>
        <p:grpSpPr>
          <a:xfrm>
            <a:off x="5095855" y="2270694"/>
            <a:ext cx="483304" cy="504902"/>
            <a:chOff x="1825800" y="1651625"/>
            <a:chExt cx="568125" cy="591775"/>
          </a:xfrm>
        </p:grpSpPr>
        <p:sp>
          <p:nvSpPr>
            <p:cNvPr id="2487" name="Google Shape;2487;p2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2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2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2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2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2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93" name="Google Shape;2493;p2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2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2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2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27"/>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You can easily </a:t>
            </a:r>
            <a:r>
              <a:rPr b="1" i="0" lang="en" sz="1100" u="none" cap="none" strike="noStrike">
                <a:solidFill>
                  <a:schemeClr val="dk2"/>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resources without losing quality. To </a:t>
            </a:r>
            <a:r>
              <a:rPr b="1" i="0" lang="en" sz="1100" u="none" cap="none" strike="noStrike">
                <a:solidFill>
                  <a:schemeClr val="dk2"/>
                </a:solidFill>
                <a:latin typeface="Arial"/>
                <a:ea typeface="Arial"/>
                <a:cs typeface="Arial"/>
                <a:sym typeface="Arial"/>
              </a:rPr>
              <a:t>change the color</a:t>
            </a:r>
            <a:r>
              <a:rPr b="0" i="0" lang="en"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 sz="1100" u="none" cap="none" strike="noStrike">
                <a:solidFill>
                  <a:schemeClr val="dk2"/>
                </a:solidFill>
                <a:uFill>
                  <a:noFill/>
                </a:uFill>
                <a:latin typeface="Arial"/>
                <a:ea typeface="Arial"/>
                <a:cs typeface="Arial"/>
                <a:sym typeface="Arial"/>
                <a:hlinkClick r:id="rId3">
                  <a:extLst>
                    <a:ext uri="{A12FA001-AC4F-418D-AE19-62706E023703}">
                      <ahyp:hlinkClr val="tx"/>
                    </a:ext>
                  </a:extLst>
                </a:hlinkClick>
              </a:rPr>
              <a:t>infographics</a:t>
            </a:r>
            <a:r>
              <a:rPr b="1" i="0" lang="en" sz="1100" u="none" cap="none" strike="noStrike">
                <a:solidFill>
                  <a:schemeClr val="dk2"/>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on Slidesgo.</a:t>
            </a:r>
            <a:endParaRPr b="0" i="0" sz="1100" u="none" cap="none" strike="noStrike">
              <a:solidFill>
                <a:schemeClr val="lt1"/>
              </a:solidFill>
              <a:latin typeface="Arial"/>
              <a:ea typeface="Arial"/>
              <a:cs typeface="Arial"/>
              <a:sym typeface="Arial"/>
            </a:endParaRPr>
          </a:p>
        </p:txBody>
      </p:sp>
      <p:sp>
        <p:nvSpPr>
          <p:cNvPr id="2498" name="Google Shape;2498;p27"/>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2" name="Shape 2502"/>
        <p:cNvGrpSpPr/>
        <p:nvPr/>
      </p:nvGrpSpPr>
      <p:grpSpPr>
        <a:xfrm>
          <a:off x="0" y="0"/>
          <a:ext cx="0" cy="0"/>
          <a:chOff x="0" y="0"/>
          <a:chExt cx="0" cy="0"/>
        </a:xfrm>
      </p:grpSpPr>
      <p:grpSp>
        <p:nvGrpSpPr>
          <p:cNvPr id="2503" name="Google Shape;2503;p28"/>
          <p:cNvGrpSpPr/>
          <p:nvPr/>
        </p:nvGrpSpPr>
        <p:grpSpPr>
          <a:xfrm>
            <a:off x="722059" y="955168"/>
            <a:ext cx="2492867" cy="1379876"/>
            <a:chOff x="2654821" y="2311071"/>
            <a:chExt cx="2279714" cy="1262120"/>
          </a:xfrm>
        </p:grpSpPr>
        <p:grpSp>
          <p:nvGrpSpPr>
            <p:cNvPr id="2504" name="Google Shape;2504;p28"/>
            <p:cNvGrpSpPr/>
            <p:nvPr/>
          </p:nvGrpSpPr>
          <p:grpSpPr>
            <a:xfrm>
              <a:off x="4034269" y="2840745"/>
              <a:ext cx="40212" cy="36437"/>
              <a:chOff x="4293400" y="2574725"/>
              <a:chExt cx="84425" cy="80100"/>
            </a:xfrm>
          </p:grpSpPr>
          <p:sp>
            <p:nvSpPr>
              <p:cNvPr id="2505" name="Google Shape;2505;p2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506" name="Google Shape;2506;p2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 name="Google Shape;2507;p28"/>
            <p:cNvGrpSpPr/>
            <p:nvPr/>
          </p:nvGrpSpPr>
          <p:grpSpPr>
            <a:xfrm>
              <a:off x="3894606" y="2334874"/>
              <a:ext cx="913198" cy="518984"/>
              <a:chOff x="4000175" y="1462675"/>
              <a:chExt cx="1917275" cy="1140875"/>
            </a:xfrm>
          </p:grpSpPr>
          <p:sp>
            <p:nvSpPr>
              <p:cNvPr id="2508" name="Google Shape;2508;p2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509" name="Google Shape;2509;p28"/>
              <p:cNvGrpSpPr/>
              <p:nvPr/>
            </p:nvGrpSpPr>
            <p:grpSpPr>
              <a:xfrm>
                <a:off x="4000175" y="1462675"/>
                <a:ext cx="1917275" cy="1140875"/>
                <a:chOff x="4000175" y="1462675"/>
                <a:chExt cx="1917275" cy="1140875"/>
              </a:xfrm>
            </p:grpSpPr>
            <p:sp>
              <p:nvSpPr>
                <p:cNvPr id="2510" name="Google Shape;2510;p2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511" name="Google Shape;2511;p2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2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2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2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515" name="Google Shape;2515;p2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516" name="Google Shape;2516;p28"/>
            <p:cNvGrpSpPr/>
            <p:nvPr/>
          </p:nvGrpSpPr>
          <p:grpSpPr>
            <a:xfrm>
              <a:off x="3875768" y="2846704"/>
              <a:ext cx="44796" cy="47366"/>
              <a:chOff x="3960625" y="2587825"/>
              <a:chExt cx="94050" cy="104125"/>
            </a:xfrm>
          </p:grpSpPr>
          <p:sp>
            <p:nvSpPr>
              <p:cNvPr id="2517" name="Google Shape;2517;p2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518" name="Google Shape;2518;p2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9" name="Google Shape;2519;p28"/>
            <p:cNvGrpSpPr/>
            <p:nvPr/>
          </p:nvGrpSpPr>
          <p:grpSpPr>
            <a:xfrm>
              <a:off x="3782759" y="2807162"/>
              <a:ext cx="82686" cy="85487"/>
              <a:chOff x="3765350" y="2500900"/>
              <a:chExt cx="173600" cy="187925"/>
            </a:xfrm>
          </p:grpSpPr>
          <p:sp>
            <p:nvSpPr>
              <p:cNvPr id="2520" name="Google Shape;2520;p2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521" name="Google Shape;2521;p2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2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2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2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2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6" name="Google Shape;2526;p28"/>
            <p:cNvGrpSpPr/>
            <p:nvPr/>
          </p:nvGrpSpPr>
          <p:grpSpPr>
            <a:xfrm>
              <a:off x="3775674" y="2798496"/>
              <a:ext cx="40545" cy="23564"/>
              <a:chOff x="3750475" y="2481850"/>
              <a:chExt cx="85125" cy="51800"/>
            </a:xfrm>
          </p:grpSpPr>
          <p:sp>
            <p:nvSpPr>
              <p:cNvPr id="2527" name="Google Shape;2527;p2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2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529" name="Google Shape;2529;p28"/>
            <p:cNvGrpSpPr/>
            <p:nvPr/>
          </p:nvGrpSpPr>
          <p:grpSpPr>
            <a:xfrm>
              <a:off x="3716946" y="2776024"/>
              <a:ext cx="81971" cy="76912"/>
              <a:chOff x="3627175" y="2432450"/>
              <a:chExt cx="172100" cy="169075"/>
            </a:xfrm>
          </p:grpSpPr>
          <p:sp>
            <p:nvSpPr>
              <p:cNvPr id="2530" name="Google Shape;2530;p2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2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532" name="Google Shape;2532;p2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533" name="Google Shape;2533;p28"/>
            <p:cNvGrpSpPr/>
            <p:nvPr/>
          </p:nvGrpSpPr>
          <p:grpSpPr>
            <a:xfrm>
              <a:off x="3685682" y="2845624"/>
              <a:ext cx="29311" cy="45055"/>
              <a:chOff x="3561536" y="2585450"/>
              <a:chExt cx="61539" cy="99045"/>
            </a:xfrm>
          </p:grpSpPr>
          <p:sp>
            <p:nvSpPr>
              <p:cNvPr id="2534" name="Google Shape;2534;p2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2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536" name="Google Shape;2536;p28"/>
            <p:cNvGrpSpPr/>
            <p:nvPr/>
          </p:nvGrpSpPr>
          <p:grpSpPr>
            <a:xfrm>
              <a:off x="3849905" y="2572252"/>
              <a:ext cx="74339" cy="119559"/>
              <a:chOff x="3906325" y="1984500"/>
              <a:chExt cx="156075" cy="262825"/>
            </a:xfrm>
          </p:grpSpPr>
          <p:sp>
            <p:nvSpPr>
              <p:cNvPr id="2537" name="Google Shape;2537;p2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538" name="Google Shape;2538;p2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9" name="Google Shape;2539;p28"/>
            <p:cNvGrpSpPr/>
            <p:nvPr/>
          </p:nvGrpSpPr>
          <p:grpSpPr>
            <a:xfrm>
              <a:off x="2654821" y="2414345"/>
              <a:ext cx="667570" cy="558731"/>
              <a:chOff x="1397225" y="1637375"/>
              <a:chExt cx="1401575" cy="1228250"/>
            </a:xfrm>
          </p:grpSpPr>
          <p:sp>
            <p:nvSpPr>
              <p:cNvPr id="2540" name="Google Shape;2540;p2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541" name="Google Shape;2541;p28"/>
              <p:cNvGrpSpPr/>
              <p:nvPr/>
            </p:nvGrpSpPr>
            <p:grpSpPr>
              <a:xfrm>
                <a:off x="1397225" y="1637375"/>
                <a:ext cx="1398775" cy="1228250"/>
                <a:chOff x="1397225" y="1637375"/>
                <a:chExt cx="1398775" cy="1228250"/>
              </a:xfrm>
            </p:grpSpPr>
            <p:sp>
              <p:nvSpPr>
                <p:cNvPr id="2542" name="Google Shape;2542;p2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2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544" name="Google Shape;2544;p28"/>
            <p:cNvGrpSpPr/>
            <p:nvPr/>
          </p:nvGrpSpPr>
          <p:grpSpPr>
            <a:xfrm>
              <a:off x="3230417" y="3103734"/>
              <a:ext cx="282982" cy="280332"/>
              <a:chOff x="2605700" y="3152850"/>
              <a:chExt cx="594125" cy="616250"/>
            </a:xfrm>
          </p:grpSpPr>
          <p:sp>
            <p:nvSpPr>
              <p:cNvPr id="2545" name="Google Shape;2545;p2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546" name="Google Shape;2546;p2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grpSp>
          <p:nvGrpSpPr>
            <p:cNvPr id="2547" name="Google Shape;2547;p28"/>
            <p:cNvGrpSpPr/>
            <p:nvPr/>
          </p:nvGrpSpPr>
          <p:grpSpPr>
            <a:xfrm>
              <a:off x="3265985" y="3226989"/>
              <a:ext cx="87151" cy="346202"/>
              <a:chOff x="2680375" y="3423800"/>
              <a:chExt cx="182975" cy="761050"/>
            </a:xfrm>
          </p:grpSpPr>
          <p:sp>
            <p:nvSpPr>
              <p:cNvPr id="2548" name="Google Shape;2548;p2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549" name="Google Shape;2549;p2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0" name="Google Shape;2550;p28"/>
            <p:cNvGrpSpPr/>
            <p:nvPr/>
          </p:nvGrpSpPr>
          <p:grpSpPr>
            <a:xfrm>
              <a:off x="3855466" y="3289811"/>
              <a:ext cx="112514" cy="94210"/>
              <a:chOff x="3918000" y="3561900"/>
              <a:chExt cx="236225" cy="207100"/>
            </a:xfrm>
          </p:grpSpPr>
          <p:sp>
            <p:nvSpPr>
              <p:cNvPr id="2551" name="Google Shape;2551;p2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552" name="Google Shape;2552;p2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53" name="Google Shape;2553;p2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2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2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nvGrpSpPr>
            <p:cNvPr id="2556" name="Google Shape;2556;p28"/>
            <p:cNvGrpSpPr/>
            <p:nvPr/>
          </p:nvGrpSpPr>
          <p:grpSpPr>
            <a:xfrm>
              <a:off x="2905224" y="2311071"/>
              <a:ext cx="596721" cy="528992"/>
              <a:chOff x="1922950" y="1410350"/>
              <a:chExt cx="1252825" cy="1162875"/>
            </a:xfrm>
          </p:grpSpPr>
          <p:sp>
            <p:nvSpPr>
              <p:cNvPr id="2557" name="Google Shape;2557;p2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2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2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2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2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2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2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2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2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2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2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2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2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2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2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2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grpSp>
        <p:sp>
          <p:nvSpPr>
            <p:cNvPr id="2573" name="Google Shape;2573;p2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2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2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2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2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2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2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2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2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2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2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2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2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2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2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2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2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2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2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2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593" name="Google Shape;2593;p2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594" name="Google Shape;2594;p2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95" name="Google Shape;2595;p28"/>
            <p:cNvGrpSpPr/>
            <p:nvPr/>
          </p:nvGrpSpPr>
          <p:grpSpPr>
            <a:xfrm>
              <a:off x="3280929" y="3294542"/>
              <a:ext cx="109894" cy="272224"/>
              <a:chOff x="2711750" y="3572300"/>
              <a:chExt cx="230725" cy="598425"/>
            </a:xfrm>
          </p:grpSpPr>
          <p:sp>
            <p:nvSpPr>
              <p:cNvPr id="2596" name="Google Shape;2596;p2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2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98" name="Google Shape;2598;p2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99" name="Google Shape;2599;p28"/>
            <p:cNvGrpSpPr/>
            <p:nvPr/>
          </p:nvGrpSpPr>
          <p:grpSpPr>
            <a:xfrm>
              <a:off x="3790439" y="2408636"/>
              <a:ext cx="73017" cy="75684"/>
              <a:chOff x="3781475" y="1624825"/>
              <a:chExt cx="153300" cy="166375"/>
            </a:xfrm>
          </p:grpSpPr>
          <p:sp>
            <p:nvSpPr>
              <p:cNvPr id="2600" name="Google Shape;2600;p2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2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2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2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04" name="Google Shape;2604;p2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2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2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2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2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2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2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1" name="Google Shape;2611;p28"/>
            <p:cNvGrpSpPr/>
            <p:nvPr/>
          </p:nvGrpSpPr>
          <p:grpSpPr>
            <a:xfrm>
              <a:off x="4403342" y="3107749"/>
              <a:ext cx="316680" cy="101374"/>
              <a:chOff x="5068275" y="3161675"/>
              <a:chExt cx="664875" cy="222850"/>
            </a:xfrm>
          </p:grpSpPr>
          <p:sp>
            <p:nvSpPr>
              <p:cNvPr id="2612" name="Google Shape;2612;p2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2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2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2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16" name="Google Shape;2616;p2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2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2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2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2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2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2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2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2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2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2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2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2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2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2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2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2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2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2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2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2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2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2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2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2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2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2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2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2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45" name="Google Shape;2645;p28"/>
            <p:cNvGrpSpPr/>
            <p:nvPr/>
          </p:nvGrpSpPr>
          <p:grpSpPr>
            <a:xfrm>
              <a:off x="3697513" y="2707266"/>
              <a:ext cx="59549" cy="79733"/>
              <a:chOff x="3586375" y="2281300"/>
              <a:chExt cx="125025" cy="175275"/>
            </a:xfrm>
          </p:grpSpPr>
          <p:sp>
            <p:nvSpPr>
              <p:cNvPr id="2646" name="Google Shape;2646;p2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2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48" name="Google Shape;2648;p2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49" name="Google Shape;2649;p28"/>
            <p:cNvGrpSpPr/>
            <p:nvPr/>
          </p:nvGrpSpPr>
          <p:grpSpPr>
            <a:xfrm>
              <a:off x="4513224" y="3221724"/>
              <a:ext cx="274563" cy="280321"/>
              <a:chOff x="5298975" y="3412225"/>
              <a:chExt cx="576450" cy="616225"/>
            </a:xfrm>
          </p:grpSpPr>
          <p:sp>
            <p:nvSpPr>
              <p:cNvPr id="2650" name="Google Shape;2650;p2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651" name="Google Shape;2651;p2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2" name="Google Shape;2652;p28"/>
            <p:cNvGrpSpPr/>
            <p:nvPr/>
          </p:nvGrpSpPr>
          <p:grpSpPr>
            <a:xfrm>
              <a:off x="4824403" y="3421846"/>
              <a:ext cx="110132" cy="130647"/>
              <a:chOff x="5952300" y="3852150"/>
              <a:chExt cx="231225" cy="287200"/>
            </a:xfrm>
          </p:grpSpPr>
          <p:sp>
            <p:nvSpPr>
              <p:cNvPr id="2653" name="Google Shape;2653;p2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2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5" name="Google Shape;2655;p2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2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2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2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2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2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2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2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63" name="Google Shape;2663;p28"/>
            <p:cNvGrpSpPr/>
            <p:nvPr/>
          </p:nvGrpSpPr>
          <p:grpSpPr>
            <a:xfrm>
              <a:off x="4295710" y="3079670"/>
              <a:ext cx="14968" cy="27135"/>
              <a:chOff x="4842300" y="3099950"/>
              <a:chExt cx="31425" cy="59650"/>
            </a:xfrm>
          </p:grpSpPr>
          <p:sp>
            <p:nvSpPr>
              <p:cNvPr id="2664" name="Google Shape;2664;p2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2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2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2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68" name="Google Shape;2668;p2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2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2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2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2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2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2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2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76" name="Google Shape;2676;p28"/>
            <p:cNvGrpSpPr/>
            <p:nvPr/>
          </p:nvGrpSpPr>
          <p:grpSpPr>
            <a:xfrm>
              <a:off x="3831056" y="2816010"/>
              <a:ext cx="37378" cy="27612"/>
              <a:chOff x="3866750" y="2520350"/>
              <a:chExt cx="78475" cy="60700"/>
            </a:xfrm>
          </p:grpSpPr>
          <p:sp>
            <p:nvSpPr>
              <p:cNvPr id="2677" name="Google Shape;2677;p2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2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2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2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1" name="Google Shape;2681;p2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2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2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2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2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2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2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2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2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2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2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2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2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2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2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2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2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698" name="Google Shape;2698;p2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2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2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2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2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2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2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2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2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2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2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2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710" name="Google Shape;2710;p2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2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2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2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2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2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2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2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2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2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2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2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2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23" name="Google Shape;2723;p28"/>
            <p:cNvGrpSpPr/>
            <p:nvPr/>
          </p:nvGrpSpPr>
          <p:grpSpPr>
            <a:xfrm>
              <a:off x="3632736" y="3051591"/>
              <a:ext cx="63288" cy="45217"/>
              <a:chOff x="3450375" y="3038225"/>
              <a:chExt cx="132875" cy="99400"/>
            </a:xfrm>
          </p:grpSpPr>
          <p:sp>
            <p:nvSpPr>
              <p:cNvPr id="2724" name="Google Shape;2724;p2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2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26" name="Google Shape;2726;p2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2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2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2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2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2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2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2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2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735" name="Google Shape;2735;p2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2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2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2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2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2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2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2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2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2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745" name="Google Shape;2745;p2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2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2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2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2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2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751" name="Google Shape;2751;p2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2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2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2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2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2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2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2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2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2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1" name="Google Shape;2761;p28"/>
          <p:cNvGrpSpPr/>
          <p:nvPr/>
        </p:nvGrpSpPr>
        <p:grpSpPr>
          <a:xfrm>
            <a:off x="719116" y="2850945"/>
            <a:ext cx="2622876" cy="1333540"/>
            <a:chOff x="238125" y="1038125"/>
            <a:chExt cx="7146800" cy="3633625"/>
          </a:xfrm>
        </p:grpSpPr>
        <p:sp>
          <p:nvSpPr>
            <p:cNvPr id="2762" name="Google Shape;2762;p2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2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2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2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2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2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2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2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2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2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2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2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2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2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2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2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2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2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2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2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2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2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2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2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2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2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2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2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2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2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2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2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2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2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2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2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2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2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2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2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2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2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2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2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2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2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2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2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2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2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2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2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2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2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2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2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2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2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2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2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2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2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2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2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2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2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2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2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2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2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2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2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2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2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2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2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2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2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2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2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2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2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2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2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2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2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2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2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2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2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2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2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2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2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2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2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2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2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2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2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2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2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2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2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2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2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2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2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2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2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2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2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2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2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2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2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2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2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2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2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2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2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2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2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2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2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2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2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2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2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2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2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2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2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2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2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2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2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2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2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2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2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2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2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2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2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2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2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2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2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2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2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2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2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2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2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2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2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2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2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2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2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2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2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2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2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2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2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2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2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2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2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2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2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2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2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2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2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2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2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2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2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2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2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2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2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2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2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2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2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2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2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2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2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2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2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2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2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2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2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2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2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2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2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2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2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2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2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2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2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2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2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2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2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2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2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2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2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2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2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2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2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2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2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2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2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2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2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2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2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2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2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2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2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2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2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2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2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2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2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2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2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2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2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2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2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2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2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2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2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2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2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2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2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2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2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2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2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2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2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2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2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2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2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2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2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2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2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2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2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2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2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2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2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2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2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2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2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2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2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2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2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2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2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2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2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2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2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2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2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2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2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2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2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2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2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2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2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2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2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2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2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2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2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2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2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2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2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2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2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2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2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2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2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2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2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2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2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2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2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2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2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2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2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2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2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2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2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2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2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2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2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2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2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2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2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2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2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2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2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2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2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2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2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2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2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2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2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2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2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2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2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2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2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2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2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2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2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2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2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2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2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2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2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2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2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2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2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2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2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2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2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2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2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2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2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2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2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2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2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2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2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2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2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2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2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2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2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2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2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2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2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2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2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2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2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2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2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2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2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2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2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2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2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2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2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2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2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2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2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2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2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2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2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2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2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2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2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2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2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2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2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2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2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2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2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2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2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2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2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2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2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2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2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2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2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2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2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2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2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2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2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2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2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2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2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2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2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2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2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2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2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2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2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2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2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2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2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2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2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2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2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2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2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2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2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2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2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2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2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2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2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2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2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2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2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2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2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2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2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2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2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2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2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2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2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2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2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2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2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2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2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2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2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2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2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2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2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2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2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2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2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2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2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2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2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2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2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2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2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2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2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2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2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2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2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2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2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2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2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2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2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2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2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2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2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2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2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2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2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2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2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2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2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2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2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2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2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2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2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2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2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2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2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2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2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2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2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2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2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2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2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2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2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2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2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2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2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2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2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2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2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2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2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2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2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2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2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2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2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2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2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2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2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2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2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2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2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2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2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2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2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2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2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2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2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2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2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2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2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2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2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2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2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2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2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2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2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2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2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2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2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2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2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2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2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2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2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2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2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2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2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2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2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2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2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2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2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2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2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2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2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2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2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2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2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2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2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2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2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2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2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2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2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2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2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2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2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2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2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2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2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2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2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2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2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2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2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2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2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2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2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2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2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2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2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2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2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2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2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2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2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2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2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2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2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2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2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2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2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2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2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2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2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2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2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2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2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2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2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2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2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2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2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2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2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2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2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2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2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2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2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2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2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2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2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2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2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2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2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2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2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2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2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2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2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2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2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2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2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2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2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2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2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2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2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2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2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2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2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2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2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2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2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2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2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2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2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2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2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2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2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2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2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2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2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2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2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2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2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2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2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2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2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2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2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2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2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2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2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2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2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2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2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2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2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2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2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2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2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2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2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2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2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2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2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2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2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2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2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2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2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2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2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2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2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2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2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2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2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2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2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2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2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2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2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2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2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2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2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2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2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2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2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2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2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2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2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2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2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2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2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2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2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2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2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2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2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2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2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2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2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2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2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2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2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2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2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2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2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2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2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2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2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2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2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2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2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2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2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2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2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2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2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2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2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2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2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2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2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2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2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2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2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2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2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2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2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2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2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2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2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2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2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2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2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2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2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2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2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2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2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2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2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2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2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2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2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2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2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2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2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2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2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2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2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2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2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2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2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2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2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2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2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2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2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2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2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2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2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2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2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2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2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2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2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2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2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2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2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2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2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2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2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2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2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2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2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2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2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2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2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2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2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2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2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2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2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2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2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2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2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2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2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2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2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2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2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2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2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2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2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2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2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2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2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2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2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2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2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2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2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2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2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2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2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2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2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2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2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2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2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2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2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2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2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2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2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2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2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2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2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2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2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2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2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2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2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2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2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2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2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2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2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2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2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2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2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2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2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2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2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2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2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2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2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2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2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2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2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2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2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2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2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2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2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2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2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2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2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2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2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2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2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2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2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2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2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2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2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2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2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2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2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2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2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2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2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2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2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2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2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2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2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2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2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2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2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2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2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2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2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2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2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2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2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2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2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2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2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2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2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2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2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2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2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2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2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2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2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2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2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2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2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2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2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2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2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2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2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2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2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2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2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2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2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2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2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2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2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2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2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2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2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2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2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2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2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2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2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2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2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2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2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2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2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2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2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2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2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2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2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2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2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2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2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2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2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2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2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2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2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2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2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2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2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2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2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2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2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2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2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2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2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2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2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2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2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2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2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2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2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2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2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2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2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2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2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2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2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2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2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2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2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2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2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2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2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2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2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2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2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2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2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2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2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2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2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2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2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2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2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2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2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2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2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2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2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2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2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2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2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2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2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2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2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2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2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2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2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2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2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2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2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2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2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2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2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2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2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2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2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2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2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2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2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2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2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2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2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2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2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2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2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2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2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2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2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2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2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2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2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2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2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2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2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2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2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2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2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2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2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2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2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2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2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2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2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2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2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2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2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2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2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2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2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2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2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2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2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2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2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2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2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2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2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2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2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2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2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2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2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2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2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2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2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2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2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2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2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2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2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2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2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2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2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2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2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2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2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2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2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2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2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2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2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2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2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2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2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2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2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2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2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2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2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2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2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2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2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2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2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2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2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2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2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2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2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2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2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2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2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2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2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2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2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2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2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2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2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2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2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2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2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2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2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2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2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2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2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2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2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2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2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2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2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2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2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2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2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2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2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2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2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2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2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2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2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2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2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2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2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2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2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2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2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2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2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2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2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2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2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2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2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2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2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2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2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2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2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2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2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2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2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2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2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2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2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2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2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2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2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2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2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2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2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2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2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2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2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2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2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2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2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2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2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2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2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2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2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2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2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2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2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2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2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2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2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2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2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2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2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2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2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2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2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2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2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2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2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2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2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2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2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2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2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2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2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2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2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2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2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2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2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2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2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2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2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2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2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2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2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2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2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2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2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2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2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2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2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2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2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2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2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2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2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2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2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2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2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2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2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2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2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2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2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2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2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2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2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2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2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2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2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2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2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2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2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2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2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2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2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2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2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2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2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2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2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2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2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2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2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2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2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2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2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2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2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2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2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2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2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2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2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2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2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2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2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2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2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2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2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2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2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2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2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2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2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2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2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2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2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2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2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2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2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2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2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2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2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2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2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2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2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2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2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2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2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2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2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2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2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2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2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2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2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2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2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2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2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2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2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2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2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2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2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2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2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2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2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2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2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2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2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2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2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2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2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2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2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2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2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2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2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2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2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2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2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2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2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2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2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2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2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2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2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2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2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2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2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2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2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34" name="Google Shape;4334;p28"/>
          <p:cNvGrpSpPr/>
          <p:nvPr/>
        </p:nvGrpSpPr>
        <p:grpSpPr>
          <a:xfrm>
            <a:off x="5834044" y="993055"/>
            <a:ext cx="2590840" cy="1380235"/>
            <a:chOff x="233350" y="949250"/>
            <a:chExt cx="7137300" cy="3802300"/>
          </a:xfrm>
        </p:grpSpPr>
        <p:sp>
          <p:nvSpPr>
            <p:cNvPr id="4335" name="Google Shape;4335;p2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2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2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2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2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2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2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2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2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2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2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2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2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2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2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2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2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2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2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2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2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2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2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2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2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2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2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2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2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2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2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2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2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2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2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2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2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2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2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2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2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2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2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2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2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2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2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2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2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2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2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86" name="Google Shape;4386;p28"/>
          <p:cNvGrpSpPr/>
          <p:nvPr/>
        </p:nvGrpSpPr>
        <p:grpSpPr>
          <a:xfrm>
            <a:off x="7648473" y="3037828"/>
            <a:ext cx="104231" cy="320340"/>
            <a:chOff x="7564426" y="3224343"/>
            <a:chExt cx="119985" cy="368801"/>
          </a:xfrm>
        </p:grpSpPr>
        <p:sp>
          <p:nvSpPr>
            <p:cNvPr id="4387" name="Google Shape;4387;p2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2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89" name="Google Shape;4389;p28"/>
          <p:cNvGrpSpPr/>
          <p:nvPr/>
        </p:nvGrpSpPr>
        <p:grpSpPr>
          <a:xfrm>
            <a:off x="7347962" y="3031929"/>
            <a:ext cx="189489" cy="332132"/>
            <a:chOff x="8370831" y="3202002"/>
            <a:chExt cx="218129" cy="382376"/>
          </a:xfrm>
        </p:grpSpPr>
        <p:sp>
          <p:nvSpPr>
            <p:cNvPr id="4390" name="Google Shape;4390;p2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2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2" name="Google Shape;4392;p28"/>
          <p:cNvGrpSpPr/>
          <p:nvPr/>
        </p:nvGrpSpPr>
        <p:grpSpPr>
          <a:xfrm>
            <a:off x="8071351" y="3443061"/>
            <a:ext cx="309429" cy="267000"/>
            <a:chOff x="6742064" y="3750480"/>
            <a:chExt cx="399315" cy="344560"/>
          </a:xfrm>
        </p:grpSpPr>
        <p:sp>
          <p:nvSpPr>
            <p:cNvPr id="4393" name="Google Shape;4393;p2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2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5" name="Google Shape;4395;p28"/>
          <p:cNvGrpSpPr/>
          <p:nvPr/>
        </p:nvGrpSpPr>
        <p:grpSpPr>
          <a:xfrm>
            <a:off x="7610370" y="3794109"/>
            <a:ext cx="180437" cy="281608"/>
            <a:chOff x="7248525" y="3739696"/>
            <a:chExt cx="230531" cy="359790"/>
          </a:xfrm>
        </p:grpSpPr>
        <p:sp>
          <p:nvSpPr>
            <p:cNvPr id="4396" name="Google Shape;4396;p2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2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8" name="Google Shape;4398;p28"/>
          <p:cNvGrpSpPr/>
          <p:nvPr/>
        </p:nvGrpSpPr>
        <p:grpSpPr>
          <a:xfrm>
            <a:off x="7856289" y="3437333"/>
            <a:ext cx="162896" cy="278710"/>
            <a:chOff x="7601242" y="3729267"/>
            <a:chExt cx="222566" cy="380803"/>
          </a:xfrm>
        </p:grpSpPr>
        <p:sp>
          <p:nvSpPr>
            <p:cNvPr id="4399" name="Google Shape;4399;p2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2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01" name="Google Shape;4401;p28"/>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15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02" name="Google Shape;4402;p28"/>
          <p:cNvGrpSpPr/>
          <p:nvPr/>
        </p:nvGrpSpPr>
        <p:grpSpPr>
          <a:xfrm>
            <a:off x="7345935" y="3438473"/>
            <a:ext cx="193542" cy="275990"/>
            <a:chOff x="8304647" y="3738687"/>
            <a:chExt cx="225075" cy="320956"/>
          </a:xfrm>
        </p:grpSpPr>
        <p:sp>
          <p:nvSpPr>
            <p:cNvPr id="4403" name="Google Shape;4403;p2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2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2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06" name="Google Shape;4406;p28"/>
          <p:cNvGrpSpPr/>
          <p:nvPr/>
        </p:nvGrpSpPr>
        <p:grpSpPr>
          <a:xfrm>
            <a:off x="7618427" y="3438473"/>
            <a:ext cx="178492" cy="275990"/>
            <a:chOff x="8615101" y="3738687"/>
            <a:chExt cx="207573" cy="320956"/>
          </a:xfrm>
        </p:grpSpPr>
        <p:sp>
          <p:nvSpPr>
            <p:cNvPr id="4407" name="Google Shape;4407;p2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2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2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10" name="Google Shape;4410;p28"/>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11" name="Google Shape;4411;p28"/>
          <p:cNvGrpSpPr/>
          <p:nvPr/>
        </p:nvGrpSpPr>
        <p:grpSpPr>
          <a:xfrm>
            <a:off x="6013132" y="3559961"/>
            <a:ext cx="557671" cy="511283"/>
            <a:chOff x="6015419" y="3716859"/>
            <a:chExt cx="557671" cy="511283"/>
          </a:xfrm>
        </p:grpSpPr>
        <p:sp>
          <p:nvSpPr>
            <p:cNvPr id="4412" name="Google Shape;4412;p2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13" name="Google Shape;4413;p28"/>
            <p:cNvGrpSpPr/>
            <p:nvPr/>
          </p:nvGrpSpPr>
          <p:grpSpPr>
            <a:xfrm>
              <a:off x="6036094" y="3716980"/>
              <a:ext cx="529860" cy="510469"/>
              <a:chOff x="6036094" y="3716980"/>
              <a:chExt cx="529860" cy="510469"/>
            </a:xfrm>
          </p:grpSpPr>
          <p:sp>
            <p:nvSpPr>
              <p:cNvPr id="4414" name="Google Shape;4414;p2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2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2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2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2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2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2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2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2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2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24" name="Google Shape;4424;p28"/>
          <p:cNvGrpSpPr/>
          <p:nvPr/>
        </p:nvGrpSpPr>
        <p:grpSpPr>
          <a:xfrm>
            <a:off x="6642017" y="2916730"/>
            <a:ext cx="576302" cy="511871"/>
            <a:chOff x="6644304" y="3073628"/>
            <a:chExt cx="576302" cy="511871"/>
          </a:xfrm>
        </p:grpSpPr>
        <p:sp>
          <p:nvSpPr>
            <p:cNvPr id="4425" name="Google Shape;4425;p2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26" name="Google Shape;4426;p28"/>
            <p:cNvGrpSpPr/>
            <p:nvPr/>
          </p:nvGrpSpPr>
          <p:grpSpPr>
            <a:xfrm>
              <a:off x="6712169" y="3085440"/>
              <a:ext cx="481623" cy="494913"/>
              <a:chOff x="6712169" y="3085440"/>
              <a:chExt cx="481623" cy="494913"/>
            </a:xfrm>
          </p:grpSpPr>
          <p:sp>
            <p:nvSpPr>
              <p:cNvPr id="4427" name="Google Shape;4427;p2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2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2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2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2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32" name="Google Shape;4432;p2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2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2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35" name="Google Shape;4435;p28"/>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36" name="Google Shape;4436;p28"/>
          <p:cNvGrpSpPr/>
          <p:nvPr/>
        </p:nvGrpSpPr>
        <p:grpSpPr>
          <a:xfrm>
            <a:off x="6649868" y="3559725"/>
            <a:ext cx="560631" cy="511352"/>
            <a:chOff x="6652154" y="3716623"/>
            <a:chExt cx="560631" cy="511352"/>
          </a:xfrm>
        </p:grpSpPr>
        <p:sp>
          <p:nvSpPr>
            <p:cNvPr id="4437" name="Google Shape;4437;p2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38" name="Google Shape;4438;p28"/>
            <p:cNvGrpSpPr/>
            <p:nvPr/>
          </p:nvGrpSpPr>
          <p:grpSpPr>
            <a:xfrm>
              <a:off x="6669657" y="3716715"/>
              <a:ext cx="466779" cy="464290"/>
              <a:chOff x="6669657" y="3716715"/>
              <a:chExt cx="466779" cy="464290"/>
            </a:xfrm>
          </p:grpSpPr>
          <p:sp>
            <p:nvSpPr>
              <p:cNvPr id="4439" name="Google Shape;4439;p2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2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2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2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2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2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2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2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2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2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2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2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2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52" name="Google Shape;4452;p28"/>
          <p:cNvGrpSpPr/>
          <p:nvPr/>
        </p:nvGrpSpPr>
        <p:grpSpPr>
          <a:xfrm>
            <a:off x="7843959" y="3841134"/>
            <a:ext cx="187557" cy="187557"/>
            <a:chOff x="8565775" y="671075"/>
            <a:chExt cx="441000" cy="441000"/>
          </a:xfrm>
        </p:grpSpPr>
        <p:sp>
          <p:nvSpPr>
            <p:cNvPr id="4453" name="Google Shape;4453;p28"/>
            <p:cNvSpPr/>
            <p:nvPr/>
          </p:nvSpPr>
          <p:spPr>
            <a:xfrm>
              <a:off x="8565775" y="671075"/>
              <a:ext cx="441000" cy="441000"/>
            </a:xfrm>
            <a:prstGeom prst="ellipse">
              <a:avLst/>
            </a:prstGeom>
            <a:gradFill>
              <a:gsLst>
                <a:gs pos="0">
                  <a:srgbClr val="869FB1">
                    <a:alpha val="65882"/>
                  </a:srgbClr>
                </a:gs>
                <a:gs pos="100000">
                  <a:srgbClr val="FFFFFF">
                    <a:alpha val="65882"/>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2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55" name="Google Shape;4455;p28"/>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28"/>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57" name="Google Shape;4457;p28"/>
          <p:cNvGrpSpPr/>
          <p:nvPr/>
        </p:nvGrpSpPr>
        <p:grpSpPr>
          <a:xfrm>
            <a:off x="5997814" y="2919352"/>
            <a:ext cx="587871" cy="512373"/>
            <a:chOff x="6000100" y="3076250"/>
            <a:chExt cx="587871" cy="512373"/>
          </a:xfrm>
        </p:grpSpPr>
        <p:sp>
          <p:nvSpPr>
            <p:cNvPr id="4458" name="Google Shape;4458;p2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59" name="Google Shape;4459;p28"/>
            <p:cNvGrpSpPr/>
            <p:nvPr/>
          </p:nvGrpSpPr>
          <p:grpSpPr>
            <a:xfrm>
              <a:off x="6031360" y="3076713"/>
              <a:ext cx="539107" cy="480965"/>
              <a:chOff x="6031360" y="3076713"/>
              <a:chExt cx="539107" cy="480965"/>
            </a:xfrm>
          </p:grpSpPr>
          <p:sp>
            <p:nvSpPr>
              <p:cNvPr id="4460" name="Google Shape;4460;p2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2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2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2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2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2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2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67" name="Google Shape;4467;p28"/>
          <p:cNvGrpSpPr/>
          <p:nvPr/>
        </p:nvGrpSpPr>
        <p:grpSpPr>
          <a:xfrm>
            <a:off x="3369305" y="938716"/>
            <a:ext cx="2310381" cy="1488888"/>
            <a:chOff x="229225" y="549050"/>
            <a:chExt cx="7161750" cy="4615275"/>
          </a:xfrm>
        </p:grpSpPr>
        <p:sp>
          <p:nvSpPr>
            <p:cNvPr id="4468" name="Google Shape;4468;p2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2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2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2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2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2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2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2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2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2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2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2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2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2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2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2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2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2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2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2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2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2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2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2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2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2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2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2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2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2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2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2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2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2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2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2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2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2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2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2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2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2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2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2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2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2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2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2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2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2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2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2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2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2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2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2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2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2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2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2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2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2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2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2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2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2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2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2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2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2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2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2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2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2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2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2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2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2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2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2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2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2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2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2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2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2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2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2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2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2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2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2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2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2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2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2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2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2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2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2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2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2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2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2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2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2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2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2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2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2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2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2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2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2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2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2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2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85" name="Google Shape;4585;p28"/>
          <p:cNvGrpSpPr/>
          <p:nvPr/>
        </p:nvGrpSpPr>
        <p:grpSpPr>
          <a:xfrm>
            <a:off x="3514723" y="2830563"/>
            <a:ext cx="2310282" cy="1374222"/>
            <a:chOff x="238125" y="732525"/>
            <a:chExt cx="7130500" cy="4241425"/>
          </a:xfrm>
        </p:grpSpPr>
        <p:sp>
          <p:nvSpPr>
            <p:cNvPr id="4586" name="Google Shape;4586;p2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2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2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2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2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2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2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2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2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2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2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2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2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2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2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2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2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2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2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2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2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2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2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2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2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2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2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2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2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2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2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2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2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2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2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2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2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2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2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2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2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2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2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2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2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2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2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2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2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2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2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2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2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2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2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2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2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2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2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2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2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2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2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2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2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2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2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2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2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2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2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2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2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2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2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2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2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2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2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2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2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2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2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2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2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2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2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2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2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2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2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2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2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2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2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2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2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2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2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2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2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2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2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2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2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2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2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2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2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2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2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2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2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2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3" name="Shape 4703"/>
        <p:cNvGrpSpPr/>
        <p:nvPr/>
      </p:nvGrpSpPr>
      <p:grpSpPr>
        <a:xfrm>
          <a:off x="0" y="0"/>
          <a:ext cx="0" cy="0"/>
          <a:chOff x="0" y="0"/>
          <a:chExt cx="0" cy="0"/>
        </a:xfrm>
      </p:grpSpPr>
      <p:grpSp>
        <p:nvGrpSpPr>
          <p:cNvPr id="4704" name="Google Shape;4704;p29"/>
          <p:cNvGrpSpPr/>
          <p:nvPr/>
        </p:nvGrpSpPr>
        <p:grpSpPr>
          <a:xfrm>
            <a:off x="725414" y="969763"/>
            <a:ext cx="2507799" cy="206238"/>
            <a:chOff x="106648" y="895722"/>
            <a:chExt cx="4481414" cy="374299"/>
          </a:xfrm>
        </p:grpSpPr>
        <p:grpSp>
          <p:nvGrpSpPr>
            <p:cNvPr id="4705" name="Google Shape;4705;p29"/>
            <p:cNvGrpSpPr/>
            <p:nvPr/>
          </p:nvGrpSpPr>
          <p:grpSpPr>
            <a:xfrm>
              <a:off x="2233276" y="895722"/>
              <a:ext cx="1082667" cy="223591"/>
              <a:chOff x="4808316" y="2800065"/>
              <a:chExt cx="1999386" cy="412910"/>
            </a:xfrm>
          </p:grpSpPr>
          <p:sp>
            <p:nvSpPr>
              <p:cNvPr id="4706" name="Google Shape;4706;p2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07" name="Google Shape;4707;p29"/>
              <p:cNvGrpSpPr/>
              <p:nvPr/>
            </p:nvGrpSpPr>
            <p:grpSpPr>
              <a:xfrm>
                <a:off x="4808316" y="2800065"/>
                <a:ext cx="92400" cy="411825"/>
                <a:chOff x="845575" y="2563700"/>
                <a:chExt cx="92400" cy="411825"/>
              </a:xfrm>
            </p:grpSpPr>
            <p:cxnSp>
              <p:nvCxnSpPr>
                <p:cNvPr id="4708" name="Google Shape;4708;p2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09" name="Google Shape;4709;p2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10" name="Google Shape;4710;p29"/>
            <p:cNvGrpSpPr/>
            <p:nvPr/>
          </p:nvGrpSpPr>
          <p:grpSpPr>
            <a:xfrm>
              <a:off x="106648" y="895722"/>
              <a:ext cx="1088401" cy="223591"/>
              <a:chOff x="881025" y="2800065"/>
              <a:chExt cx="2009975" cy="412910"/>
            </a:xfrm>
          </p:grpSpPr>
          <p:sp>
            <p:nvSpPr>
              <p:cNvPr id="4711" name="Google Shape;4711;p2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12" name="Google Shape;4712;p29"/>
              <p:cNvGrpSpPr/>
              <p:nvPr/>
            </p:nvGrpSpPr>
            <p:grpSpPr>
              <a:xfrm>
                <a:off x="881025" y="2800065"/>
                <a:ext cx="92400" cy="411825"/>
                <a:chOff x="845575" y="2563700"/>
                <a:chExt cx="92400" cy="411825"/>
              </a:xfrm>
            </p:grpSpPr>
            <p:cxnSp>
              <p:nvCxnSpPr>
                <p:cNvPr id="4713" name="Google Shape;4713;p2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14" name="Google Shape;4714;p2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15" name="Google Shape;4715;p29"/>
            <p:cNvGrpSpPr/>
            <p:nvPr/>
          </p:nvGrpSpPr>
          <p:grpSpPr>
            <a:xfrm>
              <a:off x="1172346" y="1047018"/>
              <a:ext cx="1083151" cy="223003"/>
              <a:chOff x="2849073" y="3079467"/>
              <a:chExt cx="2000279" cy="411825"/>
            </a:xfrm>
          </p:grpSpPr>
          <p:sp>
            <p:nvSpPr>
              <p:cNvPr id="4716" name="Google Shape;4716;p2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17" name="Google Shape;4717;p29"/>
              <p:cNvGrpSpPr/>
              <p:nvPr/>
            </p:nvGrpSpPr>
            <p:grpSpPr>
              <a:xfrm rot="10800000">
                <a:off x="2849073" y="3079467"/>
                <a:ext cx="92400" cy="411825"/>
                <a:chOff x="2070100" y="2563700"/>
                <a:chExt cx="92400" cy="411825"/>
              </a:xfrm>
            </p:grpSpPr>
            <p:cxnSp>
              <p:nvCxnSpPr>
                <p:cNvPr id="4718" name="Google Shape;4718;p2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19" name="Google Shape;4719;p2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20" name="Google Shape;4720;p29"/>
            <p:cNvGrpSpPr/>
            <p:nvPr/>
          </p:nvGrpSpPr>
          <p:grpSpPr>
            <a:xfrm>
              <a:off x="3290132" y="1047018"/>
              <a:ext cx="1297930" cy="223003"/>
              <a:chOff x="6760035" y="3079467"/>
              <a:chExt cx="2396915" cy="411825"/>
            </a:xfrm>
          </p:grpSpPr>
          <p:sp>
            <p:nvSpPr>
              <p:cNvPr id="4721" name="Google Shape;4721;p2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22" name="Google Shape;4722;p29"/>
              <p:cNvGrpSpPr/>
              <p:nvPr/>
            </p:nvGrpSpPr>
            <p:grpSpPr>
              <a:xfrm rot="10800000">
                <a:off x="6760035" y="3079467"/>
                <a:ext cx="92400" cy="411825"/>
                <a:chOff x="2070100" y="2563700"/>
                <a:chExt cx="92400" cy="411825"/>
              </a:xfrm>
            </p:grpSpPr>
            <p:cxnSp>
              <p:nvCxnSpPr>
                <p:cNvPr id="4723" name="Google Shape;4723;p2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24" name="Google Shape;4724;p2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725" name="Google Shape;4725;p29"/>
          <p:cNvGrpSpPr/>
          <p:nvPr/>
        </p:nvGrpSpPr>
        <p:grpSpPr>
          <a:xfrm>
            <a:off x="2143176" y="3369134"/>
            <a:ext cx="1086701" cy="799429"/>
            <a:chOff x="2183288" y="3555572"/>
            <a:chExt cx="1136241" cy="835873"/>
          </a:xfrm>
        </p:grpSpPr>
        <p:sp>
          <p:nvSpPr>
            <p:cNvPr id="4726" name="Google Shape;4726;p2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27" name="Google Shape;4727;p29"/>
            <p:cNvGrpSpPr/>
            <p:nvPr/>
          </p:nvGrpSpPr>
          <p:grpSpPr>
            <a:xfrm>
              <a:off x="2205895" y="3637269"/>
              <a:ext cx="1089848" cy="724994"/>
              <a:chOff x="2205895" y="3637269"/>
              <a:chExt cx="1089848" cy="724994"/>
            </a:xfrm>
          </p:grpSpPr>
          <p:sp>
            <p:nvSpPr>
              <p:cNvPr id="4728" name="Google Shape;4728;p2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2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2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2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2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2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34" name="Google Shape;4734;p2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735" name="Google Shape;4735;p2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4736" name="Google Shape;4736;p29"/>
            <p:cNvGrpSpPr/>
            <p:nvPr/>
          </p:nvGrpSpPr>
          <p:grpSpPr>
            <a:xfrm>
              <a:off x="3173850" y="3779427"/>
              <a:ext cx="145678" cy="70048"/>
              <a:chOff x="3173850" y="3779427"/>
              <a:chExt cx="145678" cy="70048"/>
            </a:xfrm>
          </p:grpSpPr>
          <p:cxnSp>
            <p:nvCxnSpPr>
              <p:cNvPr id="4737" name="Google Shape;4737;p29"/>
              <p:cNvCxnSpPr/>
              <p:nvPr/>
            </p:nvCxnSpPr>
            <p:spPr>
              <a:xfrm rot="10800000">
                <a:off x="3173850" y="3817250"/>
                <a:ext cx="94500" cy="0"/>
              </a:xfrm>
              <a:prstGeom prst="straightConnector1">
                <a:avLst/>
              </a:prstGeom>
              <a:noFill/>
              <a:ln cap="flat" cmpd="sng" w="9525">
                <a:solidFill>
                  <a:srgbClr val="BAC8D3"/>
                </a:solidFill>
                <a:prstDash val="solid"/>
                <a:round/>
                <a:headEnd len="sm" w="sm" type="none"/>
                <a:tailEnd len="med" w="med" type="diamond"/>
              </a:ln>
            </p:spPr>
          </p:cxnSp>
          <p:sp>
            <p:nvSpPr>
              <p:cNvPr id="4738" name="Google Shape;4738;p2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9" name="Google Shape;4739;p29"/>
            <p:cNvGrpSpPr/>
            <p:nvPr/>
          </p:nvGrpSpPr>
          <p:grpSpPr>
            <a:xfrm>
              <a:off x="2183288" y="4139483"/>
              <a:ext cx="145133" cy="70048"/>
              <a:chOff x="2183288" y="4139484"/>
              <a:chExt cx="145133" cy="70048"/>
            </a:xfrm>
          </p:grpSpPr>
          <p:cxnSp>
            <p:nvCxnSpPr>
              <p:cNvPr id="4740" name="Google Shape;4740;p2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sm" w="sm" type="none"/>
              </a:ln>
            </p:spPr>
          </p:cxnSp>
          <p:sp>
            <p:nvSpPr>
              <p:cNvPr id="4741" name="Google Shape;4741;p2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42" name="Google Shape;4742;p2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743" name="Google Shape;4743;p2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4744" name="Google Shape;4744;p29"/>
            <p:cNvGrpSpPr/>
            <p:nvPr/>
          </p:nvGrpSpPr>
          <p:grpSpPr>
            <a:xfrm>
              <a:off x="2943836" y="4268886"/>
              <a:ext cx="60717" cy="122559"/>
              <a:chOff x="2943836" y="4268886"/>
              <a:chExt cx="60717" cy="122559"/>
            </a:xfrm>
          </p:grpSpPr>
          <p:sp>
            <p:nvSpPr>
              <p:cNvPr id="4745" name="Google Shape;4745;p2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746" name="Google Shape;4746;p2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sm" w="sm" type="none"/>
              </a:ln>
            </p:spPr>
          </p:cxnSp>
        </p:grpSp>
      </p:grpSp>
      <p:grpSp>
        <p:nvGrpSpPr>
          <p:cNvPr id="4747" name="Google Shape;4747;p29"/>
          <p:cNvGrpSpPr/>
          <p:nvPr/>
        </p:nvGrpSpPr>
        <p:grpSpPr>
          <a:xfrm>
            <a:off x="3406121" y="1290134"/>
            <a:ext cx="1675870" cy="758252"/>
            <a:chOff x="3530532" y="1496185"/>
            <a:chExt cx="1562000" cy="706731"/>
          </a:xfrm>
        </p:grpSpPr>
        <p:cxnSp>
          <p:nvCxnSpPr>
            <p:cNvPr id="4748" name="Google Shape;4748;p29"/>
            <p:cNvCxnSpPr/>
            <p:nvPr/>
          </p:nvCxnSpPr>
          <p:spPr>
            <a:xfrm>
              <a:off x="3583832" y="1857562"/>
              <a:ext cx="1508700" cy="0"/>
            </a:xfrm>
            <a:prstGeom prst="straightConnector1">
              <a:avLst/>
            </a:prstGeom>
            <a:noFill/>
            <a:ln cap="flat" cmpd="sng" w="28575">
              <a:solidFill>
                <a:srgbClr val="A5B7C6"/>
              </a:solidFill>
              <a:prstDash val="solid"/>
              <a:round/>
              <a:headEnd len="sm" w="sm" type="none"/>
              <a:tailEnd len="med" w="med" type="triangle"/>
            </a:ln>
          </p:spPr>
        </p:cxnSp>
        <p:grpSp>
          <p:nvGrpSpPr>
            <p:cNvPr id="4749" name="Google Shape;4749;p29"/>
            <p:cNvGrpSpPr/>
            <p:nvPr/>
          </p:nvGrpSpPr>
          <p:grpSpPr>
            <a:xfrm>
              <a:off x="3530532" y="1496185"/>
              <a:ext cx="323430" cy="463587"/>
              <a:chOff x="3530532" y="1496185"/>
              <a:chExt cx="323430" cy="463587"/>
            </a:xfrm>
          </p:grpSpPr>
          <p:grpSp>
            <p:nvGrpSpPr>
              <p:cNvPr id="4750" name="Google Shape;4750;p29"/>
              <p:cNvGrpSpPr/>
              <p:nvPr/>
            </p:nvGrpSpPr>
            <p:grpSpPr>
              <a:xfrm>
                <a:off x="3567462" y="1496185"/>
                <a:ext cx="286500" cy="361376"/>
                <a:chOff x="3567462" y="1496185"/>
                <a:chExt cx="286500" cy="361376"/>
              </a:xfrm>
            </p:grpSpPr>
            <p:cxnSp>
              <p:nvCxnSpPr>
                <p:cNvPr id="4751" name="Google Shape;4751;p29"/>
                <p:cNvCxnSpPr/>
                <p:nvPr/>
              </p:nvCxnSpPr>
              <p:spPr>
                <a:xfrm rot="10800000">
                  <a:off x="3626630"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4752" name="Google Shape;4752;p2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53" name="Google Shape;4753;p2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54" name="Google Shape;4754;p29"/>
            <p:cNvGrpSpPr/>
            <p:nvPr/>
          </p:nvGrpSpPr>
          <p:grpSpPr>
            <a:xfrm>
              <a:off x="3891569" y="1779209"/>
              <a:ext cx="323945" cy="423707"/>
              <a:chOff x="3891569" y="1779209"/>
              <a:chExt cx="323945" cy="423707"/>
            </a:xfrm>
          </p:grpSpPr>
          <p:grpSp>
            <p:nvGrpSpPr>
              <p:cNvPr id="4755" name="Google Shape;4755;p29"/>
              <p:cNvGrpSpPr/>
              <p:nvPr/>
            </p:nvGrpSpPr>
            <p:grpSpPr>
              <a:xfrm>
                <a:off x="3929014" y="1881638"/>
                <a:ext cx="286500" cy="321278"/>
                <a:chOff x="3929014" y="1881638"/>
                <a:chExt cx="286500" cy="321278"/>
              </a:xfrm>
            </p:grpSpPr>
            <p:cxnSp>
              <p:nvCxnSpPr>
                <p:cNvPr id="4756" name="Google Shape;4756;p29"/>
                <p:cNvCxnSpPr/>
                <p:nvPr/>
              </p:nvCxnSpPr>
              <p:spPr>
                <a:xfrm rot="10800000">
                  <a:off x="3988388" y="1881638"/>
                  <a:ext cx="0" cy="291900"/>
                </a:xfrm>
                <a:prstGeom prst="straightConnector1">
                  <a:avLst/>
                </a:prstGeom>
                <a:noFill/>
                <a:ln cap="flat" cmpd="sng" w="28575">
                  <a:solidFill>
                    <a:srgbClr val="A5B7C6"/>
                  </a:solidFill>
                  <a:prstDash val="solid"/>
                  <a:round/>
                  <a:headEnd len="sm" w="sm" type="none"/>
                  <a:tailEnd len="sm" w="sm" type="none"/>
                </a:ln>
              </p:spPr>
            </p:cxnSp>
            <p:sp>
              <p:nvSpPr>
                <p:cNvPr id="4757" name="Google Shape;4757;p2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58" name="Google Shape;4758;p2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59" name="Google Shape;4759;p29"/>
            <p:cNvGrpSpPr/>
            <p:nvPr/>
          </p:nvGrpSpPr>
          <p:grpSpPr>
            <a:xfrm>
              <a:off x="4252606" y="1496185"/>
              <a:ext cx="324722" cy="463587"/>
              <a:chOff x="4252606" y="1496185"/>
              <a:chExt cx="324722" cy="463587"/>
            </a:xfrm>
          </p:grpSpPr>
          <p:grpSp>
            <p:nvGrpSpPr>
              <p:cNvPr id="4760" name="Google Shape;4760;p29"/>
              <p:cNvGrpSpPr/>
              <p:nvPr/>
            </p:nvGrpSpPr>
            <p:grpSpPr>
              <a:xfrm>
                <a:off x="4290828" y="1496185"/>
                <a:ext cx="286500" cy="361376"/>
                <a:chOff x="4290828" y="1496185"/>
                <a:chExt cx="286500" cy="361376"/>
              </a:xfrm>
            </p:grpSpPr>
            <p:cxnSp>
              <p:nvCxnSpPr>
                <p:cNvPr id="4761" name="Google Shape;4761;p29"/>
                <p:cNvCxnSpPr/>
                <p:nvPr/>
              </p:nvCxnSpPr>
              <p:spPr>
                <a:xfrm rot="10800000">
                  <a:off x="4349995"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4762" name="Google Shape;4762;p2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63" name="Google Shape;4763;p2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64" name="Google Shape;4764;p29"/>
            <p:cNvGrpSpPr/>
            <p:nvPr/>
          </p:nvGrpSpPr>
          <p:grpSpPr>
            <a:xfrm>
              <a:off x="4613643" y="1763716"/>
              <a:ext cx="325308" cy="439200"/>
              <a:chOff x="4613643" y="1763716"/>
              <a:chExt cx="325308" cy="439200"/>
            </a:xfrm>
          </p:grpSpPr>
          <p:grpSp>
            <p:nvGrpSpPr>
              <p:cNvPr id="4765" name="Google Shape;4765;p29"/>
              <p:cNvGrpSpPr/>
              <p:nvPr/>
            </p:nvGrpSpPr>
            <p:grpSpPr>
              <a:xfrm>
                <a:off x="4652451" y="1879538"/>
                <a:ext cx="286500" cy="323378"/>
                <a:chOff x="4652451" y="1879538"/>
                <a:chExt cx="286500" cy="323378"/>
              </a:xfrm>
            </p:grpSpPr>
            <p:cxnSp>
              <p:nvCxnSpPr>
                <p:cNvPr id="4766" name="Google Shape;4766;p29"/>
                <p:cNvCxnSpPr/>
                <p:nvPr/>
              </p:nvCxnSpPr>
              <p:spPr>
                <a:xfrm rot="10800000">
                  <a:off x="4707486" y="1879538"/>
                  <a:ext cx="0" cy="294000"/>
                </a:xfrm>
                <a:prstGeom prst="straightConnector1">
                  <a:avLst/>
                </a:prstGeom>
                <a:noFill/>
                <a:ln cap="flat" cmpd="sng" w="28575">
                  <a:solidFill>
                    <a:srgbClr val="A5B7C6"/>
                  </a:solidFill>
                  <a:prstDash val="solid"/>
                  <a:round/>
                  <a:headEnd len="sm" w="sm" type="none"/>
                  <a:tailEnd len="sm" w="sm" type="none"/>
                </a:ln>
              </p:spPr>
            </p:cxnSp>
            <p:sp>
              <p:nvSpPr>
                <p:cNvPr id="4767" name="Google Shape;4767;p2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68" name="Google Shape;4768;p2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69" name="Google Shape;4769;p29"/>
          <p:cNvGrpSpPr/>
          <p:nvPr/>
        </p:nvGrpSpPr>
        <p:grpSpPr>
          <a:xfrm>
            <a:off x="3417981" y="2143759"/>
            <a:ext cx="1652173" cy="391518"/>
            <a:chOff x="3512551" y="2358270"/>
            <a:chExt cx="1597383" cy="378534"/>
          </a:xfrm>
        </p:grpSpPr>
        <p:cxnSp>
          <p:nvCxnSpPr>
            <p:cNvPr id="4770" name="Google Shape;4770;p29"/>
            <p:cNvCxnSpPr>
              <a:stCxn id="4771" idx="6"/>
              <a:endCxn id="4772" idx="2"/>
            </p:cNvCxnSpPr>
            <p:nvPr/>
          </p:nvCxnSpPr>
          <p:spPr>
            <a:xfrm>
              <a:off x="3738198" y="2553118"/>
              <a:ext cx="1146000" cy="0"/>
            </a:xfrm>
            <a:prstGeom prst="straightConnector1">
              <a:avLst/>
            </a:prstGeom>
            <a:noFill/>
            <a:ln cap="flat" cmpd="sng" w="19050">
              <a:solidFill>
                <a:srgbClr val="435D74"/>
              </a:solidFill>
              <a:prstDash val="solid"/>
              <a:round/>
              <a:headEnd len="sm" w="sm" type="none"/>
              <a:tailEnd len="sm" w="sm" type="none"/>
            </a:ln>
          </p:spPr>
        </p:cxnSp>
        <p:grpSp>
          <p:nvGrpSpPr>
            <p:cNvPr id="4773" name="Google Shape;4773;p29"/>
            <p:cNvGrpSpPr/>
            <p:nvPr/>
          </p:nvGrpSpPr>
          <p:grpSpPr>
            <a:xfrm>
              <a:off x="3512551" y="2358270"/>
              <a:ext cx="225647" cy="307714"/>
              <a:chOff x="2182679" y="2004714"/>
              <a:chExt cx="792300" cy="1080458"/>
            </a:xfrm>
          </p:grpSpPr>
          <p:cxnSp>
            <p:nvCxnSpPr>
              <p:cNvPr id="4774" name="Google Shape;4774;p29"/>
              <p:cNvCxnSpPr>
                <a:stCxn id="4775" idx="0"/>
              </p:cNvCxnSpPr>
              <p:nvPr/>
            </p:nvCxnSpPr>
            <p:spPr>
              <a:xfrm rot="10800000">
                <a:off x="2578961" y="2004714"/>
                <a:ext cx="0" cy="389100"/>
              </a:xfrm>
              <a:prstGeom prst="straightConnector1">
                <a:avLst/>
              </a:prstGeom>
              <a:noFill/>
              <a:ln cap="flat" cmpd="sng" w="9525">
                <a:solidFill>
                  <a:srgbClr val="435D74"/>
                </a:solidFill>
                <a:prstDash val="solid"/>
                <a:round/>
                <a:headEnd len="sm" w="sm" type="none"/>
                <a:tailEnd len="sm" w="sm" type="none"/>
              </a:ln>
            </p:spPr>
          </p:cxnSp>
          <p:sp>
            <p:nvSpPr>
              <p:cNvPr id="4771" name="Google Shape;4771;p2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2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76" name="Google Shape;4776;p29"/>
            <p:cNvGrpSpPr/>
            <p:nvPr/>
          </p:nvGrpSpPr>
          <p:grpSpPr>
            <a:xfrm>
              <a:off x="3969644" y="2440153"/>
              <a:ext cx="225853" cy="296651"/>
              <a:chOff x="3775710" y="1729289"/>
              <a:chExt cx="136500" cy="179289"/>
            </a:xfrm>
          </p:grpSpPr>
          <p:cxnSp>
            <p:nvCxnSpPr>
              <p:cNvPr id="4777" name="Google Shape;4777;p29"/>
              <p:cNvCxnSpPr/>
              <p:nvPr/>
            </p:nvCxnSpPr>
            <p:spPr>
              <a:xfrm>
                <a:off x="3843851" y="1848278"/>
                <a:ext cx="0" cy="60300"/>
              </a:xfrm>
              <a:prstGeom prst="straightConnector1">
                <a:avLst/>
              </a:prstGeom>
              <a:noFill/>
              <a:ln cap="flat" cmpd="sng" w="9525">
                <a:solidFill>
                  <a:srgbClr val="435D74"/>
                </a:solidFill>
                <a:prstDash val="solid"/>
                <a:round/>
                <a:headEnd len="sm" w="sm" type="none"/>
                <a:tailEnd len="sm" w="sm" type="none"/>
              </a:ln>
            </p:spPr>
          </p:cxnSp>
          <p:sp>
            <p:nvSpPr>
              <p:cNvPr id="4778" name="Google Shape;4778;p2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2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80" name="Google Shape;4780;p29"/>
            <p:cNvGrpSpPr/>
            <p:nvPr/>
          </p:nvGrpSpPr>
          <p:grpSpPr>
            <a:xfrm>
              <a:off x="4427051" y="2358270"/>
              <a:ext cx="225647" cy="307714"/>
              <a:chOff x="5393704" y="2004714"/>
              <a:chExt cx="792300" cy="1080458"/>
            </a:xfrm>
          </p:grpSpPr>
          <p:cxnSp>
            <p:nvCxnSpPr>
              <p:cNvPr id="4781" name="Google Shape;4781;p29"/>
              <p:cNvCxnSpPr>
                <a:stCxn id="4782" idx="0"/>
              </p:cNvCxnSpPr>
              <p:nvPr/>
            </p:nvCxnSpPr>
            <p:spPr>
              <a:xfrm rot="10800000">
                <a:off x="5789986" y="2004714"/>
                <a:ext cx="0" cy="389100"/>
              </a:xfrm>
              <a:prstGeom prst="straightConnector1">
                <a:avLst/>
              </a:prstGeom>
              <a:noFill/>
              <a:ln cap="flat" cmpd="sng" w="9525">
                <a:solidFill>
                  <a:srgbClr val="435D74"/>
                </a:solidFill>
                <a:prstDash val="solid"/>
                <a:round/>
                <a:headEnd len="sm" w="sm" type="none"/>
                <a:tailEnd len="sm" w="sm" type="none"/>
              </a:ln>
            </p:spPr>
          </p:cxnSp>
          <p:sp>
            <p:nvSpPr>
              <p:cNvPr id="4783" name="Google Shape;4783;p2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2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84" name="Google Shape;4784;p29"/>
            <p:cNvGrpSpPr/>
            <p:nvPr/>
          </p:nvGrpSpPr>
          <p:grpSpPr>
            <a:xfrm>
              <a:off x="4884287" y="2440252"/>
              <a:ext cx="225647" cy="296532"/>
              <a:chOff x="6999166" y="2292572"/>
              <a:chExt cx="792300" cy="1041192"/>
            </a:xfrm>
          </p:grpSpPr>
          <p:cxnSp>
            <p:nvCxnSpPr>
              <p:cNvPr id="4785" name="Google Shape;4785;p29"/>
              <p:cNvCxnSpPr/>
              <p:nvPr/>
            </p:nvCxnSpPr>
            <p:spPr>
              <a:xfrm>
                <a:off x="7395553" y="2983964"/>
                <a:ext cx="0" cy="349800"/>
              </a:xfrm>
              <a:prstGeom prst="straightConnector1">
                <a:avLst/>
              </a:prstGeom>
              <a:noFill/>
              <a:ln cap="flat" cmpd="sng" w="9525">
                <a:solidFill>
                  <a:srgbClr val="435D74"/>
                </a:solidFill>
                <a:prstDash val="solid"/>
                <a:round/>
                <a:headEnd len="sm" w="sm" type="none"/>
                <a:tailEnd len="sm" w="sm" type="none"/>
              </a:ln>
            </p:spPr>
          </p:cxnSp>
          <p:sp>
            <p:nvSpPr>
              <p:cNvPr id="4772" name="Google Shape;4772;p2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2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87" name="Google Shape;4787;p29"/>
          <p:cNvGrpSpPr/>
          <p:nvPr/>
        </p:nvGrpSpPr>
        <p:grpSpPr>
          <a:xfrm>
            <a:off x="6838789" y="979959"/>
            <a:ext cx="1581844" cy="732818"/>
            <a:chOff x="634175" y="2986275"/>
            <a:chExt cx="3147949" cy="1458344"/>
          </a:xfrm>
        </p:grpSpPr>
        <p:cxnSp>
          <p:nvCxnSpPr>
            <p:cNvPr id="4788" name="Google Shape;4788;p29"/>
            <p:cNvCxnSpPr>
              <a:stCxn id="4789" idx="4"/>
              <a:endCxn id="4790" idx="0"/>
            </p:cNvCxnSpPr>
            <p:nvPr/>
          </p:nvCxnSpPr>
          <p:spPr>
            <a:xfrm>
              <a:off x="929975" y="3577875"/>
              <a:ext cx="591300" cy="275100"/>
            </a:xfrm>
            <a:prstGeom prst="straightConnector1">
              <a:avLst/>
            </a:prstGeom>
            <a:noFill/>
            <a:ln cap="flat" cmpd="sng" w="19050">
              <a:solidFill>
                <a:srgbClr val="435D74"/>
              </a:solidFill>
              <a:prstDash val="solid"/>
              <a:round/>
              <a:headEnd len="sm" w="sm" type="none"/>
              <a:tailEnd len="sm" w="sm" type="none"/>
            </a:ln>
          </p:spPr>
        </p:cxnSp>
        <p:cxnSp>
          <p:nvCxnSpPr>
            <p:cNvPr id="4791" name="Google Shape;4791;p29"/>
            <p:cNvCxnSpPr>
              <a:stCxn id="4790" idx="0"/>
              <a:endCxn id="479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4793" name="Google Shape;4793;p29"/>
            <p:cNvCxnSpPr>
              <a:stCxn id="4792" idx="4"/>
              <a:endCxn id="4794" idx="0"/>
            </p:cNvCxnSpPr>
            <p:nvPr/>
          </p:nvCxnSpPr>
          <p:spPr>
            <a:xfrm>
              <a:off x="2208152" y="3577875"/>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4795" name="Google Shape;4795;p29"/>
            <p:cNvCxnSpPr>
              <a:stCxn id="4794" idx="0"/>
              <a:endCxn id="479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sm" w="sm" type="none"/>
              <a:tailEnd len="sm" w="sm" type="none"/>
            </a:ln>
          </p:spPr>
        </p:cxnSp>
        <p:sp>
          <p:nvSpPr>
            <p:cNvPr id="4796" name="Google Shape;4796;p2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792" name="Google Shape;4792;p2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789" name="Google Shape;4789;p2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794" name="Google Shape;4794;p2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790" name="Google Shape;4790;p2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4797" name="Google Shape;4797;p29"/>
          <p:cNvGrpSpPr/>
          <p:nvPr/>
        </p:nvGrpSpPr>
        <p:grpSpPr>
          <a:xfrm>
            <a:off x="3406504" y="2674269"/>
            <a:ext cx="1675128" cy="313674"/>
            <a:chOff x="998425" y="1182125"/>
            <a:chExt cx="1065400" cy="199500"/>
          </a:xfrm>
        </p:grpSpPr>
        <p:sp>
          <p:nvSpPr>
            <p:cNvPr id="4798" name="Google Shape;4798;p2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2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2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2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2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03" name="Google Shape;4803;p29"/>
          <p:cNvGrpSpPr/>
          <p:nvPr/>
        </p:nvGrpSpPr>
        <p:grpSpPr>
          <a:xfrm>
            <a:off x="3406503" y="3630235"/>
            <a:ext cx="1675129" cy="525345"/>
            <a:chOff x="5194708" y="3484366"/>
            <a:chExt cx="3148148" cy="987304"/>
          </a:xfrm>
        </p:grpSpPr>
        <p:grpSp>
          <p:nvGrpSpPr>
            <p:cNvPr id="4804" name="Google Shape;4804;p29"/>
            <p:cNvGrpSpPr/>
            <p:nvPr/>
          </p:nvGrpSpPr>
          <p:grpSpPr>
            <a:xfrm>
              <a:off x="7531521" y="3484366"/>
              <a:ext cx="811335" cy="987304"/>
              <a:chOff x="3379425" y="1617275"/>
              <a:chExt cx="1090650" cy="1327200"/>
            </a:xfrm>
          </p:grpSpPr>
          <p:sp>
            <p:nvSpPr>
              <p:cNvPr id="4805" name="Google Shape;4805;p2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2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2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08" name="Google Shape;4808;p29"/>
            <p:cNvGrpSpPr/>
            <p:nvPr/>
          </p:nvGrpSpPr>
          <p:grpSpPr>
            <a:xfrm>
              <a:off x="6752546" y="3484366"/>
              <a:ext cx="811428" cy="987304"/>
              <a:chOff x="2332275" y="1617275"/>
              <a:chExt cx="1090775" cy="1327200"/>
            </a:xfrm>
          </p:grpSpPr>
          <p:sp>
            <p:nvSpPr>
              <p:cNvPr id="4809" name="Google Shape;4809;p2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2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2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12" name="Google Shape;4812;p29"/>
            <p:cNvGrpSpPr/>
            <p:nvPr/>
          </p:nvGrpSpPr>
          <p:grpSpPr>
            <a:xfrm>
              <a:off x="5973664" y="3484366"/>
              <a:ext cx="811335" cy="987304"/>
              <a:chOff x="1285250" y="1617275"/>
              <a:chExt cx="1090650" cy="1327200"/>
            </a:xfrm>
          </p:grpSpPr>
          <p:sp>
            <p:nvSpPr>
              <p:cNvPr id="4813" name="Google Shape;4813;p2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2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2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16" name="Google Shape;4816;p29"/>
            <p:cNvGrpSpPr/>
            <p:nvPr/>
          </p:nvGrpSpPr>
          <p:grpSpPr>
            <a:xfrm>
              <a:off x="5194708" y="3484366"/>
              <a:ext cx="811409" cy="987304"/>
              <a:chOff x="238125" y="1617275"/>
              <a:chExt cx="1090750" cy="1327200"/>
            </a:xfrm>
          </p:grpSpPr>
          <p:sp>
            <p:nvSpPr>
              <p:cNvPr id="4817" name="Google Shape;4817;p2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2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2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820" name="Google Shape;4820;p29"/>
          <p:cNvGrpSpPr/>
          <p:nvPr/>
        </p:nvGrpSpPr>
        <p:grpSpPr>
          <a:xfrm>
            <a:off x="6840188" y="2276124"/>
            <a:ext cx="1579046" cy="522230"/>
            <a:chOff x="6853641" y="2534077"/>
            <a:chExt cx="1515545" cy="501229"/>
          </a:xfrm>
        </p:grpSpPr>
        <p:grpSp>
          <p:nvGrpSpPr>
            <p:cNvPr id="4821" name="Google Shape;4821;p29"/>
            <p:cNvGrpSpPr/>
            <p:nvPr/>
          </p:nvGrpSpPr>
          <p:grpSpPr>
            <a:xfrm>
              <a:off x="6853641" y="2618923"/>
              <a:ext cx="1515545" cy="324557"/>
              <a:chOff x="6853641" y="2618923"/>
              <a:chExt cx="1515545" cy="324557"/>
            </a:xfrm>
          </p:grpSpPr>
          <p:sp>
            <p:nvSpPr>
              <p:cNvPr id="4822" name="Google Shape;4822;p2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2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2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2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2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27" name="Google Shape;4827;p2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2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2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2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2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32" name="Google Shape;4832;p29"/>
          <p:cNvGrpSpPr/>
          <p:nvPr/>
        </p:nvGrpSpPr>
        <p:grpSpPr>
          <a:xfrm>
            <a:off x="3435080" y="3151165"/>
            <a:ext cx="1617976" cy="346616"/>
            <a:chOff x="1808063" y="4294338"/>
            <a:chExt cx="3370782" cy="721817"/>
          </a:xfrm>
        </p:grpSpPr>
        <p:sp>
          <p:nvSpPr>
            <p:cNvPr id="4833" name="Google Shape;4833;p2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2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2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2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2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2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2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2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2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2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43" name="Google Shape;4843;p29"/>
          <p:cNvGrpSpPr/>
          <p:nvPr/>
        </p:nvGrpSpPr>
        <p:grpSpPr>
          <a:xfrm>
            <a:off x="5261076" y="3817915"/>
            <a:ext cx="1417067" cy="350605"/>
            <a:chOff x="4234950" y="2101012"/>
            <a:chExt cx="4219974" cy="1044091"/>
          </a:xfrm>
        </p:grpSpPr>
        <p:sp>
          <p:nvSpPr>
            <p:cNvPr id="4844" name="Google Shape;4844;p2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2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2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2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2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2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2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2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2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2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2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2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2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2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2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2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0" name="Google Shape;4860;p29"/>
          <p:cNvGrpSpPr/>
          <p:nvPr/>
        </p:nvGrpSpPr>
        <p:grpSpPr>
          <a:xfrm>
            <a:off x="6836548" y="1808672"/>
            <a:ext cx="1586327" cy="371557"/>
            <a:chOff x="1247650" y="2075423"/>
            <a:chExt cx="6648477" cy="1557238"/>
          </a:xfrm>
        </p:grpSpPr>
        <p:sp>
          <p:nvSpPr>
            <p:cNvPr id="4861" name="Google Shape;4861;p2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2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2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2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2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2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7" name="Google Shape;4867;p29"/>
          <p:cNvGrpSpPr/>
          <p:nvPr/>
        </p:nvGrpSpPr>
        <p:grpSpPr>
          <a:xfrm>
            <a:off x="5267818" y="961862"/>
            <a:ext cx="1415601" cy="1648534"/>
            <a:chOff x="1839112" y="2209163"/>
            <a:chExt cx="1918159" cy="2233785"/>
          </a:xfrm>
        </p:grpSpPr>
        <p:sp>
          <p:nvSpPr>
            <p:cNvPr id="4868" name="Google Shape;4868;p2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2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2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871" name="Google Shape;4871;p29"/>
            <p:cNvCxnSpPr>
              <a:stCxn id="4868" idx="6"/>
              <a:endCxn id="4869" idx="2"/>
            </p:cNvCxnSpPr>
            <p:nvPr/>
          </p:nvCxnSpPr>
          <p:spPr>
            <a:xfrm>
              <a:off x="2414212" y="2496713"/>
              <a:ext cx="768000" cy="600"/>
            </a:xfrm>
            <a:prstGeom prst="bentConnector3">
              <a:avLst>
                <a:gd fmla="val -510610" name="adj1"/>
              </a:avLst>
            </a:prstGeom>
            <a:noFill/>
            <a:ln cap="flat" cmpd="sng" w="19050">
              <a:solidFill>
                <a:srgbClr val="374957"/>
              </a:solidFill>
              <a:prstDash val="solid"/>
              <a:round/>
              <a:headEnd len="sm" w="sm" type="none"/>
              <a:tailEnd len="sm" w="sm" type="none"/>
            </a:ln>
          </p:spPr>
        </p:cxnSp>
        <p:cxnSp>
          <p:nvCxnSpPr>
            <p:cNvPr id="4872" name="Google Shape;4872;p29"/>
            <p:cNvCxnSpPr>
              <a:stCxn id="4869" idx="4"/>
              <a:endCxn id="4873" idx="0"/>
            </p:cNvCxnSpPr>
            <p:nvPr/>
          </p:nvCxnSpPr>
          <p:spPr>
            <a:xfrm rot="5400000">
              <a:off x="2669921" y="2240963"/>
              <a:ext cx="256500" cy="1343100"/>
            </a:xfrm>
            <a:prstGeom prst="bentConnector3">
              <a:avLst>
                <a:gd fmla="val 806260" name="adj1"/>
              </a:avLst>
            </a:prstGeom>
            <a:noFill/>
            <a:ln cap="flat" cmpd="sng" w="19050">
              <a:solidFill>
                <a:srgbClr val="374957"/>
              </a:solidFill>
              <a:prstDash val="solid"/>
              <a:round/>
              <a:headEnd len="sm" w="sm" type="none"/>
              <a:tailEnd len="sm" w="sm" type="none"/>
            </a:ln>
          </p:spPr>
        </p:cxnSp>
        <p:cxnSp>
          <p:nvCxnSpPr>
            <p:cNvPr id="4874" name="Google Shape;4874;p29"/>
            <p:cNvCxnSpPr>
              <a:stCxn id="4873" idx="6"/>
              <a:endCxn id="4870" idx="2"/>
            </p:cNvCxnSpPr>
            <p:nvPr/>
          </p:nvCxnSpPr>
          <p:spPr>
            <a:xfrm>
              <a:off x="2414212" y="3328316"/>
              <a:ext cx="768000" cy="600"/>
            </a:xfrm>
            <a:prstGeom prst="bentConnector3">
              <a:avLst>
                <a:gd fmla="val -510610" name="adj1"/>
              </a:avLst>
            </a:prstGeom>
            <a:noFill/>
            <a:ln cap="flat" cmpd="sng" w="19050">
              <a:solidFill>
                <a:srgbClr val="374957"/>
              </a:solidFill>
              <a:prstDash val="solid"/>
              <a:round/>
              <a:headEnd len="sm" w="sm" type="none"/>
              <a:tailEnd len="sm" w="sm" type="none"/>
            </a:ln>
          </p:spPr>
        </p:cxnSp>
        <p:cxnSp>
          <p:nvCxnSpPr>
            <p:cNvPr id="4875" name="Google Shape;4875;p29"/>
            <p:cNvCxnSpPr>
              <a:stCxn id="4870" idx="4"/>
              <a:endCxn id="4876" idx="0"/>
            </p:cNvCxnSpPr>
            <p:nvPr/>
          </p:nvCxnSpPr>
          <p:spPr>
            <a:xfrm rot="5400000">
              <a:off x="2672171" y="3070316"/>
              <a:ext cx="252000" cy="1343100"/>
            </a:xfrm>
            <a:prstGeom prst="bentConnector3">
              <a:avLst>
                <a:gd fmla="val 936597" name="adj1"/>
              </a:avLst>
            </a:prstGeom>
            <a:noFill/>
            <a:ln cap="flat" cmpd="sng" w="19050">
              <a:solidFill>
                <a:srgbClr val="374957"/>
              </a:solidFill>
              <a:prstDash val="solid"/>
              <a:round/>
              <a:headEnd len="sm" w="sm" type="none"/>
              <a:tailEnd len="sm" w="sm" type="none"/>
            </a:ln>
          </p:spPr>
        </p:cxnSp>
        <p:sp>
          <p:nvSpPr>
            <p:cNvPr id="4873" name="Google Shape;4873;p2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2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2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878" name="Google Shape;4878;p29"/>
            <p:cNvCxnSpPr>
              <a:endCxn id="4877" idx="2"/>
            </p:cNvCxnSpPr>
            <p:nvPr/>
          </p:nvCxnSpPr>
          <p:spPr>
            <a:xfrm>
              <a:off x="2413871" y="4154498"/>
              <a:ext cx="768300" cy="900"/>
            </a:xfrm>
            <a:prstGeom prst="bentConnector3">
              <a:avLst>
                <a:gd fmla="val -510395" name="adj1"/>
              </a:avLst>
            </a:prstGeom>
            <a:noFill/>
            <a:ln cap="flat" cmpd="sng" w="19050">
              <a:solidFill>
                <a:srgbClr val="374957"/>
              </a:solidFill>
              <a:prstDash val="solid"/>
              <a:round/>
              <a:headEnd len="sm" w="sm" type="none"/>
              <a:tailEnd len="sm" w="sm" type="none"/>
            </a:ln>
          </p:spPr>
        </p:cxnSp>
      </p:grpSp>
      <p:grpSp>
        <p:nvGrpSpPr>
          <p:cNvPr id="4879" name="Google Shape;4879;p29"/>
          <p:cNvGrpSpPr/>
          <p:nvPr/>
        </p:nvGrpSpPr>
        <p:grpSpPr>
          <a:xfrm>
            <a:off x="3425084" y="979946"/>
            <a:ext cx="1637968" cy="154942"/>
            <a:chOff x="238125" y="2506075"/>
            <a:chExt cx="7115411" cy="673075"/>
          </a:xfrm>
        </p:grpSpPr>
        <p:sp>
          <p:nvSpPr>
            <p:cNvPr id="4880" name="Google Shape;4880;p2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2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2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2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2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85" name="Google Shape;4885;p29"/>
          <p:cNvGrpSpPr/>
          <p:nvPr/>
        </p:nvGrpSpPr>
        <p:grpSpPr>
          <a:xfrm>
            <a:off x="1965820" y="1294664"/>
            <a:ext cx="1262932" cy="785408"/>
            <a:chOff x="548861" y="389676"/>
            <a:chExt cx="3843371" cy="2390164"/>
          </a:xfrm>
        </p:grpSpPr>
        <p:cxnSp>
          <p:nvCxnSpPr>
            <p:cNvPr id="4886" name="Google Shape;4886;p29"/>
            <p:cNvCxnSpPr/>
            <p:nvPr/>
          </p:nvCxnSpPr>
          <p:spPr>
            <a:xfrm flipH="1" rot="10800000">
              <a:off x="3486925" y="1918250"/>
              <a:ext cx="742200" cy="690300"/>
            </a:xfrm>
            <a:prstGeom prst="bentConnector3">
              <a:avLst>
                <a:gd fmla="val 379994" name="adj1"/>
              </a:avLst>
            </a:prstGeom>
            <a:noFill/>
            <a:ln cap="flat" cmpd="sng" w="9525">
              <a:solidFill>
                <a:srgbClr val="869FB2"/>
              </a:solidFill>
              <a:prstDash val="solid"/>
              <a:round/>
              <a:headEnd len="sm" w="sm" type="none"/>
              <a:tailEnd len="sm" w="sm" type="none"/>
            </a:ln>
          </p:spPr>
        </p:cxnSp>
        <p:cxnSp>
          <p:nvCxnSpPr>
            <p:cNvPr id="4887" name="Google Shape;4887;p29"/>
            <p:cNvCxnSpPr/>
            <p:nvPr/>
          </p:nvCxnSpPr>
          <p:spPr>
            <a:xfrm flipH="1" rot="-5400000">
              <a:off x="3486925" y="577350"/>
              <a:ext cx="650100" cy="650100"/>
            </a:xfrm>
            <a:prstGeom prst="bentConnector3">
              <a:avLst>
                <a:gd fmla="val -212493" name="adj1"/>
              </a:avLst>
            </a:prstGeom>
            <a:noFill/>
            <a:ln cap="flat" cmpd="sng" w="9525">
              <a:solidFill>
                <a:srgbClr val="869FB2"/>
              </a:solidFill>
              <a:prstDash val="solid"/>
              <a:round/>
              <a:headEnd len="sm" w="sm" type="none"/>
              <a:tailEnd len="sm" w="sm" type="none"/>
            </a:ln>
          </p:spPr>
        </p:cxnSp>
        <p:cxnSp>
          <p:nvCxnSpPr>
            <p:cNvPr id="4888" name="Google Shape;4888;p29"/>
            <p:cNvCxnSpPr/>
            <p:nvPr/>
          </p:nvCxnSpPr>
          <p:spPr>
            <a:xfrm>
              <a:off x="2725450" y="576000"/>
              <a:ext cx="1410600" cy="1800"/>
            </a:xfrm>
            <a:prstGeom prst="bentConnector3">
              <a:avLst>
                <a:gd fmla="val 161740" name="adj1"/>
              </a:avLst>
            </a:prstGeom>
            <a:noFill/>
            <a:ln cap="flat" cmpd="sng" w="9525">
              <a:solidFill>
                <a:srgbClr val="869FB2"/>
              </a:solidFill>
              <a:prstDash val="solid"/>
              <a:round/>
              <a:headEnd len="sm" w="sm" type="none"/>
              <a:tailEnd len="sm" w="sm" type="none"/>
            </a:ln>
          </p:spPr>
        </p:cxnSp>
        <p:cxnSp>
          <p:nvCxnSpPr>
            <p:cNvPr id="4889" name="Google Shape;4889;p29"/>
            <p:cNvCxnSpPr/>
            <p:nvPr/>
          </p:nvCxnSpPr>
          <p:spPr>
            <a:xfrm flipH="1" rot="10800000">
              <a:off x="756500" y="577975"/>
              <a:ext cx="1705500" cy="1049100"/>
            </a:xfrm>
            <a:prstGeom prst="bentConnector3">
              <a:avLst>
                <a:gd fmla="val -75799" name="adj1"/>
              </a:avLst>
            </a:prstGeom>
            <a:noFill/>
            <a:ln cap="flat" cmpd="sng" w="9525">
              <a:solidFill>
                <a:srgbClr val="BAC8D3"/>
              </a:solidFill>
              <a:prstDash val="solid"/>
              <a:round/>
              <a:headEnd len="sm" w="sm" type="none"/>
              <a:tailEnd len="sm" w="sm" type="none"/>
            </a:ln>
          </p:spPr>
        </p:cxnSp>
        <p:cxnSp>
          <p:nvCxnSpPr>
            <p:cNvPr id="4890" name="Google Shape;4890;p29"/>
            <p:cNvCxnSpPr/>
            <p:nvPr/>
          </p:nvCxnSpPr>
          <p:spPr>
            <a:xfrm>
              <a:off x="760067" y="1625791"/>
              <a:ext cx="1689000" cy="974100"/>
            </a:xfrm>
            <a:prstGeom prst="bentConnector3">
              <a:avLst>
                <a:gd fmla="val -77595" name="adj1"/>
              </a:avLst>
            </a:prstGeom>
            <a:noFill/>
            <a:ln cap="flat" cmpd="sng" w="9525">
              <a:solidFill>
                <a:srgbClr val="BAC8D3"/>
              </a:solidFill>
              <a:prstDash val="solid"/>
              <a:round/>
              <a:headEnd len="sm" w="sm" type="none"/>
              <a:tailEnd len="sm" w="sm" type="none"/>
            </a:ln>
          </p:spPr>
        </p:cxnSp>
        <p:sp>
          <p:nvSpPr>
            <p:cNvPr id="4891" name="Google Shape;4891;p2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892" name="Google Shape;4892;p29"/>
            <p:cNvCxnSpPr/>
            <p:nvPr/>
          </p:nvCxnSpPr>
          <p:spPr>
            <a:xfrm>
              <a:off x="2725450" y="2609025"/>
              <a:ext cx="1416000" cy="1800"/>
            </a:xfrm>
            <a:prstGeom prst="bentConnector3">
              <a:avLst>
                <a:gd fmla="val 161704" name="adj1"/>
              </a:avLst>
            </a:prstGeom>
            <a:noFill/>
            <a:ln cap="flat" cmpd="sng" w="9525">
              <a:solidFill>
                <a:srgbClr val="869FB2"/>
              </a:solidFill>
              <a:prstDash val="solid"/>
              <a:round/>
              <a:headEnd len="sm" w="sm" type="none"/>
              <a:tailEnd len="sm" w="sm" type="none"/>
            </a:ln>
          </p:spPr>
        </p:cxnSp>
        <p:sp>
          <p:nvSpPr>
            <p:cNvPr id="4893" name="Google Shape;4893;p2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2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2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2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2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2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99" name="Google Shape;4899;p29"/>
          <p:cNvGrpSpPr/>
          <p:nvPr/>
        </p:nvGrpSpPr>
        <p:grpSpPr>
          <a:xfrm>
            <a:off x="753952" y="2401541"/>
            <a:ext cx="1412054" cy="633562"/>
            <a:chOff x="1187400" y="2529299"/>
            <a:chExt cx="6769193" cy="2241902"/>
          </a:xfrm>
        </p:grpSpPr>
        <p:sp>
          <p:nvSpPr>
            <p:cNvPr id="4900" name="Google Shape;4900;p2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1" name="Google Shape;4901;p2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2" name="Google Shape;4902;p2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3" name="Google Shape;4903;p2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4" name="Google Shape;4904;p2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5" name="Google Shape;4905;p2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906" name="Google Shape;4906;p2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cxnSp>
          <p:nvCxnSpPr>
            <p:cNvPr id="4907" name="Google Shape;4907;p29"/>
            <p:cNvCxnSpPr>
              <a:stCxn id="4900" idx="2"/>
              <a:endCxn id="4901" idx="0"/>
            </p:cNvCxnSpPr>
            <p:nvPr/>
          </p:nvCxnSpPr>
          <p:spPr>
            <a:xfrm flipH="1" rot="-5400000">
              <a:off x="5228543" y="2315249"/>
              <a:ext cx="457200" cy="1770300"/>
            </a:xfrm>
            <a:prstGeom prst="bentConnector3">
              <a:avLst>
                <a:gd fmla="val 521387" name="adj1"/>
              </a:avLst>
            </a:prstGeom>
            <a:noFill/>
            <a:ln cap="flat" cmpd="sng" w="9525">
              <a:solidFill>
                <a:srgbClr val="C2C2C2"/>
              </a:solidFill>
              <a:prstDash val="solid"/>
              <a:round/>
              <a:headEnd len="sm" w="sm" type="none"/>
              <a:tailEnd len="sm" w="sm" type="none"/>
            </a:ln>
          </p:spPr>
        </p:cxnSp>
        <p:cxnSp>
          <p:nvCxnSpPr>
            <p:cNvPr id="4908" name="Google Shape;4908;p29"/>
            <p:cNvCxnSpPr>
              <a:stCxn id="4902" idx="0"/>
              <a:endCxn id="4900" idx="2"/>
            </p:cNvCxnSpPr>
            <p:nvPr/>
          </p:nvCxnSpPr>
          <p:spPr>
            <a:xfrm rot="-5400000">
              <a:off x="3458247" y="2315250"/>
              <a:ext cx="457200" cy="1770300"/>
            </a:xfrm>
            <a:prstGeom prst="bentConnector3">
              <a:avLst>
                <a:gd fmla="val -421621" name="adj1"/>
              </a:avLst>
            </a:prstGeom>
            <a:noFill/>
            <a:ln cap="flat" cmpd="sng" w="9525">
              <a:solidFill>
                <a:srgbClr val="C2C2C2"/>
              </a:solidFill>
              <a:prstDash val="solid"/>
              <a:round/>
              <a:headEnd len="sm" w="sm" type="none"/>
              <a:tailEnd len="sm" w="sm" type="none"/>
            </a:ln>
          </p:spPr>
        </p:cxnSp>
        <p:cxnSp>
          <p:nvCxnSpPr>
            <p:cNvPr id="4909" name="Google Shape;4909;p29"/>
            <p:cNvCxnSpPr>
              <a:stCxn id="4902" idx="2"/>
              <a:endCxn id="4904" idx="0"/>
            </p:cNvCxnSpPr>
            <p:nvPr/>
          </p:nvCxnSpPr>
          <p:spPr>
            <a:xfrm flipH="1" rot="-5400000">
              <a:off x="2995647" y="3677550"/>
              <a:ext cx="457200" cy="845100"/>
            </a:xfrm>
            <a:prstGeom prst="bentConnector3">
              <a:avLst>
                <a:gd fmla="val 1020939" name="adj1"/>
              </a:avLst>
            </a:prstGeom>
            <a:noFill/>
            <a:ln cap="flat" cmpd="sng" w="9525">
              <a:solidFill>
                <a:srgbClr val="C2C2C2"/>
              </a:solidFill>
              <a:prstDash val="solid"/>
              <a:round/>
              <a:headEnd len="sm" w="sm" type="none"/>
              <a:tailEnd len="sm" w="sm" type="none"/>
            </a:ln>
          </p:spPr>
        </p:cxnSp>
        <p:cxnSp>
          <p:nvCxnSpPr>
            <p:cNvPr id="4910" name="Google Shape;4910;p29"/>
            <p:cNvCxnSpPr>
              <a:stCxn id="4903" idx="0"/>
              <a:endCxn id="4902" idx="2"/>
            </p:cNvCxnSpPr>
            <p:nvPr/>
          </p:nvCxnSpPr>
          <p:spPr>
            <a:xfrm rot="-5400000">
              <a:off x="2150400" y="3677551"/>
              <a:ext cx="457200" cy="845100"/>
            </a:xfrm>
            <a:prstGeom prst="bentConnector3">
              <a:avLst>
                <a:gd fmla="val -921173" name="adj1"/>
              </a:avLst>
            </a:prstGeom>
            <a:noFill/>
            <a:ln cap="flat" cmpd="sng" w="9525">
              <a:solidFill>
                <a:srgbClr val="C2C2C2"/>
              </a:solidFill>
              <a:prstDash val="solid"/>
              <a:round/>
              <a:headEnd len="sm" w="sm" type="none"/>
              <a:tailEnd len="sm" w="sm" type="none"/>
            </a:ln>
          </p:spPr>
        </p:cxnSp>
        <p:cxnSp>
          <p:nvCxnSpPr>
            <p:cNvPr id="4911" name="Google Shape;4911;p29"/>
            <p:cNvCxnSpPr>
              <a:stCxn id="4901" idx="2"/>
              <a:endCxn id="4906" idx="0"/>
            </p:cNvCxnSpPr>
            <p:nvPr/>
          </p:nvCxnSpPr>
          <p:spPr>
            <a:xfrm flipH="1" rot="-5400000">
              <a:off x="6536390" y="3677400"/>
              <a:ext cx="457200" cy="845400"/>
            </a:xfrm>
            <a:prstGeom prst="bentConnector3">
              <a:avLst>
                <a:gd fmla="val 1020939" name="adj1"/>
              </a:avLst>
            </a:prstGeom>
            <a:noFill/>
            <a:ln cap="flat" cmpd="sng" w="9525">
              <a:solidFill>
                <a:srgbClr val="C2C2C2"/>
              </a:solidFill>
              <a:prstDash val="solid"/>
              <a:round/>
              <a:headEnd len="sm" w="sm" type="none"/>
              <a:tailEnd len="sm" w="sm" type="none"/>
            </a:ln>
          </p:spPr>
        </p:cxnSp>
        <p:cxnSp>
          <p:nvCxnSpPr>
            <p:cNvPr id="4912" name="Google Shape;4912;p29"/>
            <p:cNvCxnSpPr>
              <a:stCxn id="4905" idx="0"/>
              <a:endCxn id="4901" idx="2"/>
            </p:cNvCxnSpPr>
            <p:nvPr/>
          </p:nvCxnSpPr>
          <p:spPr>
            <a:xfrm rot="-5400000">
              <a:off x="5691000" y="3677551"/>
              <a:ext cx="457200" cy="845100"/>
            </a:xfrm>
            <a:prstGeom prst="bentConnector3">
              <a:avLst>
                <a:gd fmla="val -921173" name="adj1"/>
              </a:avLst>
            </a:prstGeom>
            <a:noFill/>
            <a:ln cap="flat" cmpd="sng" w="9525">
              <a:solidFill>
                <a:srgbClr val="C2C2C2"/>
              </a:solidFill>
              <a:prstDash val="solid"/>
              <a:round/>
              <a:headEnd len="sm" w="sm" type="none"/>
              <a:tailEnd len="sm" w="sm" type="none"/>
            </a:ln>
          </p:spPr>
        </p:cxnSp>
      </p:grpSp>
      <p:grpSp>
        <p:nvGrpSpPr>
          <p:cNvPr id="4913" name="Google Shape;4913;p29"/>
          <p:cNvGrpSpPr/>
          <p:nvPr/>
        </p:nvGrpSpPr>
        <p:grpSpPr>
          <a:xfrm>
            <a:off x="6840198" y="2894250"/>
            <a:ext cx="1579035" cy="540873"/>
            <a:chOff x="6895650" y="3126697"/>
            <a:chExt cx="1436662" cy="492105"/>
          </a:xfrm>
        </p:grpSpPr>
        <p:sp>
          <p:nvSpPr>
            <p:cNvPr id="4914" name="Google Shape;4914;p2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2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2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2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2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19" name="Google Shape;4919;p29"/>
            <p:cNvGrpSpPr/>
            <p:nvPr/>
          </p:nvGrpSpPr>
          <p:grpSpPr>
            <a:xfrm>
              <a:off x="6995957" y="3335810"/>
              <a:ext cx="1230393" cy="71754"/>
              <a:chOff x="6995957" y="3287964"/>
              <a:chExt cx="1230393" cy="71754"/>
            </a:xfrm>
          </p:grpSpPr>
          <p:sp>
            <p:nvSpPr>
              <p:cNvPr id="4920" name="Google Shape;4920;p2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2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2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2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2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925" name="Google Shape;4925;p29"/>
          <p:cNvGrpSpPr/>
          <p:nvPr/>
        </p:nvGrpSpPr>
        <p:grpSpPr>
          <a:xfrm>
            <a:off x="6838780" y="3531013"/>
            <a:ext cx="1581862" cy="650624"/>
            <a:chOff x="6777990" y="3710194"/>
            <a:chExt cx="1646915" cy="677381"/>
          </a:xfrm>
        </p:grpSpPr>
        <p:grpSp>
          <p:nvGrpSpPr>
            <p:cNvPr id="4926" name="Google Shape;4926;p29"/>
            <p:cNvGrpSpPr/>
            <p:nvPr/>
          </p:nvGrpSpPr>
          <p:grpSpPr>
            <a:xfrm>
              <a:off x="6777990" y="3874492"/>
              <a:ext cx="411129" cy="513083"/>
              <a:chOff x="6777990" y="3874492"/>
              <a:chExt cx="411129" cy="513083"/>
            </a:xfrm>
          </p:grpSpPr>
          <p:cxnSp>
            <p:nvCxnSpPr>
              <p:cNvPr id="4927" name="Google Shape;4927;p29"/>
              <p:cNvCxnSpPr/>
              <p:nvPr/>
            </p:nvCxnSpPr>
            <p:spPr>
              <a:xfrm>
                <a:off x="6977019"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4928" name="Google Shape;4928;p2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29" name="Google Shape;4929;p29"/>
            <p:cNvGrpSpPr/>
            <p:nvPr/>
          </p:nvGrpSpPr>
          <p:grpSpPr>
            <a:xfrm>
              <a:off x="7188425" y="3710194"/>
              <a:ext cx="411123" cy="520535"/>
              <a:chOff x="7188425" y="3710194"/>
              <a:chExt cx="411123" cy="520535"/>
            </a:xfrm>
          </p:grpSpPr>
          <p:cxnSp>
            <p:nvCxnSpPr>
              <p:cNvPr id="4930" name="Google Shape;4930;p29"/>
              <p:cNvCxnSpPr/>
              <p:nvPr/>
            </p:nvCxnSpPr>
            <p:spPr>
              <a:xfrm rot="10800000">
                <a:off x="7393988" y="3710194"/>
                <a:ext cx="0" cy="170700"/>
              </a:xfrm>
              <a:prstGeom prst="straightConnector1">
                <a:avLst/>
              </a:prstGeom>
              <a:noFill/>
              <a:ln cap="flat" cmpd="sng" w="19050">
                <a:solidFill>
                  <a:srgbClr val="A5B7C6"/>
                </a:solidFill>
                <a:prstDash val="solid"/>
                <a:round/>
                <a:headEnd len="sm" w="sm" type="none"/>
                <a:tailEnd len="med" w="med" type="diamond"/>
              </a:ln>
            </p:spPr>
          </p:cxnSp>
          <p:sp>
            <p:nvSpPr>
              <p:cNvPr id="4931" name="Google Shape;4931;p2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2" name="Google Shape;4932;p29"/>
            <p:cNvGrpSpPr/>
            <p:nvPr/>
          </p:nvGrpSpPr>
          <p:grpSpPr>
            <a:xfrm>
              <a:off x="7603341" y="3874492"/>
              <a:ext cx="411474" cy="513083"/>
              <a:chOff x="7603341" y="3874492"/>
              <a:chExt cx="411474" cy="513083"/>
            </a:xfrm>
          </p:grpSpPr>
          <p:cxnSp>
            <p:nvCxnSpPr>
              <p:cNvPr id="4933" name="Google Shape;4933;p29"/>
              <p:cNvCxnSpPr/>
              <p:nvPr/>
            </p:nvCxnSpPr>
            <p:spPr>
              <a:xfrm>
                <a:off x="7809095"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4934" name="Google Shape;4934;p2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5" name="Google Shape;4935;p29"/>
            <p:cNvGrpSpPr/>
            <p:nvPr/>
          </p:nvGrpSpPr>
          <p:grpSpPr>
            <a:xfrm>
              <a:off x="8013776" y="3722847"/>
              <a:ext cx="411129" cy="507882"/>
              <a:chOff x="8013776" y="3722847"/>
              <a:chExt cx="411129" cy="507882"/>
            </a:xfrm>
          </p:grpSpPr>
          <p:cxnSp>
            <p:nvCxnSpPr>
              <p:cNvPr id="4936" name="Google Shape;4936;p29"/>
              <p:cNvCxnSpPr/>
              <p:nvPr/>
            </p:nvCxnSpPr>
            <p:spPr>
              <a:xfrm rot="10800000">
                <a:off x="8219339" y="3722847"/>
                <a:ext cx="0" cy="169800"/>
              </a:xfrm>
              <a:prstGeom prst="straightConnector1">
                <a:avLst/>
              </a:prstGeom>
              <a:noFill/>
              <a:ln cap="flat" cmpd="sng" w="19050">
                <a:solidFill>
                  <a:srgbClr val="A5B7C6"/>
                </a:solidFill>
                <a:prstDash val="solid"/>
                <a:round/>
                <a:headEnd len="sm" w="sm" type="none"/>
                <a:tailEnd len="med" w="med" type="diamond"/>
              </a:ln>
            </p:spPr>
          </p:cxnSp>
          <p:sp>
            <p:nvSpPr>
              <p:cNvPr id="4937" name="Google Shape;4937;p2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938" name="Google Shape;4938;p29"/>
          <p:cNvGrpSpPr/>
          <p:nvPr/>
        </p:nvGrpSpPr>
        <p:grpSpPr>
          <a:xfrm>
            <a:off x="5258295" y="2703853"/>
            <a:ext cx="1421889" cy="1020604"/>
            <a:chOff x="5190863" y="2824811"/>
            <a:chExt cx="1544860" cy="1108870"/>
          </a:xfrm>
        </p:grpSpPr>
        <p:grpSp>
          <p:nvGrpSpPr>
            <p:cNvPr id="4939" name="Google Shape;4939;p29"/>
            <p:cNvGrpSpPr/>
            <p:nvPr/>
          </p:nvGrpSpPr>
          <p:grpSpPr>
            <a:xfrm>
              <a:off x="5938695" y="3176919"/>
              <a:ext cx="685760" cy="404739"/>
              <a:chOff x="5938695" y="3176919"/>
              <a:chExt cx="685760" cy="404739"/>
            </a:xfrm>
          </p:grpSpPr>
          <p:grpSp>
            <p:nvGrpSpPr>
              <p:cNvPr id="4940" name="Google Shape;4940;p29"/>
              <p:cNvGrpSpPr/>
              <p:nvPr/>
            </p:nvGrpSpPr>
            <p:grpSpPr>
              <a:xfrm>
                <a:off x="5938695" y="3176919"/>
                <a:ext cx="685760" cy="404739"/>
                <a:chOff x="5938695" y="3176919"/>
                <a:chExt cx="685760" cy="404739"/>
              </a:xfrm>
            </p:grpSpPr>
            <p:sp>
              <p:nvSpPr>
                <p:cNvPr id="4941" name="Google Shape;4941;p2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2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43" name="Google Shape;4943;p2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44" name="Google Shape;4944;p29"/>
            <p:cNvGrpSpPr/>
            <p:nvPr/>
          </p:nvGrpSpPr>
          <p:grpSpPr>
            <a:xfrm>
              <a:off x="5305233" y="3176835"/>
              <a:ext cx="685970" cy="404655"/>
              <a:chOff x="5305233" y="3176835"/>
              <a:chExt cx="685970" cy="404655"/>
            </a:xfrm>
          </p:grpSpPr>
          <p:grpSp>
            <p:nvGrpSpPr>
              <p:cNvPr id="4945" name="Google Shape;4945;p29"/>
              <p:cNvGrpSpPr/>
              <p:nvPr/>
            </p:nvGrpSpPr>
            <p:grpSpPr>
              <a:xfrm>
                <a:off x="5305233" y="3176835"/>
                <a:ext cx="685970" cy="404655"/>
                <a:chOff x="5305233" y="3176835"/>
                <a:chExt cx="685970" cy="404655"/>
              </a:xfrm>
            </p:grpSpPr>
            <p:sp>
              <p:nvSpPr>
                <p:cNvPr id="4946" name="Google Shape;4946;p2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2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48" name="Google Shape;4948;p2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49" name="Google Shape;4949;p2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50" name="Google Shape;4950;p29"/>
            <p:cNvGrpSpPr/>
            <p:nvPr/>
          </p:nvGrpSpPr>
          <p:grpSpPr>
            <a:xfrm>
              <a:off x="5657361" y="2824811"/>
              <a:ext cx="1078362" cy="404655"/>
              <a:chOff x="5657361" y="2824811"/>
              <a:chExt cx="1078362" cy="404655"/>
            </a:xfrm>
          </p:grpSpPr>
          <p:grpSp>
            <p:nvGrpSpPr>
              <p:cNvPr id="4951" name="Google Shape;4951;p29"/>
              <p:cNvGrpSpPr/>
              <p:nvPr/>
            </p:nvGrpSpPr>
            <p:grpSpPr>
              <a:xfrm>
                <a:off x="5657361" y="2824811"/>
                <a:ext cx="1078362" cy="404655"/>
                <a:chOff x="5657361" y="2824811"/>
                <a:chExt cx="1078362" cy="404655"/>
              </a:xfrm>
            </p:grpSpPr>
            <p:grpSp>
              <p:nvGrpSpPr>
                <p:cNvPr id="4952" name="Google Shape;4952;p29"/>
                <p:cNvGrpSpPr/>
                <p:nvPr/>
              </p:nvGrpSpPr>
              <p:grpSpPr>
                <a:xfrm>
                  <a:off x="5938485" y="2824811"/>
                  <a:ext cx="797238" cy="404655"/>
                  <a:chOff x="5938485" y="2824811"/>
                  <a:chExt cx="797238" cy="404655"/>
                </a:xfrm>
              </p:grpSpPr>
              <p:sp>
                <p:nvSpPr>
                  <p:cNvPr id="4953" name="Google Shape;4953;p2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2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55" name="Google Shape;4955;p2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56" name="Google Shape;4956;p2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7" name="Google Shape;4957;p29"/>
            <p:cNvGrpSpPr/>
            <p:nvPr/>
          </p:nvGrpSpPr>
          <p:grpSpPr>
            <a:xfrm>
              <a:off x="5190863" y="3528942"/>
              <a:ext cx="1078025" cy="404739"/>
              <a:chOff x="5190863" y="3528942"/>
              <a:chExt cx="1078025" cy="404739"/>
            </a:xfrm>
          </p:grpSpPr>
          <p:sp>
            <p:nvSpPr>
              <p:cNvPr id="4958" name="Google Shape;4958;p2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59" name="Google Shape;4959;p29"/>
              <p:cNvGrpSpPr/>
              <p:nvPr/>
            </p:nvGrpSpPr>
            <p:grpSpPr>
              <a:xfrm>
                <a:off x="5190863" y="3528942"/>
                <a:ext cx="1078025" cy="404739"/>
                <a:chOff x="5190863" y="3528942"/>
                <a:chExt cx="1078025" cy="404739"/>
              </a:xfrm>
            </p:grpSpPr>
            <p:sp>
              <p:nvSpPr>
                <p:cNvPr id="4960" name="Google Shape;4960;p2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2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962" name="Google Shape;4962;p29"/>
          <p:cNvGrpSpPr/>
          <p:nvPr/>
        </p:nvGrpSpPr>
        <p:grpSpPr>
          <a:xfrm>
            <a:off x="724302" y="1268321"/>
            <a:ext cx="1086719" cy="879487"/>
            <a:chOff x="803162" y="1474292"/>
            <a:chExt cx="1086719" cy="879487"/>
          </a:xfrm>
        </p:grpSpPr>
        <p:grpSp>
          <p:nvGrpSpPr>
            <p:cNvPr id="4963" name="Google Shape;4963;p29"/>
            <p:cNvGrpSpPr/>
            <p:nvPr/>
          </p:nvGrpSpPr>
          <p:grpSpPr>
            <a:xfrm>
              <a:off x="803162" y="1625948"/>
              <a:ext cx="445857" cy="576578"/>
              <a:chOff x="803162" y="1625948"/>
              <a:chExt cx="445857" cy="576578"/>
            </a:xfrm>
          </p:grpSpPr>
          <p:sp>
            <p:nvSpPr>
              <p:cNvPr id="4964" name="Google Shape;4964;p2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65" name="Google Shape;4965;p29"/>
              <p:cNvGrpSpPr/>
              <p:nvPr/>
            </p:nvGrpSpPr>
            <p:grpSpPr>
              <a:xfrm>
                <a:off x="1056023" y="1625948"/>
                <a:ext cx="192996" cy="576578"/>
                <a:chOff x="1056023" y="1625948"/>
                <a:chExt cx="192996" cy="576578"/>
              </a:xfrm>
            </p:grpSpPr>
            <p:sp>
              <p:nvSpPr>
                <p:cNvPr id="4966" name="Google Shape;4966;p2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2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2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2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2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971" name="Google Shape;4971;p29"/>
            <p:cNvGrpSpPr/>
            <p:nvPr/>
          </p:nvGrpSpPr>
          <p:grpSpPr>
            <a:xfrm>
              <a:off x="1371406" y="1474292"/>
              <a:ext cx="518475" cy="879487"/>
              <a:chOff x="1398231" y="1474292"/>
              <a:chExt cx="518475" cy="879487"/>
            </a:xfrm>
          </p:grpSpPr>
          <p:grpSp>
            <p:nvGrpSpPr>
              <p:cNvPr id="4972" name="Google Shape;4972;p29"/>
              <p:cNvGrpSpPr/>
              <p:nvPr/>
            </p:nvGrpSpPr>
            <p:grpSpPr>
              <a:xfrm>
                <a:off x="1398231" y="1474292"/>
                <a:ext cx="518475" cy="341643"/>
                <a:chOff x="1398231" y="1474292"/>
                <a:chExt cx="518475" cy="341643"/>
              </a:xfrm>
            </p:grpSpPr>
            <p:sp>
              <p:nvSpPr>
                <p:cNvPr id="4973" name="Google Shape;4973;p2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74" name="Google Shape;4974;p29"/>
                <p:cNvGrpSpPr/>
                <p:nvPr/>
              </p:nvGrpSpPr>
              <p:grpSpPr>
                <a:xfrm>
                  <a:off x="1616453" y="1474292"/>
                  <a:ext cx="300253" cy="341643"/>
                  <a:chOff x="1616453" y="1475379"/>
                  <a:chExt cx="300253" cy="341643"/>
                </a:xfrm>
              </p:grpSpPr>
              <p:sp>
                <p:nvSpPr>
                  <p:cNvPr id="4975" name="Google Shape;4975;p2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2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2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2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2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2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2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82" name="Google Shape;4982;p29"/>
                  <p:cNvGrpSpPr/>
                  <p:nvPr/>
                </p:nvGrpSpPr>
                <p:grpSpPr>
                  <a:xfrm>
                    <a:off x="1839639" y="1475379"/>
                    <a:ext cx="77067" cy="341643"/>
                    <a:chOff x="1839639" y="1475379"/>
                    <a:chExt cx="77067" cy="341643"/>
                  </a:xfrm>
                </p:grpSpPr>
                <p:sp>
                  <p:nvSpPr>
                    <p:cNvPr id="4983" name="Google Shape;4983;p2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2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985" name="Google Shape;4985;p29"/>
              <p:cNvGrpSpPr/>
              <p:nvPr/>
            </p:nvGrpSpPr>
            <p:grpSpPr>
              <a:xfrm>
                <a:off x="1398451" y="2012951"/>
                <a:ext cx="518255" cy="340828"/>
                <a:chOff x="1398451" y="2012951"/>
                <a:chExt cx="518255" cy="340828"/>
              </a:xfrm>
            </p:grpSpPr>
            <p:sp>
              <p:nvSpPr>
                <p:cNvPr id="4986" name="Google Shape;4986;p2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87" name="Google Shape;4987;p29"/>
                <p:cNvGrpSpPr/>
                <p:nvPr/>
              </p:nvGrpSpPr>
              <p:grpSpPr>
                <a:xfrm>
                  <a:off x="1616453" y="2012951"/>
                  <a:ext cx="300253" cy="340828"/>
                  <a:chOff x="1616453" y="2013538"/>
                  <a:chExt cx="300253" cy="340828"/>
                </a:xfrm>
              </p:grpSpPr>
              <p:sp>
                <p:nvSpPr>
                  <p:cNvPr id="4988" name="Google Shape;4988;p2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2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2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2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2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2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2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95" name="Google Shape;4995;p29"/>
                  <p:cNvGrpSpPr/>
                  <p:nvPr/>
                </p:nvGrpSpPr>
                <p:grpSpPr>
                  <a:xfrm>
                    <a:off x="1839639" y="2013538"/>
                    <a:ext cx="77067" cy="340828"/>
                    <a:chOff x="1839639" y="2013538"/>
                    <a:chExt cx="77067" cy="340828"/>
                  </a:xfrm>
                </p:grpSpPr>
                <p:sp>
                  <p:nvSpPr>
                    <p:cNvPr id="4996" name="Google Shape;4996;p2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2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4998" name="Google Shape;4998;p29"/>
          <p:cNvGrpSpPr/>
          <p:nvPr/>
        </p:nvGrpSpPr>
        <p:grpSpPr>
          <a:xfrm>
            <a:off x="721126" y="3399508"/>
            <a:ext cx="1368680" cy="682919"/>
            <a:chOff x="724986" y="3605478"/>
            <a:chExt cx="1368680" cy="682919"/>
          </a:xfrm>
        </p:grpSpPr>
        <p:grpSp>
          <p:nvGrpSpPr>
            <p:cNvPr id="4999" name="Google Shape;4999;p29"/>
            <p:cNvGrpSpPr/>
            <p:nvPr/>
          </p:nvGrpSpPr>
          <p:grpSpPr>
            <a:xfrm>
              <a:off x="1289102" y="3823629"/>
              <a:ext cx="240442" cy="250435"/>
              <a:chOff x="-165066" y="3843615"/>
              <a:chExt cx="221259" cy="230455"/>
            </a:xfrm>
          </p:grpSpPr>
          <p:sp>
            <p:nvSpPr>
              <p:cNvPr id="5000" name="Google Shape;5000;p2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2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2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2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2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2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2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2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2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2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2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2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2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2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2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2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2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2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2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2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0" name="Google Shape;5020;p29"/>
            <p:cNvGrpSpPr/>
            <p:nvPr/>
          </p:nvGrpSpPr>
          <p:grpSpPr>
            <a:xfrm>
              <a:off x="724986" y="3605478"/>
              <a:ext cx="1368680" cy="682919"/>
              <a:chOff x="724986" y="3605478"/>
              <a:chExt cx="1368680" cy="682919"/>
            </a:xfrm>
          </p:grpSpPr>
          <p:grpSp>
            <p:nvGrpSpPr>
              <p:cNvPr id="5021" name="Google Shape;5021;p29"/>
              <p:cNvGrpSpPr/>
              <p:nvPr/>
            </p:nvGrpSpPr>
            <p:grpSpPr>
              <a:xfrm>
                <a:off x="1498221" y="4047614"/>
                <a:ext cx="529172" cy="240783"/>
                <a:chOff x="1498221" y="4047614"/>
                <a:chExt cx="529172" cy="240783"/>
              </a:xfrm>
            </p:grpSpPr>
            <p:grpSp>
              <p:nvGrpSpPr>
                <p:cNvPr id="5022" name="Google Shape;5022;p29"/>
                <p:cNvGrpSpPr/>
                <p:nvPr/>
              </p:nvGrpSpPr>
              <p:grpSpPr>
                <a:xfrm>
                  <a:off x="1826655" y="4224370"/>
                  <a:ext cx="200738" cy="25631"/>
                  <a:chOff x="1826655" y="4224370"/>
                  <a:chExt cx="200738" cy="25631"/>
                </a:xfrm>
              </p:grpSpPr>
              <p:sp>
                <p:nvSpPr>
                  <p:cNvPr id="5023" name="Google Shape;5023;p2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2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5" name="Google Shape;5025;p29"/>
                <p:cNvGrpSpPr/>
                <p:nvPr/>
              </p:nvGrpSpPr>
              <p:grpSpPr>
                <a:xfrm>
                  <a:off x="1498221" y="4047614"/>
                  <a:ext cx="328445" cy="240783"/>
                  <a:chOff x="1498221" y="4047614"/>
                  <a:chExt cx="328445" cy="240783"/>
                </a:xfrm>
              </p:grpSpPr>
              <p:sp>
                <p:nvSpPr>
                  <p:cNvPr id="5026" name="Google Shape;5026;p2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27" name="Google Shape;5027;p29"/>
                  <p:cNvGrpSpPr/>
                  <p:nvPr/>
                </p:nvGrpSpPr>
                <p:grpSpPr>
                  <a:xfrm>
                    <a:off x="1498221" y="4047614"/>
                    <a:ext cx="150566" cy="190415"/>
                    <a:chOff x="1498221" y="4047614"/>
                    <a:chExt cx="150566" cy="190415"/>
                  </a:xfrm>
                </p:grpSpPr>
                <p:sp>
                  <p:nvSpPr>
                    <p:cNvPr id="5028" name="Google Shape;5028;p2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2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5030" name="Google Shape;5030;p29"/>
              <p:cNvGrpSpPr/>
              <p:nvPr/>
            </p:nvGrpSpPr>
            <p:grpSpPr>
              <a:xfrm>
                <a:off x="1560718" y="3800594"/>
                <a:ext cx="532948" cy="302090"/>
                <a:chOff x="1560718" y="3800594"/>
                <a:chExt cx="532948" cy="302090"/>
              </a:xfrm>
            </p:grpSpPr>
            <p:grpSp>
              <p:nvGrpSpPr>
                <p:cNvPr id="5031" name="Google Shape;5031;p29"/>
                <p:cNvGrpSpPr/>
                <p:nvPr/>
              </p:nvGrpSpPr>
              <p:grpSpPr>
                <a:xfrm>
                  <a:off x="1912179" y="3827344"/>
                  <a:ext cx="181487" cy="25631"/>
                  <a:chOff x="1912179" y="3827344"/>
                  <a:chExt cx="181487" cy="25631"/>
                </a:xfrm>
              </p:grpSpPr>
              <p:sp>
                <p:nvSpPr>
                  <p:cNvPr id="5032" name="Google Shape;5032;p2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2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4" name="Google Shape;5034;p29"/>
                <p:cNvGrpSpPr/>
                <p:nvPr/>
              </p:nvGrpSpPr>
              <p:grpSpPr>
                <a:xfrm>
                  <a:off x="1912179" y="4044504"/>
                  <a:ext cx="181487" cy="25622"/>
                  <a:chOff x="1912179" y="4044505"/>
                  <a:chExt cx="181487" cy="25622"/>
                </a:xfrm>
              </p:grpSpPr>
              <p:sp>
                <p:nvSpPr>
                  <p:cNvPr id="5035" name="Google Shape;5035;p2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2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7" name="Google Shape;5037;p29"/>
                <p:cNvGrpSpPr/>
                <p:nvPr/>
              </p:nvGrpSpPr>
              <p:grpSpPr>
                <a:xfrm>
                  <a:off x="1560718" y="3800594"/>
                  <a:ext cx="351472" cy="302090"/>
                  <a:chOff x="1560718" y="3800594"/>
                  <a:chExt cx="351472" cy="302090"/>
                </a:xfrm>
              </p:grpSpPr>
              <p:grpSp>
                <p:nvGrpSpPr>
                  <p:cNvPr id="5038" name="Google Shape;5038;p29"/>
                  <p:cNvGrpSpPr/>
                  <p:nvPr/>
                </p:nvGrpSpPr>
                <p:grpSpPr>
                  <a:xfrm>
                    <a:off x="1560718" y="3842857"/>
                    <a:ext cx="173587" cy="217131"/>
                    <a:chOff x="1560718" y="3842857"/>
                    <a:chExt cx="173587" cy="217131"/>
                  </a:xfrm>
                </p:grpSpPr>
                <p:sp>
                  <p:nvSpPr>
                    <p:cNvPr id="5039" name="Google Shape;5039;p2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2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2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42" name="Google Shape;5042;p2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2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5044" name="Google Shape;5044;p2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45" name="Google Shape;5045;p29"/>
              <p:cNvGrpSpPr/>
              <p:nvPr/>
            </p:nvGrpSpPr>
            <p:grpSpPr>
              <a:xfrm>
                <a:off x="785350" y="3605478"/>
                <a:ext cx="535311" cy="249245"/>
                <a:chOff x="785350" y="3605478"/>
                <a:chExt cx="535311" cy="249245"/>
              </a:xfrm>
            </p:grpSpPr>
            <p:grpSp>
              <p:nvGrpSpPr>
                <p:cNvPr id="5046" name="Google Shape;5046;p29"/>
                <p:cNvGrpSpPr/>
                <p:nvPr/>
              </p:nvGrpSpPr>
              <p:grpSpPr>
                <a:xfrm>
                  <a:off x="785350" y="3605478"/>
                  <a:ext cx="376191" cy="102736"/>
                  <a:chOff x="785350" y="3605478"/>
                  <a:chExt cx="376191" cy="102736"/>
                </a:xfrm>
              </p:grpSpPr>
              <p:sp>
                <p:nvSpPr>
                  <p:cNvPr id="5047" name="Google Shape;5047;p2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2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2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0" name="Google Shape;5050;p29"/>
                <p:cNvGrpSpPr/>
                <p:nvPr/>
              </p:nvGrpSpPr>
              <p:grpSpPr>
                <a:xfrm>
                  <a:off x="1161530" y="3655851"/>
                  <a:ext cx="159131" cy="198872"/>
                  <a:chOff x="1161530" y="3655851"/>
                  <a:chExt cx="159131" cy="198872"/>
                </a:xfrm>
              </p:grpSpPr>
              <p:sp>
                <p:nvSpPr>
                  <p:cNvPr id="5051" name="Google Shape;5051;p2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2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53" name="Google Shape;5053;p29"/>
              <p:cNvGrpSpPr/>
              <p:nvPr/>
            </p:nvGrpSpPr>
            <p:grpSpPr>
              <a:xfrm>
                <a:off x="785350" y="4047614"/>
                <a:ext cx="535311" cy="240783"/>
                <a:chOff x="785350" y="4047614"/>
                <a:chExt cx="535311" cy="240783"/>
              </a:xfrm>
            </p:grpSpPr>
            <p:grpSp>
              <p:nvGrpSpPr>
                <p:cNvPr id="5054" name="Google Shape;5054;p29"/>
                <p:cNvGrpSpPr/>
                <p:nvPr/>
              </p:nvGrpSpPr>
              <p:grpSpPr>
                <a:xfrm>
                  <a:off x="1161636" y="4047614"/>
                  <a:ext cx="159025" cy="190415"/>
                  <a:chOff x="1161636" y="4047614"/>
                  <a:chExt cx="159025" cy="190415"/>
                </a:xfrm>
              </p:grpSpPr>
              <p:sp>
                <p:nvSpPr>
                  <p:cNvPr id="5055" name="Google Shape;5055;p2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2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7" name="Google Shape;5057;p29"/>
                <p:cNvGrpSpPr/>
                <p:nvPr/>
              </p:nvGrpSpPr>
              <p:grpSpPr>
                <a:xfrm>
                  <a:off x="785350" y="4185661"/>
                  <a:ext cx="376191" cy="102736"/>
                  <a:chOff x="785350" y="4185661"/>
                  <a:chExt cx="376191" cy="102736"/>
                </a:xfrm>
              </p:grpSpPr>
              <p:sp>
                <p:nvSpPr>
                  <p:cNvPr id="5058" name="Google Shape;5058;p2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2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2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61" name="Google Shape;5061;p29"/>
              <p:cNvGrpSpPr/>
              <p:nvPr/>
            </p:nvGrpSpPr>
            <p:grpSpPr>
              <a:xfrm>
                <a:off x="1501054" y="3605478"/>
                <a:ext cx="526339" cy="249240"/>
                <a:chOff x="1501054" y="3605478"/>
                <a:chExt cx="526339" cy="249240"/>
              </a:xfrm>
            </p:grpSpPr>
            <p:grpSp>
              <p:nvGrpSpPr>
                <p:cNvPr id="5062" name="Google Shape;5062;p29"/>
                <p:cNvGrpSpPr/>
                <p:nvPr/>
              </p:nvGrpSpPr>
              <p:grpSpPr>
                <a:xfrm>
                  <a:off x="1834208" y="3643867"/>
                  <a:ext cx="193185" cy="25622"/>
                  <a:chOff x="1834208" y="3643867"/>
                  <a:chExt cx="193185" cy="25622"/>
                </a:xfrm>
              </p:grpSpPr>
              <p:sp>
                <p:nvSpPr>
                  <p:cNvPr id="5063" name="Google Shape;5063;p2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2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65" name="Google Shape;5065;p29"/>
                <p:cNvGrpSpPr/>
                <p:nvPr/>
              </p:nvGrpSpPr>
              <p:grpSpPr>
                <a:xfrm>
                  <a:off x="1501054" y="3605478"/>
                  <a:ext cx="333164" cy="249240"/>
                  <a:chOff x="1501054" y="3605478"/>
                  <a:chExt cx="333164" cy="249240"/>
                </a:xfrm>
              </p:grpSpPr>
              <p:sp>
                <p:nvSpPr>
                  <p:cNvPr id="5066" name="Google Shape;5066;p2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67" name="Google Shape;5067;p29"/>
                  <p:cNvGrpSpPr/>
                  <p:nvPr/>
                </p:nvGrpSpPr>
                <p:grpSpPr>
                  <a:xfrm>
                    <a:off x="1501054" y="3655851"/>
                    <a:ext cx="155286" cy="198867"/>
                    <a:chOff x="1501054" y="3655851"/>
                    <a:chExt cx="155286" cy="198867"/>
                  </a:xfrm>
                </p:grpSpPr>
                <p:sp>
                  <p:nvSpPr>
                    <p:cNvPr id="5068" name="Google Shape;5068;p2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2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5070" name="Google Shape;5070;p29"/>
              <p:cNvGrpSpPr/>
              <p:nvPr/>
            </p:nvGrpSpPr>
            <p:grpSpPr>
              <a:xfrm>
                <a:off x="724986" y="3800594"/>
                <a:ext cx="532949" cy="302090"/>
                <a:chOff x="724986" y="3800594"/>
                <a:chExt cx="532949" cy="302090"/>
              </a:xfrm>
            </p:grpSpPr>
            <p:grpSp>
              <p:nvGrpSpPr>
                <p:cNvPr id="5071" name="Google Shape;5071;p29"/>
                <p:cNvGrpSpPr/>
                <p:nvPr/>
              </p:nvGrpSpPr>
              <p:grpSpPr>
                <a:xfrm>
                  <a:off x="724986" y="4044367"/>
                  <a:ext cx="181314" cy="25626"/>
                  <a:chOff x="724986" y="4044367"/>
                  <a:chExt cx="181314" cy="25626"/>
                </a:xfrm>
              </p:grpSpPr>
              <p:sp>
                <p:nvSpPr>
                  <p:cNvPr id="5072" name="Google Shape;5072;p2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2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4" name="Google Shape;5074;p29"/>
                <p:cNvGrpSpPr/>
                <p:nvPr/>
              </p:nvGrpSpPr>
              <p:grpSpPr>
                <a:xfrm>
                  <a:off x="906290" y="3800594"/>
                  <a:ext cx="351645" cy="302090"/>
                  <a:chOff x="906290" y="3800594"/>
                  <a:chExt cx="351645" cy="302090"/>
                </a:xfrm>
              </p:grpSpPr>
              <p:grpSp>
                <p:nvGrpSpPr>
                  <p:cNvPr id="5075" name="Google Shape;5075;p29"/>
                  <p:cNvGrpSpPr/>
                  <p:nvPr/>
                </p:nvGrpSpPr>
                <p:grpSpPr>
                  <a:xfrm>
                    <a:off x="1084172" y="3842857"/>
                    <a:ext cx="173763" cy="217131"/>
                    <a:chOff x="1084172" y="3842857"/>
                    <a:chExt cx="173763" cy="217131"/>
                  </a:xfrm>
                </p:grpSpPr>
                <p:grpSp>
                  <p:nvGrpSpPr>
                    <p:cNvPr id="5076" name="Google Shape;5076;p29"/>
                    <p:cNvGrpSpPr/>
                    <p:nvPr/>
                  </p:nvGrpSpPr>
                  <p:grpSpPr>
                    <a:xfrm>
                      <a:off x="1156862" y="3936509"/>
                      <a:ext cx="101073" cy="25622"/>
                      <a:chOff x="1156862" y="3936509"/>
                      <a:chExt cx="101073" cy="25622"/>
                    </a:xfrm>
                  </p:grpSpPr>
                  <p:sp>
                    <p:nvSpPr>
                      <p:cNvPr id="5077" name="Google Shape;5077;p2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2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79" name="Google Shape;5079;p2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80" name="Google Shape;5080;p2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2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82" name="Google Shape;5082;p29"/>
                <p:cNvGrpSpPr/>
                <p:nvPr/>
              </p:nvGrpSpPr>
              <p:grpSpPr>
                <a:xfrm>
                  <a:off x="724986" y="3830189"/>
                  <a:ext cx="189533" cy="25626"/>
                  <a:chOff x="724986" y="3830189"/>
                  <a:chExt cx="189533" cy="25626"/>
                </a:xfrm>
              </p:grpSpPr>
              <p:sp>
                <p:nvSpPr>
                  <p:cNvPr id="5083" name="Google Shape;5083;p2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2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5085" name="Google Shape;5085;p29"/>
          <p:cNvGrpSpPr/>
          <p:nvPr/>
        </p:nvGrpSpPr>
        <p:grpSpPr>
          <a:xfrm>
            <a:off x="2249438" y="2249669"/>
            <a:ext cx="948701" cy="935378"/>
            <a:chOff x="2253298" y="2428317"/>
            <a:chExt cx="948701" cy="935378"/>
          </a:xfrm>
        </p:grpSpPr>
        <p:sp>
          <p:nvSpPr>
            <p:cNvPr id="5086" name="Google Shape;5086;p2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2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2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2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2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2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2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2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2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2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2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2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2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2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2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2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2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2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2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2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2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2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2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2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2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2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2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2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2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2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2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2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2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2" name="Shape 5122"/>
        <p:cNvGrpSpPr/>
        <p:nvPr/>
      </p:nvGrpSpPr>
      <p:grpSpPr>
        <a:xfrm>
          <a:off x="0" y="0"/>
          <a:ext cx="0" cy="0"/>
          <a:chOff x="0" y="0"/>
          <a:chExt cx="0" cy="0"/>
        </a:xfrm>
      </p:grpSpPr>
      <p:grpSp>
        <p:nvGrpSpPr>
          <p:cNvPr id="5123" name="Google Shape;5123;p30"/>
          <p:cNvGrpSpPr/>
          <p:nvPr/>
        </p:nvGrpSpPr>
        <p:grpSpPr>
          <a:xfrm>
            <a:off x="3339745" y="952988"/>
            <a:ext cx="2363393" cy="1017867"/>
            <a:chOff x="3292400" y="1219146"/>
            <a:chExt cx="2615240" cy="1110239"/>
          </a:xfrm>
        </p:grpSpPr>
        <p:sp>
          <p:nvSpPr>
            <p:cNvPr id="5124" name="Google Shape;5124;p3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25" name="Google Shape;5125;p3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26" name="Google Shape;5126;p3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5127" name="Google Shape;5127;p3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5128" name="Google Shape;5128;p3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5129" name="Google Shape;5129;p3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5130" name="Google Shape;5130;p3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5131" name="Google Shape;5131;p3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5132" name="Google Shape;5132;p3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5133" name="Google Shape;5133;p3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5134" name="Google Shape;5134;p3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5135" name="Google Shape;5135;p3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5136" name="Google Shape;5136;p3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5137" name="Google Shape;5137;p3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5138" name="Google Shape;5138;p30"/>
            <p:cNvGrpSpPr/>
            <p:nvPr/>
          </p:nvGrpSpPr>
          <p:grpSpPr>
            <a:xfrm>
              <a:off x="3748438" y="1378608"/>
              <a:ext cx="2159202" cy="903971"/>
              <a:chOff x="1683525" y="2179850"/>
              <a:chExt cx="4519050" cy="2134525"/>
            </a:xfrm>
          </p:grpSpPr>
          <p:sp>
            <p:nvSpPr>
              <p:cNvPr id="5139" name="Google Shape;5139;p3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0" name="Google Shape;5140;p3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1" name="Google Shape;5141;p3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2" name="Google Shape;5142;p3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3" name="Google Shape;5143;p3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4" name="Google Shape;5144;p3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5" name="Google Shape;5145;p3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6" name="Google Shape;5146;p3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7" name="Google Shape;5147;p3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8" name="Google Shape;5148;p3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49" name="Google Shape;5149;p3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5150" name="Google Shape;5150;p3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graphicFrame>
        <p:nvGraphicFramePr>
          <p:cNvPr id="5151" name="Google Shape;5151;p30"/>
          <p:cNvGraphicFramePr/>
          <p:nvPr/>
        </p:nvGraphicFramePr>
        <p:xfrm>
          <a:off x="5935838" y="2130461"/>
          <a:ext cx="3000000" cy="3000000"/>
        </p:xfrm>
        <a:graphic>
          <a:graphicData uri="http://schemas.openxmlformats.org/drawingml/2006/table">
            <a:tbl>
              <a:tblPr>
                <a:noFill/>
                <a:tableStyleId>{F00F4E0C-ED66-435D-9EEA-1E8C12176BB3}</a:tableStyleId>
              </a:tblPr>
              <a:tblGrid>
                <a:gridCol w="622825"/>
                <a:gridCol w="622825"/>
                <a:gridCol w="622825"/>
                <a:gridCol w="6228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5"/>
                      </a:srgbClr>
                    </a:solidFill>
                  </a:tcPr>
                </a:tc>
              </a:tr>
            </a:tbl>
          </a:graphicData>
        </a:graphic>
      </p:graphicFrame>
      <p:grpSp>
        <p:nvGrpSpPr>
          <p:cNvPr id="5152" name="Google Shape;5152;p30"/>
          <p:cNvGrpSpPr/>
          <p:nvPr/>
        </p:nvGrpSpPr>
        <p:grpSpPr>
          <a:xfrm>
            <a:off x="5935948" y="3189058"/>
            <a:ext cx="2496964" cy="1001454"/>
            <a:chOff x="1919611" y="789980"/>
            <a:chExt cx="1474179" cy="606868"/>
          </a:xfrm>
        </p:grpSpPr>
        <p:cxnSp>
          <p:nvCxnSpPr>
            <p:cNvPr id="5153" name="Google Shape;5153;p30"/>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5154" name="Google Shape;5154;p30"/>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5155" name="Google Shape;5155;p30"/>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5156" name="Google Shape;5156;p3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5157" name="Google Shape;5157;p3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5158" name="Google Shape;5158;p3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5159" name="Google Shape;5159;p3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5160" name="Google Shape;5160;p3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3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3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3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3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3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30"/>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5167" name="Google Shape;5167;p30"/>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5168" name="Google Shape;5168;p30"/>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5169" name="Google Shape;5169;p3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70" name="Google Shape;5170;p30"/>
          <p:cNvGrpSpPr/>
          <p:nvPr/>
        </p:nvGrpSpPr>
        <p:grpSpPr>
          <a:xfrm>
            <a:off x="712562" y="998017"/>
            <a:ext cx="2394370" cy="976502"/>
            <a:chOff x="749309" y="1112739"/>
            <a:chExt cx="2371603" cy="976502"/>
          </a:xfrm>
        </p:grpSpPr>
        <p:sp>
          <p:nvSpPr>
            <p:cNvPr id="5171" name="Google Shape;5171;p3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3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3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3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3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3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3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3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3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3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3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3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3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3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3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3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3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3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3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3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3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3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3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3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3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3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3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3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3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3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3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3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5203" name="Google Shape;5203;p30"/>
          <p:cNvGraphicFramePr/>
          <p:nvPr/>
        </p:nvGraphicFramePr>
        <p:xfrm>
          <a:off x="5935863" y="996311"/>
          <a:ext cx="3000000" cy="3000000"/>
        </p:xfrm>
        <a:graphic>
          <a:graphicData uri="http://schemas.openxmlformats.org/drawingml/2006/table">
            <a:tbl>
              <a:tblPr>
                <a:noFill/>
                <a:tableStyleId>{F00F4E0C-ED66-435D-9EEA-1E8C12176BB3}</a:tableStyleId>
              </a:tblPr>
              <a:tblGrid>
                <a:gridCol w="622825"/>
                <a:gridCol w="622825"/>
                <a:gridCol w="622825"/>
                <a:gridCol w="622825"/>
              </a:tblGrid>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204" name="Google Shape;5204;p30"/>
          <p:cNvGraphicFramePr/>
          <p:nvPr/>
        </p:nvGraphicFramePr>
        <p:xfrm>
          <a:off x="3342575" y="2130461"/>
          <a:ext cx="3000000" cy="3000000"/>
        </p:xfrm>
        <a:graphic>
          <a:graphicData uri="http://schemas.openxmlformats.org/drawingml/2006/table">
            <a:tbl>
              <a:tblPr>
                <a:noFill/>
                <a:tableStyleId>{F00F4E0C-ED66-435D-9EEA-1E8C12176BB3}</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05" name="Google Shape;5205;p30"/>
          <p:cNvGrpSpPr/>
          <p:nvPr/>
        </p:nvGrpSpPr>
        <p:grpSpPr>
          <a:xfrm>
            <a:off x="4086505" y="2517104"/>
            <a:ext cx="1517436" cy="74460"/>
            <a:chOff x="3980086" y="2804397"/>
            <a:chExt cx="1227600" cy="66900"/>
          </a:xfrm>
        </p:grpSpPr>
        <p:sp>
          <p:nvSpPr>
            <p:cNvPr id="5206" name="Google Shape;5206;p3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3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08" name="Google Shape;5208;p30"/>
          <p:cNvGrpSpPr/>
          <p:nvPr/>
        </p:nvGrpSpPr>
        <p:grpSpPr>
          <a:xfrm>
            <a:off x="4711569" y="2809692"/>
            <a:ext cx="892956" cy="74460"/>
            <a:chOff x="3980086" y="2804397"/>
            <a:chExt cx="1227600" cy="66900"/>
          </a:xfrm>
        </p:grpSpPr>
        <p:sp>
          <p:nvSpPr>
            <p:cNvPr id="5209" name="Google Shape;5209;p3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3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11" name="Google Shape;5211;p30"/>
          <p:cNvGrpSpPr/>
          <p:nvPr/>
        </p:nvGrpSpPr>
        <p:grpSpPr>
          <a:xfrm>
            <a:off x="3344661" y="3168575"/>
            <a:ext cx="2363245" cy="1005943"/>
            <a:chOff x="3358415" y="3361302"/>
            <a:chExt cx="2363245" cy="1024695"/>
          </a:xfrm>
        </p:grpSpPr>
        <p:grpSp>
          <p:nvGrpSpPr>
            <p:cNvPr id="5212" name="Google Shape;5212;p30"/>
            <p:cNvGrpSpPr/>
            <p:nvPr/>
          </p:nvGrpSpPr>
          <p:grpSpPr>
            <a:xfrm>
              <a:off x="3358415" y="3361302"/>
              <a:ext cx="441300" cy="1024695"/>
              <a:chOff x="3358415" y="3361302"/>
              <a:chExt cx="441300" cy="1024695"/>
            </a:xfrm>
          </p:grpSpPr>
          <p:sp>
            <p:nvSpPr>
              <p:cNvPr id="5213" name="Google Shape;5213;p3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3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3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3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3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3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19" name="Google Shape;5219;p30"/>
            <p:cNvGrpSpPr/>
            <p:nvPr/>
          </p:nvGrpSpPr>
          <p:grpSpPr>
            <a:xfrm>
              <a:off x="3838901" y="3361302"/>
              <a:ext cx="441300" cy="1024695"/>
              <a:chOff x="3838901" y="3361302"/>
              <a:chExt cx="441300" cy="1024695"/>
            </a:xfrm>
          </p:grpSpPr>
          <p:sp>
            <p:nvSpPr>
              <p:cNvPr id="5220" name="Google Shape;5220;p3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3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3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3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3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3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26" name="Google Shape;5226;p30"/>
            <p:cNvGrpSpPr/>
            <p:nvPr/>
          </p:nvGrpSpPr>
          <p:grpSpPr>
            <a:xfrm>
              <a:off x="4319387" y="3361302"/>
              <a:ext cx="441300" cy="1024695"/>
              <a:chOff x="4319387" y="3361302"/>
              <a:chExt cx="441300" cy="1024695"/>
            </a:xfrm>
          </p:grpSpPr>
          <p:sp>
            <p:nvSpPr>
              <p:cNvPr id="5227" name="Google Shape;5227;p3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3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3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3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3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3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33" name="Google Shape;5233;p30"/>
            <p:cNvGrpSpPr/>
            <p:nvPr/>
          </p:nvGrpSpPr>
          <p:grpSpPr>
            <a:xfrm>
              <a:off x="4799873" y="3361302"/>
              <a:ext cx="441300" cy="1024695"/>
              <a:chOff x="4799873" y="3361302"/>
              <a:chExt cx="441300" cy="1024695"/>
            </a:xfrm>
          </p:grpSpPr>
          <p:sp>
            <p:nvSpPr>
              <p:cNvPr id="5234" name="Google Shape;5234;p3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3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3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3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3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3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40" name="Google Shape;5240;p30"/>
            <p:cNvGrpSpPr/>
            <p:nvPr/>
          </p:nvGrpSpPr>
          <p:grpSpPr>
            <a:xfrm>
              <a:off x="5280360" y="3361302"/>
              <a:ext cx="441300" cy="1024695"/>
              <a:chOff x="5280360" y="3361302"/>
              <a:chExt cx="441300" cy="1024695"/>
            </a:xfrm>
          </p:grpSpPr>
          <p:sp>
            <p:nvSpPr>
              <p:cNvPr id="5241" name="Google Shape;5241;p3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3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3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3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3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3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5247" name="Google Shape;5247;p30"/>
          <p:cNvGraphicFramePr/>
          <p:nvPr/>
        </p:nvGraphicFramePr>
        <p:xfrm>
          <a:off x="711088" y="2130461"/>
          <a:ext cx="3000000" cy="3000000"/>
        </p:xfrm>
        <a:graphic>
          <a:graphicData uri="http://schemas.openxmlformats.org/drawingml/2006/table">
            <a:tbl>
              <a:tblPr>
                <a:noFill/>
                <a:tableStyleId>{F00F4E0C-ED66-435D-9EEA-1E8C12176BB3}</a:tableStyleId>
              </a:tblPr>
              <a:tblGrid>
                <a:gridCol w="600900"/>
                <a:gridCol w="600900"/>
                <a:gridCol w="600900"/>
                <a:gridCol w="600900"/>
              </a:tblGrid>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48" name="Google Shape;5248;p30"/>
          <p:cNvGrpSpPr/>
          <p:nvPr/>
        </p:nvGrpSpPr>
        <p:grpSpPr>
          <a:xfrm>
            <a:off x="712613" y="3180186"/>
            <a:ext cx="2403614" cy="1005900"/>
            <a:chOff x="726450" y="3372825"/>
            <a:chExt cx="2403614" cy="1005900"/>
          </a:xfrm>
        </p:grpSpPr>
        <p:grpSp>
          <p:nvGrpSpPr>
            <p:cNvPr id="5249" name="Google Shape;5249;p30"/>
            <p:cNvGrpSpPr/>
            <p:nvPr/>
          </p:nvGrpSpPr>
          <p:grpSpPr>
            <a:xfrm>
              <a:off x="726450" y="3696000"/>
              <a:ext cx="2403614" cy="500898"/>
              <a:chOff x="726450" y="3696000"/>
              <a:chExt cx="2403614" cy="500898"/>
            </a:xfrm>
          </p:grpSpPr>
          <p:sp>
            <p:nvSpPr>
              <p:cNvPr id="5250" name="Google Shape;5250;p3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5251" name="Google Shape;5251;p3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5252" name="Google Shape;5252;p30"/>
            <p:cNvGrpSpPr/>
            <p:nvPr/>
          </p:nvGrpSpPr>
          <p:grpSpPr>
            <a:xfrm>
              <a:off x="1348050" y="3372825"/>
              <a:ext cx="1720425" cy="1005900"/>
              <a:chOff x="1348050" y="3372825"/>
              <a:chExt cx="1720425" cy="1005900"/>
            </a:xfrm>
          </p:grpSpPr>
          <p:sp>
            <p:nvSpPr>
              <p:cNvPr id="5253" name="Google Shape;5253;p3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5254" name="Google Shape;5254;p3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5255" name="Google Shape;5255;p3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5256" name="Google Shape;5256;p3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5257" name="Google Shape;5257;p3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5258" name="Google Shape;5258;p30"/>
            <p:cNvGrpSpPr/>
            <p:nvPr/>
          </p:nvGrpSpPr>
          <p:grpSpPr>
            <a:xfrm>
              <a:off x="1455707" y="3731058"/>
              <a:ext cx="1491149" cy="417657"/>
              <a:chOff x="1455707" y="3731058"/>
              <a:chExt cx="1491149" cy="417657"/>
            </a:xfrm>
          </p:grpSpPr>
          <p:grpSp>
            <p:nvGrpSpPr>
              <p:cNvPr id="5259" name="Google Shape;5259;p30"/>
              <p:cNvGrpSpPr/>
              <p:nvPr/>
            </p:nvGrpSpPr>
            <p:grpSpPr>
              <a:xfrm>
                <a:off x="1472938" y="3745828"/>
                <a:ext cx="72126" cy="53788"/>
                <a:chOff x="1472938" y="3745828"/>
                <a:chExt cx="72126" cy="53788"/>
              </a:xfrm>
            </p:grpSpPr>
            <p:sp>
              <p:nvSpPr>
                <p:cNvPr id="5260" name="Google Shape;5260;p3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3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2" name="Google Shape;5262;p30"/>
              <p:cNvGrpSpPr/>
              <p:nvPr/>
            </p:nvGrpSpPr>
            <p:grpSpPr>
              <a:xfrm>
                <a:off x="1819181" y="4089633"/>
                <a:ext cx="72126" cy="53788"/>
                <a:chOff x="1819181" y="4089633"/>
                <a:chExt cx="72126" cy="53788"/>
              </a:xfrm>
            </p:grpSpPr>
            <p:sp>
              <p:nvSpPr>
                <p:cNvPr id="5263" name="Google Shape;5263;p3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3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5" name="Google Shape;5265;p30"/>
              <p:cNvGrpSpPr/>
              <p:nvPr/>
            </p:nvGrpSpPr>
            <p:grpSpPr>
              <a:xfrm>
                <a:off x="1455707" y="4084171"/>
                <a:ext cx="64320" cy="64544"/>
                <a:chOff x="1455707" y="4084171"/>
                <a:chExt cx="64320" cy="64544"/>
              </a:xfrm>
            </p:grpSpPr>
            <p:sp>
              <p:nvSpPr>
                <p:cNvPr id="5266" name="Google Shape;5266;p3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3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8" name="Google Shape;5268;p30"/>
              <p:cNvGrpSpPr/>
              <p:nvPr/>
            </p:nvGrpSpPr>
            <p:grpSpPr>
              <a:xfrm>
                <a:off x="1818610" y="3731058"/>
                <a:ext cx="64320" cy="64545"/>
                <a:chOff x="1818610" y="3731058"/>
                <a:chExt cx="64320" cy="64545"/>
              </a:xfrm>
            </p:grpSpPr>
            <p:sp>
              <p:nvSpPr>
                <p:cNvPr id="5269" name="Google Shape;5269;p3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3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1" name="Google Shape;5271;p30"/>
              <p:cNvGrpSpPr/>
              <p:nvPr/>
            </p:nvGrpSpPr>
            <p:grpSpPr>
              <a:xfrm>
                <a:off x="2172491" y="4089633"/>
                <a:ext cx="72126" cy="53788"/>
                <a:chOff x="2172491" y="4089633"/>
                <a:chExt cx="72126" cy="53788"/>
              </a:xfrm>
            </p:grpSpPr>
            <p:sp>
              <p:nvSpPr>
                <p:cNvPr id="5272" name="Google Shape;5272;p3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3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4" name="Google Shape;5274;p30"/>
              <p:cNvGrpSpPr/>
              <p:nvPr/>
            </p:nvGrpSpPr>
            <p:grpSpPr>
              <a:xfrm>
                <a:off x="2171920" y="3731058"/>
                <a:ext cx="64320" cy="64545"/>
                <a:chOff x="2171920" y="3731058"/>
                <a:chExt cx="64320" cy="64545"/>
              </a:xfrm>
            </p:grpSpPr>
            <p:sp>
              <p:nvSpPr>
                <p:cNvPr id="5275" name="Google Shape;5275;p3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3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7" name="Google Shape;5277;p30"/>
              <p:cNvGrpSpPr/>
              <p:nvPr/>
            </p:nvGrpSpPr>
            <p:grpSpPr>
              <a:xfrm>
                <a:off x="2874730" y="3745828"/>
                <a:ext cx="72126" cy="53788"/>
                <a:chOff x="2874730" y="3745828"/>
                <a:chExt cx="72126" cy="53788"/>
              </a:xfrm>
            </p:grpSpPr>
            <p:sp>
              <p:nvSpPr>
                <p:cNvPr id="5278" name="Google Shape;5278;p3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3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80" name="Google Shape;5280;p30"/>
              <p:cNvGrpSpPr/>
              <p:nvPr/>
            </p:nvGrpSpPr>
            <p:grpSpPr>
              <a:xfrm>
                <a:off x="2878589" y="4081481"/>
                <a:ext cx="64321" cy="64544"/>
                <a:chOff x="2878589" y="4081481"/>
                <a:chExt cx="64321" cy="64544"/>
              </a:xfrm>
            </p:grpSpPr>
            <p:sp>
              <p:nvSpPr>
                <p:cNvPr id="5281" name="Google Shape;5281;p3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3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83" name="Google Shape;5283;p30"/>
              <p:cNvGrpSpPr/>
              <p:nvPr/>
            </p:nvGrpSpPr>
            <p:grpSpPr>
              <a:xfrm>
                <a:off x="2525796" y="4089633"/>
                <a:ext cx="72126" cy="53788"/>
                <a:chOff x="2525796" y="4089633"/>
                <a:chExt cx="72126" cy="53788"/>
              </a:xfrm>
            </p:grpSpPr>
            <p:sp>
              <p:nvSpPr>
                <p:cNvPr id="5284" name="Google Shape;5284;p3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3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86" name="Google Shape;5286;p30"/>
              <p:cNvGrpSpPr/>
              <p:nvPr/>
            </p:nvGrpSpPr>
            <p:grpSpPr>
              <a:xfrm>
                <a:off x="2525225" y="3731058"/>
                <a:ext cx="64320" cy="64545"/>
                <a:chOff x="2525225" y="3731058"/>
                <a:chExt cx="64320" cy="64545"/>
              </a:xfrm>
            </p:grpSpPr>
            <p:sp>
              <p:nvSpPr>
                <p:cNvPr id="5287" name="Google Shape;5287;p3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3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2" name="Shape 5292"/>
        <p:cNvGrpSpPr/>
        <p:nvPr/>
      </p:nvGrpSpPr>
      <p:grpSpPr>
        <a:xfrm>
          <a:off x="0" y="0"/>
          <a:ext cx="0" cy="0"/>
          <a:chOff x="0" y="0"/>
          <a:chExt cx="0" cy="0"/>
        </a:xfrm>
      </p:grpSpPr>
      <p:grpSp>
        <p:nvGrpSpPr>
          <p:cNvPr id="5293" name="Google Shape;5293;p31"/>
          <p:cNvGrpSpPr/>
          <p:nvPr/>
        </p:nvGrpSpPr>
        <p:grpSpPr>
          <a:xfrm>
            <a:off x="5780153" y="1859606"/>
            <a:ext cx="671400" cy="674857"/>
            <a:chOff x="5780148" y="1859605"/>
            <a:chExt cx="671400" cy="674857"/>
          </a:xfrm>
        </p:grpSpPr>
        <p:sp>
          <p:nvSpPr>
            <p:cNvPr id="5294" name="Google Shape;5294;p31"/>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31"/>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31"/>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31"/>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98" name="Google Shape;5298;p31"/>
          <p:cNvGrpSpPr/>
          <p:nvPr/>
        </p:nvGrpSpPr>
        <p:grpSpPr>
          <a:xfrm>
            <a:off x="716996" y="971307"/>
            <a:ext cx="845921" cy="690752"/>
            <a:chOff x="732428" y="1198513"/>
            <a:chExt cx="845921" cy="690752"/>
          </a:xfrm>
        </p:grpSpPr>
        <p:grpSp>
          <p:nvGrpSpPr>
            <p:cNvPr id="5299" name="Google Shape;5299;p31"/>
            <p:cNvGrpSpPr/>
            <p:nvPr/>
          </p:nvGrpSpPr>
          <p:grpSpPr>
            <a:xfrm>
              <a:off x="823030" y="1198513"/>
              <a:ext cx="755319" cy="690752"/>
              <a:chOff x="823030" y="1198513"/>
              <a:chExt cx="755319" cy="690752"/>
            </a:xfrm>
          </p:grpSpPr>
          <p:sp>
            <p:nvSpPr>
              <p:cNvPr id="5300" name="Google Shape;5300;p3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3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02" name="Google Shape;5302;p31"/>
            <p:cNvGrpSpPr/>
            <p:nvPr/>
          </p:nvGrpSpPr>
          <p:grpSpPr>
            <a:xfrm>
              <a:off x="732428" y="1239937"/>
              <a:ext cx="739912" cy="607886"/>
              <a:chOff x="732428" y="1239937"/>
              <a:chExt cx="739912" cy="607886"/>
            </a:xfrm>
          </p:grpSpPr>
          <p:sp>
            <p:nvSpPr>
              <p:cNvPr id="5303" name="Google Shape;5303;p3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3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05" name="Google Shape;5305;p31"/>
            <p:cNvGrpSpPr/>
            <p:nvPr/>
          </p:nvGrpSpPr>
          <p:grpSpPr>
            <a:xfrm>
              <a:off x="732428" y="1277018"/>
              <a:ext cx="702832" cy="533758"/>
              <a:chOff x="732428" y="1277018"/>
              <a:chExt cx="702832" cy="533758"/>
            </a:xfrm>
          </p:grpSpPr>
          <p:sp>
            <p:nvSpPr>
              <p:cNvPr id="5306" name="Google Shape;5306;p3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3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08" name="Google Shape;5308;p31"/>
            <p:cNvGrpSpPr/>
            <p:nvPr/>
          </p:nvGrpSpPr>
          <p:grpSpPr>
            <a:xfrm>
              <a:off x="931170" y="1306653"/>
              <a:ext cx="647179" cy="474455"/>
              <a:chOff x="931170" y="1306653"/>
              <a:chExt cx="647179" cy="474455"/>
            </a:xfrm>
          </p:grpSpPr>
          <p:sp>
            <p:nvSpPr>
              <p:cNvPr id="5309" name="Google Shape;5309;p3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3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311" name="Google Shape;5311;p3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12" name="Google Shape;5312;p31"/>
          <p:cNvGrpSpPr/>
          <p:nvPr/>
        </p:nvGrpSpPr>
        <p:grpSpPr>
          <a:xfrm>
            <a:off x="3948605" y="971313"/>
            <a:ext cx="634656" cy="699982"/>
            <a:chOff x="5985650" y="2860025"/>
            <a:chExt cx="1396075" cy="1539775"/>
          </a:xfrm>
        </p:grpSpPr>
        <p:sp>
          <p:nvSpPr>
            <p:cNvPr id="5313" name="Google Shape;5313;p3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3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3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3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3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3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3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3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3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3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3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3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3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3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3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3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3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3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3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3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3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3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3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3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3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3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3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3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3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3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3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3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45" name="Google Shape;5345;p31"/>
          <p:cNvGrpSpPr/>
          <p:nvPr/>
        </p:nvGrpSpPr>
        <p:grpSpPr>
          <a:xfrm>
            <a:off x="4704254" y="971307"/>
            <a:ext cx="725845" cy="699975"/>
            <a:chOff x="4249973" y="1201875"/>
            <a:chExt cx="1958567" cy="1888763"/>
          </a:xfrm>
        </p:grpSpPr>
        <p:sp>
          <p:nvSpPr>
            <p:cNvPr id="5346" name="Google Shape;5346;p3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47" name="Google Shape;5347;p31"/>
            <p:cNvGrpSpPr/>
            <p:nvPr/>
          </p:nvGrpSpPr>
          <p:grpSpPr>
            <a:xfrm>
              <a:off x="5853086" y="1789142"/>
              <a:ext cx="355454" cy="1047937"/>
              <a:chOff x="5576108" y="2016725"/>
              <a:chExt cx="565200" cy="1666302"/>
            </a:xfrm>
          </p:grpSpPr>
          <p:sp>
            <p:nvSpPr>
              <p:cNvPr id="5348" name="Google Shape;5348;p3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349" name="Google Shape;5349;p3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50" name="Google Shape;5350;p31"/>
            <p:cNvGrpSpPr/>
            <p:nvPr/>
          </p:nvGrpSpPr>
          <p:grpSpPr>
            <a:xfrm>
              <a:off x="4869725" y="2691676"/>
              <a:ext cx="1013627" cy="398962"/>
              <a:chOff x="4012487" y="3451825"/>
              <a:chExt cx="1611746" cy="634381"/>
            </a:xfrm>
          </p:grpSpPr>
          <p:sp>
            <p:nvSpPr>
              <p:cNvPr id="5351" name="Google Shape;5351;p3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352" name="Google Shape;5352;p3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53" name="Google Shape;5353;p31"/>
            <p:cNvGrpSpPr/>
            <p:nvPr/>
          </p:nvGrpSpPr>
          <p:grpSpPr>
            <a:xfrm>
              <a:off x="4276993" y="2155787"/>
              <a:ext cx="651909" cy="891532"/>
              <a:chOff x="3069997" y="2599721"/>
              <a:chExt cx="1036586" cy="1417604"/>
            </a:xfrm>
          </p:grpSpPr>
          <p:sp>
            <p:nvSpPr>
              <p:cNvPr id="5354" name="Google Shape;5354;p3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355" name="Google Shape;5355;p3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56" name="Google Shape;5356;p31"/>
            <p:cNvGrpSpPr/>
            <p:nvPr/>
          </p:nvGrpSpPr>
          <p:grpSpPr>
            <a:xfrm>
              <a:off x="5054918" y="1201875"/>
              <a:ext cx="999521" cy="602731"/>
              <a:chOff x="4306958" y="1082925"/>
              <a:chExt cx="1589315" cy="958389"/>
            </a:xfrm>
          </p:grpSpPr>
          <p:sp>
            <p:nvSpPr>
              <p:cNvPr id="5357" name="Google Shape;5357;p3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358" name="Google Shape;5358;p3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59" name="Google Shape;5359;p31"/>
            <p:cNvGrpSpPr/>
            <p:nvPr/>
          </p:nvGrpSpPr>
          <p:grpSpPr>
            <a:xfrm>
              <a:off x="4249973" y="1303601"/>
              <a:ext cx="799524" cy="841184"/>
              <a:chOff x="3027033" y="1244677"/>
              <a:chExt cx="1271307" cy="1337548"/>
            </a:xfrm>
          </p:grpSpPr>
          <p:sp>
            <p:nvSpPr>
              <p:cNvPr id="5360" name="Google Shape;5360;p3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361" name="Google Shape;5361;p3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62" name="Google Shape;5362;p31"/>
          <p:cNvGrpSpPr/>
          <p:nvPr/>
        </p:nvGrpSpPr>
        <p:grpSpPr>
          <a:xfrm>
            <a:off x="4057119" y="1858087"/>
            <a:ext cx="750769" cy="683785"/>
            <a:chOff x="4204684" y="2104422"/>
            <a:chExt cx="699822" cy="637383"/>
          </a:xfrm>
        </p:grpSpPr>
        <p:grpSp>
          <p:nvGrpSpPr>
            <p:cNvPr id="5363" name="Google Shape;5363;p31"/>
            <p:cNvGrpSpPr/>
            <p:nvPr/>
          </p:nvGrpSpPr>
          <p:grpSpPr>
            <a:xfrm>
              <a:off x="4204684" y="2430067"/>
              <a:ext cx="342957" cy="311738"/>
              <a:chOff x="4204684" y="2430067"/>
              <a:chExt cx="342957" cy="311738"/>
            </a:xfrm>
          </p:grpSpPr>
          <p:sp>
            <p:nvSpPr>
              <p:cNvPr id="5364" name="Google Shape;5364;p3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3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66" name="Google Shape;5366;p31"/>
            <p:cNvGrpSpPr/>
            <p:nvPr/>
          </p:nvGrpSpPr>
          <p:grpSpPr>
            <a:xfrm>
              <a:off x="4561586" y="2430067"/>
              <a:ext cx="342920" cy="311738"/>
              <a:chOff x="4561586" y="2430067"/>
              <a:chExt cx="342920" cy="311738"/>
            </a:xfrm>
          </p:grpSpPr>
          <p:sp>
            <p:nvSpPr>
              <p:cNvPr id="5367" name="Google Shape;5367;p3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3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69" name="Google Shape;5369;p31"/>
            <p:cNvGrpSpPr/>
            <p:nvPr/>
          </p:nvGrpSpPr>
          <p:grpSpPr>
            <a:xfrm>
              <a:off x="4561586" y="2104422"/>
              <a:ext cx="342920" cy="311738"/>
              <a:chOff x="4561586" y="2104422"/>
              <a:chExt cx="342920" cy="311738"/>
            </a:xfrm>
          </p:grpSpPr>
          <p:sp>
            <p:nvSpPr>
              <p:cNvPr id="5370" name="Google Shape;5370;p3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3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72" name="Google Shape;5372;p31"/>
            <p:cNvGrpSpPr/>
            <p:nvPr/>
          </p:nvGrpSpPr>
          <p:grpSpPr>
            <a:xfrm>
              <a:off x="4204684" y="2104422"/>
              <a:ext cx="342957" cy="311664"/>
              <a:chOff x="4204684" y="2104422"/>
              <a:chExt cx="342957" cy="311664"/>
            </a:xfrm>
          </p:grpSpPr>
          <p:sp>
            <p:nvSpPr>
              <p:cNvPr id="5373" name="Google Shape;5373;p3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3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75" name="Google Shape;5375;p31"/>
          <p:cNvGrpSpPr/>
          <p:nvPr/>
        </p:nvGrpSpPr>
        <p:grpSpPr>
          <a:xfrm>
            <a:off x="5521552" y="971301"/>
            <a:ext cx="660591" cy="688868"/>
            <a:chOff x="5830645" y="1267368"/>
            <a:chExt cx="530340" cy="553041"/>
          </a:xfrm>
        </p:grpSpPr>
        <p:sp>
          <p:nvSpPr>
            <p:cNvPr id="5376" name="Google Shape;5376;p3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77" name="Google Shape;5377;p31"/>
            <p:cNvGrpSpPr/>
            <p:nvPr/>
          </p:nvGrpSpPr>
          <p:grpSpPr>
            <a:xfrm>
              <a:off x="5830645" y="1267368"/>
              <a:ext cx="259743" cy="269909"/>
              <a:chOff x="5830645" y="1267368"/>
              <a:chExt cx="259743" cy="269909"/>
            </a:xfrm>
          </p:grpSpPr>
          <p:sp>
            <p:nvSpPr>
              <p:cNvPr id="5378" name="Google Shape;5378;p3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3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0" name="Google Shape;5380;p31"/>
            <p:cNvGrpSpPr/>
            <p:nvPr/>
          </p:nvGrpSpPr>
          <p:grpSpPr>
            <a:xfrm>
              <a:off x="6101293" y="1267368"/>
              <a:ext cx="259692" cy="269909"/>
              <a:chOff x="6101293" y="1267368"/>
              <a:chExt cx="259692" cy="269909"/>
            </a:xfrm>
          </p:grpSpPr>
          <p:sp>
            <p:nvSpPr>
              <p:cNvPr id="5381" name="Google Shape;5381;p3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3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3" name="Google Shape;5383;p31"/>
            <p:cNvGrpSpPr/>
            <p:nvPr/>
          </p:nvGrpSpPr>
          <p:grpSpPr>
            <a:xfrm>
              <a:off x="5830645" y="1550500"/>
              <a:ext cx="259692" cy="269909"/>
              <a:chOff x="5830645" y="1550500"/>
              <a:chExt cx="259692" cy="269909"/>
            </a:xfrm>
          </p:grpSpPr>
          <p:sp>
            <p:nvSpPr>
              <p:cNvPr id="5384" name="Google Shape;5384;p3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3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6" name="Google Shape;5386;p31"/>
            <p:cNvGrpSpPr/>
            <p:nvPr/>
          </p:nvGrpSpPr>
          <p:grpSpPr>
            <a:xfrm>
              <a:off x="6101293" y="1550500"/>
              <a:ext cx="259692" cy="269909"/>
              <a:chOff x="6101293" y="1550500"/>
              <a:chExt cx="259692" cy="269909"/>
            </a:xfrm>
          </p:grpSpPr>
          <p:sp>
            <p:nvSpPr>
              <p:cNvPr id="5387" name="Google Shape;5387;p3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3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89" name="Google Shape;5389;p31"/>
          <p:cNvGrpSpPr/>
          <p:nvPr/>
        </p:nvGrpSpPr>
        <p:grpSpPr>
          <a:xfrm>
            <a:off x="723705" y="1861761"/>
            <a:ext cx="697154" cy="679574"/>
            <a:chOff x="2679875" y="2361475"/>
            <a:chExt cx="780425" cy="760575"/>
          </a:xfrm>
        </p:grpSpPr>
        <p:sp>
          <p:nvSpPr>
            <p:cNvPr id="5390" name="Google Shape;5390;p3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3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3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3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96" name="Google Shape;5396;p31"/>
          <p:cNvGrpSpPr/>
          <p:nvPr/>
        </p:nvGrpSpPr>
        <p:grpSpPr>
          <a:xfrm>
            <a:off x="3122864" y="971353"/>
            <a:ext cx="735829" cy="684546"/>
            <a:chOff x="3351965" y="1148808"/>
            <a:chExt cx="750770" cy="698374"/>
          </a:xfrm>
        </p:grpSpPr>
        <p:grpSp>
          <p:nvGrpSpPr>
            <p:cNvPr id="5397" name="Google Shape;5397;p31"/>
            <p:cNvGrpSpPr/>
            <p:nvPr/>
          </p:nvGrpSpPr>
          <p:grpSpPr>
            <a:xfrm>
              <a:off x="3586796" y="1148808"/>
              <a:ext cx="294857" cy="286830"/>
              <a:chOff x="3750225" y="1774000"/>
              <a:chExt cx="149575" cy="145525"/>
            </a:xfrm>
          </p:grpSpPr>
          <p:sp>
            <p:nvSpPr>
              <p:cNvPr id="5398" name="Google Shape;5398;p3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3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00" name="Google Shape;5400;p31"/>
            <p:cNvGrpSpPr/>
            <p:nvPr/>
          </p:nvGrpSpPr>
          <p:grpSpPr>
            <a:xfrm>
              <a:off x="3779245" y="1375768"/>
              <a:ext cx="323490" cy="286978"/>
              <a:chOff x="3847850" y="1889150"/>
              <a:chExt cx="164100" cy="145600"/>
            </a:xfrm>
          </p:grpSpPr>
          <p:sp>
            <p:nvSpPr>
              <p:cNvPr id="5401" name="Google Shape;5401;p3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3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03" name="Google Shape;5403;p31"/>
            <p:cNvGrpSpPr/>
            <p:nvPr/>
          </p:nvGrpSpPr>
          <p:grpSpPr>
            <a:xfrm>
              <a:off x="3351965" y="1330435"/>
              <a:ext cx="295449" cy="285401"/>
              <a:chOff x="3631100" y="1866150"/>
              <a:chExt cx="149875" cy="144800"/>
            </a:xfrm>
          </p:grpSpPr>
          <p:sp>
            <p:nvSpPr>
              <p:cNvPr id="5404" name="Google Shape;5404;p3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3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06" name="Google Shape;5406;p31"/>
            <p:cNvGrpSpPr/>
            <p:nvPr/>
          </p:nvGrpSpPr>
          <p:grpSpPr>
            <a:xfrm>
              <a:off x="3548208" y="1560352"/>
              <a:ext cx="294808" cy="286830"/>
              <a:chOff x="3730650" y="1982800"/>
              <a:chExt cx="149550" cy="145525"/>
            </a:xfrm>
          </p:grpSpPr>
          <p:sp>
            <p:nvSpPr>
              <p:cNvPr id="5407" name="Google Shape;5407;p3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3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409" name="Google Shape;5409;p31"/>
          <p:cNvGrpSpPr/>
          <p:nvPr/>
        </p:nvGrpSpPr>
        <p:grpSpPr>
          <a:xfrm>
            <a:off x="7624517" y="971307"/>
            <a:ext cx="804565" cy="677795"/>
            <a:chOff x="7636443" y="1204988"/>
            <a:chExt cx="804565" cy="677795"/>
          </a:xfrm>
        </p:grpSpPr>
        <p:grpSp>
          <p:nvGrpSpPr>
            <p:cNvPr id="5410" name="Google Shape;5410;p31"/>
            <p:cNvGrpSpPr/>
            <p:nvPr/>
          </p:nvGrpSpPr>
          <p:grpSpPr>
            <a:xfrm>
              <a:off x="7636443" y="1509705"/>
              <a:ext cx="804565" cy="373078"/>
              <a:chOff x="7636443" y="1509705"/>
              <a:chExt cx="804565" cy="373078"/>
            </a:xfrm>
          </p:grpSpPr>
          <p:sp>
            <p:nvSpPr>
              <p:cNvPr id="5411" name="Google Shape;5411;p3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3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3" name="Google Shape;5413;p31"/>
            <p:cNvGrpSpPr/>
            <p:nvPr/>
          </p:nvGrpSpPr>
          <p:grpSpPr>
            <a:xfrm>
              <a:off x="7636443" y="1408133"/>
              <a:ext cx="804565" cy="373078"/>
              <a:chOff x="7636443" y="1408133"/>
              <a:chExt cx="804565" cy="373078"/>
            </a:xfrm>
          </p:grpSpPr>
          <p:sp>
            <p:nvSpPr>
              <p:cNvPr id="5414" name="Google Shape;5414;p3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3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6" name="Google Shape;5416;p31"/>
            <p:cNvGrpSpPr/>
            <p:nvPr/>
          </p:nvGrpSpPr>
          <p:grpSpPr>
            <a:xfrm>
              <a:off x="7636443" y="1306560"/>
              <a:ext cx="804565" cy="373078"/>
              <a:chOff x="7636443" y="1306560"/>
              <a:chExt cx="804565" cy="373078"/>
            </a:xfrm>
          </p:grpSpPr>
          <p:sp>
            <p:nvSpPr>
              <p:cNvPr id="5417" name="Google Shape;5417;p3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3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9" name="Google Shape;5419;p31"/>
            <p:cNvGrpSpPr/>
            <p:nvPr/>
          </p:nvGrpSpPr>
          <p:grpSpPr>
            <a:xfrm>
              <a:off x="7636443" y="1204988"/>
              <a:ext cx="804565" cy="373078"/>
              <a:chOff x="7636443" y="1204988"/>
              <a:chExt cx="804565" cy="373078"/>
            </a:xfrm>
          </p:grpSpPr>
          <p:sp>
            <p:nvSpPr>
              <p:cNvPr id="5420" name="Google Shape;5420;p3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3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422" name="Google Shape;5422;p31"/>
          <p:cNvGrpSpPr/>
          <p:nvPr/>
        </p:nvGrpSpPr>
        <p:grpSpPr>
          <a:xfrm>
            <a:off x="4963363" y="1878721"/>
            <a:ext cx="661339" cy="661188"/>
            <a:chOff x="3990000" y="975400"/>
            <a:chExt cx="3934200" cy="3933300"/>
          </a:xfrm>
        </p:grpSpPr>
        <p:sp>
          <p:nvSpPr>
            <p:cNvPr id="5423" name="Google Shape;5423;p3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3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3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3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27" name="Google Shape;5427;p31"/>
          <p:cNvGrpSpPr/>
          <p:nvPr/>
        </p:nvGrpSpPr>
        <p:grpSpPr>
          <a:xfrm>
            <a:off x="6607011" y="1857359"/>
            <a:ext cx="868881" cy="684240"/>
            <a:chOff x="6598259" y="2078634"/>
            <a:chExt cx="868881" cy="684240"/>
          </a:xfrm>
        </p:grpSpPr>
        <p:sp>
          <p:nvSpPr>
            <p:cNvPr id="5428" name="Google Shape;5428;p3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3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3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3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3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34" name="Google Shape;5434;p31"/>
            <p:cNvGrpSpPr/>
            <p:nvPr/>
          </p:nvGrpSpPr>
          <p:grpSpPr>
            <a:xfrm>
              <a:off x="6808175" y="2078634"/>
              <a:ext cx="452229" cy="684240"/>
              <a:chOff x="6808175" y="2078634"/>
              <a:chExt cx="452229" cy="684240"/>
            </a:xfrm>
          </p:grpSpPr>
          <p:sp>
            <p:nvSpPr>
              <p:cNvPr id="5435" name="Google Shape;5435;p3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3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3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3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41" name="Google Shape;5441;p31"/>
              <p:cNvGrpSpPr/>
              <p:nvPr/>
            </p:nvGrpSpPr>
            <p:grpSpPr>
              <a:xfrm>
                <a:off x="6821586" y="2078634"/>
                <a:ext cx="426871" cy="684240"/>
                <a:chOff x="6821586" y="2078634"/>
                <a:chExt cx="426871" cy="684240"/>
              </a:xfrm>
            </p:grpSpPr>
            <p:grpSp>
              <p:nvGrpSpPr>
                <p:cNvPr id="5442" name="Google Shape;5442;p31"/>
                <p:cNvGrpSpPr/>
                <p:nvPr/>
              </p:nvGrpSpPr>
              <p:grpSpPr>
                <a:xfrm>
                  <a:off x="6821586" y="2078634"/>
                  <a:ext cx="426871" cy="684240"/>
                  <a:chOff x="6821586" y="2078634"/>
                  <a:chExt cx="426871" cy="684240"/>
                </a:xfrm>
              </p:grpSpPr>
              <p:sp>
                <p:nvSpPr>
                  <p:cNvPr id="5443" name="Google Shape;5443;p3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3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3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3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3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3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3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3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3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3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3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3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3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3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462" name="Google Shape;5462;p3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3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3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3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3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3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5468" name="Google Shape;5468;p31"/>
          <p:cNvGrpSpPr/>
          <p:nvPr/>
        </p:nvGrpSpPr>
        <p:grpSpPr>
          <a:xfrm>
            <a:off x="716994" y="3531369"/>
            <a:ext cx="1340789" cy="640830"/>
            <a:chOff x="238125" y="1151100"/>
            <a:chExt cx="7139450" cy="3412300"/>
          </a:xfrm>
        </p:grpSpPr>
        <p:sp>
          <p:nvSpPr>
            <p:cNvPr id="5469" name="Google Shape;5469;p3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3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3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3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3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3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3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3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3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3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3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3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81" name="Google Shape;5481;p31"/>
          <p:cNvGrpSpPr/>
          <p:nvPr/>
        </p:nvGrpSpPr>
        <p:grpSpPr>
          <a:xfrm>
            <a:off x="5584217" y="2734650"/>
            <a:ext cx="985357" cy="585763"/>
            <a:chOff x="5145061" y="2881789"/>
            <a:chExt cx="1107641" cy="658457"/>
          </a:xfrm>
        </p:grpSpPr>
        <p:grpSp>
          <p:nvGrpSpPr>
            <p:cNvPr id="5482" name="Google Shape;5482;p31"/>
            <p:cNvGrpSpPr/>
            <p:nvPr/>
          </p:nvGrpSpPr>
          <p:grpSpPr>
            <a:xfrm>
              <a:off x="5722989" y="3244587"/>
              <a:ext cx="529713" cy="295659"/>
              <a:chOff x="5722989" y="3244587"/>
              <a:chExt cx="529713" cy="295659"/>
            </a:xfrm>
          </p:grpSpPr>
          <p:sp>
            <p:nvSpPr>
              <p:cNvPr id="5483" name="Google Shape;5483;p3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484" name="Google Shape;5484;p3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485" name="Google Shape;5485;p31"/>
            <p:cNvGrpSpPr/>
            <p:nvPr/>
          </p:nvGrpSpPr>
          <p:grpSpPr>
            <a:xfrm>
              <a:off x="5145061" y="3244587"/>
              <a:ext cx="536807" cy="295659"/>
              <a:chOff x="5145061" y="3244587"/>
              <a:chExt cx="536807" cy="295659"/>
            </a:xfrm>
          </p:grpSpPr>
          <p:sp>
            <p:nvSpPr>
              <p:cNvPr id="5486" name="Google Shape;5486;p3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487" name="Google Shape;5487;p3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488" name="Google Shape;5488;p31"/>
            <p:cNvGrpSpPr/>
            <p:nvPr/>
          </p:nvGrpSpPr>
          <p:grpSpPr>
            <a:xfrm>
              <a:off x="5341327" y="2898245"/>
              <a:ext cx="532309" cy="614890"/>
              <a:chOff x="5341327" y="2898245"/>
              <a:chExt cx="532309" cy="614890"/>
            </a:xfrm>
          </p:grpSpPr>
          <p:sp>
            <p:nvSpPr>
              <p:cNvPr id="5489" name="Google Shape;5489;p3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490" name="Google Shape;5490;p3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491" name="Google Shape;5491;p31"/>
            <p:cNvGrpSpPr/>
            <p:nvPr/>
          </p:nvGrpSpPr>
          <p:grpSpPr>
            <a:xfrm>
              <a:off x="5532290" y="2881789"/>
              <a:ext cx="620516" cy="305456"/>
              <a:chOff x="5532290" y="2881789"/>
              <a:chExt cx="620516" cy="305456"/>
            </a:xfrm>
          </p:grpSpPr>
          <p:sp>
            <p:nvSpPr>
              <p:cNvPr id="5492" name="Google Shape;5492;p3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493" name="Google Shape;5493;p3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5494" name="Google Shape;5494;p31"/>
          <p:cNvGrpSpPr/>
          <p:nvPr/>
        </p:nvGrpSpPr>
        <p:grpSpPr>
          <a:xfrm>
            <a:off x="8163140" y="3526708"/>
            <a:ext cx="269068" cy="645492"/>
            <a:chOff x="7026852" y="3311869"/>
            <a:chExt cx="434331" cy="1041955"/>
          </a:xfrm>
        </p:grpSpPr>
        <p:sp>
          <p:nvSpPr>
            <p:cNvPr id="5495" name="Google Shape;5495;p3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3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3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98" name="Google Shape;5498;p31"/>
          <p:cNvGrpSpPr/>
          <p:nvPr/>
        </p:nvGrpSpPr>
        <p:grpSpPr>
          <a:xfrm>
            <a:off x="6179721" y="3565945"/>
            <a:ext cx="293882" cy="293836"/>
            <a:chOff x="4873519" y="3311869"/>
            <a:chExt cx="499374" cy="499296"/>
          </a:xfrm>
        </p:grpSpPr>
        <p:sp>
          <p:nvSpPr>
            <p:cNvPr id="5499" name="Google Shape;5499;p3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3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1" name="Google Shape;5501;p31"/>
          <p:cNvGrpSpPr/>
          <p:nvPr/>
        </p:nvGrpSpPr>
        <p:grpSpPr>
          <a:xfrm>
            <a:off x="6179721" y="3878317"/>
            <a:ext cx="293882" cy="293882"/>
            <a:chOff x="4873519" y="3875839"/>
            <a:chExt cx="499374" cy="499374"/>
          </a:xfrm>
        </p:grpSpPr>
        <p:sp>
          <p:nvSpPr>
            <p:cNvPr id="5502" name="Google Shape;5502;p3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3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4" name="Google Shape;5504;p31"/>
          <p:cNvGrpSpPr/>
          <p:nvPr/>
        </p:nvGrpSpPr>
        <p:grpSpPr>
          <a:xfrm>
            <a:off x="2410248" y="1850269"/>
            <a:ext cx="698105" cy="698207"/>
            <a:chOff x="2565073" y="2075876"/>
            <a:chExt cx="672483" cy="672517"/>
          </a:xfrm>
        </p:grpSpPr>
        <p:sp>
          <p:nvSpPr>
            <p:cNvPr id="5505" name="Google Shape;5505;p3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3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3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3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3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3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11" name="Google Shape;5511;p31"/>
          <p:cNvGrpSpPr/>
          <p:nvPr/>
        </p:nvGrpSpPr>
        <p:grpSpPr>
          <a:xfrm>
            <a:off x="5633660" y="3534870"/>
            <a:ext cx="438354" cy="637329"/>
            <a:chOff x="1697726" y="3244179"/>
            <a:chExt cx="788124" cy="1146069"/>
          </a:xfrm>
        </p:grpSpPr>
        <p:sp>
          <p:nvSpPr>
            <p:cNvPr id="5512" name="Google Shape;5512;p3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3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14" name="Google Shape;5514;p3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15" name="Google Shape;5515;p31"/>
          <p:cNvGrpSpPr/>
          <p:nvPr/>
        </p:nvGrpSpPr>
        <p:grpSpPr>
          <a:xfrm>
            <a:off x="7634874" y="1863232"/>
            <a:ext cx="799565" cy="670282"/>
            <a:chOff x="7617850" y="2063282"/>
            <a:chExt cx="799565" cy="670282"/>
          </a:xfrm>
        </p:grpSpPr>
        <p:cxnSp>
          <p:nvCxnSpPr>
            <p:cNvPr id="5516" name="Google Shape;5516;p31"/>
            <p:cNvCxnSpPr/>
            <p:nvPr/>
          </p:nvCxnSpPr>
          <p:spPr>
            <a:xfrm flipH="1" rot="5400000">
              <a:off x="7629118"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5517" name="Google Shape;5517;p31"/>
            <p:cNvCxnSpPr/>
            <p:nvPr/>
          </p:nvCxnSpPr>
          <p:spPr>
            <a:xfrm rot="-5400000">
              <a:off x="8276270"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5518" name="Google Shape;5518;p31"/>
            <p:cNvCxnSpPr/>
            <p:nvPr/>
          </p:nvCxnSpPr>
          <p:spPr>
            <a:xfrm rot="5400000">
              <a:off x="7629118"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5519" name="Google Shape;5519;p31"/>
            <p:cNvCxnSpPr/>
            <p:nvPr/>
          </p:nvCxnSpPr>
          <p:spPr>
            <a:xfrm flipH="1" rot="-5400000">
              <a:off x="8276270"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5520" name="Google Shape;5520;p31"/>
            <p:cNvCxnSpPr/>
            <p:nvPr/>
          </p:nvCxnSpPr>
          <p:spPr>
            <a:xfrm rot="10800000">
              <a:off x="7617850" y="2393356"/>
              <a:ext cx="83400" cy="0"/>
            </a:xfrm>
            <a:prstGeom prst="straightConnector1">
              <a:avLst/>
            </a:prstGeom>
            <a:noFill/>
            <a:ln cap="flat" cmpd="sng" w="9525">
              <a:solidFill>
                <a:srgbClr val="667E92"/>
              </a:solidFill>
              <a:prstDash val="solid"/>
              <a:round/>
              <a:headEnd len="sm" w="sm" type="none"/>
              <a:tailEnd len="sm" w="sm" type="none"/>
            </a:ln>
          </p:spPr>
        </p:cxnSp>
        <p:cxnSp>
          <p:nvCxnSpPr>
            <p:cNvPr id="5521" name="Google Shape;5521;p31"/>
            <p:cNvCxnSpPr/>
            <p:nvPr/>
          </p:nvCxnSpPr>
          <p:spPr>
            <a:xfrm rot="10800000">
              <a:off x="8334015" y="2393356"/>
              <a:ext cx="83400" cy="0"/>
            </a:xfrm>
            <a:prstGeom prst="straightConnector1">
              <a:avLst/>
            </a:prstGeom>
            <a:noFill/>
            <a:ln cap="flat" cmpd="sng" w="9525">
              <a:solidFill>
                <a:srgbClr val="667E92"/>
              </a:solidFill>
              <a:prstDash val="solid"/>
              <a:round/>
              <a:headEnd len="sm" w="sm" type="none"/>
              <a:tailEnd len="sm" w="sm" type="none"/>
            </a:ln>
          </p:spPr>
        </p:cxnSp>
        <p:grpSp>
          <p:nvGrpSpPr>
            <p:cNvPr id="5522" name="Google Shape;5522;p31"/>
            <p:cNvGrpSpPr/>
            <p:nvPr/>
          </p:nvGrpSpPr>
          <p:grpSpPr>
            <a:xfrm>
              <a:off x="7734309" y="2063282"/>
              <a:ext cx="570957" cy="620096"/>
              <a:chOff x="7734309" y="2063282"/>
              <a:chExt cx="570957" cy="620096"/>
            </a:xfrm>
          </p:grpSpPr>
          <p:grpSp>
            <p:nvGrpSpPr>
              <p:cNvPr id="5523" name="Google Shape;5523;p31"/>
              <p:cNvGrpSpPr/>
              <p:nvPr/>
            </p:nvGrpSpPr>
            <p:grpSpPr>
              <a:xfrm>
                <a:off x="8031573" y="2063282"/>
                <a:ext cx="273693" cy="620096"/>
                <a:chOff x="8031573" y="2063282"/>
                <a:chExt cx="273693" cy="620096"/>
              </a:xfrm>
            </p:grpSpPr>
            <p:sp>
              <p:nvSpPr>
                <p:cNvPr id="5524" name="Google Shape;5524;p3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3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3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3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28" name="Google Shape;5528;p31"/>
              <p:cNvGrpSpPr/>
              <p:nvPr/>
            </p:nvGrpSpPr>
            <p:grpSpPr>
              <a:xfrm flipH="1">
                <a:off x="7734309" y="2063282"/>
                <a:ext cx="273693" cy="620096"/>
                <a:chOff x="8031573" y="2063282"/>
                <a:chExt cx="273693" cy="620096"/>
              </a:xfrm>
            </p:grpSpPr>
            <p:sp>
              <p:nvSpPr>
                <p:cNvPr id="5529" name="Google Shape;5529;p3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3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3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3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5533" name="Google Shape;5533;p3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3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35" name="Google Shape;5535;p31"/>
          <p:cNvGrpSpPr/>
          <p:nvPr/>
        </p:nvGrpSpPr>
        <p:grpSpPr>
          <a:xfrm>
            <a:off x="7821480" y="2716716"/>
            <a:ext cx="602567" cy="601884"/>
            <a:chOff x="1186975" y="238125"/>
            <a:chExt cx="5244275" cy="5238325"/>
          </a:xfrm>
        </p:grpSpPr>
        <p:sp>
          <p:nvSpPr>
            <p:cNvPr id="5536" name="Google Shape;5536;p3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3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3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3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0" name="Google Shape;5540;p31"/>
          <p:cNvGrpSpPr/>
          <p:nvPr/>
        </p:nvGrpSpPr>
        <p:grpSpPr>
          <a:xfrm>
            <a:off x="3264218" y="1856199"/>
            <a:ext cx="651848" cy="687338"/>
            <a:chOff x="3400515" y="2056248"/>
            <a:chExt cx="698134" cy="735987"/>
          </a:xfrm>
        </p:grpSpPr>
        <p:grpSp>
          <p:nvGrpSpPr>
            <p:cNvPr id="5541" name="Google Shape;5541;p31"/>
            <p:cNvGrpSpPr/>
            <p:nvPr/>
          </p:nvGrpSpPr>
          <p:grpSpPr>
            <a:xfrm>
              <a:off x="3400515" y="2283913"/>
              <a:ext cx="312919" cy="219900"/>
              <a:chOff x="3400515" y="2283913"/>
              <a:chExt cx="312919" cy="219900"/>
            </a:xfrm>
          </p:grpSpPr>
          <p:sp>
            <p:nvSpPr>
              <p:cNvPr id="5542" name="Google Shape;5542;p3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543" name="Google Shape;5543;p31"/>
              <p:cNvCxnSpPr/>
              <p:nvPr/>
            </p:nvCxnSpPr>
            <p:spPr>
              <a:xfrm rot="10800000">
                <a:off x="3400515" y="2393804"/>
                <a:ext cx="95400" cy="0"/>
              </a:xfrm>
              <a:prstGeom prst="straightConnector1">
                <a:avLst/>
              </a:prstGeom>
              <a:noFill/>
              <a:ln cap="flat" cmpd="sng" w="28575">
                <a:solidFill>
                  <a:srgbClr val="435D74"/>
                </a:solidFill>
                <a:prstDash val="solid"/>
                <a:round/>
                <a:headEnd len="sm" w="sm" type="none"/>
                <a:tailEnd len="sm" w="sm" type="none"/>
              </a:ln>
            </p:spPr>
          </p:cxnSp>
        </p:grpSp>
        <p:grpSp>
          <p:nvGrpSpPr>
            <p:cNvPr id="5544" name="Google Shape;5544;p31"/>
            <p:cNvGrpSpPr/>
            <p:nvPr/>
          </p:nvGrpSpPr>
          <p:grpSpPr>
            <a:xfrm>
              <a:off x="3547823" y="2461089"/>
              <a:ext cx="219900" cy="331146"/>
              <a:chOff x="3547823" y="2461089"/>
              <a:chExt cx="219900" cy="331146"/>
            </a:xfrm>
          </p:grpSpPr>
          <p:sp>
            <p:nvSpPr>
              <p:cNvPr id="5545" name="Google Shape;5545;p3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546" name="Google Shape;5546;p31"/>
              <p:cNvCxnSpPr/>
              <p:nvPr/>
            </p:nvCxnSpPr>
            <p:spPr>
              <a:xfrm rot="10800000">
                <a:off x="3657701" y="2678535"/>
                <a:ext cx="0" cy="113700"/>
              </a:xfrm>
              <a:prstGeom prst="straightConnector1">
                <a:avLst/>
              </a:prstGeom>
              <a:noFill/>
              <a:ln cap="flat" cmpd="sng" w="28575">
                <a:solidFill>
                  <a:srgbClr val="5F7D95"/>
                </a:solidFill>
                <a:prstDash val="solid"/>
                <a:round/>
                <a:headEnd len="sm" w="sm" type="none"/>
                <a:tailEnd len="sm" w="sm" type="none"/>
              </a:ln>
            </p:spPr>
          </p:cxnSp>
        </p:grpSp>
        <p:grpSp>
          <p:nvGrpSpPr>
            <p:cNvPr id="5547" name="Google Shape;5547;p31"/>
            <p:cNvGrpSpPr/>
            <p:nvPr/>
          </p:nvGrpSpPr>
          <p:grpSpPr>
            <a:xfrm>
              <a:off x="3734138" y="2461089"/>
              <a:ext cx="219900" cy="331146"/>
              <a:chOff x="3734138" y="2461089"/>
              <a:chExt cx="219900" cy="331146"/>
            </a:xfrm>
          </p:grpSpPr>
          <p:sp>
            <p:nvSpPr>
              <p:cNvPr id="5548" name="Google Shape;5548;p3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549" name="Google Shape;5549;p31"/>
              <p:cNvCxnSpPr/>
              <p:nvPr/>
            </p:nvCxnSpPr>
            <p:spPr>
              <a:xfrm rot="10800000">
                <a:off x="3844020" y="2678535"/>
                <a:ext cx="0" cy="113700"/>
              </a:xfrm>
              <a:prstGeom prst="straightConnector1">
                <a:avLst/>
              </a:prstGeom>
              <a:noFill/>
              <a:ln cap="flat" cmpd="sng" w="28575">
                <a:solidFill>
                  <a:srgbClr val="869FB2"/>
                </a:solidFill>
                <a:prstDash val="solid"/>
                <a:round/>
                <a:headEnd len="sm" w="sm" type="none"/>
                <a:tailEnd len="sm" w="sm" type="none"/>
              </a:ln>
            </p:spPr>
          </p:cxnSp>
        </p:grpSp>
        <p:grpSp>
          <p:nvGrpSpPr>
            <p:cNvPr id="5550" name="Google Shape;5550;p31"/>
            <p:cNvGrpSpPr/>
            <p:nvPr/>
          </p:nvGrpSpPr>
          <p:grpSpPr>
            <a:xfrm>
              <a:off x="3787560" y="2281742"/>
              <a:ext cx="311089" cy="219900"/>
              <a:chOff x="3787560" y="2281742"/>
              <a:chExt cx="311089" cy="219900"/>
            </a:xfrm>
          </p:grpSpPr>
          <p:sp>
            <p:nvSpPr>
              <p:cNvPr id="5551" name="Google Shape;5551;p3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552" name="Google Shape;5552;p31"/>
              <p:cNvCxnSpPr/>
              <p:nvPr/>
            </p:nvCxnSpPr>
            <p:spPr>
              <a:xfrm rot="10800000">
                <a:off x="4003849" y="2393795"/>
                <a:ext cx="94800" cy="0"/>
              </a:xfrm>
              <a:prstGeom prst="straightConnector1">
                <a:avLst/>
              </a:prstGeom>
              <a:noFill/>
              <a:ln cap="flat" cmpd="sng" w="28575">
                <a:solidFill>
                  <a:srgbClr val="A5B7C6"/>
                </a:solidFill>
                <a:prstDash val="solid"/>
                <a:round/>
                <a:headEnd len="sm" w="sm" type="none"/>
                <a:tailEnd len="sm" w="sm" type="none"/>
              </a:ln>
            </p:spPr>
          </p:cxnSp>
        </p:grpSp>
        <p:grpSp>
          <p:nvGrpSpPr>
            <p:cNvPr id="5553" name="Google Shape;5553;p31"/>
            <p:cNvGrpSpPr/>
            <p:nvPr/>
          </p:nvGrpSpPr>
          <p:grpSpPr>
            <a:xfrm>
              <a:off x="3637290" y="2056248"/>
              <a:ext cx="219900" cy="330737"/>
              <a:chOff x="3637290" y="2056248"/>
              <a:chExt cx="219900" cy="330737"/>
            </a:xfrm>
          </p:grpSpPr>
          <p:sp>
            <p:nvSpPr>
              <p:cNvPr id="5554" name="Google Shape;5554;p3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5555" name="Google Shape;5555;p31"/>
              <p:cNvCxnSpPr/>
              <p:nvPr/>
            </p:nvCxnSpPr>
            <p:spPr>
              <a:xfrm rot="10800000">
                <a:off x="3747169" y="2056248"/>
                <a:ext cx="0" cy="113700"/>
              </a:xfrm>
              <a:prstGeom prst="straightConnector1">
                <a:avLst/>
              </a:prstGeom>
              <a:noFill/>
              <a:ln cap="flat" cmpd="sng" w="28575">
                <a:solidFill>
                  <a:srgbClr val="BAC8D3"/>
                </a:solidFill>
                <a:prstDash val="solid"/>
                <a:round/>
                <a:headEnd len="sm" w="sm" type="none"/>
                <a:tailEnd len="sm" w="sm" type="none"/>
              </a:ln>
            </p:spPr>
          </p:cxnSp>
        </p:grpSp>
      </p:grpSp>
      <p:grpSp>
        <p:nvGrpSpPr>
          <p:cNvPr id="5556" name="Google Shape;5556;p31"/>
          <p:cNvGrpSpPr/>
          <p:nvPr/>
        </p:nvGrpSpPr>
        <p:grpSpPr>
          <a:xfrm>
            <a:off x="2555923" y="2726206"/>
            <a:ext cx="1268144" cy="592394"/>
            <a:chOff x="238125" y="1188750"/>
            <a:chExt cx="7140450" cy="3335550"/>
          </a:xfrm>
        </p:grpSpPr>
        <p:sp>
          <p:nvSpPr>
            <p:cNvPr id="5557" name="Google Shape;5557;p3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3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3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3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3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62" name="Google Shape;5562;p31"/>
          <p:cNvGrpSpPr/>
          <p:nvPr/>
        </p:nvGrpSpPr>
        <p:grpSpPr>
          <a:xfrm>
            <a:off x="6663824" y="2728360"/>
            <a:ext cx="1053944" cy="590147"/>
            <a:chOff x="238125" y="1335475"/>
            <a:chExt cx="5418735" cy="3034175"/>
          </a:xfrm>
        </p:grpSpPr>
        <p:sp>
          <p:nvSpPr>
            <p:cNvPr id="5563" name="Google Shape;5563;p3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3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3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66" name="Google Shape;5566;p31"/>
          <p:cNvGrpSpPr/>
          <p:nvPr/>
        </p:nvGrpSpPr>
        <p:grpSpPr>
          <a:xfrm>
            <a:off x="4094633" y="3533260"/>
            <a:ext cx="1268207" cy="638939"/>
            <a:chOff x="3967651" y="3645904"/>
            <a:chExt cx="1479304" cy="745292"/>
          </a:xfrm>
        </p:grpSpPr>
        <p:grpSp>
          <p:nvGrpSpPr>
            <p:cNvPr id="5567" name="Google Shape;5567;p31"/>
            <p:cNvGrpSpPr/>
            <p:nvPr/>
          </p:nvGrpSpPr>
          <p:grpSpPr>
            <a:xfrm>
              <a:off x="3967651" y="4009026"/>
              <a:ext cx="1479304" cy="382170"/>
              <a:chOff x="3967651" y="4009026"/>
              <a:chExt cx="1479304" cy="382170"/>
            </a:xfrm>
          </p:grpSpPr>
          <p:grpSp>
            <p:nvGrpSpPr>
              <p:cNvPr id="5568" name="Google Shape;5568;p31"/>
              <p:cNvGrpSpPr/>
              <p:nvPr/>
            </p:nvGrpSpPr>
            <p:grpSpPr>
              <a:xfrm>
                <a:off x="4892216" y="4195630"/>
                <a:ext cx="554739" cy="195566"/>
                <a:chOff x="3604375" y="4892160"/>
                <a:chExt cx="1651500" cy="582215"/>
              </a:xfrm>
            </p:grpSpPr>
            <p:sp>
              <p:nvSpPr>
                <p:cNvPr id="5569" name="Google Shape;5569;p3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3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71" name="Google Shape;5571;p31"/>
              <p:cNvGrpSpPr/>
              <p:nvPr/>
            </p:nvGrpSpPr>
            <p:grpSpPr>
              <a:xfrm>
                <a:off x="3967651" y="4146303"/>
                <a:ext cx="579402" cy="244893"/>
                <a:chOff x="851875" y="4745310"/>
                <a:chExt cx="1724925" cy="729065"/>
              </a:xfrm>
            </p:grpSpPr>
            <p:sp>
              <p:nvSpPr>
                <p:cNvPr id="5572" name="Google Shape;5572;p3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3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74" name="Google Shape;5574;p31"/>
              <p:cNvGrpSpPr/>
              <p:nvPr/>
            </p:nvGrpSpPr>
            <p:grpSpPr>
              <a:xfrm>
                <a:off x="4460753" y="4009026"/>
                <a:ext cx="493110" cy="382170"/>
                <a:chOff x="2319875" y="4336625"/>
                <a:chExt cx="1468025" cy="1137750"/>
              </a:xfrm>
            </p:grpSpPr>
            <p:sp>
              <p:nvSpPr>
                <p:cNvPr id="5575" name="Google Shape;5575;p3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3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577" name="Google Shape;5577;p31"/>
            <p:cNvGrpSpPr/>
            <p:nvPr/>
          </p:nvGrpSpPr>
          <p:grpSpPr>
            <a:xfrm>
              <a:off x="4479443" y="3645904"/>
              <a:ext cx="455965" cy="388789"/>
              <a:chOff x="2957425" y="238100"/>
              <a:chExt cx="1910200" cy="1628775"/>
            </a:xfrm>
          </p:grpSpPr>
          <p:sp>
            <p:nvSpPr>
              <p:cNvPr id="5578" name="Google Shape;5578;p3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3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3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3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3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3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3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3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3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3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588" name="Google Shape;5588;p31"/>
          <p:cNvGrpSpPr/>
          <p:nvPr/>
        </p:nvGrpSpPr>
        <p:grpSpPr>
          <a:xfrm>
            <a:off x="2480746" y="3534460"/>
            <a:ext cx="1243127" cy="637739"/>
            <a:chOff x="2496310" y="3693351"/>
            <a:chExt cx="1342905" cy="688926"/>
          </a:xfrm>
        </p:grpSpPr>
        <p:grpSp>
          <p:nvGrpSpPr>
            <p:cNvPr id="5589" name="Google Shape;5589;p31"/>
            <p:cNvGrpSpPr/>
            <p:nvPr/>
          </p:nvGrpSpPr>
          <p:grpSpPr>
            <a:xfrm>
              <a:off x="2496310" y="3693351"/>
              <a:ext cx="1342905" cy="688875"/>
              <a:chOff x="2496310" y="3693351"/>
              <a:chExt cx="1342905" cy="688875"/>
            </a:xfrm>
          </p:grpSpPr>
          <p:sp>
            <p:nvSpPr>
              <p:cNvPr id="5590" name="Google Shape;5590;p3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3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3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3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3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3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96" name="Google Shape;5596;p31"/>
              <p:cNvCxnSpPr>
                <a:stCxn id="5594" idx="0"/>
              </p:cNvCxnSpPr>
              <p:nvPr/>
            </p:nvCxnSpPr>
            <p:spPr>
              <a:xfrm flipH="1" rot="5400000">
                <a:off x="2741958" y="3724116"/>
                <a:ext cx="68700" cy="200100"/>
              </a:xfrm>
              <a:prstGeom prst="bentConnector2">
                <a:avLst/>
              </a:prstGeom>
              <a:noFill/>
              <a:ln cap="flat" cmpd="sng" w="19050">
                <a:solidFill>
                  <a:srgbClr val="869FB2"/>
                </a:solidFill>
                <a:prstDash val="solid"/>
                <a:round/>
                <a:headEnd len="sm" w="sm" type="none"/>
                <a:tailEnd len="sm" w="sm" type="none"/>
              </a:ln>
            </p:spPr>
          </p:cxnSp>
          <p:cxnSp>
            <p:nvCxnSpPr>
              <p:cNvPr id="5597" name="Google Shape;5597;p31"/>
              <p:cNvCxnSpPr>
                <a:stCxn id="5591" idx="0"/>
              </p:cNvCxnSpPr>
              <p:nvPr/>
            </p:nvCxnSpPr>
            <p:spPr>
              <a:xfrm rot="-5400000">
                <a:off x="3512338" y="3723516"/>
                <a:ext cx="75900" cy="194100"/>
              </a:xfrm>
              <a:prstGeom prst="bentConnector2">
                <a:avLst/>
              </a:prstGeom>
              <a:noFill/>
              <a:ln cap="flat" cmpd="sng" w="19050">
                <a:solidFill>
                  <a:srgbClr val="869FB2"/>
                </a:solidFill>
                <a:prstDash val="solid"/>
                <a:round/>
                <a:headEnd len="sm" w="sm" type="none"/>
                <a:tailEnd len="sm" w="sm" type="none"/>
              </a:ln>
            </p:spPr>
          </p:cxnSp>
          <p:cxnSp>
            <p:nvCxnSpPr>
              <p:cNvPr id="5598" name="Google Shape;5598;p31"/>
              <p:cNvCxnSpPr>
                <a:stCxn id="559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5599" name="Google Shape;5599;p31"/>
              <p:cNvCxnSpPr>
                <a:stCxn id="559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5600" name="Google Shape;5600;p31"/>
              <p:cNvCxnSpPr>
                <a:stCxn id="559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5601" name="Google Shape;5601;p31"/>
            <p:cNvGrpSpPr/>
            <p:nvPr/>
          </p:nvGrpSpPr>
          <p:grpSpPr>
            <a:xfrm>
              <a:off x="2675275" y="3930557"/>
              <a:ext cx="1003306" cy="451720"/>
              <a:chOff x="2675275" y="4174282"/>
              <a:chExt cx="1003306" cy="451720"/>
            </a:xfrm>
          </p:grpSpPr>
          <p:sp>
            <p:nvSpPr>
              <p:cNvPr id="5602" name="Google Shape;5602;p3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3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3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605" name="Google Shape;5605;p31"/>
          <p:cNvGrpSpPr/>
          <p:nvPr/>
        </p:nvGrpSpPr>
        <p:grpSpPr>
          <a:xfrm>
            <a:off x="1654417" y="971307"/>
            <a:ext cx="574511" cy="874710"/>
            <a:chOff x="1715404" y="1112080"/>
            <a:chExt cx="642270" cy="977985"/>
          </a:xfrm>
        </p:grpSpPr>
        <p:grpSp>
          <p:nvGrpSpPr>
            <p:cNvPr id="5606" name="Google Shape;5606;p31"/>
            <p:cNvGrpSpPr/>
            <p:nvPr/>
          </p:nvGrpSpPr>
          <p:grpSpPr>
            <a:xfrm>
              <a:off x="1715404" y="1112080"/>
              <a:ext cx="642270" cy="977985"/>
              <a:chOff x="1715404" y="1112080"/>
              <a:chExt cx="642270" cy="977985"/>
            </a:xfrm>
          </p:grpSpPr>
          <p:sp>
            <p:nvSpPr>
              <p:cNvPr id="5607" name="Google Shape;5607;p3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3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09" name="Google Shape;5609;p31"/>
            <p:cNvGrpSpPr/>
            <p:nvPr/>
          </p:nvGrpSpPr>
          <p:grpSpPr>
            <a:xfrm>
              <a:off x="1768927" y="1165603"/>
              <a:ext cx="535225" cy="851366"/>
              <a:chOff x="1768927" y="1165603"/>
              <a:chExt cx="535225" cy="851366"/>
            </a:xfrm>
          </p:grpSpPr>
          <p:sp>
            <p:nvSpPr>
              <p:cNvPr id="5610" name="Google Shape;5610;p3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3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12" name="Google Shape;5612;p31"/>
            <p:cNvGrpSpPr/>
            <p:nvPr/>
          </p:nvGrpSpPr>
          <p:grpSpPr>
            <a:xfrm>
              <a:off x="1822449" y="1219125"/>
              <a:ext cx="428180" cy="718859"/>
              <a:chOff x="1822449" y="1219125"/>
              <a:chExt cx="428180" cy="718859"/>
            </a:xfrm>
          </p:grpSpPr>
          <p:sp>
            <p:nvSpPr>
              <p:cNvPr id="5613" name="Google Shape;5613;p3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3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15" name="Google Shape;5615;p31"/>
            <p:cNvGrpSpPr/>
            <p:nvPr/>
          </p:nvGrpSpPr>
          <p:grpSpPr>
            <a:xfrm>
              <a:off x="1875972" y="1272648"/>
              <a:ext cx="321135" cy="586938"/>
              <a:chOff x="1875972" y="1272648"/>
              <a:chExt cx="321135" cy="586938"/>
            </a:xfrm>
          </p:grpSpPr>
          <p:sp>
            <p:nvSpPr>
              <p:cNvPr id="5616" name="Google Shape;5616;p3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3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618" name="Google Shape;5618;p31"/>
          <p:cNvGrpSpPr/>
          <p:nvPr/>
        </p:nvGrpSpPr>
        <p:grpSpPr>
          <a:xfrm>
            <a:off x="7761578" y="3528028"/>
            <a:ext cx="293855" cy="644170"/>
            <a:chOff x="241025" y="3151575"/>
            <a:chExt cx="293855" cy="644170"/>
          </a:xfrm>
        </p:grpSpPr>
        <p:sp>
          <p:nvSpPr>
            <p:cNvPr id="5619" name="Google Shape;5619;p3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3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21" name="Google Shape;5621;p31"/>
          <p:cNvGrpSpPr/>
          <p:nvPr/>
        </p:nvGrpSpPr>
        <p:grpSpPr>
          <a:xfrm>
            <a:off x="709562" y="2728028"/>
            <a:ext cx="1779649" cy="591620"/>
            <a:chOff x="246070" y="1983375"/>
            <a:chExt cx="1855347" cy="616849"/>
          </a:xfrm>
        </p:grpSpPr>
        <p:sp>
          <p:nvSpPr>
            <p:cNvPr id="5622" name="Google Shape;5622;p3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3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3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3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3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3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3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3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3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31" name="Google Shape;5631;p31"/>
          <p:cNvGrpSpPr/>
          <p:nvPr/>
        </p:nvGrpSpPr>
        <p:grpSpPr>
          <a:xfrm>
            <a:off x="2320428" y="971307"/>
            <a:ext cx="711055" cy="745992"/>
            <a:chOff x="2496269" y="1171698"/>
            <a:chExt cx="761953" cy="799391"/>
          </a:xfrm>
        </p:grpSpPr>
        <p:grpSp>
          <p:nvGrpSpPr>
            <p:cNvPr id="5632" name="Google Shape;5632;p31"/>
            <p:cNvGrpSpPr/>
            <p:nvPr/>
          </p:nvGrpSpPr>
          <p:grpSpPr>
            <a:xfrm>
              <a:off x="2496269" y="1171698"/>
              <a:ext cx="761953" cy="723022"/>
              <a:chOff x="2496269" y="1171698"/>
              <a:chExt cx="761953" cy="723022"/>
            </a:xfrm>
          </p:grpSpPr>
          <p:sp>
            <p:nvSpPr>
              <p:cNvPr id="5633" name="Google Shape;5633;p3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3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35" name="Google Shape;5635;p31"/>
              <p:cNvGrpSpPr/>
              <p:nvPr/>
            </p:nvGrpSpPr>
            <p:grpSpPr>
              <a:xfrm>
                <a:off x="2496269" y="1171698"/>
                <a:ext cx="761953" cy="723022"/>
                <a:chOff x="2496269" y="1120652"/>
                <a:chExt cx="761953" cy="723022"/>
              </a:xfrm>
            </p:grpSpPr>
            <p:grpSp>
              <p:nvGrpSpPr>
                <p:cNvPr id="5636" name="Google Shape;5636;p31"/>
                <p:cNvGrpSpPr/>
                <p:nvPr/>
              </p:nvGrpSpPr>
              <p:grpSpPr>
                <a:xfrm>
                  <a:off x="2496269" y="1120652"/>
                  <a:ext cx="761953" cy="723022"/>
                  <a:chOff x="2496269" y="1120652"/>
                  <a:chExt cx="761953" cy="723022"/>
                </a:xfrm>
              </p:grpSpPr>
              <p:grpSp>
                <p:nvGrpSpPr>
                  <p:cNvPr id="5637" name="Google Shape;5637;p31"/>
                  <p:cNvGrpSpPr/>
                  <p:nvPr/>
                </p:nvGrpSpPr>
                <p:grpSpPr>
                  <a:xfrm>
                    <a:off x="2496269" y="1304589"/>
                    <a:ext cx="407089" cy="305057"/>
                    <a:chOff x="2496269" y="1304589"/>
                    <a:chExt cx="407089" cy="305057"/>
                  </a:xfrm>
                </p:grpSpPr>
                <p:sp>
                  <p:nvSpPr>
                    <p:cNvPr id="5638" name="Google Shape;5638;p3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3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40" name="Google Shape;5640;p31"/>
                  <p:cNvGrpSpPr/>
                  <p:nvPr/>
                </p:nvGrpSpPr>
                <p:grpSpPr>
                  <a:xfrm>
                    <a:off x="2586468" y="1493376"/>
                    <a:ext cx="358850" cy="349656"/>
                    <a:chOff x="2586468" y="1493376"/>
                    <a:chExt cx="358850" cy="349656"/>
                  </a:xfrm>
                </p:grpSpPr>
                <p:sp>
                  <p:nvSpPr>
                    <p:cNvPr id="5641" name="Google Shape;5641;p3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3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43" name="Google Shape;5643;p31"/>
                  <p:cNvGrpSpPr/>
                  <p:nvPr/>
                </p:nvGrpSpPr>
                <p:grpSpPr>
                  <a:xfrm>
                    <a:off x="2807939" y="1494024"/>
                    <a:ext cx="358857" cy="349650"/>
                    <a:chOff x="2807939" y="1494024"/>
                    <a:chExt cx="358857" cy="349650"/>
                  </a:xfrm>
                </p:grpSpPr>
                <p:sp>
                  <p:nvSpPr>
                    <p:cNvPr id="5644" name="Google Shape;5644;p3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3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46" name="Google Shape;5646;p31"/>
                  <p:cNvGrpSpPr/>
                  <p:nvPr/>
                </p:nvGrpSpPr>
                <p:grpSpPr>
                  <a:xfrm>
                    <a:off x="2851133" y="1305635"/>
                    <a:ext cx="407089" cy="305057"/>
                    <a:chOff x="2851133" y="1305635"/>
                    <a:chExt cx="407089" cy="305057"/>
                  </a:xfrm>
                </p:grpSpPr>
                <p:sp>
                  <p:nvSpPr>
                    <p:cNvPr id="5647" name="Google Shape;5647;p3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3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49" name="Google Shape;5649;p31"/>
                  <p:cNvGrpSpPr/>
                  <p:nvPr/>
                </p:nvGrpSpPr>
                <p:grpSpPr>
                  <a:xfrm>
                    <a:off x="2727495" y="1120652"/>
                    <a:ext cx="300271" cy="396358"/>
                    <a:chOff x="2727495" y="1120652"/>
                    <a:chExt cx="300271" cy="396358"/>
                  </a:xfrm>
                </p:grpSpPr>
                <p:sp>
                  <p:nvSpPr>
                    <p:cNvPr id="5650" name="Google Shape;5650;p3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3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652" name="Google Shape;5652;p31"/>
                <p:cNvGrpSpPr/>
                <p:nvPr/>
              </p:nvGrpSpPr>
              <p:grpSpPr>
                <a:xfrm>
                  <a:off x="2722305" y="1350460"/>
                  <a:ext cx="308357" cy="308344"/>
                  <a:chOff x="2722305" y="1350460"/>
                  <a:chExt cx="308357" cy="308344"/>
                </a:xfrm>
              </p:grpSpPr>
              <p:sp>
                <p:nvSpPr>
                  <p:cNvPr id="5653" name="Google Shape;5653;p3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54" name="Google Shape;5654;p31"/>
                  <p:cNvGrpSpPr/>
                  <p:nvPr/>
                </p:nvGrpSpPr>
                <p:grpSpPr>
                  <a:xfrm>
                    <a:off x="2725064" y="1364529"/>
                    <a:ext cx="297953" cy="280182"/>
                    <a:chOff x="2725064" y="1364529"/>
                    <a:chExt cx="297953" cy="280182"/>
                  </a:xfrm>
                </p:grpSpPr>
                <p:sp>
                  <p:nvSpPr>
                    <p:cNvPr id="5655" name="Google Shape;5655;p3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3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3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3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3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5660" name="Google Shape;5660;p3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3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3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3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3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65" name="Google Shape;5665;p31"/>
          <p:cNvGrpSpPr/>
          <p:nvPr/>
        </p:nvGrpSpPr>
        <p:grpSpPr>
          <a:xfrm>
            <a:off x="3909129" y="2727412"/>
            <a:ext cx="1569143" cy="591015"/>
            <a:chOff x="3820100" y="3023049"/>
            <a:chExt cx="1303925" cy="491162"/>
          </a:xfrm>
        </p:grpSpPr>
        <p:grpSp>
          <p:nvGrpSpPr>
            <p:cNvPr id="5666" name="Google Shape;5666;p31"/>
            <p:cNvGrpSpPr/>
            <p:nvPr/>
          </p:nvGrpSpPr>
          <p:grpSpPr>
            <a:xfrm>
              <a:off x="3820100" y="3023072"/>
              <a:ext cx="1303925" cy="491139"/>
              <a:chOff x="3820100" y="3023072"/>
              <a:chExt cx="1303925" cy="491139"/>
            </a:xfrm>
          </p:grpSpPr>
          <p:sp>
            <p:nvSpPr>
              <p:cNvPr id="5667" name="Google Shape;5667;p3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3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69" name="Google Shape;5669;p31"/>
            <p:cNvGrpSpPr/>
            <p:nvPr/>
          </p:nvGrpSpPr>
          <p:grpSpPr>
            <a:xfrm>
              <a:off x="4132439" y="3023645"/>
              <a:ext cx="393633" cy="177096"/>
              <a:chOff x="4132439" y="3023645"/>
              <a:chExt cx="393633" cy="177096"/>
            </a:xfrm>
          </p:grpSpPr>
          <p:sp>
            <p:nvSpPr>
              <p:cNvPr id="5670" name="Google Shape;5670;p3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3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72" name="Google Shape;5672;p31"/>
            <p:cNvGrpSpPr/>
            <p:nvPr/>
          </p:nvGrpSpPr>
          <p:grpSpPr>
            <a:xfrm>
              <a:off x="3921811" y="3023049"/>
              <a:ext cx="1002396" cy="388943"/>
              <a:chOff x="3921811" y="3023049"/>
              <a:chExt cx="1002396" cy="388943"/>
            </a:xfrm>
          </p:grpSpPr>
          <p:sp>
            <p:nvSpPr>
              <p:cNvPr id="5673" name="Google Shape;5673;p3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3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75" name="Google Shape;5675;p31"/>
            <p:cNvGrpSpPr/>
            <p:nvPr/>
          </p:nvGrpSpPr>
          <p:grpSpPr>
            <a:xfrm>
              <a:off x="4023645" y="3023049"/>
              <a:ext cx="683032" cy="286722"/>
              <a:chOff x="4023645" y="3023049"/>
              <a:chExt cx="683032" cy="286722"/>
            </a:xfrm>
          </p:grpSpPr>
          <p:sp>
            <p:nvSpPr>
              <p:cNvPr id="5676" name="Google Shape;5676;p3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3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678" name="Google Shape;5678;p31"/>
          <p:cNvGrpSpPr/>
          <p:nvPr/>
        </p:nvGrpSpPr>
        <p:grpSpPr>
          <a:xfrm>
            <a:off x="1541251" y="1854258"/>
            <a:ext cx="713522" cy="688025"/>
            <a:chOff x="1706078" y="2092648"/>
            <a:chExt cx="660913" cy="637296"/>
          </a:xfrm>
        </p:grpSpPr>
        <p:sp>
          <p:nvSpPr>
            <p:cNvPr id="5679" name="Google Shape;5679;p3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80" name="Google Shape;5680;p31"/>
            <p:cNvGrpSpPr/>
            <p:nvPr/>
          </p:nvGrpSpPr>
          <p:grpSpPr>
            <a:xfrm>
              <a:off x="1706078" y="2092648"/>
              <a:ext cx="660913" cy="575241"/>
              <a:chOff x="1706078" y="2092648"/>
              <a:chExt cx="660913" cy="575241"/>
            </a:xfrm>
          </p:grpSpPr>
          <p:sp>
            <p:nvSpPr>
              <p:cNvPr id="5681" name="Google Shape;5681;p3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3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3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684" name="Google Shape;5684;p31"/>
          <p:cNvGrpSpPr/>
          <p:nvPr/>
        </p:nvGrpSpPr>
        <p:grpSpPr>
          <a:xfrm>
            <a:off x="6303109" y="971806"/>
            <a:ext cx="1317459" cy="684168"/>
            <a:chOff x="238125" y="999450"/>
            <a:chExt cx="7140700" cy="3708225"/>
          </a:xfrm>
        </p:grpSpPr>
        <p:sp>
          <p:nvSpPr>
            <p:cNvPr id="5685" name="Google Shape;5685;p3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3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3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3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3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3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3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3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3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7" name="Shape 5697"/>
        <p:cNvGrpSpPr/>
        <p:nvPr/>
      </p:nvGrpSpPr>
      <p:grpSpPr>
        <a:xfrm>
          <a:off x="0" y="0"/>
          <a:ext cx="0" cy="0"/>
          <a:chOff x="0" y="0"/>
          <a:chExt cx="0" cy="0"/>
        </a:xfrm>
      </p:grpSpPr>
      <p:grpSp>
        <p:nvGrpSpPr>
          <p:cNvPr id="5698" name="Google Shape;5698;p32"/>
          <p:cNvGrpSpPr/>
          <p:nvPr/>
        </p:nvGrpSpPr>
        <p:grpSpPr>
          <a:xfrm>
            <a:off x="717027" y="967622"/>
            <a:ext cx="1636117" cy="1526144"/>
            <a:chOff x="729238" y="1179665"/>
            <a:chExt cx="1636117" cy="1526144"/>
          </a:xfrm>
        </p:grpSpPr>
        <p:grpSp>
          <p:nvGrpSpPr>
            <p:cNvPr id="5699" name="Google Shape;5699;p32"/>
            <p:cNvGrpSpPr/>
            <p:nvPr/>
          </p:nvGrpSpPr>
          <p:grpSpPr>
            <a:xfrm>
              <a:off x="729238" y="1179665"/>
              <a:ext cx="80700" cy="1526144"/>
              <a:chOff x="729238" y="1179665"/>
              <a:chExt cx="80700" cy="1526144"/>
            </a:xfrm>
          </p:grpSpPr>
          <p:sp>
            <p:nvSpPr>
              <p:cNvPr id="5700" name="Google Shape;5700;p3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3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3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3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3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3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3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3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3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3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10" name="Google Shape;5710;p32"/>
            <p:cNvGrpSpPr/>
            <p:nvPr/>
          </p:nvGrpSpPr>
          <p:grpSpPr>
            <a:xfrm>
              <a:off x="903098" y="1179665"/>
              <a:ext cx="80700" cy="1526144"/>
              <a:chOff x="903098" y="1179665"/>
              <a:chExt cx="80700" cy="1526144"/>
            </a:xfrm>
          </p:grpSpPr>
          <p:sp>
            <p:nvSpPr>
              <p:cNvPr id="5711" name="Google Shape;5711;p3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3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3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3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3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3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3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3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3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3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21" name="Google Shape;5721;p32"/>
            <p:cNvGrpSpPr/>
            <p:nvPr/>
          </p:nvGrpSpPr>
          <p:grpSpPr>
            <a:xfrm>
              <a:off x="1076958" y="1179665"/>
              <a:ext cx="80700" cy="1526144"/>
              <a:chOff x="1076958" y="1179665"/>
              <a:chExt cx="80700" cy="1526144"/>
            </a:xfrm>
          </p:grpSpPr>
          <p:sp>
            <p:nvSpPr>
              <p:cNvPr id="5722" name="Google Shape;5722;p3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3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3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3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3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3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3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3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3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3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32" name="Google Shape;5732;p32"/>
            <p:cNvGrpSpPr/>
            <p:nvPr/>
          </p:nvGrpSpPr>
          <p:grpSpPr>
            <a:xfrm>
              <a:off x="1247707" y="1179665"/>
              <a:ext cx="80700" cy="1526144"/>
              <a:chOff x="1247707" y="1179665"/>
              <a:chExt cx="80700" cy="1526144"/>
            </a:xfrm>
          </p:grpSpPr>
          <p:sp>
            <p:nvSpPr>
              <p:cNvPr id="5733" name="Google Shape;5733;p3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3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3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3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3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3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3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3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3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3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43" name="Google Shape;5743;p32"/>
            <p:cNvGrpSpPr/>
            <p:nvPr/>
          </p:nvGrpSpPr>
          <p:grpSpPr>
            <a:xfrm>
              <a:off x="1421567" y="1179665"/>
              <a:ext cx="80700" cy="1526144"/>
              <a:chOff x="1421567" y="1179665"/>
              <a:chExt cx="80700" cy="1526144"/>
            </a:xfrm>
          </p:grpSpPr>
          <p:sp>
            <p:nvSpPr>
              <p:cNvPr id="5744" name="Google Shape;5744;p3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3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3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3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3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3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3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3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3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3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54" name="Google Shape;5754;p32"/>
            <p:cNvGrpSpPr/>
            <p:nvPr/>
          </p:nvGrpSpPr>
          <p:grpSpPr>
            <a:xfrm>
              <a:off x="1592327" y="1179665"/>
              <a:ext cx="80700" cy="1526144"/>
              <a:chOff x="1592327" y="1179665"/>
              <a:chExt cx="80700" cy="1526144"/>
            </a:xfrm>
          </p:grpSpPr>
          <p:sp>
            <p:nvSpPr>
              <p:cNvPr id="5755" name="Google Shape;5755;p3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3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3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3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3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3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3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3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3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3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65" name="Google Shape;5765;p32"/>
            <p:cNvGrpSpPr/>
            <p:nvPr/>
          </p:nvGrpSpPr>
          <p:grpSpPr>
            <a:xfrm>
              <a:off x="1766187" y="1179665"/>
              <a:ext cx="80700" cy="1526144"/>
              <a:chOff x="1766187" y="1179665"/>
              <a:chExt cx="80700" cy="1526144"/>
            </a:xfrm>
          </p:grpSpPr>
          <p:sp>
            <p:nvSpPr>
              <p:cNvPr id="5766" name="Google Shape;5766;p3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3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3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3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3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3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3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3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3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3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76" name="Google Shape;5776;p32"/>
            <p:cNvGrpSpPr/>
            <p:nvPr/>
          </p:nvGrpSpPr>
          <p:grpSpPr>
            <a:xfrm>
              <a:off x="1936935" y="1179665"/>
              <a:ext cx="80700" cy="1526144"/>
              <a:chOff x="1936935" y="1179665"/>
              <a:chExt cx="80700" cy="1526144"/>
            </a:xfrm>
          </p:grpSpPr>
          <p:sp>
            <p:nvSpPr>
              <p:cNvPr id="5777" name="Google Shape;5777;p3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3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3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3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3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3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3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3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3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3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87" name="Google Shape;5787;p32"/>
            <p:cNvGrpSpPr/>
            <p:nvPr/>
          </p:nvGrpSpPr>
          <p:grpSpPr>
            <a:xfrm>
              <a:off x="2110795" y="1179665"/>
              <a:ext cx="80700" cy="1526144"/>
              <a:chOff x="2110795" y="1179665"/>
              <a:chExt cx="80700" cy="1526144"/>
            </a:xfrm>
          </p:grpSpPr>
          <p:sp>
            <p:nvSpPr>
              <p:cNvPr id="5788" name="Google Shape;5788;p3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3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3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3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3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3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3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3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3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3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98" name="Google Shape;5798;p32"/>
            <p:cNvGrpSpPr/>
            <p:nvPr/>
          </p:nvGrpSpPr>
          <p:grpSpPr>
            <a:xfrm>
              <a:off x="2284655" y="1179665"/>
              <a:ext cx="80700" cy="1526144"/>
              <a:chOff x="2284655" y="1179665"/>
              <a:chExt cx="80700" cy="1526144"/>
            </a:xfrm>
          </p:grpSpPr>
          <p:sp>
            <p:nvSpPr>
              <p:cNvPr id="5799" name="Google Shape;5799;p3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3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3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3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3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3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3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3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3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3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809" name="Google Shape;5809;p32"/>
          <p:cNvGrpSpPr/>
          <p:nvPr/>
        </p:nvGrpSpPr>
        <p:grpSpPr>
          <a:xfrm>
            <a:off x="2611693" y="986760"/>
            <a:ext cx="1364248" cy="1102133"/>
            <a:chOff x="2623904" y="1198803"/>
            <a:chExt cx="1364248" cy="1102133"/>
          </a:xfrm>
        </p:grpSpPr>
        <p:grpSp>
          <p:nvGrpSpPr>
            <p:cNvPr id="5810" name="Google Shape;5810;p32"/>
            <p:cNvGrpSpPr/>
            <p:nvPr/>
          </p:nvGrpSpPr>
          <p:grpSpPr>
            <a:xfrm>
              <a:off x="2623907" y="1198803"/>
              <a:ext cx="1364245" cy="273000"/>
              <a:chOff x="2623907" y="1198803"/>
              <a:chExt cx="1364245" cy="273000"/>
            </a:xfrm>
          </p:grpSpPr>
          <p:sp>
            <p:nvSpPr>
              <p:cNvPr id="5811" name="Google Shape;5811;p3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3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3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3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3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16" name="Google Shape;5816;p32"/>
            <p:cNvGrpSpPr/>
            <p:nvPr/>
          </p:nvGrpSpPr>
          <p:grpSpPr>
            <a:xfrm>
              <a:off x="2623904" y="1476964"/>
              <a:ext cx="1364245" cy="273000"/>
              <a:chOff x="2623904" y="1476964"/>
              <a:chExt cx="1364245" cy="273000"/>
            </a:xfrm>
          </p:grpSpPr>
          <p:sp>
            <p:nvSpPr>
              <p:cNvPr id="5817" name="Google Shape;5817;p3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3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3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3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3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22" name="Google Shape;5822;p32"/>
            <p:cNvGrpSpPr/>
            <p:nvPr/>
          </p:nvGrpSpPr>
          <p:grpSpPr>
            <a:xfrm>
              <a:off x="2623907" y="1749775"/>
              <a:ext cx="1364245" cy="273000"/>
              <a:chOff x="2623907" y="1749775"/>
              <a:chExt cx="1364245" cy="273000"/>
            </a:xfrm>
          </p:grpSpPr>
          <p:sp>
            <p:nvSpPr>
              <p:cNvPr id="5823" name="Google Shape;5823;p3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3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3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3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3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28" name="Google Shape;5828;p32"/>
            <p:cNvGrpSpPr/>
            <p:nvPr/>
          </p:nvGrpSpPr>
          <p:grpSpPr>
            <a:xfrm>
              <a:off x="2623904" y="2027936"/>
              <a:ext cx="1364245" cy="273000"/>
              <a:chOff x="2623904" y="2027936"/>
              <a:chExt cx="1364245" cy="273000"/>
            </a:xfrm>
          </p:grpSpPr>
          <p:sp>
            <p:nvSpPr>
              <p:cNvPr id="5829" name="Google Shape;5829;p3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3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3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3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3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834" name="Google Shape;5834;p32"/>
          <p:cNvGrpSpPr/>
          <p:nvPr/>
        </p:nvGrpSpPr>
        <p:grpSpPr>
          <a:xfrm>
            <a:off x="2601154" y="2445833"/>
            <a:ext cx="1387540" cy="159124"/>
            <a:chOff x="3200660" y="2180272"/>
            <a:chExt cx="2563823" cy="378237"/>
          </a:xfrm>
        </p:grpSpPr>
        <p:sp>
          <p:nvSpPr>
            <p:cNvPr id="5835" name="Google Shape;5835;p3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3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3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3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3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3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3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3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3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3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3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3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3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3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3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3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3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53" name="Google Shape;5853;p32"/>
          <p:cNvGrpSpPr/>
          <p:nvPr/>
        </p:nvGrpSpPr>
        <p:grpSpPr>
          <a:xfrm>
            <a:off x="2597679" y="2723597"/>
            <a:ext cx="1390502" cy="159625"/>
            <a:chOff x="3530150" y="2790075"/>
            <a:chExt cx="1962600" cy="225300"/>
          </a:xfrm>
        </p:grpSpPr>
        <p:sp>
          <p:nvSpPr>
            <p:cNvPr id="5854" name="Google Shape;5854;p3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3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56" name="Google Shape;5856;p32"/>
          <p:cNvGrpSpPr/>
          <p:nvPr/>
        </p:nvGrpSpPr>
        <p:grpSpPr>
          <a:xfrm>
            <a:off x="2597736" y="3001862"/>
            <a:ext cx="1411629" cy="154175"/>
            <a:chOff x="3558802" y="4011244"/>
            <a:chExt cx="1866000" cy="111600"/>
          </a:xfrm>
        </p:grpSpPr>
        <p:sp>
          <p:nvSpPr>
            <p:cNvPr id="5857" name="Google Shape;5857;p3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3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59" name="Google Shape;5859;p32"/>
          <p:cNvGrpSpPr/>
          <p:nvPr/>
        </p:nvGrpSpPr>
        <p:grpSpPr>
          <a:xfrm>
            <a:off x="2598024" y="2207432"/>
            <a:ext cx="1383504" cy="119761"/>
            <a:chOff x="3465975" y="2270258"/>
            <a:chExt cx="1986365" cy="171947"/>
          </a:xfrm>
        </p:grpSpPr>
        <p:sp>
          <p:nvSpPr>
            <p:cNvPr id="5860" name="Google Shape;5860;p3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3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3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3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3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3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3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3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68" name="Google Shape;5868;p32"/>
          <p:cNvGrpSpPr/>
          <p:nvPr/>
        </p:nvGrpSpPr>
        <p:grpSpPr>
          <a:xfrm>
            <a:off x="2609031" y="3571205"/>
            <a:ext cx="1369531" cy="195460"/>
            <a:chOff x="723300" y="4253549"/>
            <a:chExt cx="2276482" cy="324900"/>
          </a:xfrm>
        </p:grpSpPr>
        <p:sp>
          <p:nvSpPr>
            <p:cNvPr id="5869" name="Google Shape;5869;p3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3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3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3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3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74" name="Google Shape;5874;p32"/>
          <p:cNvGrpSpPr/>
          <p:nvPr/>
        </p:nvGrpSpPr>
        <p:grpSpPr>
          <a:xfrm>
            <a:off x="2598592" y="3272446"/>
            <a:ext cx="1389065" cy="180119"/>
            <a:chOff x="705948" y="3788465"/>
            <a:chExt cx="2308952" cy="299400"/>
          </a:xfrm>
        </p:grpSpPr>
        <p:sp>
          <p:nvSpPr>
            <p:cNvPr id="5875" name="Google Shape;5875;p3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3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3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3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3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80" name="Google Shape;5880;p32"/>
          <p:cNvGrpSpPr/>
          <p:nvPr/>
        </p:nvGrpSpPr>
        <p:grpSpPr>
          <a:xfrm>
            <a:off x="4195583" y="1876400"/>
            <a:ext cx="1433821" cy="191501"/>
            <a:chOff x="4273350" y="2088443"/>
            <a:chExt cx="1433821" cy="191501"/>
          </a:xfrm>
        </p:grpSpPr>
        <p:grpSp>
          <p:nvGrpSpPr>
            <p:cNvPr id="5881" name="Google Shape;5881;p32"/>
            <p:cNvGrpSpPr/>
            <p:nvPr/>
          </p:nvGrpSpPr>
          <p:grpSpPr>
            <a:xfrm>
              <a:off x="4273350" y="2088443"/>
              <a:ext cx="1433821" cy="0"/>
              <a:chOff x="5224975" y="2962250"/>
              <a:chExt cx="1544400" cy="0"/>
            </a:xfrm>
          </p:grpSpPr>
          <p:cxnSp>
            <p:nvCxnSpPr>
              <p:cNvPr id="5882" name="Google Shape;5882;p32"/>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5883" name="Google Shape;5883;p32"/>
              <p:cNvCxnSpPr/>
              <p:nvPr/>
            </p:nvCxnSpPr>
            <p:spPr>
              <a:xfrm>
                <a:off x="5225150" y="2962250"/>
                <a:ext cx="453300" cy="0"/>
              </a:xfrm>
              <a:prstGeom prst="straightConnector1">
                <a:avLst/>
              </a:prstGeom>
              <a:noFill/>
              <a:ln cap="flat" cmpd="sng" w="19050">
                <a:solidFill>
                  <a:srgbClr val="7994A9"/>
                </a:solidFill>
                <a:prstDash val="solid"/>
                <a:round/>
                <a:headEnd len="sm" w="sm" type="none"/>
                <a:tailEnd len="med" w="med" type="oval"/>
              </a:ln>
            </p:spPr>
          </p:cxnSp>
        </p:grpSp>
        <p:grpSp>
          <p:nvGrpSpPr>
            <p:cNvPr id="5884" name="Google Shape;5884;p32"/>
            <p:cNvGrpSpPr/>
            <p:nvPr/>
          </p:nvGrpSpPr>
          <p:grpSpPr>
            <a:xfrm>
              <a:off x="4273350" y="2279944"/>
              <a:ext cx="1433821" cy="0"/>
              <a:chOff x="5224975" y="2962250"/>
              <a:chExt cx="1544400" cy="0"/>
            </a:xfrm>
          </p:grpSpPr>
          <p:cxnSp>
            <p:nvCxnSpPr>
              <p:cNvPr id="5885" name="Google Shape;5885;p32"/>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5886" name="Google Shape;5886;p32"/>
              <p:cNvCxnSpPr/>
              <p:nvPr/>
            </p:nvCxnSpPr>
            <p:spPr>
              <a:xfrm>
                <a:off x="5225150" y="2962250"/>
                <a:ext cx="998700" cy="0"/>
              </a:xfrm>
              <a:prstGeom prst="straightConnector1">
                <a:avLst/>
              </a:prstGeom>
              <a:noFill/>
              <a:ln cap="flat" cmpd="sng" w="19050">
                <a:solidFill>
                  <a:srgbClr val="7994A9"/>
                </a:solidFill>
                <a:prstDash val="solid"/>
                <a:round/>
                <a:headEnd len="sm" w="sm" type="none"/>
                <a:tailEnd len="med" w="med" type="oval"/>
              </a:ln>
            </p:spPr>
          </p:cxnSp>
        </p:grpSp>
      </p:grpSp>
      <p:grpSp>
        <p:nvGrpSpPr>
          <p:cNvPr id="5887" name="Google Shape;5887;p32"/>
          <p:cNvGrpSpPr/>
          <p:nvPr/>
        </p:nvGrpSpPr>
        <p:grpSpPr>
          <a:xfrm>
            <a:off x="2646529" y="3885304"/>
            <a:ext cx="1304609" cy="294074"/>
            <a:chOff x="2658741" y="4097347"/>
            <a:chExt cx="1304609" cy="294074"/>
          </a:xfrm>
        </p:grpSpPr>
        <p:grpSp>
          <p:nvGrpSpPr>
            <p:cNvPr id="5888" name="Google Shape;5888;p32"/>
            <p:cNvGrpSpPr/>
            <p:nvPr/>
          </p:nvGrpSpPr>
          <p:grpSpPr>
            <a:xfrm>
              <a:off x="2658741" y="4097347"/>
              <a:ext cx="118572" cy="294074"/>
              <a:chOff x="3343310" y="4475555"/>
              <a:chExt cx="127717" cy="316753"/>
            </a:xfrm>
          </p:grpSpPr>
          <p:sp>
            <p:nvSpPr>
              <p:cNvPr id="5889" name="Google Shape;5889;p3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3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91" name="Google Shape;5891;p32"/>
            <p:cNvGrpSpPr/>
            <p:nvPr/>
          </p:nvGrpSpPr>
          <p:grpSpPr>
            <a:xfrm>
              <a:off x="3815519" y="4098388"/>
              <a:ext cx="147831" cy="291991"/>
              <a:chOff x="3527539" y="4476677"/>
              <a:chExt cx="159232" cy="314510"/>
            </a:xfrm>
          </p:grpSpPr>
          <p:sp>
            <p:nvSpPr>
              <p:cNvPr id="5892" name="Google Shape;5892;p3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3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94" name="Google Shape;5894;p32"/>
            <p:cNvGrpSpPr/>
            <p:nvPr/>
          </p:nvGrpSpPr>
          <p:grpSpPr>
            <a:xfrm>
              <a:off x="3511696" y="4098388"/>
              <a:ext cx="147831" cy="291991"/>
              <a:chOff x="3527539" y="4476677"/>
              <a:chExt cx="159232" cy="314510"/>
            </a:xfrm>
          </p:grpSpPr>
          <p:sp>
            <p:nvSpPr>
              <p:cNvPr id="5895" name="Google Shape;5895;p3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3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97" name="Google Shape;5897;p32"/>
            <p:cNvGrpSpPr/>
            <p:nvPr/>
          </p:nvGrpSpPr>
          <p:grpSpPr>
            <a:xfrm>
              <a:off x="3207874" y="4098388"/>
              <a:ext cx="147831" cy="291991"/>
              <a:chOff x="3527539" y="4476677"/>
              <a:chExt cx="159232" cy="314510"/>
            </a:xfrm>
          </p:grpSpPr>
          <p:sp>
            <p:nvSpPr>
              <p:cNvPr id="5898" name="Google Shape;5898;p3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3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00" name="Google Shape;5900;p32"/>
            <p:cNvGrpSpPr/>
            <p:nvPr/>
          </p:nvGrpSpPr>
          <p:grpSpPr>
            <a:xfrm>
              <a:off x="2933305" y="4097347"/>
              <a:ext cx="118572" cy="294074"/>
              <a:chOff x="3343310" y="4475555"/>
              <a:chExt cx="127717" cy="316753"/>
            </a:xfrm>
          </p:grpSpPr>
          <p:sp>
            <p:nvSpPr>
              <p:cNvPr id="5901" name="Google Shape;5901;p3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3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903" name="Google Shape;5903;p32"/>
          <p:cNvGrpSpPr/>
          <p:nvPr/>
        </p:nvGrpSpPr>
        <p:grpSpPr>
          <a:xfrm>
            <a:off x="4197138" y="963998"/>
            <a:ext cx="1430711" cy="751237"/>
            <a:chOff x="5159450" y="1919950"/>
            <a:chExt cx="1541050" cy="862500"/>
          </a:xfrm>
        </p:grpSpPr>
        <p:sp>
          <p:nvSpPr>
            <p:cNvPr id="5904" name="Google Shape;5904;p3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5" name="Google Shape;5905;p32"/>
            <p:cNvGrpSpPr/>
            <p:nvPr/>
          </p:nvGrpSpPr>
          <p:grpSpPr>
            <a:xfrm>
              <a:off x="5159450" y="1919950"/>
              <a:ext cx="1541050" cy="862500"/>
              <a:chOff x="5159450" y="1919950"/>
              <a:chExt cx="1541050" cy="862500"/>
            </a:xfrm>
          </p:grpSpPr>
          <p:cxnSp>
            <p:nvCxnSpPr>
              <p:cNvPr id="5906" name="Google Shape;5906;p32"/>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5907" name="Google Shape;5907;p32"/>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5908" name="Google Shape;5908;p32"/>
          <p:cNvGrpSpPr/>
          <p:nvPr/>
        </p:nvGrpSpPr>
        <p:grpSpPr>
          <a:xfrm>
            <a:off x="4245275" y="2227768"/>
            <a:ext cx="1334436" cy="967914"/>
            <a:chOff x="4294923" y="2439811"/>
            <a:chExt cx="1334436" cy="967914"/>
          </a:xfrm>
        </p:grpSpPr>
        <p:grpSp>
          <p:nvGrpSpPr>
            <p:cNvPr id="5909" name="Google Shape;5909;p32"/>
            <p:cNvGrpSpPr/>
            <p:nvPr/>
          </p:nvGrpSpPr>
          <p:grpSpPr>
            <a:xfrm>
              <a:off x="4960455" y="2469658"/>
              <a:ext cx="668904" cy="885523"/>
              <a:chOff x="4960455" y="2469658"/>
              <a:chExt cx="668904" cy="885523"/>
            </a:xfrm>
          </p:grpSpPr>
          <p:sp>
            <p:nvSpPr>
              <p:cNvPr id="5910" name="Google Shape;5910;p3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3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3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3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3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3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16" name="Google Shape;5916;p32"/>
            <p:cNvGrpSpPr/>
            <p:nvPr/>
          </p:nvGrpSpPr>
          <p:grpSpPr>
            <a:xfrm>
              <a:off x="4294923" y="2469658"/>
              <a:ext cx="668951" cy="885523"/>
              <a:chOff x="4294923" y="2469658"/>
              <a:chExt cx="668951" cy="885523"/>
            </a:xfrm>
          </p:grpSpPr>
          <p:sp>
            <p:nvSpPr>
              <p:cNvPr id="5917" name="Google Shape;5917;p3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3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3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3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3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3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923" name="Google Shape;5923;p3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24" name="Google Shape;5924;p32"/>
          <p:cNvGrpSpPr/>
          <p:nvPr/>
        </p:nvGrpSpPr>
        <p:grpSpPr>
          <a:xfrm>
            <a:off x="4231478" y="3282213"/>
            <a:ext cx="1430948" cy="897289"/>
            <a:chOff x="4351371" y="3547942"/>
            <a:chExt cx="1345129" cy="843475"/>
          </a:xfrm>
        </p:grpSpPr>
        <p:grpSp>
          <p:nvGrpSpPr>
            <p:cNvPr id="5925" name="Google Shape;5925;p32"/>
            <p:cNvGrpSpPr/>
            <p:nvPr/>
          </p:nvGrpSpPr>
          <p:grpSpPr>
            <a:xfrm>
              <a:off x="4351371" y="4209917"/>
              <a:ext cx="1345129" cy="181500"/>
              <a:chOff x="4351371" y="4209917"/>
              <a:chExt cx="1345129" cy="181500"/>
            </a:xfrm>
          </p:grpSpPr>
          <p:sp>
            <p:nvSpPr>
              <p:cNvPr id="5926" name="Google Shape;5926;p3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927" name="Google Shape;5927;p32"/>
              <p:cNvCxnSpPr/>
              <p:nvPr/>
            </p:nvCxnSpPr>
            <p:spPr>
              <a:xfrm>
                <a:off x="5551000" y="4298797"/>
                <a:ext cx="145500" cy="0"/>
              </a:xfrm>
              <a:prstGeom prst="straightConnector1">
                <a:avLst/>
              </a:prstGeom>
              <a:noFill/>
              <a:ln cap="flat" cmpd="sng" w="28575">
                <a:solidFill>
                  <a:srgbClr val="435D74"/>
                </a:solidFill>
                <a:prstDash val="solid"/>
                <a:round/>
                <a:headEnd len="sm" w="sm" type="none"/>
                <a:tailEnd len="sm" w="sm" type="none"/>
              </a:ln>
            </p:spPr>
          </p:cxnSp>
        </p:grpSp>
        <p:grpSp>
          <p:nvGrpSpPr>
            <p:cNvPr id="5928" name="Google Shape;5928;p32"/>
            <p:cNvGrpSpPr/>
            <p:nvPr/>
          </p:nvGrpSpPr>
          <p:grpSpPr>
            <a:xfrm>
              <a:off x="4403010" y="3985221"/>
              <a:ext cx="1109519" cy="181500"/>
              <a:chOff x="4403010" y="3985221"/>
              <a:chExt cx="1109519" cy="181500"/>
            </a:xfrm>
          </p:grpSpPr>
          <p:sp>
            <p:nvSpPr>
              <p:cNvPr id="5929" name="Google Shape;5929;p3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930" name="Google Shape;5930;p32"/>
              <p:cNvCxnSpPr/>
              <p:nvPr/>
            </p:nvCxnSpPr>
            <p:spPr>
              <a:xfrm>
                <a:off x="4403010" y="4075993"/>
                <a:ext cx="145500" cy="0"/>
              </a:xfrm>
              <a:prstGeom prst="straightConnector1">
                <a:avLst/>
              </a:prstGeom>
              <a:noFill/>
              <a:ln cap="flat" cmpd="sng" w="28575">
                <a:solidFill>
                  <a:srgbClr val="5F7D95"/>
                </a:solidFill>
                <a:prstDash val="solid"/>
                <a:round/>
                <a:headEnd len="sm" w="sm" type="none"/>
                <a:tailEnd len="sm" w="sm" type="none"/>
              </a:ln>
            </p:spPr>
          </p:cxnSp>
        </p:grpSp>
        <p:grpSp>
          <p:nvGrpSpPr>
            <p:cNvPr id="5931" name="Google Shape;5931;p32"/>
            <p:cNvGrpSpPr/>
            <p:nvPr/>
          </p:nvGrpSpPr>
          <p:grpSpPr>
            <a:xfrm>
              <a:off x="4618704" y="3766582"/>
              <a:ext cx="807858" cy="181500"/>
              <a:chOff x="4618704" y="3766582"/>
              <a:chExt cx="807858" cy="181500"/>
            </a:xfrm>
          </p:grpSpPr>
          <p:sp>
            <p:nvSpPr>
              <p:cNvPr id="5932" name="Google Shape;5932;p3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933" name="Google Shape;5933;p32"/>
              <p:cNvCxnSpPr/>
              <p:nvPr/>
            </p:nvCxnSpPr>
            <p:spPr>
              <a:xfrm>
                <a:off x="5281062" y="3855291"/>
                <a:ext cx="145500" cy="0"/>
              </a:xfrm>
              <a:prstGeom prst="straightConnector1">
                <a:avLst/>
              </a:prstGeom>
              <a:noFill/>
              <a:ln cap="flat" cmpd="sng" w="28575">
                <a:solidFill>
                  <a:srgbClr val="869FB2"/>
                </a:solidFill>
                <a:prstDash val="solid"/>
                <a:round/>
                <a:headEnd len="sm" w="sm" type="none"/>
                <a:tailEnd len="sm" w="sm" type="none"/>
              </a:ln>
            </p:spPr>
          </p:cxnSp>
        </p:grpSp>
        <p:grpSp>
          <p:nvGrpSpPr>
            <p:cNvPr id="5934" name="Google Shape;5934;p32"/>
            <p:cNvGrpSpPr/>
            <p:nvPr/>
          </p:nvGrpSpPr>
          <p:grpSpPr>
            <a:xfrm>
              <a:off x="4735238" y="3547942"/>
              <a:ext cx="462839" cy="181500"/>
              <a:chOff x="4735238" y="3547942"/>
              <a:chExt cx="462839" cy="181500"/>
            </a:xfrm>
          </p:grpSpPr>
          <p:sp>
            <p:nvSpPr>
              <p:cNvPr id="5935" name="Google Shape;5935;p3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936" name="Google Shape;5936;p32"/>
              <p:cNvCxnSpPr/>
              <p:nvPr/>
            </p:nvCxnSpPr>
            <p:spPr>
              <a:xfrm>
                <a:off x="4735238" y="3636872"/>
                <a:ext cx="145500" cy="0"/>
              </a:xfrm>
              <a:prstGeom prst="straightConnector1">
                <a:avLst/>
              </a:prstGeom>
              <a:noFill/>
              <a:ln cap="flat" cmpd="sng" w="28575">
                <a:solidFill>
                  <a:srgbClr val="BAC8D3"/>
                </a:solidFill>
                <a:prstDash val="solid"/>
                <a:round/>
                <a:headEnd len="sm" w="sm" type="none"/>
                <a:tailEnd len="sm" w="sm" type="none"/>
              </a:ln>
            </p:spPr>
          </p:cxnSp>
        </p:grpSp>
      </p:grpSp>
      <p:grpSp>
        <p:nvGrpSpPr>
          <p:cNvPr id="5937" name="Google Shape;5937;p32"/>
          <p:cNvGrpSpPr/>
          <p:nvPr/>
        </p:nvGrpSpPr>
        <p:grpSpPr>
          <a:xfrm>
            <a:off x="7407836" y="2217537"/>
            <a:ext cx="1020955" cy="928853"/>
            <a:chOff x="926675" y="238125"/>
            <a:chExt cx="5755100" cy="5232975"/>
          </a:xfrm>
        </p:grpSpPr>
        <p:sp>
          <p:nvSpPr>
            <p:cNvPr id="5938" name="Google Shape;5938;p3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3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3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3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42" name="Google Shape;5942;p32"/>
          <p:cNvGrpSpPr/>
          <p:nvPr/>
        </p:nvGrpSpPr>
        <p:grpSpPr>
          <a:xfrm>
            <a:off x="715210" y="2616272"/>
            <a:ext cx="1695374" cy="1560837"/>
            <a:chOff x="727421" y="2828315"/>
            <a:chExt cx="1695374" cy="1560837"/>
          </a:xfrm>
        </p:grpSpPr>
        <p:grpSp>
          <p:nvGrpSpPr>
            <p:cNvPr id="5943" name="Google Shape;5943;p32"/>
            <p:cNvGrpSpPr/>
            <p:nvPr/>
          </p:nvGrpSpPr>
          <p:grpSpPr>
            <a:xfrm>
              <a:off x="727421" y="2828315"/>
              <a:ext cx="1695374" cy="1560837"/>
              <a:chOff x="734799" y="2782450"/>
              <a:chExt cx="1571100" cy="1577400"/>
            </a:xfrm>
          </p:grpSpPr>
          <p:cxnSp>
            <p:nvCxnSpPr>
              <p:cNvPr id="5944" name="Google Shape;5944;p32"/>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5945" name="Google Shape;5945;p32"/>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5946" name="Google Shape;5946;p32"/>
            <p:cNvGrpSpPr/>
            <p:nvPr/>
          </p:nvGrpSpPr>
          <p:grpSpPr>
            <a:xfrm>
              <a:off x="819108" y="2882501"/>
              <a:ext cx="1556791" cy="1426186"/>
              <a:chOff x="819108" y="2882501"/>
              <a:chExt cx="1556791" cy="1426186"/>
            </a:xfrm>
          </p:grpSpPr>
          <p:grpSp>
            <p:nvGrpSpPr>
              <p:cNvPr id="5947" name="Google Shape;5947;p32"/>
              <p:cNvGrpSpPr/>
              <p:nvPr/>
            </p:nvGrpSpPr>
            <p:grpSpPr>
              <a:xfrm>
                <a:off x="819108" y="2882501"/>
                <a:ext cx="103104" cy="1426186"/>
                <a:chOff x="4674013" y="3100904"/>
                <a:chExt cx="122758" cy="1698043"/>
              </a:xfrm>
            </p:grpSpPr>
            <p:sp>
              <p:nvSpPr>
                <p:cNvPr id="5948" name="Google Shape;5948;p3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3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3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3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3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3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3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55" name="Google Shape;5955;p32"/>
              <p:cNvGrpSpPr/>
              <p:nvPr/>
            </p:nvGrpSpPr>
            <p:grpSpPr>
              <a:xfrm>
                <a:off x="1062475" y="2882501"/>
                <a:ext cx="103104" cy="1426186"/>
                <a:chOff x="4940438" y="3100904"/>
                <a:chExt cx="122758" cy="1698043"/>
              </a:xfrm>
            </p:grpSpPr>
            <p:sp>
              <p:nvSpPr>
                <p:cNvPr id="5956" name="Google Shape;5956;p3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3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3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3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3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3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3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63" name="Google Shape;5963;p32"/>
              <p:cNvGrpSpPr/>
              <p:nvPr/>
            </p:nvGrpSpPr>
            <p:grpSpPr>
              <a:xfrm>
                <a:off x="1299324" y="2882501"/>
                <a:ext cx="103104" cy="1426186"/>
                <a:chOff x="5206863" y="3100904"/>
                <a:chExt cx="122758" cy="1698043"/>
              </a:xfrm>
            </p:grpSpPr>
            <p:sp>
              <p:nvSpPr>
                <p:cNvPr id="5964" name="Google Shape;5964;p3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3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3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3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3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3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3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1" name="Google Shape;5971;p32"/>
              <p:cNvGrpSpPr/>
              <p:nvPr/>
            </p:nvGrpSpPr>
            <p:grpSpPr>
              <a:xfrm>
                <a:off x="1786057" y="2882501"/>
                <a:ext cx="103104" cy="1426186"/>
                <a:chOff x="6006138" y="3143629"/>
                <a:chExt cx="122758" cy="1698043"/>
              </a:xfrm>
            </p:grpSpPr>
            <p:sp>
              <p:nvSpPr>
                <p:cNvPr id="5972" name="Google Shape;5972;p3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3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3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3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3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3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3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9" name="Google Shape;5979;p32"/>
              <p:cNvGrpSpPr/>
              <p:nvPr/>
            </p:nvGrpSpPr>
            <p:grpSpPr>
              <a:xfrm>
                <a:off x="2029422" y="2882501"/>
                <a:ext cx="103104" cy="1426186"/>
                <a:chOff x="6805413" y="3100904"/>
                <a:chExt cx="122758" cy="1698043"/>
              </a:xfrm>
            </p:grpSpPr>
            <p:sp>
              <p:nvSpPr>
                <p:cNvPr id="5980" name="Google Shape;5980;p3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3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3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3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3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3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3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87" name="Google Shape;5987;p32"/>
              <p:cNvGrpSpPr/>
              <p:nvPr/>
            </p:nvGrpSpPr>
            <p:grpSpPr>
              <a:xfrm>
                <a:off x="2272795" y="2882501"/>
                <a:ext cx="103104" cy="1426186"/>
                <a:chOff x="5206863" y="3100904"/>
                <a:chExt cx="122758" cy="1698043"/>
              </a:xfrm>
            </p:grpSpPr>
            <p:sp>
              <p:nvSpPr>
                <p:cNvPr id="5988" name="Google Shape;5988;p3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3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3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3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3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3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3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95" name="Google Shape;5995;p32"/>
              <p:cNvGrpSpPr/>
              <p:nvPr/>
            </p:nvGrpSpPr>
            <p:grpSpPr>
              <a:xfrm>
                <a:off x="1542694" y="2882501"/>
                <a:ext cx="103104" cy="1426186"/>
                <a:chOff x="6006138" y="3143629"/>
                <a:chExt cx="122758" cy="1698043"/>
              </a:xfrm>
            </p:grpSpPr>
            <p:sp>
              <p:nvSpPr>
                <p:cNvPr id="5996" name="Google Shape;5996;p3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3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3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3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3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3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3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6003" name="Google Shape;6003;p32"/>
          <p:cNvGrpSpPr/>
          <p:nvPr/>
        </p:nvGrpSpPr>
        <p:grpSpPr>
          <a:xfrm>
            <a:off x="5671260" y="3305994"/>
            <a:ext cx="2749952" cy="870677"/>
            <a:chOff x="238125" y="1725700"/>
            <a:chExt cx="7139025" cy="2260325"/>
          </a:xfrm>
        </p:grpSpPr>
        <p:sp>
          <p:nvSpPr>
            <p:cNvPr id="6004" name="Google Shape;6004;p3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3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3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3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32"/>
            <p:cNvSpPr/>
            <p:nvPr/>
          </p:nvSpPr>
          <p:spPr>
            <a:xfrm>
              <a:off x="6838275" y="1725700"/>
              <a:ext cx="150" cy="0"/>
            </a:xfrm>
            <a:custGeom>
              <a:rect b="b" l="l" r="r" t="t"/>
              <a:pathLst>
                <a:path extrusionOk="0" h="12000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3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3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3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3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3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14" name="Google Shape;6014;p32"/>
          <p:cNvGrpSpPr/>
          <p:nvPr/>
        </p:nvGrpSpPr>
        <p:grpSpPr>
          <a:xfrm>
            <a:off x="5941424" y="2247740"/>
            <a:ext cx="1105452" cy="916747"/>
            <a:chOff x="5249100" y="1210600"/>
            <a:chExt cx="3502700" cy="2904775"/>
          </a:xfrm>
        </p:grpSpPr>
        <p:sp>
          <p:nvSpPr>
            <p:cNvPr id="6015" name="Google Shape;6015;p3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3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3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3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19" name="Google Shape;6019;p3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sm" w="sm" type="none"/>
            </a:ln>
          </p:spPr>
        </p:cxnSp>
        <p:cxnSp>
          <p:nvCxnSpPr>
            <p:cNvPr id="6020" name="Google Shape;6020;p3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sm" w="sm" type="none"/>
            </a:ln>
          </p:spPr>
        </p:cxnSp>
        <p:cxnSp>
          <p:nvCxnSpPr>
            <p:cNvPr id="6021" name="Google Shape;6021;p3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sm" w="sm" type="none"/>
            </a:ln>
          </p:spPr>
        </p:cxnSp>
        <p:cxnSp>
          <p:nvCxnSpPr>
            <p:cNvPr id="6022" name="Google Shape;6022;p3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sm" w="sm" type="none"/>
            </a:ln>
          </p:spPr>
        </p:cxnSp>
        <p:sp>
          <p:nvSpPr>
            <p:cNvPr id="6023" name="Google Shape;6023;p3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24" name="Google Shape;6024;p32"/>
          <p:cNvGrpSpPr/>
          <p:nvPr/>
        </p:nvGrpSpPr>
        <p:grpSpPr>
          <a:xfrm>
            <a:off x="7123972" y="967158"/>
            <a:ext cx="1304650" cy="1124856"/>
            <a:chOff x="7287122" y="1165658"/>
            <a:chExt cx="1219413" cy="1051365"/>
          </a:xfrm>
        </p:grpSpPr>
        <p:grpSp>
          <p:nvGrpSpPr>
            <p:cNvPr id="6025" name="Google Shape;6025;p32"/>
            <p:cNvGrpSpPr/>
            <p:nvPr/>
          </p:nvGrpSpPr>
          <p:grpSpPr>
            <a:xfrm>
              <a:off x="7287122" y="1969723"/>
              <a:ext cx="1219413" cy="247300"/>
              <a:chOff x="7287122" y="1969723"/>
              <a:chExt cx="1219413" cy="247300"/>
            </a:xfrm>
          </p:grpSpPr>
          <p:sp>
            <p:nvSpPr>
              <p:cNvPr id="6026" name="Google Shape;6026;p3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27" name="Google Shape;6027;p32"/>
              <p:cNvGrpSpPr/>
              <p:nvPr/>
            </p:nvGrpSpPr>
            <p:grpSpPr>
              <a:xfrm>
                <a:off x="7287122" y="2063892"/>
                <a:ext cx="1151753" cy="73428"/>
                <a:chOff x="7287122" y="2063892"/>
                <a:chExt cx="1151753" cy="73428"/>
              </a:xfrm>
            </p:grpSpPr>
            <p:sp>
              <p:nvSpPr>
                <p:cNvPr id="6028" name="Google Shape;6028;p3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29" name="Google Shape;6029;p32"/>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6030" name="Google Shape;6030;p32"/>
            <p:cNvGrpSpPr/>
            <p:nvPr/>
          </p:nvGrpSpPr>
          <p:grpSpPr>
            <a:xfrm>
              <a:off x="7287122" y="1712201"/>
              <a:ext cx="1219403" cy="246767"/>
              <a:chOff x="7287122" y="1712201"/>
              <a:chExt cx="1219403" cy="246767"/>
            </a:xfrm>
          </p:grpSpPr>
          <p:sp>
            <p:nvSpPr>
              <p:cNvPr id="6031" name="Google Shape;6031;p3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32" name="Google Shape;6032;p32"/>
              <p:cNvGrpSpPr/>
              <p:nvPr/>
            </p:nvGrpSpPr>
            <p:grpSpPr>
              <a:xfrm>
                <a:off x="7287122" y="1842861"/>
                <a:ext cx="1005303" cy="73419"/>
                <a:chOff x="7287122" y="1842861"/>
                <a:chExt cx="1005303" cy="73419"/>
              </a:xfrm>
            </p:grpSpPr>
            <p:sp>
              <p:nvSpPr>
                <p:cNvPr id="6033" name="Google Shape;6033;p3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34" name="Google Shape;6034;p32"/>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6035" name="Google Shape;6035;p32"/>
            <p:cNvGrpSpPr/>
            <p:nvPr/>
          </p:nvGrpSpPr>
          <p:grpSpPr>
            <a:xfrm>
              <a:off x="7287122" y="1447520"/>
              <a:ext cx="1219403" cy="286667"/>
              <a:chOff x="7287122" y="1447520"/>
              <a:chExt cx="1219403" cy="286667"/>
            </a:xfrm>
          </p:grpSpPr>
          <p:sp>
            <p:nvSpPr>
              <p:cNvPr id="6036" name="Google Shape;6036;p3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37" name="Google Shape;6037;p32"/>
              <p:cNvGrpSpPr/>
              <p:nvPr/>
            </p:nvGrpSpPr>
            <p:grpSpPr>
              <a:xfrm>
                <a:off x="7287122" y="1581977"/>
                <a:ext cx="852803" cy="73428"/>
                <a:chOff x="7287122" y="1581977"/>
                <a:chExt cx="852803" cy="73428"/>
              </a:xfrm>
            </p:grpSpPr>
            <p:sp>
              <p:nvSpPr>
                <p:cNvPr id="6038" name="Google Shape;6038;p3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39" name="Google Shape;6039;p32"/>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6040" name="Google Shape;6040;p32"/>
            <p:cNvGrpSpPr/>
            <p:nvPr/>
          </p:nvGrpSpPr>
          <p:grpSpPr>
            <a:xfrm>
              <a:off x="7287122" y="1165658"/>
              <a:ext cx="1219403" cy="344253"/>
              <a:chOff x="7287122" y="1165658"/>
              <a:chExt cx="1219403" cy="344253"/>
            </a:xfrm>
          </p:grpSpPr>
          <p:sp>
            <p:nvSpPr>
              <p:cNvPr id="6041" name="Google Shape;6041;p3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42" name="Google Shape;6042;p32"/>
              <p:cNvGrpSpPr/>
              <p:nvPr/>
            </p:nvGrpSpPr>
            <p:grpSpPr>
              <a:xfrm>
                <a:off x="7287122" y="1341025"/>
                <a:ext cx="695703" cy="73419"/>
                <a:chOff x="7287122" y="1341025"/>
                <a:chExt cx="695703" cy="73419"/>
              </a:xfrm>
            </p:grpSpPr>
            <p:sp>
              <p:nvSpPr>
                <p:cNvPr id="6043" name="Google Shape;6043;p3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44" name="Google Shape;6044;p32"/>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grpSp>
        <p:nvGrpSpPr>
          <p:cNvPr id="6045" name="Google Shape;6045;p32"/>
          <p:cNvGrpSpPr/>
          <p:nvPr/>
        </p:nvGrpSpPr>
        <p:grpSpPr>
          <a:xfrm>
            <a:off x="5790464" y="973181"/>
            <a:ext cx="1397728" cy="1098540"/>
            <a:chOff x="5900602" y="1193063"/>
            <a:chExt cx="1299850" cy="1021707"/>
          </a:xfrm>
        </p:grpSpPr>
        <p:grpSp>
          <p:nvGrpSpPr>
            <p:cNvPr id="6046" name="Google Shape;6046;p32"/>
            <p:cNvGrpSpPr/>
            <p:nvPr/>
          </p:nvGrpSpPr>
          <p:grpSpPr>
            <a:xfrm>
              <a:off x="6520338" y="1193063"/>
              <a:ext cx="341813" cy="799959"/>
              <a:chOff x="6520338" y="1193063"/>
              <a:chExt cx="341813" cy="799959"/>
            </a:xfrm>
          </p:grpSpPr>
          <p:grpSp>
            <p:nvGrpSpPr>
              <p:cNvPr id="6047" name="Google Shape;6047;p32"/>
              <p:cNvGrpSpPr/>
              <p:nvPr/>
            </p:nvGrpSpPr>
            <p:grpSpPr>
              <a:xfrm>
                <a:off x="6520337" y="1589527"/>
                <a:ext cx="213949" cy="403494"/>
                <a:chOff x="6520338" y="1589528"/>
                <a:chExt cx="213949" cy="403494"/>
              </a:xfrm>
            </p:grpSpPr>
            <p:sp>
              <p:nvSpPr>
                <p:cNvPr id="6048" name="Google Shape;6048;p3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3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50" name="Google Shape;6050;p32"/>
              <p:cNvGrpSpPr/>
              <p:nvPr/>
            </p:nvGrpSpPr>
            <p:grpSpPr>
              <a:xfrm>
                <a:off x="6577204" y="1193063"/>
                <a:ext cx="284947" cy="464512"/>
                <a:chOff x="6577204" y="1193063"/>
                <a:chExt cx="284947" cy="464512"/>
              </a:xfrm>
            </p:grpSpPr>
            <p:sp>
              <p:nvSpPr>
                <p:cNvPr id="6051" name="Google Shape;6051;p3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52" name="Google Shape;6052;p32"/>
                <p:cNvCxnSpPr/>
                <p:nvPr/>
              </p:nvCxnSpPr>
              <p:spPr>
                <a:xfrm rot="10800000">
                  <a:off x="6677825" y="1279575"/>
                  <a:ext cx="0" cy="378000"/>
                </a:xfrm>
                <a:prstGeom prst="straightConnector1">
                  <a:avLst/>
                </a:prstGeom>
                <a:noFill/>
                <a:ln cap="flat" cmpd="sng" w="9525">
                  <a:solidFill>
                    <a:srgbClr val="A5B7C6"/>
                  </a:solidFill>
                  <a:prstDash val="solid"/>
                  <a:round/>
                  <a:headEnd len="sm" w="sm" type="none"/>
                  <a:tailEnd len="med" w="med" type="oval"/>
                </a:ln>
              </p:spPr>
            </p:cxnSp>
          </p:grpSp>
        </p:grpSp>
        <p:grpSp>
          <p:nvGrpSpPr>
            <p:cNvPr id="6053" name="Google Shape;6053;p32"/>
            <p:cNvGrpSpPr/>
            <p:nvPr/>
          </p:nvGrpSpPr>
          <p:grpSpPr>
            <a:xfrm>
              <a:off x="6238903" y="1193063"/>
              <a:ext cx="300476" cy="900152"/>
              <a:chOff x="6238903" y="1193063"/>
              <a:chExt cx="300476" cy="900152"/>
            </a:xfrm>
          </p:grpSpPr>
          <p:grpSp>
            <p:nvGrpSpPr>
              <p:cNvPr id="6054" name="Google Shape;6054;p32"/>
              <p:cNvGrpSpPr/>
              <p:nvPr/>
            </p:nvGrpSpPr>
            <p:grpSpPr>
              <a:xfrm>
                <a:off x="6290865" y="1489315"/>
                <a:ext cx="248514" cy="603900"/>
                <a:chOff x="6290865" y="1489315"/>
                <a:chExt cx="248514" cy="603900"/>
              </a:xfrm>
            </p:grpSpPr>
            <p:sp>
              <p:nvSpPr>
                <p:cNvPr id="6055" name="Google Shape;6055;p3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3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57" name="Google Shape;6057;p32"/>
              <p:cNvGrpSpPr/>
              <p:nvPr/>
            </p:nvGrpSpPr>
            <p:grpSpPr>
              <a:xfrm>
                <a:off x="6238903" y="1193063"/>
                <a:ext cx="284947" cy="333087"/>
                <a:chOff x="6238903" y="1193063"/>
                <a:chExt cx="284947" cy="333087"/>
              </a:xfrm>
            </p:grpSpPr>
            <p:sp>
              <p:nvSpPr>
                <p:cNvPr id="6058" name="Google Shape;6058;p3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59" name="Google Shape;6059;p32"/>
                <p:cNvCxnSpPr/>
                <p:nvPr/>
              </p:nvCxnSpPr>
              <p:spPr>
                <a:xfrm rot="10800000">
                  <a:off x="6431250" y="1279250"/>
                  <a:ext cx="0" cy="246900"/>
                </a:xfrm>
                <a:prstGeom prst="straightConnector1">
                  <a:avLst/>
                </a:prstGeom>
                <a:noFill/>
                <a:ln cap="flat" cmpd="sng" w="9525">
                  <a:solidFill>
                    <a:srgbClr val="869FB2"/>
                  </a:solidFill>
                  <a:prstDash val="solid"/>
                  <a:round/>
                  <a:headEnd len="sm" w="sm" type="none"/>
                  <a:tailEnd len="med" w="med" type="oval"/>
                </a:ln>
              </p:spPr>
            </p:cxnSp>
          </p:grpSp>
        </p:grpSp>
        <p:grpSp>
          <p:nvGrpSpPr>
            <p:cNvPr id="6060" name="Google Shape;6060;p32"/>
            <p:cNvGrpSpPr/>
            <p:nvPr/>
          </p:nvGrpSpPr>
          <p:grpSpPr>
            <a:xfrm>
              <a:off x="5900602" y="1193063"/>
              <a:ext cx="444346" cy="1021707"/>
              <a:chOff x="5900602" y="1193063"/>
              <a:chExt cx="444346" cy="1021707"/>
            </a:xfrm>
          </p:grpSpPr>
          <p:grpSp>
            <p:nvGrpSpPr>
              <p:cNvPr id="6061" name="Google Shape;6061;p32"/>
              <p:cNvGrpSpPr/>
              <p:nvPr/>
            </p:nvGrpSpPr>
            <p:grpSpPr>
              <a:xfrm>
                <a:off x="6046502" y="1367784"/>
                <a:ext cx="298446" cy="846986"/>
                <a:chOff x="6046502" y="1367784"/>
                <a:chExt cx="298446" cy="846986"/>
              </a:xfrm>
            </p:grpSpPr>
            <p:sp>
              <p:nvSpPr>
                <p:cNvPr id="6062" name="Google Shape;6062;p3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3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64" name="Google Shape;6064;p32"/>
              <p:cNvGrpSpPr/>
              <p:nvPr/>
            </p:nvGrpSpPr>
            <p:grpSpPr>
              <a:xfrm>
                <a:off x="5900602" y="1193063"/>
                <a:ext cx="284947" cy="182312"/>
                <a:chOff x="5900602" y="1193063"/>
                <a:chExt cx="284947" cy="182312"/>
              </a:xfrm>
            </p:grpSpPr>
            <p:sp>
              <p:nvSpPr>
                <p:cNvPr id="6065" name="Google Shape;6065;p3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66" name="Google Shape;6066;p32"/>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nvGrpSpPr>
            <p:cNvPr id="6067" name="Google Shape;6067;p32"/>
            <p:cNvGrpSpPr/>
            <p:nvPr/>
          </p:nvGrpSpPr>
          <p:grpSpPr>
            <a:xfrm>
              <a:off x="6738300" y="1193063"/>
              <a:ext cx="462152" cy="707634"/>
              <a:chOff x="6738300" y="1193063"/>
              <a:chExt cx="462152" cy="707634"/>
            </a:xfrm>
          </p:grpSpPr>
          <p:grpSp>
            <p:nvGrpSpPr>
              <p:cNvPr id="6068" name="Google Shape;6068;p32"/>
              <p:cNvGrpSpPr/>
              <p:nvPr/>
            </p:nvGrpSpPr>
            <p:grpSpPr>
              <a:xfrm>
                <a:off x="6915505" y="1193063"/>
                <a:ext cx="284947" cy="597387"/>
                <a:chOff x="6915505" y="1193063"/>
                <a:chExt cx="284947" cy="597387"/>
              </a:xfrm>
            </p:grpSpPr>
            <p:sp>
              <p:nvSpPr>
                <p:cNvPr id="6069" name="Google Shape;6069;p3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70" name="Google Shape;6070;p32"/>
                <p:cNvCxnSpPr/>
                <p:nvPr/>
              </p:nvCxnSpPr>
              <p:spPr>
                <a:xfrm rot="10800000">
                  <a:off x="6938275" y="1279850"/>
                  <a:ext cx="0" cy="510600"/>
                </a:xfrm>
                <a:prstGeom prst="straightConnector1">
                  <a:avLst/>
                </a:prstGeom>
                <a:noFill/>
                <a:ln cap="flat" cmpd="sng" w="9525">
                  <a:solidFill>
                    <a:srgbClr val="E3E7EA"/>
                  </a:solidFill>
                  <a:prstDash val="solid"/>
                  <a:round/>
                  <a:headEnd len="sm" w="sm" type="none"/>
                  <a:tailEnd len="med" w="med" type="oval"/>
                </a:ln>
              </p:spPr>
            </p:cxnSp>
          </p:grpSp>
          <p:grpSp>
            <p:nvGrpSpPr>
              <p:cNvPr id="6071" name="Google Shape;6071;p32"/>
              <p:cNvGrpSpPr/>
              <p:nvPr/>
            </p:nvGrpSpPr>
            <p:grpSpPr>
              <a:xfrm>
                <a:off x="6738300" y="1684726"/>
                <a:ext cx="230066" cy="215971"/>
                <a:chOff x="6738300" y="1684726"/>
                <a:chExt cx="230066" cy="215971"/>
              </a:xfrm>
            </p:grpSpPr>
            <p:sp>
              <p:nvSpPr>
                <p:cNvPr id="6072" name="Google Shape;6072;p3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3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77" name="Shape 6077"/>
        <p:cNvGrpSpPr/>
        <p:nvPr/>
      </p:nvGrpSpPr>
      <p:grpSpPr>
        <a:xfrm>
          <a:off x="0" y="0"/>
          <a:ext cx="0" cy="0"/>
          <a:chOff x="0" y="0"/>
          <a:chExt cx="0" cy="0"/>
        </a:xfrm>
      </p:grpSpPr>
      <p:grpSp>
        <p:nvGrpSpPr>
          <p:cNvPr id="6078" name="Google Shape;6078;p33"/>
          <p:cNvGrpSpPr/>
          <p:nvPr/>
        </p:nvGrpSpPr>
        <p:grpSpPr>
          <a:xfrm>
            <a:off x="821785" y="2307635"/>
            <a:ext cx="339235" cy="298186"/>
            <a:chOff x="898875" y="244725"/>
            <a:chExt cx="481800" cy="423500"/>
          </a:xfrm>
        </p:grpSpPr>
        <p:sp>
          <p:nvSpPr>
            <p:cNvPr id="6079" name="Google Shape;6079;p3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0" name="Google Shape;6080;p3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1" name="Google Shape;6081;p3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2" name="Google Shape;6082;p3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3" name="Google Shape;6083;p3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4" name="Google Shape;6084;p3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85" name="Google Shape;6085;p33"/>
          <p:cNvGrpSpPr/>
          <p:nvPr/>
        </p:nvGrpSpPr>
        <p:grpSpPr>
          <a:xfrm>
            <a:off x="1260167" y="2287103"/>
            <a:ext cx="298169" cy="339253"/>
            <a:chOff x="1529350" y="258825"/>
            <a:chExt cx="423475" cy="481825"/>
          </a:xfrm>
        </p:grpSpPr>
        <p:sp>
          <p:nvSpPr>
            <p:cNvPr id="6086" name="Google Shape;6086;p3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7" name="Google Shape;6087;p3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88" name="Google Shape;6088;p33"/>
          <p:cNvGrpSpPr/>
          <p:nvPr/>
        </p:nvGrpSpPr>
        <p:grpSpPr>
          <a:xfrm>
            <a:off x="2102437" y="2287102"/>
            <a:ext cx="298169" cy="339253"/>
            <a:chOff x="2707500" y="249400"/>
            <a:chExt cx="423475" cy="481825"/>
          </a:xfrm>
        </p:grpSpPr>
        <p:sp>
          <p:nvSpPr>
            <p:cNvPr id="6089" name="Google Shape;6089;p3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0" name="Google Shape;6090;p3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91" name="Google Shape;6091;p33"/>
          <p:cNvGrpSpPr/>
          <p:nvPr/>
        </p:nvGrpSpPr>
        <p:grpSpPr>
          <a:xfrm>
            <a:off x="2516052" y="2287428"/>
            <a:ext cx="305386" cy="338602"/>
            <a:chOff x="3300325" y="249875"/>
            <a:chExt cx="433725" cy="480900"/>
          </a:xfrm>
        </p:grpSpPr>
        <p:sp>
          <p:nvSpPr>
            <p:cNvPr id="6092" name="Google Shape;6092;p3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3" name="Google Shape;6093;p3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4" name="Google Shape;6094;p3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5" name="Google Shape;6095;p3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6" name="Google Shape;6096;p3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7" name="Google Shape;6097;p3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98" name="Google Shape;6098;p33"/>
          <p:cNvGrpSpPr/>
          <p:nvPr/>
        </p:nvGrpSpPr>
        <p:grpSpPr>
          <a:xfrm>
            <a:off x="1653142" y="2367273"/>
            <a:ext cx="340890" cy="178912"/>
            <a:chOff x="2084325" y="363300"/>
            <a:chExt cx="484150" cy="254100"/>
          </a:xfrm>
        </p:grpSpPr>
        <p:sp>
          <p:nvSpPr>
            <p:cNvPr id="6099" name="Google Shape;6099;p3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0" name="Google Shape;6100;p3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01" name="Google Shape;6101;p33"/>
          <p:cNvGrpSpPr/>
          <p:nvPr/>
        </p:nvGrpSpPr>
        <p:grpSpPr>
          <a:xfrm>
            <a:off x="2905137" y="2287349"/>
            <a:ext cx="352349" cy="338760"/>
            <a:chOff x="3854700" y="249750"/>
            <a:chExt cx="500425" cy="481125"/>
          </a:xfrm>
        </p:grpSpPr>
        <p:sp>
          <p:nvSpPr>
            <p:cNvPr id="6102" name="Google Shape;6102;p3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3" name="Google Shape;6103;p3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4" name="Google Shape;6104;p3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5" name="Google Shape;6105;p3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6" name="Google Shape;6106;p3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7" name="Google Shape;6107;p3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8" name="Google Shape;6108;p3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9" name="Google Shape;6109;p3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0" name="Google Shape;6110;p33"/>
          <p:cNvGrpSpPr/>
          <p:nvPr/>
        </p:nvGrpSpPr>
        <p:grpSpPr>
          <a:xfrm>
            <a:off x="3323126" y="2287349"/>
            <a:ext cx="352349" cy="338760"/>
            <a:chOff x="4447550" y="249750"/>
            <a:chExt cx="500425" cy="481125"/>
          </a:xfrm>
        </p:grpSpPr>
        <p:sp>
          <p:nvSpPr>
            <p:cNvPr id="6111" name="Google Shape;6111;p3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2" name="Google Shape;6112;p3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3" name="Google Shape;6113;p33"/>
          <p:cNvGrpSpPr/>
          <p:nvPr/>
        </p:nvGrpSpPr>
        <p:grpSpPr>
          <a:xfrm>
            <a:off x="3752328" y="2287102"/>
            <a:ext cx="339253" cy="339253"/>
            <a:chOff x="5049725" y="249400"/>
            <a:chExt cx="481825" cy="481825"/>
          </a:xfrm>
        </p:grpSpPr>
        <p:sp>
          <p:nvSpPr>
            <p:cNvPr id="6114" name="Google Shape;6114;p3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5" name="Google Shape;6115;p3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6" name="Google Shape;6116;p33"/>
          <p:cNvGrpSpPr/>
          <p:nvPr/>
        </p:nvGrpSpPr>
        <p:grpSpPr>
          <a:xfrm>
            <a:off x="4166269" y="2287102"/>
            <a:ext cx="339253" cy="339253"/>
            <a:chOff x="5660400" y="238125"/>
            <a:chExt cx="481825" cy="481825"/>
          </a:xfrm>
        </p:grpSpPr>
        <p:sp>
          <p:nvSpPr>
            <p:cNvPr id="6117" name="Google Shape;6117;p3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8" name="Google Shape;6118;p3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9" name="Google Shape;6119;p33"/>
          <p:cNvGrpSpPr/>
          <p:nvPr/>
        </p:nvGrpSpPr>
        <p:grpSpPr>
          <a:xfrm>
            <a:off x="4582955" y="2287102"/>
            <a:ext cx="339253" cy="339253"/>
            <a:chOff x="6235400" y="249400"/>
            <a:chExt cx="481825" cy="481825"/>
          </a:xfrm>
        </p:grpSpPr>
        <p:sp>
          <p:nvSpPr>
            <p:cNvPr id="6120" name="Google Shape;6120;p3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1" name="Google Shape;6121;p3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2" name="Google Shape;6122;p3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3" name="Google Shape;6123;p3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4" name="Google Shape;6124;p3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25" name="Google Shape;6125;p33"/>
          <p:cNvGrpSpPr/>
          <p:nvPr/>
        </p:nvGrpSpPr>
        <p:grpSpPr>
          <a:xfrm>
            <a:off x="821301" y="2731810"/>
            <a:ext cx="340204" cy="298116"/>
            <a:chOff x="899850" y="871450"/>
            <a:chExt cx="483175" cy="423400"/>
          </a:xfrm>
        </p:grpSpPr>
        <p:sp>
          <p:nvSpPr>
            <p:cNvPr id="6126" name="Google Shape;6126;p3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7" name="Google Shape;6127;p3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8" name="Google Shape;6128;p3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9" name="Google Shape;6129;p3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130" name="Google Shape;6130;p33"/>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131" name="Google Shape;6131;p33"/>
          <p:cNvGrpSpPr/>
          <p:nvPr/>
        </p:nvGrpSpPr>
        <p:grpSpPr>
          <a:xfrm>
            <a:off x="1653301" y="2711232"/>
            <a:ext cx="340573" cy="339271"/>
            <a:chOff x="2085450" y="842250"/>
            <a:chExt cx="483700" cy="481850"/>
          </a:xfrm>
        </p:grpSpPr>
        <p:sp>
          <p:nvSpPr>
            <p:cNvPr id="6132" name="Google Shape;6132;p3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33" name="Google Shape;6133;p3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34" name="Google Shape;6134;p3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35" name="Google Shape;6135;p33"/>
          <p:cNvGrpSpPr/>
          <p:nvPr/>
        </p:nvGrpSpPr>
        <p:grpSpPr>
          <a:xfrm>
            <a:off x="2081868" y="2711241"/>
            <a:ext cx="339306" cy="339253"/>
            <a:chOff x="2685825" y="840375"/>
            <a:chExt cx="481900" cy="481825"/>
          </a:xfrm>
        </p:grpSpPr>
        <p:sp>
          <p:nvSpPr>
            <p:cNvPr id="6136" name="Google Shape;6136;p3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37" name="Google Shape;6137;p3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38" name="Google Shape;6138;p33"/>
          <p:cNvGrpSpPr/>
          <p:nvPr/>
        </p:nvGrpSpPr>
        <p:grpSpPr>
          <a:xfrm>
            <a:off x="2493529" y="2710924"/>
            <a:ext cx="350431" cy="339887"/>
            <a:chOff x="3270675" y="841800"/>
            <a:chExt cx="497700" cy="482725"/>
          </a:xfrm>
        </p:grpSpPr>
        <p:sp>
          <p:nvSpPr>
            <p:cNvPr id="6139" name="Google Shape;6139;p3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40" name="Google Shape;6140;p3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41" name="Google Shape;6141;p3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142" name="Google Shape;6142;p33"/>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143" name="Google Shape;6143;p33"/>
          <p:cNvGrpSpPr/>
          <p:nvPr/>
        </p:nvGrpSpPr>
        <p:grpSpPr>
          <a:xfrm>
            <a:off x="3329675" y="2731783"/>
            <a:ext cx="339253" cy="298169"/>
            <a:chOff x="4467200" y="877100"/>
            <a:chExt cx="481825" cy="423475"/>
          </a:xfrm>
        </p:grpSpPr>
        <p:sp>
          <p:nvSpPr>
            <p:cNvPr id="6144" name="Google Shape;6144;p3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45" name="Google Shape;6145;p3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46" name="Google Shape;6146;p3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47" name="Google Shape;6147;p3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48" name="Google Shape;6148;p33"/>
          <p:cNvGrpSpPr/>
          <p:nvPr/>
        </p:nvGrpSpPr>
        <p:grpSpPr>
          <a:xfrm>
            <a:off x="3744565" y="2711232"/>
            <a:ext cx="354778" cy="339271"/>
            <a:chOff x="5045500" y="842250"/>
            <a:chExt cx="503875" cy="481850"/>
          </a:xfrm>
        </p:grpSpPr>
        <p:sp>
          <p:nvSpPr>
            <p:cNvPr id="6149" name="Google Shape;6149;p3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0" name="Google Shape;6150;p3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51" name="Google Shape;6151;p33"/>
          <p:cNvGrpSpPr/>
          <p:nvPr/>
        </p:nvGrpSpPr>
        <p:grpSpPr>
          <a:xfrm>
            <a:off x="4167413" y="2737451"/>
            <a:ext cx="336965" cy="286833"/>
            <a:chOff x="5645200" y="879425"/>
            <a:chExt cx="478575" cy="407375"/>
          </a:xfrm>
        </p:grpSpPr>
        <p:sp>
          <p:nvSpPr>
            <p:cNvPr id="6152" name="Google Shape;6152;p3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3" name="Google Shape;6153;p3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4" name="Google Shape;6154;p3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5" name="Google Shape;6155;p3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6" name="Google Shape;6156;p3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57" name="Google Shape;6157;p3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58" name="Google Shape;6158;p33"/>
          <p:cNvGrpSpPr/>
          <p:nvPr/>
        </p:nvGrpSpPr>
        <p:grpSpPr>
          <a:xfrm>
            <a:off x="4603488" y="2711241"/>
            <a:ext cx="298186" cy="339253"/>
            <a:chOff x="6264525" y="842250"/>
            <a:chExt cx="423500" cy="481825"/>
          </a:xfrm>
        </p:grpSpPr>
        <p:sp>
          <p:nvSpPr>
            <p:cNvPr id="6159" name="Google Shape;6159;p3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0" name="Google Shape;6160;p3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1" name="Google Shape;6161;p3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2" name="Google Shape;6162;p3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3" name="Google Shape;6163;p3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4" name="Google Shape;6164;p3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5" name="Google Shape;6165;p3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66" name="Google Shape;6166;p33"/>
          <p:cNvGrpSpPr/>
          <p:nvPr/>
        </p:nvGrpSpPr>
        <p:grpSpPr>
          <a:xfrm>
            <a:off x="821776" y="3125895"/>
            <a:ext cx="339253" cy="339253"/>
            <a:chOff x="900750" y="1436075"/>
            <a:chExt cx="481825" cy="481825"/>
          </a:xfrm>
        </p:grpSpPr>
        <p:sp>
          <p:nvSpPr>
            <p:cNvPr id="6167" name="Google Shape;6167;p3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8" name="Google Shape;6168;p3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69" name="Google Shape;6169;p3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70" name="Google Shape;6170;p3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71" name="Google Shape;6171;p33"/>
          <p:cNvGrpSpPr/>
          <p:nvPr/>
        </p:nvGrpSpPr>
        <p:grpSpPr>
          <a:xfrm>
            <a:off x="1239624" y="3186183"/>
            <a:ext cx="339253" cy="218676"/>
            <a:chOff x="1492675" y="1520750"/>
            <a:chExt cx="481825" cy="310575"/>
          </a:xfrm>
        </p:grpSpPr>
        <p:sp>
          <p:nvSpPr>
            <p:cNvPr id="6172" name="Google Shape;6172;p3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73" name="Google Shape;6173;p3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74" name="Google Shape;6174;p33"/>
          <p:cNvGrpSpPr/>
          <p:nvPr/>
        </p:nvGrpSpPr>
        <p:grpSpPr>
          <a:xfrm>
            <a:off x="1647421" y="3125877"/>
            <a:ext cx="352332" cy="339288"/>
            <a:chOff x="2071000" y="1435025"/>
            <a:chExt cx="500400" cy="481875"/>
          </a:xfrm>
        </p:grpSpPr>
        <p:sp>
          <p:nvSpPr>
            <p:cNvPr id="6175" name="Google Shape;6175;p3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76" name="Google Shape;6176;p3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77" name="Google Shape;6177;p3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78" name="Google Shape;6178;p33"/>
          <p:cNvGrpSpPr/>
          <p:nvPr/>
        </p:nvGrpSpPr>
        <p:grpSpPr>
          <a:xfrm>
            <a:off x="2075584" y="3146709"/>
            <a:ext cx="351874" cy="297623"/>
            <a:chOff x="2678350" y="1464650"/>
            <a:chExt cx="499750" cy="422700"/>
          </a:xfrm>
        </p:grpSpPr>
        <p:sp>
          <p:nvSpPr>
            <p:cNvPr id="6179" name="Google Shape;6179;p3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0" name="Google Shape;6180;p3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1" name="Google Shape;6181;p3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82" name="Google Shape;6182;p33"/>
          <p:cNvGrpSpPr/>
          <p:nvPr/>
        </p:nvGrpSpPr>
        <p:grpSpPr>
          <a:xfrm>
            <a:off x="2499118" y="3125895"/>
            <a:ext cx="339253" cy="339253"/>
            <a:chOff x="3271200" y="1435075"/>
            <a:chExt cx="481825" cy="481825"/>
          </a:xfrm>
        </p:grpSpPr>
        <p:sp>
          <p:nvSpPr>
            <p:cNvPr id="6183" name="Google Shape;6183;p3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4" name="Google Shape;6184;p3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85" name="Google Shape;6185;p33"/>
          <p:cNvGrpSpPr/>
          <p:nvPr/>
        </p:nvGrpSpPr>
        <p:grpSpPr>
          <a:xfrm>
            <a:off x="2909591" y="3125877"/>
            <a:ext cx="343442" cy="339288"/>
            <a:chOff x="3858100" y="1435075"/>
            <a:chExt cx="487775" cy="481875"/>
          </a:xfrm>
        </p:grpSpPr>
        <p:sp>
          <p:nvSpPr>
            <p:cNvPr id="6186" name="Google Shape;6186;p3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7" name="Google Shape;6187;p3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8" name="Google Shape;6188;p3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89" name="Google Shape;6189;p3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0" name="Google Shape;6190;p3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91" name="Google Shape;6191;p33"/>
          <p:cNvGrpSpPr/>
          <p:nvPr/>
        </p:nvGrpSpPr>
        <p:grpSpPr>
          <a:xfrm>
            <a:off x="3329674" y="3125895"/>
            <a:ext cx="339253" cy="339253"/>
            <a:chOff x="4456875" y="1435075"/>
            <a:chExt cx="481825" cy="481825"/>
          </a:xfrm>
        </p:grpSpPr>
        <p:sp>
          <p:nvSpPr>
            <p:cNvPr id="6192" name="Google Shape;6192;p3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3" name="Google Shape;6193;p3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4" name="Google Shape;6194;p3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5" name="Google Shape;6195;p3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6" name="Google Shape;6196;p3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7" name="Google Shape;6197;p3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8" name="Google Shape;6198;p3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99" name="Google Shape;6199;p3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0" name="Google Shape;6200;p3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1" name="Google Shape;6201;p3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2" name="Google Shape;6202;p3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3" name="Google Shape;6203;p3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4" name="Google Shape;6204;p3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5" name="Google Shape;6205;p3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6" name="Google Shape;6206;p3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7" name="Google Shape;6207;p3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8" name="Google Shape;6208;p3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09" name="Google Shape;6209;p3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0" name="Google Shape;6210;p3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11" name="Google Shape;6211;p33"/>
          <p:cNvGrpSpPr/>
          <p:nvPr/>
        </p:nvGrpSpPr>
        <p:grpSpPr>
          <a:xfrm>
            <a:off x="3750665" y="3125886"/>
            <a:ext cx="342580" cy="339271"/>
            <a:chOff x="5049725" y="1435050"/>
            <a:chExt cx="486550" cy="481850"/>
          </a:xfrm>
        </p:grpSpPr>
        <p:sp>
          <p:nvSpPr>
            <p:cNvPr id="6212" name="Google Shape;6212;p3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3" name="Google Shape;6213;p3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4" name="Google Shape;6214;p3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5" name="Google Shape;6215;p3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16" name="Google Shape;6216;p33"/>
          <p:cNvGrpSpPr/>
          <p:nvPr/>
        </p:nvGrpSpPr>
        <p:grpSpPr>
          <a:xfrm>
            <a:off x="4166216" y="3125895"/>
            <a:ext cx="339359" cy="339253"/>
            <a:chOff x="5642475" y="1435075"/>
            <a:chExt cx="481975" cy="481825"/>
          </a:xfrm>
        </p:grpSpPr>
        <p:sp>
          <p:nvSpPr>
            <p:cNvPr id="6217" name="Google Shape;6217;p3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8" name="Google Shape;6218;p3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19" name="Google Shape;6219;p3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20" name="Google Shape;6220;p33"/>
          <p:cNvGrpSpPr/>
          <p:nvPr/>
        </p:nvGrpSpPr>
        <p:grpSpPr>
          <a:xfrm>
            <a:off x="4580702" y="3125886"/>
            <a:ext cx="343759" cy="339271"/>
            <a:chOff x="6232000" y="1435050"/>
            <a:chExt cx="488225" cy="481850"/>
          </a:xfrm>
        </p:grpSpPr>
        <p:sp>
          <p:nvSpPr>
            <p:cNvPr id="6221" name="Google Shape;6221;p3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2" name="Google Shape;6222;p3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3" name="Google Shape;6223;p3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4" name="Google Shape;6224;p3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5" name="Google Shape;6225;p3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26" name="Google Shape;6226;p33"/>
          <p:cNvGrpSpPr/>
          <p:nvPr/>
        </p:nvGrpSpPr>
        <p:grpSpPr>
          <a:xfrm>
            <a:off x="841438" y="3539545"/>
            <a:ext cx="299929" cy="337792"/>
            <a:chOff x="924450" y="2028975"/>
            <a:chExt cx="425975" cy="479750"/>
          </a:xfrm>
        </p:grpSpPr>
        <p:sp>
          <p:nvSpPr>
            <p:cNvPr id="6227" name="Google Shape;6227;p3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8" name="Google Shape;6228;p3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29" name="Google Shape;6229;p3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30" name="Google Shape;6230;p33"/>
          <p:cNvGrpSpPr/>
          <p:nvPr/>
        </p:nvGrpSpPr>
        <p:grpSpPr>
          <a:xfrm>
            <a:off x="1653934" y="3559347"/>
            <a:ext cx="339306" cy="298186"/>
            <a:chOff x="2085450" y="2057100"/>
            <a:chExt cx="481900" cy="423500"/>
          </a:xfrm>
        </p:grpSpPr>
        <p:sp>
          <p:nvSpPr>
            <p:cNvPr id="6231" name="Google Shape;6231;p3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2" name="Google Shape;6232;p3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3" name="Google Shape;6233;p3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34" name="Google Shape;6234;p33"/>
          <p:cNvGrpSpPr/>
          <p:nvPr/>
        </p:nvGrpSpPr>
        <p:grpSpPr>
          <a:xfrm>
            <a:off x="2081868" y="3582592"/>
            <a:ext cx="339306" cy="251698"/>
            <a:chOff x="2678275" y="2090100"/>
            <a:chExt cx="481900" cy="357475"/>
          </a:xfrm>
        </p:grpSpPr>
        <p:sp>
          <p:nvSpPr>
            <p:cNvPr id="6235" name="Google Shape;6235;p3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6" name="Google Shape;6236;p3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7" name="Google Shape;6237;p3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8" name="Google Shape;6238;p3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39" name="Google Shape;6239;p3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40" name="Google Shape;6240;p33"/>
          <p:cNvGrpSpPr/>
          <p:nvPr/>
        </p:nvGrpSpPr>
        <p:grpSpPr>
          <a:xfrm>
            <a:off x="2559072" y="3594790"/>
            <a:ext cx="219345" cy="227301"/>
            <a:chOff x="3357325" y="2093500"/>
            <a:chExt cx="311525" cy="322825"/>
          </a:xfrm>
        </p:grpSpPr>
        <p:sp>
          <p:nvSpPr>
            <p:cNvPr id="6241" name="Google Shape;6241;p3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42" name="Google Shape;6242;p3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43" name="Google Shape;6243;p3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244" name="Google Shape;6244;p33"/>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245" name="Google Shape;6245;p33"/>
          <p:cNvGrpSpPr/>
          <p:nvPr/>
        </p:nvGrpSpPr>
        <p:grpSpPr>
          <a:xfrm>
            <a:off x="3353262" y="3538814"/>
            <a:ext cx="292078" cy="339253"/>
            <a:chOff x="4492800" y="2027925"/>
            <a:chExt cx="414825" cy="481825"/>
          </a:xfrm>
        </p:grpSpPr>
        <p:sp>
          <p:nvSpPr>
            <p:cNvPr id="6246" name="Google Shape;6246;p3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47" name="Google Shape;6247;p3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48" name="Google Shape;6248;p33"/>
          <p:cNvGrpSpPr/>
          <p:nvPr/>
        </p:nvGrpSpPr>
        <p:grpSpPr>
          <a:xfrm>
            <a:off x="3752354" y="3538805"/>
            <a:ext cx="339200" cy="339271"/>
            <a:chOff x="5049725" y="2027900"/>
            <a:chExt cx="481750" cy="481850"/>
          </a:xfrm>
        </p:grpSpPr>
        <p:sp>
          <p:nvSpPr>
            <p:cNvPr id="6249" name="Google Shape;6249;p3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0" name="Google Shape;6250;p3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1" name="Google Shape;6251;p3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2" name="Google Shape;6252;p3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3" name="Google Shape;6253;p3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4" name="Google Shape;6254;p3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5" name="Google Shape;6255;p3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6" name="Google Shape;6256;p3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57" name="Google Shape;6257;p33"/>
          <p:cNvGrpSpPr/>
          <p:nvPr/>
        </p:nvGrpSpPr>
        <p:grpSpPr>
          <a:xfrm>
            <a:off x="4225950" y="3538893"/>
            <a:ext cx="219890" cy="339095"/>
            <a:chOff x="5726350" y="2028150"/>
            <a:chExt cx="312300" cy="481600"/>
          </a:xfrm>
        </p:grpSpPr>
        <p:sp>
          <p:nvSpPr>
            <p:cNvPr id="6258" name="Google Shape;6258;p3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59" name="Google Shape;6259;p3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60" name="Google Shape;6260;p3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61" name="Google Shape;6261;p33"/>
          <p:cNvGrpSpPr/>
          <p:nvPr/>
        </p:nvGrpSpPr>
        <p:grpSpPr>
          <a:xfrm>
            <a:off x="4586141" y="3542000"/>
            <a:ext cx="332881" cy="332881"/>
            <a:chOff x="6239925" y="2032450"/>
            <a:chExt cx="472775" cy="472775"/>
          </a:xfrm>
        </p:grpSpPr>
        <p:sp>
          <p:nvSpPr>
            <p:cNvPr id="6262" name="Google Shape;6262;p3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63" name="Google Shape;6263;p3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64" name="Google Shape;6264;p33"/>
          <p:cNvGrpSpPr/>
          <p:nvPr/>
        </p:nvGrpSpPr>
        <p:grpSpPr>
          <a:xfrm>
            <a:off x="5035233" y="2364092"/>
            <a:ext cx="334641" cy="185425"/>
            <a:chOff x="903075" y="2730000"/>
            <a:chExt cx="475275" cy="263350"/>
          </a:xfrm>
        </p:grpSpPr>
        <p:sp>
          <p:nvSpPr>
            <p:cNvPr id="6265" name="Google Shape;6265;p3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66" name="Google Shape;6266;p3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67" name="Google Shape;6267;p3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68" name="Google Shape;6268;p33"/>
          <p:cNvGrpSpPr/>
          <p:nvPr/>
        </p:nvGrpSpPr>
        <p:grpSpPr>
          <a:xfrm>
            <a:off x="1239624" y="3538814"/>
            <a:ext cx="339253" cy="339253"/>
            <a:chOff x="1492675" y="2027925"/>
            <a:chExt cx="481825" cy="481825"/>
          </a:xfrm>
        </p:grpSpPr>
        <p:sp>
          <p:nvSpPr>
            <p:cNvPr id="6269" name="Google Shape;6269;p3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70" name="Google Shape;6270;p3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71" name="Google Shape;6271;p3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72" name="Google Shape;6272;p3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73" name="Google Shape;6273;p3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74" name="Google Shape;6274;p33"/>
          <p:cNvGrpSpPr/>
          <p:nvPr/>
        </p:nvGrpSpPr>
        <p:grpSpPr>
          <a:xfrm>
            <a:off x="5466000" y="2287178"/>
            <a:ext cx="339253" cy="339253"/>
            <a:chOff x="1492675" y="2620775"/>
            <a:chExt cx="481825" cy="481825"/>
          </a:xfrm>
        </p:grpSpPr>
        <p:sp>
          <p:nvSpPr>
            <p:cNvPr id="6275" name="Google Shape;6275;p3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76" name="Google Shape;6276;p3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277" name="Google Shape;6277;p33"/>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278" name="Google Shape;6278;p33"/>
          <p:cNvGrpSpPr/>
          <p:nvPr/>
        </p:nvGrpSpPr>
        <p:grpSpPr>
          <a:xfrm>
            <a:off x="6289754" y="2303161"/>
            <a:ext cx="333585" cy="307287"/>
            <a:chOff x="2682350" y="2643425"/>
            <a:chExt cx="473775" cy="436425"/>
          </a:xfrm>
        </p:grpSpPr>
        <p:sp>
          <p:nvSpPr>
            <p:cNvPr id="6279" name="Google Shape;6279;p3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0" name="Google Shape;6280;p3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1" name="Google Shape;6281;p3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2" name="Google Shape;6282;p3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3" name="Google Shape;6283;p3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4" name="Google Shape;6284;p3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5" name="Google Shape;6285;p3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86" name="Google Shape;6286;p33"/>
          <p:cNvGrpSpPr/>
          <p:nvPr/>
        </p:nvGrpSpPr>
        <p:grpSpPr>
          <a:xfrm>
            <a:off x="6755243" y="2287178"/>
            <a:ext cx="238531" cy="339253"/>
            <a:chOff x="3342725" y="2620775"/>
            <a:chExt cx="338775" cy="481825"/>
          </a:xfrm>
        </p:grpSpPr>
        <p:sp>
          <p:nvSpPr>
            <p:cNvPr id="6287" name="Google Shape;6287;p3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8" name="Google Shape;6288;p3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89" name="Google Shape;6289;p3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90" name="Google Shape;6290;p33"/>
          <p:cNvGrpSpPr/>
          <p:nvPr/>
        </p:nvGrpSpPr>
        <p:grpSpPr>
          <a:xfrm>
            <a:off x="7148994" y="2287178"/>
            <a:ext cx="278296" cy="339253"/>
            <a:chOff x="3907325" y="2620775"/>
            <a:chExt cx="395250" cy="481825"/>
          </a:xfrm>
        </p:grpSpPr>
        <p:sp>
          <p:nvSpPr>
            <p:cNvPr id="6291" name="Google Shape;6291;p3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2" name="Google Shape;6292;p3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3" name="Google Shape;6293;p3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4" name="Google Shape;6294;p3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295" name="Google Shape;6295;p33"/>
          <p:cNvGrpSpPr/>
          <p:nvPr/>
        </p:nvGrpSpPr>
        <p:grpSpPr>
          <a:xfrm>
            <a:off x="7542181" y="2297783"/>
            <a:ext cx="339253" cy="318042"/>
            <a:chOff x="4456875" y="2635825"/>
            <a:chExt cx="481825" cy="451700"/>
          </a:xfrm>
        </p:grpSpPr>
        <p:sp>
          <p:nvSpPr>
            <p:cNvPr id="6296" name="Google Shape;6296;p3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7" name="Google Shape;6297;p3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8" name="Google Shape;6298;p3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299" name="Google Shape;6299;p3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0" name="Google Shape;6300;p3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1" name="Google Shape;6301;p3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02" name="Google Shape;6302;p33"/>
          <p:cNvGrpSpPr/>
          <p:nvPr/>
        </p:nvGrpSpPr>
        <p:grpSpPr>
          <a:xfrm>
            <a:off x="7967105" y="2297783"/>
            <a:ext cx="339253" cy="318042"/>
            <a:chOff x="5049725" y="2635825"/>
            <a:chExt cx="481825" cy="451700"/>
          </a:xfrm>
        </p:grpSpPr>
        <p:sp>
          <p:nvSpPr>
            <p:cNvPr id="6303" name="Google Shape;6303;p3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4" name="Google Shape;6304;p3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5" name="Google Shape;6305;p3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06" name="Google Shape;6306;p33"/>
          <p:cNvGrpSpPr/>
          <p:nvPr/>
        </p:nvGrpSpPr>
        <p:grpSpPr>
          <a:xfrm>
            <a:off x="2211475" y="3952243"/>
            <a:ext cx="338566" cy="338373"/>
            <a:chOff x="5643000" y="2621375"/>
            <a:chExt cx="480850" cy="480575"/>
          </a:xfrm>
        </p:grpSpPr>
        <p:sp>
          <p:nvSpPr>
            <p:cNvPr id="6307" name="Google Shape;6307;p3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8" name="Google Shape;6308;p3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09" name="Google Shape;6309;p3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0" name="Google Shape;6310;p3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1" name="Google Shape;6311;p3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2" name="Google Shape;6312;p3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3" name="Google Shape;6313;p3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14" name="Google Shape;6314;p33"/>
          <p:cNvGrpSpPr/>
          <p:nvPr/>
        </p:nvGrpSpPr>
        <p:grpSpPr>
          <a:xfrm>
            <a:off x="4032695" y="3951803"/>
            <a:ext cx="339359" cy="339253"/>
            <a:chOff x="6235250" y="2620775"/>
            <a:chExt cx="481975" cy="481825"/>
          </a:xfrm>
        </p:grpSpPr>
        <p:sp>
          <p:nvSpPr>
            <p:cNvPr id="6315" name="Google Shape;6315;p3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6" name="Google Shape;6316;p3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7" name="Google Shape;6317;p3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8" name="Google Shape;6318;p3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19" name="Google Shape;6319;p3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320" name="Google Shape;6320;p33"/>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321" name="Google Shape;6321;p33"/>
          <p:cNvGrpSpPr/>
          <p:nvPr/>
        </p:nvGrpSpPr>
        <p:grpSpPr>
          <a:xfrm>
            <a:off x="5465078" y="2711317"/>
            <a:ext cx="341101" cy="339253"/>
            <a:chOff x="1535000" y="3223325"/>
            <a:chExt cx="484450" cy="481825"/>
          </a:xfrm>
        </p:grpSpPr>
        <p:sp>
          <p:nvSpPr>
            <p:cNvPr id="6322" name="Google Shape;6322;p3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23" name="Google Shape;6323;p3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24" name="Google Shape;6324;p3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25" name="Google Shape;6325;p33"/>
          <p:cNvGrpSpPr/>
          <p:nvPr/>
        </p:nvGrpSpPr>
        <p:grpSpPr>
          <a:xfrm>
            <a:off x="5872645" y="2746618"/>
            <a:ext cx="339253" cy="268649"/>
            <a:chOff x="2085525" y="3263750"/>
            <a:chExt cx="481825" cy="381550"/>
          </a:xfrm>
        </p:grpSpPr>
        <p:sp>
          <p:nvSpPr>
            <p:cNvPr id="6326" name="Google Shape;6326;p3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27" name="Google Shape;6327;p3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328" name="Google Shape;6328;p33"/>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329" name="Google Shape;6329;p33"/>
          <p:cNvGrpSpPr/>
          <p:nvPr/>
        </p:nvGrpSpPr>
        <p:grpSpPr>
          <a:xfrm>
            <a:off x="6704407" y="2711308"/>
            <a:ext cx="340204" cy="339271"/>
            <a:chOff x="3270450" y="3213625"/>
            <a:chExt cx="483175" cy="481850"/>
          </a:xfrm>
        </p:grpSpPr>
        <p:sp>
          <p:nvSpPr>
            <p:cNvPr id="6330" name="Google Shape;6330;p3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31" name="Google Shape;6331;p3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32" name="Google Shape;6332;p33"/>
          <p:cNvGrpSpPr/>
          <p:nvPr/>
        </p:nvGrpSpPr>
        <p:grpSpPr>
          <a:xfrm>
            <a:off x="7203676" y="2711317"/>
            <a:ext cx="168931" cy="339253"/>
            <a:chOff x="3984950" y="3213600"/>
            <a:chExt cx="239925" cy="481825"/>
          </a:xfrm>
        </p:grpSpPr>
        <p:sp>
          <p:nvSpPr>
            <p:cNvPr id="6333" name="Google Shape;6333;p3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34" name="Google Shape;6334;p3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335" name="Google Shape;6335;p33"/>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36" name="Google Shape;6336;p33"/>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337" name="Google Shape;6337;p33"/>
          <p:cNvGrpSpPr/>
          <p:nvPr/>
        </p:nvGrpSpPr>
        <p:grpSpPr>
          <a:xfrm>
            <a:off x="1736111" y="3981487"/>
            <a:ext cx="355218" cy="279880"/>
            <a:chOff x="5629975" y="3255775"/>
            <a:chExt cx="504500" cy="397500"/>
          </a:xfrm>
        </p:grpSpPr>
        <p:sp>
          <p:nvSpPr>
            <p:cNvPr id="6338" name="Google Shape;6338;p3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39" name="Google Shape;6339;p3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0" name="Google Shape;6340;p3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1" name="Google Shape;6341;p3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2" name="Google Shape;6342;p3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43" name="Google Shape;6343;p33"/>
          <p:cNvGrpSpPr/>
          <p:nvPr/>
        </p:nvGrpSpPr>
        <p:grpSpPr>
          <a:xfrm>
            <a:off x="3572294" y="3981593"/>
            <a:ext cx="340256" cy="279669"/>
            <a:chOff x="6234950" y="3255925"/>
            <a:chExt cx="483250" cy="397200"/>
          </a:xfrm>
        </p:grpSpPr>
        <p:sp>
          <p:nvSpPr>
            <p:cNvPr id="6344" name="Google Shape;6344;p3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5" name="Google Shape;6345;p3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6" name="Google Shape;6346;p3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7" name="Google Shape;6347;p3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8" name="Google Shape;6348;p3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49" name="Google Shape;6349;p3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50" name="Google Shape;6350;p33"/>
          <p:cNvGrpSpPr/>
          <p:nvPr/>
        </p:nvGrpSpPr>
        <p:grpSpPr>
          <a:xfrm>
            <a:off x="5043532" y="3125970"/>
            <a:ext cx="318042" cy="339253"/>
            <a:chOff x="914900" y="3806450"/>
            <a:chExt cx="451700" cy="481825"/>
          </a:xfrm>
        </p:grpSpPr>
        <p:sp>
          <p:nvSpPr>
            <p:cNvPr id="6351" name="Google Shape;6351;p3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2" name="Google Shape;6352;p3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3" name="Google Shape;6353;p3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4" name="Google Shape;6354;p3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5" name="Google Shape;6355;p3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56" name="Google Shape;6356;p33"/>
          <p:cNvGrpSpPr/>
          <p:nvPr/>
        </p:nvGrpSpPr>
        <p:grpSpPr>
          <a:xfrm>
            <a:off x="5462454" y="3125785"/>
            <a:ext cx="346347" cy="339623"/>
            <a:chOff x="1490050" y="3805975"/>
            <a:chExt cx="491900" cy="482350"/>
          </a:xfrm>
        </p:grpSpPr>
        <p:sp>
          <p:nvSpPr>
            <p:cNvPr id="6357" name="Google Shape;6357;p3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8" name="Google Shape;6358;p3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59" name="Google Shape;6359;p3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60" name="Google Shape;6360;p3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61" name="Google Shape;6361;p33"/>
          <p:cNvGrpSpPr/>
          <p:nvPr/>
        </p:nvGrpSpPr>
        <p:grpSpPr>
          <a:xfrm>
            <a:off x="5886322" y="3125970"/>
            <a:ext cx="311899" cy="339253"/>
            <a:chOff x="2104275" y="3806450"/>
            <a:chExt cx="442975" cy="481825"/>
          </a:xfrm>
        </p:grpSpPr>
        <p:sp>
          <p:nvSpPr>
            <p:cNvPr id="6362" name="Google Shape;6362;p3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63" name="Google Shape;6363;p3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64" name="Google Shape;6364;p33"/>
          <p:cNvGrpSpPr/>
          <p:nvPr/>
        </p:nvGrpSpPr>
        <p:grpSpPr>
          <a:xfrm>
            <a:off x="6309839" y="3125970"/>
            <a:ext cx="293416" cy="339253"/>
            <a:chOff x="2710875" y="3806450"/>
            <a:chExt cx="416725" cy="481825"/>
          </a:xfrm>
        </p:grpSpPr>
        <p:sp>
          <p:nvSpPr>
            <p:cNvPr id="6365" name="Google Shape;6365;p3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66" name="Google Shape;6366;p3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67" name="Google Shape;6367;p33"/>
          <p:cNvGrpSpPr/>
          <p:nvPr/>
        </p:nvGrpSpPr>
        <p:grpSpPr>
          <a:xfrm>
            <a:off x="6704883" y="3166412"/>
            <a:ext cx="339253" cy="258369"/>
            <a:chOff x="3271200" y="3863875"/>
            <a:chExt cx="481825" cy="366950"/>
          </a:xfrm>
        </p:grpSpPr>
        <p:sp>
          <p:nvSpPr>
            <p:cNvPr id="6368" name="Google Shape;6368;p3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69" name="Google Shape;6369;p3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70" name="Google Shape;6370;p33"/>
          <p:cNvGrpSpPr/>
          <p:nvPr/>
        </p:nvGrpSpPr>
        <p:grpSpPr>
          <a:xfrm>
            <a:off x="7140377" y="3126199"/>
            <a:ext cx="295528" cy="338795"/>
            <a:chOff x="3895050" y="3806775"/>
            <a:chExt cx="419725" cy="481175"/>
          </a:xfrm>
        </p:grpSpPr>
        <p:sp>
          <p:nvSpPr>
            <p:cNvPr id="6371" name="Google Shape;6371;p3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2" name="Google Shape;6372;p3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73" name="Google Shape;6373;p33"/>
          <p:cNvGrpSpPr/>
          <p:nvPr/>
        </p:nvGrpSpPr>
        <p:grpSpPr>
          <a:xfrm>
            <a:off x="7543659" y="3125979"/>
            <a:ext cx="336296" cy="339235"/>
            <a:chOff x="4464775" y="3806475"/>
            <a:chExt cx="477625" cy="481800"/>
          </a:xfrm>
        </p:grpSpPr>
        <p:sp>
          <p:nvSpPr>
            <p:cNvPr id="6374" name="Google Shape;6374;p3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5" name="Google Shape;6375;p3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6" name="Google Shape;6376;p3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7" name="Google Shape;6377;p3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8" name="Google Shape;6378;p3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79" name="Google Shape;6379;p3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80" name="Google Shape;6380;p33"/>
          <p:cNvGrpSpPr/>
          <p:nvPr/>
        </p:nvGrpSpPr>
        <p:grpSpPr>
          <a:xfrm>
            <a:off x="7967105" y="3125970"/>
            <a:ext cx="339253" cy="339253"/>
            <a:chOff x="5049725" y="3806450"/>
            <a:chExt cx="481825" cy="481825"/>
          </a:xfrm>
        </p:grpSpPr>
        <p:sp>
          <p:nvSpPr>
            <p:cNvPr id="6381" name="Google Shape;6381;p3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82" name="Google Shape;6382;p3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83" name="Google Shape;6383;p3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84" name="Google Shape;6384;p33"/>
          <p:cNvGrpSpPr/>
          <p:nvPr/>
        </p:nvGrpSpPr>
        <p:grpSpPr>
          <a:xfrm>
            <a:off x="1276714" y="3951798"/>
            <a:ext cx="339253" cy="339253"/>
            <a:chOff x="5651375" y="3806450"/>
            <a:chExt cx="481825" cy="481825"/>
          </a:xfrm>
        </p:grpSpPr>
        <p:sp>
          <p:nvSpPr>
            <p:cNvPr id="6385" name="Google Shape;6385;p3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86" name="Google Shape;6386;p3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87" name="Google Shape;6387;p3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88" name="Google Shape;6388;p3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89" name="Google Shape;6389;p33"/>
          <p:cNvGrpSpPr/>
          <p:nvPr/>
        </p:nvGrpSpPr>
        <p:grpSpPr>
          <a:xfrm>
            <a:off x="3153646" y="3953787"/>
            <a:ext cx="298503" cy="335275"/>
            <a:chOff x="6264300" y="3809300"/>
            <a:chExt cx="423950" cy="476175"/>
          </a:xfrm>
        </p:grpSpPr>
        <p:sp>
          <p:nvSpPr>
            <p:cNvPr id="6390" name="Google Shape;6390;p3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1" name="Google Shape;6391;p3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2" name="Google Shape;6392;p3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393" name="Google Shape;6393;p33"/>
          <p:cNvGrpSpPr/>
          <p:nvPr/>
        </p:nvGrpSpPr>
        <p:grpSpPr>
          <a:xfrm>
            <a:off x="5032267" y="3538881"/>
            <a:ext cx="340573" cy="339271"/>
            <a:chOff x="898875" y="4399275"/>
            <a:chExt cx="483700" cy="481850"/>
          </a:xfrm>
        </p:grpSpPr>
        <p:sp>
          <p:nvSpPr>
            <p:cNvPr id="6394" name="Google Shape;6394;p3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5" name="Google Shape;6395;p33"/>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6" name="Google Shape;6396;p3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7" name="Google Shape;6397;p3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8" name="Google Shape;6398;p3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399" name="Google Shape;6399;p3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0" name="Google Shape;6400;p3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1" name="Google Shape;6401;p3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02" name="Google Shape;6402;p33"/>
          <p:cNvGrpSpPr/>
          <p:nvPr/>
        </p:nvGrpSpPr>
        <p:grpSpPr>
          <a:xfrm>
            <a:off x="5466000" y="3554133"/>
            <a:ext cx="339253" cy="308765"/>
            <a:chOff x="1492675" y="4420975"/>
            <a:chExt cx="481825" cy="438525"/>
          </a:xfrm>
        </p:grpSpPr>
        <p:sp>
          <p:nvSpPr>
            <p:cNvPr id="6403" name="Google Shape;6403;p3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4" name="Google Shape;6404;p3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5" name="Google Shape;6405;p3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6" name="Google Shape;6406;p3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07" name="Google Shape;6407;p3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08" name="Google Shape;6408;p33"/>
          <p:cNvGrpSpPr/>
          <p:nvPr/>
        </p:nvGrpSpPr>
        <p:grpSpPr>
          <a:xfrm>
            <a:off x="5870982" y="3539558"/>
            <a:ext cx="342580" cy="337915"/>
            <a:chOff x="2084100" y="4400250"/>
            <a:chExt cx="486550" cy="479925"/>
          </a:xfrm>
        </p:grpSpPr>
        <p:sp>
          <p:nvSpPr>
            <p:cNvPr id="6409" name="Google Shape;6409;p3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0" name="Google Shape;6410;p3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1" name="Google Shape;6411;p3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2" name="Google Shape;6412;p3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3" name="Google Shape;6413;p3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4" name="Google Shape;6414;p3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15" name="Google Shape;6415;p33"/>
          <p:cNvGrpSpPr/>
          <p:nvPr/>
        </p:nvGrpSpPr>
        <p:grpSpPr>
          <a:xfrm>
            <a:off x="6307462" y="3538907"/>
            <a:ext cx="298169" cy="339218"/>
            <a:chOff x="2707950" y="4399325"/>
            <a:chExt cx="423475" cy="481775"/>
          </a:xfrm>
        </p:grpSpPr>
        <p:sp>
          <p:nvSpPr>
            <p:cNvPr id="6416" name="Google Shape;6416;p3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7" name="Google Shape;6417;p3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8" name="Google Shape;6418;p3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19" name="Google Shape;6419;p3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0" name="Google Shape;6420;p3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1" name="Google Shape;6421;p3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2" name="Google Shape;6422;p3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3" name="Google Shape;6423;p3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4" name="Google Shape;6424;p3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5" name="Google Shape;6425;p3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6" name="Google Shape;6426;p3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27" name="Google Shape;6427;p3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28" name="Google Shape;6428;p33"/>
          <p:cNvGrpSpPr/>
          <p:nvPr/>
        </p:nvGrpSpPr>
        <p:grpSpPr>
          <a:xfrm>
            <a:off x="6736981" y="3538881"/>
            <a:ext cx="275057" cy="339271"/>
            <a:chOff x="3330525" y="4399275"/>
            <a:chExt cx="390650" cy="481850"/>
          </a:xfrm>
        </p:grpSpPr>
        <p:sp>
          <p:nvSpPr>
            <p:cNvPr id="6429" name="Google Shape;6429;p3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0" name="Google Shape;6430;p3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1" name="Google Shape;6431;p3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2" name="Google Shape;6432;p3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3" name="Google Shape;6433;p3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4" name="Google Shape;6434;p3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5" name="Google Shape;6435;p3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36" name="Google Shape;6436;p33"/>
          <p:cNvGrpSpPr/>
          <p:nvPr/>
        </p:nvGrpSpPr>
        <p:grpSpPr>
          <a:xfrm>
            <a:off x="7161510" y="3538890"/>
            <a:ext cx="253265" cy="339253"/>
            <a:chOff x="3938800" y="4399275"/>
            <a:chExt cx="359700" cy="481825"/>
          </a:xfrm>
        </p:grpSpPr>
        <p:sp>
          <p:nvSpPr>
            <p:cNvPr id="6437" name="Google Shape;6437;p3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8" name="Google Shape;6438;p3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39" name="Google Shape;6439;p3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40" name="Google Shape;6440;p3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41" name="Google Shape;6441;p3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42" name="Google Shape;6442;p33"/>
          <p:cNvGrpSpPr/>
          <p:nvPr/>
        </p:nvGrpSpPr>
        <p:grpSpPr>
          <a:xfrm>
            <a:off x="7632288" y="3538890"/>
            <a:ext cx="159039" cy="339253"/>
            <a:chOff x="4584850" y="4399275"/>
            <a:chExt cx="225875" cy="481825"/>
          </a:xfrm>
        </p:grpSpPr>
        <p:sp>
          <p:nvSpPr>
            <p:cNvPr id="6443" name="Google Shape;6443;p3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44" name="Google Shape;6444;p3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445" name="Google Shape;6445;p33"/>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446" name="Google Shape;6446;p33"/>
          <p:cNvGrpSpPr/>
          <p:nvPr/>
        </p:nvGrpSpPr>
        <p:grpSpPr>
          <a:xfrm>
            <a:off x="817316" y="3951795"/>
            <a:ext cx="339253" cy="339253"/>
            <a:chOff x="5642550" y="4399275"/>
            <a:chExt cx="481825" cy="481825"/>
          </a:xfrm>
        </p:grpSpPr>
        <p:sp>
          <p:nvSpPr>
            <p:cNvPr id="6447" name="Google Shape;6447;p3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48" name="Google Shape;6448;p3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49" name="Google Shape;6449;p33"/>
          <p:cNvGrpSpPr/>
          <p:nvPr/>
        </p:nvGrpSpPr>
        <p:grpSpPr>
          <a:xfrm>
            <a:off x="2670186" y="3963703"/>
            <a:ext cx="363316" cy="315437"/>
            <a:chOff x="6218300" y="4416175"/>
            <a:chExt cx="516000" cy="448000"/>
          </a:xfrm>
        </p:grpSpPr>
        <p:sp>
          <p:nvSpPr>
            <p:cNvPr id="6450" name="Google Shape;6450;p3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51" name="Google Shape;6451;p3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52" name="Google Shape;6452;p3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53" name="Google Shape;6453;p33"/>
          <p:cNvGrpSpPr/>
          <p:nvPr/>
        </p:nvGrpSpPr>
        <p:grpSpPr>
          <a:xfrm>
            <a:off x="5870391" y="3951792"/>
            <a:ext cx="339253" cy="339253"/>
            <a:chOff x="899850" y="4992125"/>
            <a:chExt cx="481825" cy="481825"/>
          </a:xfrm>
        </p:grpSpPr>
        <p:sp>
          <p:nvSpPr>
            <p:cNvPr id="6454" name="Google Shape;6454;p3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55" name="Google Shape;6455;p3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56" name="Google Shape;6456;p3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57" name="Google Shape;6457;p33"/>
          <p:cNvGrpSpPr/>
          <p:nvPr/>
        </p:nvGrpSpPr>
        <p:grpSpPr>
          <a:xfrm>
            <a:off x="5410993" y="3951792"/>
            <a:ext cx="339253" cy="339253"/>
            <a:chOff x="1492675" y="4992125"/>
            <a:chExt cx="481825" cy="481825"/>
          </a:xfrm>
        </p:grpSpPr>
        <p:sp>
          <p:nvSpPr>
            <p:cNvPr id="6458" name="Google Shape;6458;p3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59" name="Google Shape;6459;p3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60" name="Google Shape;6460;p33"/>
          <p:cNvGrpSpPr/>
          <p:nvPr/>
        </p:nvGrpSpPr>
        <p:grpSpPr>
          <a:xfrm>
            <a:off x="4951595" y="3951792"/>
            <a:ext cx="339253" cy="339253"/>
            <a:chOff x="2085525" y="4992125"/>
            <a:chExt cx="481825" cy="481825"/>
          </a:xfrm>
        </p:grpSpPr>
        <p:sp>
          <p:nvSpPr>
            <p:cNvPr id="6461" name="Google Shape;6461;p3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62" name="Google Shape;6462;p3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63" name="Google Shape;6463;p33"/>
          <p:cNvGrpSpPr/>
          <p:nvPr/>
        </p:nvGrpSpPr>
        <p:grpSpPr>
          <a:xfrm>
            <a:off x="6789344" y="3951792"/>
            <a:ext cx="339253" cy="339253"/>
            <a:chOff x="2678350" y="4992125"/>
            <a:chExt cx="481825" cy="481825"/>
          </a:xfrm>
        </p:grpSpPr>
        <p:sp>
          <p:nvSpPr>
            <p:cNvPr id="6464" name="Google Shape;6464;p3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65" name="Google Shape;6465;p3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66" name="Google Shape;6466;p3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67" name="Google Shape;6467;p33"/>
          <p:cNvGrpSpPr/>
          <p:nvPr/>
        </p:nvGrpSpPr>
        <p:grpSpPr>
          <a:xfrm>
            <a:off x="4492198" y="3951792"/>
            <a:ext cx="339253" cy="339253"/>
            <a:chOff x="3271200" y="4992125"/>
            <a:chExt cx="481825" cy="481825"/>
          </a:xfrm>
        </p:grpSpPr>
        <p:sp>
          <p:nvSpPr>
            <p:cNvPr id="6468" name="Google Shape;6468;p3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69" name="Google Shape;6469;p3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70" name="Google Shape;6470;p3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471" name="Google Shape;6471;p33"/>
          <p:cNvGrpSpPr/>
          <p:nvPr/>
        </p:nvGrpSpPr>
        <p:grpSpPr>
          <a:xfrm>
            <a:off x="6329788" y="3952813"/>
            <a:ext cx="339411" cy="337211"/>
            <a:chOff x="5049575" y="4993600"/>
            <a:chExt cx="482050" cy="478925"/>
          </a:xfrm>
        </p:grpSpPr>
        <p:sp>
          <p:nvSpPr>
            <p:cNvPr id="6472" name="Google Shape;6472;p3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73" name="Google Shape;6473;p3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74" name="Google Shape;6474;p3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475" name="Google Shape;6475;p3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476" name="Google Shape;6476;p33"/>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dk2"/>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dk2"/>
                </a:solidFill>
                <a:latin typeface="Arial"/>
                <a:ea typeface="Arial"/>
                <a:cs typeface="Arial"/>
                <a:sym typeface="Arial"/>
              </a:rPr>
              <a:t>change the stroke and fill color</a:t>
            </a:r>
            <a:r>
              <a:rPr b="0" i="0" lang="en" sz="1100" u="none" cap="none" strike="noStrike">
                <a:solidFill>
                  <a:schemeClr val="lt1"/>
                </a:solidFill>
                <a:latin typeface="Arial"/>
                <a:ea typeface="Arial"/>
                <a:cs typeface="Arial"/>
                <a:sym typeface="Arial"/>
              </a:rPr>
              <a:t>; just select the icon and click on the </a:t>
            </a:r>
            <a:r>
              <a:rPr b="1" i="0" lang="en" sz="1100" u="none" cap="none" strike="noStrike">
                <a:solidFill>
                  <a:schemeClr val="dk2"/>
                </a:solidFill>
                <a:latin typeface="Arial"/>
                <a:ea typeface="Arial"/>
                <a:cs typeface="Arial"/>
                <a:sym typeface="Arial"/>
              </a:rPr>
              <a:t>paint bucket/pen</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In Google Slides, you can also use </a:t>
            </a:r>
            <a:r>
              <a:rPr b="1" i="0" lang="en" sz="1100" u="none" cap="none" strike="noStrike">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b="0" i="0" lang="en" sz="1100" u="none" cap="none" strike="noStrike">
                <a:solidFill>
                  <a:schemeClr val="lt1"/>
                </a:solidFill>
                <a:latin typeface="Arial"/>
                <a:ea typeface="Arial"/>
                <a:cs typeface="Arial"/>
                <a:sym typeface="Arial"/>
              </a:rPr>
              <a:t>, allowing you to customize and add even more icons.</a:t>
            </a:r>
            <a:endParaRPr b="0" i="0" sz="1100" u="none" cap="none" strike="noStrike">
              <a:solidFill>
                <a:schemeClr val="lt1"/>
              </a:solidFill>
              <a:latin typeface="Arial"/>
              <a:ea typeface="Arial"/>
              <a:cs typeface="Arial"/>
              <a:sym typeface="Arial"/>
            </a:endParaRPr>
          </a:p>
        </p:txBody>
      </p:sp>
      <p:sp>
        <p:nvSpPr>
          <p:cNvPr id="6477" name="Google Shape;6477;p33"/>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...and our sets of editable icons</a:t>
            </a:r>
            <a:endParaRPr/>
          </a:p>
        </p:txBody>
      </p:sp>
      <p:grpSp>
        <p:nvGrpSpPr>
          <p:cNvPr id="6478" name="Google Shape;6478;p33"/>
          <p:cNvGrpSpPr/>
          <p:nvPr/>
        </p:nvGrpSpPr>
        <p:grpSpPr>
          <a:xfrm>
            <a:off x="7248742" y="3975375"/>
            <a:ext cx="195300" cy="343772"/>
            <a:chOff x="3999225" y="4364775"/>
            <a:chExt cx="195300" cy="343772"/>
          </a:xfrm>
        </p:grpSpPr>
        <p:grpSp>
          <p:nvGrpSpPr>
            <p:cNvPr id="6479" name="Google Shape;6479;p33"/>
            <p:cNvGrpSpPr/>
            <p:nvPr/>
          </p:nvGrpSpPr>
          <p:grpSpPr>
            <a:xfrm>
              <a:off x="4048568" y="4562577"/>
              <a:ext cx="97317" cy="145970"/>
              <a:chOff x="1529575" y="2222650"/>
              <a:chExt cx="203125" cy="304675"/>
            </a:xfrm>
          </p:grpSpPr>
          <p:sp>
            <p:nvSpPr>
              <p:cNvPr id="6480" name="Google Shape;6480;p33"/>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33"/>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82" name="Google Shape;6482;p33"/>
            <p:cNvGrpSpPr/>
            <p:nvPr/>
          </p:nvGrpSpPr>
          <p:grpSpPr>
            <a:xfrm>
              <a:off x="3999225" y="4364775"/>
              <a:ext cx="195300" cy="195300"/>
              <a:chOff x="3999225" y="4364775"/>
              <a:chExt cx="195300" cy="195300"/>
            </a:xfrm>
          </p:grpSpPr>
          <p:sp>
            <p:nvSpPr>
              <p:cNvPr id="6483" name="Google Shape;6483;p33"/>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33"/>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485" name="Google Shape;6485;p33"/>
          <p:cNvGrpSpPr/>
          <p:nvPr/>
        </p:nvGrpSpPr>
        <p:grpSpPr>
          <a:xfrm>
            <a:off x="7564186" y="3991627"/>
            <a:ext cx="277087" cy="259611"/>
            <a:chOff x="4335888" y="4398114"/>
            <a:chExt cx="277087" cy="259611"/>
          </a:xfrm>
        </p:grpSpPr>
        <p:grpSp>
          <p:nvGrpSpPr>
            <p:cNvPr id="6486" name="Google Shape;6486;p33"/>
            <p:cNvGrpSpPr/>
            <p:nvPr/>
          </p:nvGrpSpPr>
          <p:grpSpPr>
            <a:xfrm>
              <a:off x="4335888" y="4462425"/>
              <a:ext cx="195300" cy="195300"/>
              <a:chOff x="4335888" y="4462425"/>
              <a:chExt cx="195300" cy="195300"/>
            </a:xfrm>
          </p:grpSpPr>
          <p:sp>
            <p:nvSpPr>
              <p:cNvPr id="6487" name="Google Shape;6487;p3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3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89" name="Google Shape;6489;p33"/>
            <p:cNvGrpSpPr/>
            <p:nvPr/>
          </p:nvGrpSpPr>
          <p:grpSpPr>
            <a:xfrm>
              <a:off x="4509813" y="4398114"/>
              <a:ext cx="103162" cy="103198"/>
              <a:chOff x="2277975" y="2021700"/>
              <a:chExt cx="215325" cy="215400"/>
            </a:xfrm>
          </p:grpSpPr>
          <p:sp>
            <p:nvSpPr>
              <p:cNvPr id="6490" name="Google Shape;6490;p33"/>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3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492" name="Google Shape;6492;p33"/>
          <p:cNvGrpSpPr/>
          <p:nvPr/>
        </p:nvGrpSpPr>
        <p:grpSpPr>
          <a:xfrm>
            <a:off x="7961419" y="4049613"/>
            <a:ext cx="392275" cy="195300"/>
            <a:chOff x="4752588" y="4440200"/>
            <a:chExt cx="392275" cy="195300"/>
          </a:xfrm>
        </p:grpSpPr>
        <p:grpSp>
          <p:nvGrpSpPr>
            <p:cNvPr id="6493" name="Google Shape;6493;p33"/>
            <p:cNvGrpSpPr/>
            <p:nvPr/>
          </p:nvGrpSpPr>
          <p:grpSpPr>
            <a:xfrm>
              <a:off x="4950384" y="4469728"/>
              <a:ext cx="194479" cy="136244"/>
              <a:chOff x="3163375" y="2175125"/>
              <a:chExt cx="405925" cy="284375"/>
            </a:xfrm>
          </p:grpSpPr>
          <p:sp>
            <p:nvSpPr>
              <p:cNvPr id="6494" name="Google Shape;6494;p33"/>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33"/>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3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97" name="Google Shape;6497;p33"/>
            <p:cNvGrpSpPr/>
            <p:nvPr/>
          </p:nvGrpSpPr>
          <p:grpSpPr>
            <a:xfrm>
              <a:off x="4752588" y="4440200"/>
              <a:ext cx="195300" cy="195300"/>
              <a:chOff x="4335888" y="4462425"/>
              <a:chExt cx="195300" cy="195300"/>
            </a:xfrm>
          </p:grpSpPr>
          <p:sp>
            <p:nvSpPr>
              <p:cNvPr id="6498" name="Google Shape;6498;p3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3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03" name="Shape 6503"/>
        <p:cNvGrpSpPr/>
        <p:nvPr/>
      </p:nvGrpSpPr>
      <p:grpSpPr>
        <a:xfrm>
          <a:off x="0" y="0"/>
          <a:ext cx="0" cy="0"/>
          <a:chOff x="0" y="0"/>
          <a:chExt cx="0" cy="0"/>
        </a:xfrm>
      </p:grpSpPr>
      <p:grpSp>
        <p:nvGrpSpPr>
          <p:cNvPr id="6504" name="Google Shape;6504;p34"/>
          <p:cNvGrpSpPr/>
          <p:nvPr/>
        </p:nvGrpSpPr>
        <p:grpSpPr>
          <a:xfrm>
            <a:off x="856199" y="1311179"/>
            <a:ext cx="322099" cy="370529"/>
            <a:chOff x="-42971725" y="3217825"/>
            <a:chExt cx="275675" cy="317125"/>
          </a:xfrm>
        </p:grpSpPr>
        <p:sp>
          <p:nvSpPr>
            <p:cNvPr id="6505" name="Google Shape;6505;p3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3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3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08" name="Google Shape;6508;p34"/>
          <p:cNvGrpSpPr/>
          <p:nvPr/>
        </p:nvGrpSpPr>
        <p:grpSpPr>
          <a:xfrm>
            <a:off x="828113" y="1779835"/>
            <a:ext cx="378270" cy="337551"/>
            <a:chOff x="-42996150" y="3612600"/>
            <a:chExt cx="323750" cy="288900"/>
          </a:xfrm>
        </p:grpSpPr>
        <p:sp>
          <p:nvSpPr>
            <p:cNvPr id="6509" name="Google Shape;6509;p3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3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3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12" name="Google Shape;6512;p34"/>
          <p:cNvGrpSpPr/>
          <p:nvPr/>
        </p:nvGrpSpPr>
        <p:grpSpPr>
          <a:xfrm>
            <a:off x="830874" y="2189205"/>
            <a:ext cx="372749" cy="370909"/>
            <a:chOff x="-42994575" y="3950300"/>
            <a:chExt cx="319025" cy="317450"/>
          </a:xfrm>
        </p:grpSpPr>
        <p:sp>
          <p:nvSpPr>
            <p:cNvPr id="6513" name="Google Shape;6513;p3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3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3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16" name="Google Shape;6516;p34"/>
          <p:cNvGrpSpPr/>
          <p:nvPr/>
        </p:nvGrpSpPr>
        <p:grpSpPr>
          <a:xfrm>
            <a:off x="2984269" y="1336037"/>
            <a:ext cx="371785" cy="370879"/>
            <a:chOff x="-41111350" y="3239100"/>
            <a:chExt cx="318200" cy="317425"/>
          </a:xfrm>
        </p:grpSpPr>
        <p:sp>
          <p:nvSpPr>
            <p:cNvPr id="6517" name="Google Shape;6517;p3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3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3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3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21" name="Google Shape;6521;p34"/>
          <p:cNvGrpSpPr/>
          <p:nvPr/>
        </p:nvGrpSpPr>
        <p:grpSpPr>
          <a:xfrm>
            <a:off x="2980588" y="1771568"/>
            <a:ext cx="379146" cy="370967"/>
            <a:chOff x="-41117650" y="3605525"/>
            <a:chExt cx="324500" cy="317500"/>
          </a:xfrm>
        </p:grpSpPr>
        <p:sp>
          <p:nvSpPr>
            <p:cNvPr id="6522" name="Google Shape;6522;p3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3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3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25" name="Google Shape;6525;p34"/>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26" name="Google Shape;6526;p34"/>
          <p:cNvGrpSpPr/>
          <p:nvPr/>
        </p:nvGrpSpPr>
        <p:grpSpPr>
          <a:xfrm>
            <a:off x="1806843" y="2663092"/>
            <a:ext cx="216271" cy="371814"/>
            <a:chOff x="-39205300" y="3220175"/>
            <a:chExt cx="185100" cy="318225"/>
          </a:xfrm>
        </p:grpSpPr>
        <p:sp>
          <p:nvSpPr>
            <p:cNvPr id="6527" name="Google Shape;6527;p3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3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29" name="Google Shape;6529;p34"/>
          <p:cNvGrpSpPr/>
          <p:nvPr/>
        </p:nvGrpSpPr>
        <p:grpSpPr>
          <a:xfrm>
            <a:off x="1772370" y="3123163"/>
            <a:ext cx="300016" cy="369273"/>
            <a:chOff x="-39248625" y="3588600"/>
            <a:chExt cx="256775" cy="316050"/>
          </a:xfrm>
        </p:grpSpPr>
        <p:sp>
          <p:nvSpPr>
            <p:cNvPr id="6530" name="Google Shape;6530;p3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3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32" name="Google Shape;6532;p34"/>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34"/>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34" name="Google Shape;6534;p34"/>
          <p:cNvGrpSpPr/>
          <p:nvPr/>
        </p:nvGrpSpPr>
        <p:grpSpPr>
          <a:xfrm>
            <a:off x="1223084" y="1311179"/>
            <a:ext cx="429504" cy="370879"/>
            <a:chOff x="-42651700" y="3217825"/>
            <a:chExt cx="367600" cy="317425"/>
          </a:xfrm>
        </p:grpSpPr>
        <p:sp>
          <p:nvSpPr>
            <p:cNvPr id="6535" name="Google Shape;6535;p3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3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3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3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39" name="Google Shape;6539;p34"/>
          <p:cNvGrpSpPr/>
          <p:nvPr/>
        </p:nvGrpSpPr>
        <p:grpSpPr>
          <a:xfrm>
            <a:off x="1258516" y="1750829"/>
            <a:ext cx="358640" cy="363226"/>
            <a:chOff x="-42617300" y="3587775"/>
            <a:chExt cx="306950" cy="310875"/>
          </a:xfrm>
        </p:grpSpPr>
        <p:sp>
          <p:nvSpPr>
            <p:cNvPr id="6540" name="Google Shape;6540;p3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3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42" name="Google Shape;6542;p34"/>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43" name="Google Shape;6543;p34"/>
          <p:cNvGrpSpPr/>
          <p:nvPr/>
        </p:nvGrpSpPr>
        <p:grpSpPr>
          <a:xfrm>
            <a:off x="3430343" y="1335569"/>
            <a:ext cx="376926" cy="370324"/>
            <a:chOff x="-40748275" y="3238700"/>
            <a:chExt cx="322600" cy="316950"/>
          </a:xfrm>
        </p:grpSpPr>
        <p:sp>
          <p:nvSpPr>
            <p:cNvPr id="6544" name="Google Shape;6544;p3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3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3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3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3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3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50" name="Google Shape;6550;p34"/>
          <p:cNvGrpSpPr/>
          <p:nvPr/>
        </p:nvGrpSpPr>
        <p:grpSpPr>
          <a:xfrm>
            <a:off x="3432899" y="1803553"/>
            <a:ext cx="371814" cy="338690"/>
            <a:chOff x="-40745125" y="3632900"/>
            <a:chExt cx="318225" cy="289875"/>
          </a:xfrm>
        </p:grpSpPr>
        <p:sp>
          <p:nvSpPr>
            <p:cNvPr id="6551" name="Google Shape;6551;p3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3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3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3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3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3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3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58" name="Google Shape;6558;p34"/>
          <p:cNvGrpSpPr/>
          <p:nvPr/>
        </p:nvGrpSpPr>
        <p:grpSpPr>
          <a:xfrm>
            <a:off x="3437047" y="2214764"/>
            <a:ext cx="363518" cy="370178"/>
            <a:chOff x="-40742750" y="3972175"/>
            <a:chExt cx="311125" cy="316825"/>
          </a:xfrm>
        </p:grpSpPr>
        <p:sp>
          <p:nvSpPr>
            <p:cNvPr id="6559" name="Google Shape;6559;p3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3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61" name="Google Shape;6561;p34"/>
          <p:cNvGrpSpPr/>
          <p:nvPr/>
        </p:nvGrpSpPr>
        <p:grpSpPr>
          <a:xfrm>
            <a:off x="2219708" y="2664932"/>
            <a:ext cx="266892" cy="369974"/>
            <a:chOff x="-38860325" y="3221750"/>
            <a:chExt cx="228425" cy="316650"/>
          </a:xfrm>
        </p:grpSpPr>
        <p:sp>
          <p:nvSpPr>
            <p:cNvPr id="6562" name="Google Shape;6562;p3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3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3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3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66" name="Google Shape;6566;p34"/>
          <p:cNvGrpSpPr/>
          <p:nvPr/>
        </p:nvGrpSpPr>
        <p:grpSpPr>
          <a:xfrm>
            <a:off x="2170515" y="3126989"/>
            <a:ext cx="380081" cy="367111"/>
            <a:chOff x="-38905225" y="3591875"/>
            <a:chExt cx="325300" cy="314200"/>
          </a:xfrm>
        </p:grpSpPr>
        <p:sp>
          <p:nvSpPr>
            <p:cNvPr id="6567" name="Google Shape;6567;p3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3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3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70" name="Google Shape;6570;p34"/>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71" name="Google Shape;6571;p34"/>
          <p:cNvGrpSpPr/>
          <p:nvPr/>
        </p:nvGrpSpPr>
        <p:grpSpPr>
          <a:xfrm>
            <a:off x="3977265" y="3112069"/>
            <a:ext cx="290815" cy="369740"/>
            <a:chOff x="-37370925" y="3579105"/>
            <a:chExt cx="248900" cy="316450"/>
          </a:xfrm>
        </p:grpSpPr>
        <p:sp>
          <p:nvSpPr>
            <p:cNvPr id="6572" name="Google Shape;6572;p3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3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74" name="Google Shape;6574;p34"/>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34"/>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76" name="Google Shape;6576;p34"/>
          <p:cNvGrpSpPr/>
          <p:nvPr/>
        </p:nvGrpSpPr>
        <p:grpSpPr>
          <a:xfrm>
            <a:off x="1670640" y="2190140"/>
            <a:ext cx="371814" cy="369974"/>
            <a:chOff x="-42259725" y="3951100"/>
            <a:chExt cx="318225" cy="316650"/>
          </a:xfrm>
        </p:grpSpPr>
        <p:sp>
          <p:nvSpPr>
            <p:cNvPr id="6577" name="Google Shape;6577;p3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3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79" name="Google Shape;6579;p34"/>
          <p:cNvGrpSpPr/>
          <p:nvPr/>
        </p:nvGrpSpPr>
        <p:grpSpPr>
          <a:xfrm>
            <a:off x="3869002" y="1369161"/>
            <a:ext cx="370879" cy="337755"/>
            <a:chOff x="-40378075" y="3267450"/>
            <a:chExt cx="317425" cy="289075"/>
          </a:xfrm>
        </p:grpSpPr>
        <p:sp>
          <p:nvSpPr>
            <p:cNvPr id="6580" name="Google Shape;6580;p3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3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3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3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84" name="Google Shape;6584;p34"/>
          <p:cNvGrpSpPr/>
          <p:nvPr/>
        </p:nvGrpSpPr>
        <p:grpSpPr>
          <a:xfrm>
            <a:off x="3872668" y="1770429"/>
            <a:ext cx="363548" cy="369974"/>
            <a:chOff x="-40372575" y="3604550"/>
            <a:chExt cx="311150" cy="316650"/>
          </a:xfrm>
        </p:grpSpPr>
        <p:sp>
          <p:nvSpPr>
            <p:cNvPr id="6585" name="Google Shape;6585;p3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3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3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88" name="Google Shape;6588;p34"/>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89" name="Google Shape;6589;p34"/>
          <p:cNvGrpSpPr/>
          <p:nvPr/>
        </p:nvGrpSpPr>
        <p:grpSpPr>
          <a:xfrm>
            <a:off x="2596617" y="2663092"/>
            <a:ext cx="399038" cy="372165"/>
            <a:chOff x="-38542250" y="3220175"/>
            <a:chExt cx="341525" cy="318525"/>
          </a:xfrm>
        </p:grpSpPr>
        <p:sp>
          <p:nvSpPr>
            <p:cNvPr id="6590" name="Google Shape;6590;p3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3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3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93" name="Google Shape;6593;p34"/>
          <p:cNvGrpSpPr/>
          <p:nvPr/>
        </p:nvGrpSpPr>
        <p:grpSpPr>
          <a:xfrm>
            <a:off x="2618549" y="3122462"/>
            <a:ext cx="369974" cy="369068"/>
            <a:chOff x="-38537400" y="3588000"/>
            <a:chExt cx="316650" cy="315875"/>
          </a:xfrm>
        </p:grpSpPr>
        <p:sp>
          <p:nvSpPr>
            <p:cNvPr id="6594" name="Google Shape;6594;p3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3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3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3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98" name="Google Shape;6598;p34"/>
          <p:cNvGrpSpPr/>
          <p:nvPr/>
        </p:nvGrpSpPr>
        <p:grpSpPr>
          <a:xfrm>
            <a:off x="2617629" y="3579991"/>
            <a:ext cx="371814" cy="369974"/>
            <a:chOff x="-38538975" y="3954250"/>
            <a:chExt cx="318225" cy="316650"/>
          </a:xfrm>
        </p:grpSpPr>
        <p:sp>
          <p:nvSpPr>
            <p:cNvPr id="6599" name="Google Shape;6599;p3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3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01" name="Google Shape;6601;p34"/>
          <p:cNvGrpSpPr/>
          <p:nvPr/>
        </p:nvGrpSpPr>
        <p:grpSpPr>
          <a:xfrm>
            <a:off x="3934941" y="3574918"/>
            <a:ext cx="375465" cy="371814"/>
            <a:chOff x="-37385100" y="3949908"/>
            <a:chExt cx="321350" cy="318225"/>
          </a:xfrm>
        </p:grpSpPr>
        <p:sp>
          <p:nvSpPr>
            <p:cNvPr id="6602" name="Google Shape;6602;p3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3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04" name="Google Shape;6604;p34"/>
          <p:cNvGrpSpPr/>
          <p:nvPr/>
        </p:nvGrpSpPr>
        <p:grpSpPr>
          <a:xfrm>
            <a:off x="2110600" y="1310478"/>
            <a:ext cx="370909" cy="370675"/>
            <a:chOff x="-41895050" y="3217225"/>
            <a:chExt cx="317450" cy="317250"/>
          </a:xfrm>
        </p:grpSpPr>
        <p:sp>
          <p:nvSpPr>
            <p:cNvPr id="6605" name="Google Shape;6605;p3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3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3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3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3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10" name="Google Shape;6610;p34"/>
          <p:cNvGrpSpPr/>
          <p:nvPr/>
        </p:nvGrpSpPr>
        <p:grpSpPr>
          <a:xfrm>
            <a:off x="2110148" y="1747412"/>
            <a:ext cx="371814" cy="369974"/>
            <a:chOff x="-41893475" y="3584850"/>
            <a:chExt cx="318225" cy="316650"/>
          </a:xfrm>
        </p:grpSpPr>
        <p:sp>
          <p:nvSpPr>
            <p:cNvPr id="6611" name="Google Shape;6611;p3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3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3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3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15" name="Google Shape;6615;p34"/>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34"/>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17" name="Google Shape;6617;p34"/>
          <p:cNvGrpSpPr/>
          <p:nvPr/>
        </p:nvGrpSpPr>
        <p:grpSpPr>
          <a:xfrm>
            <a:off x="880176" y="3142704"/>
            <a:ext cx="337522" cy="370909"/>
            <a:chOff x="-39998250" y="3605325"/>
            <a:chExt cx="288875" cy="317450"/>
          </a:xfrm>
        </p:grpSpPr>
        <p:sp>
          <p:nvSpPr>
            <p:cNvPr id="6618" name="Google Shape;6618;p3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3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0" name="Google Shape;6620;p34"/>
          <p:cNvGrpSpPr/>
          <p:nvPr/>
        </p:nvGrpSpPr>
        <p:grpSpPr>
          <a:xfrm>
            <a:off x="863950" y="3601168"/>
            <a:ext cx="369974" cy="369945"/>
            <a:chOff x="-40011050" y="3972375"/>
            <a:chExt cx="316650" cy="316625"/>
          </a:xfrm>
        </p:grpSpPr>
        <p:sp>
          <p:nvSpPr>
            <p:cNvPr id="6621" name="Google Shape;6621;p3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3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3" name="Google Shape;6623;p34"/>
          <p:cNvGrpSpPr/>
          <p:nvPr/>
        </p:nvGrpSpPr>
        <p:grpSpPr>
          <a:xfrm>
            <a:off x="3095881" y="2665867"/>
            <a:ext cx="266921" cy="369039"/>
            <a:chOff x="-38129425" y="3222550"/>
            <a:chExt cx="228450" cy="315850"/>
          </a:xfrm>
        </p:grpSpPr>
        <p:sp>
          <p:nvSpPr>
            <p:cNvPr id="6624" name="Google Shape;6624;p3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3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6" name="Google Shape;6626;p34"/>
          <p:cNvGrpSpPr/>
          <p:nvPr/>
        </p:nvGrpSpPr>
        <p:grpSpPr>
          <a:xfrm>
            <a:off x="3050850" y="3122462"/>
            <a:ext cx="371785" cy="369974"/>
            <a:chOff x="-38172725" y="3588000"/>
            <a:chExt cx="318200" cy="316650"/>
          </a:xfrm>
        </p:grpSpPr>
        <p:sp>
          <p:nvSpPr>
            <p:cNvPr id="6627" name="Google Shape;6627;p3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3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3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3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3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3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3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3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35" name="Google Shape;6635;p34"/>
          <p:cNvGrpSpPr/>
          <p:nvPr/>
        </p:nvGrpSpPr>
        <p:grpSpPr>
          <a:xfrm>
            <a:off x="3126752" y="3580897"/>
            <a:ext cx="219981" cy="369974"/>
            <a:chOff x="-38109725" y="3955025"/>
            <a:chExt cx="188275" cy="316650"/>
          </a:xfrm>
        </p:grpSpPr>
        <p:sp>
          <p:nvSpPr>
            <p:cNvPr id="6636" name="Google Shape;6636;p3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3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38" name="Google Shape;6638;p34"/>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39" name="Google Shape;6639;p34"/>
          <p:cNvGrpSpPr/>
          <p:nvPr/>
        </p:nvGrpSpPr>
        <p:grpSpPr>
          <a:xfrm>
            <a:off x="2542151" y="1312318"/>
            <a:ext cx="373654" cy="369068"/>
            <a:chOff x="-41530375" y="3218800"/>
            <a:chExt cx="319800" cy="315875"/>
          </a:xfrm>
        </p:grpSpPr>
        <p:sp>
          <p:nvSpPr>
            <p:cNvPr id="6640" name="Google Shape;6640;p3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3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42" name="Google Shape;6642;p34"/>
          <p:cNvGrpSpPr/>
          <p:nvPr/>
        </p:nvGrpSpPr>
        <p:grpSpPr>
          <a:xfrm>
            <a:off x="2544444" y="1827476"/>
            <a:ext cx="369068" cy="289004"/>
            <a:chOff x="-41526450" y="3653375"/>
            <a:chExt cx="315875" cy="247350"/>
          </a:xfrm>
        </p:grpSpPr>
        <p:sp>
          <p:nvSpPr>
            <p:cNvPr id="6643" name="Google Shape;6643;p3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3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45" name="Google Shape;6645;p34"/>
          <p:cNvGrpSpPr/>
          <p:nvPr/>
        </p:nvGrpSpPr>
        <p:grpSpPr>
          <a:xfrm>
            <a:off x="2545831" y="2190140"/>
            <a:ext cx="366293" cy="369974"/>
            <a:chOff x="-41526450" y="3951100"/>
            <a:chExt cx="313500" cy="316650"/>
          </a:xfrm>
        </p:grpSpPr>
        <p:sp>
          <p:nvSpPr>
            <p:cNvPr id="6646" name="Google Shape;6646;p3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3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3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49" name="Google Shape;6649;p34"/>
          <p:cNvGrpSpPr/>
          <p:nvPr/>
        </p:nvGrpSpPr>
        <p:grpSpPr>
          <a:xfrm>
            <a:off x="1311086" y="2684269"/>
            <a:ext cx="339595" cy="371814"/>
            <a:chOff x="-39625900" y="3238300"/>
            <a:chExt cx="290650" cy="318225"/>
          </a:xfrm>
        </p:grpSpPr>
        <p:sp>
          <p:nvSpPr>
            <p:cNvPr id="6650" name="Google Shape;6650;p3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3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52" name="Google Shape;6652;p34"/>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53" name="Google Shape;6653;p34"/>
          <p:cNvGrpSpPr/>
          <p:nvPr/>
        </p:nvGrpSpPr>
        <p:grpSpPr>
          <a:xfrm>
            <a:off x="1305137" y="3600730"/>
            <a:ext cx="366293" cy="370441"/>
            <a:chOff x="-39647175" y="3972000"/>
            <a:chExt cx="313500" cy="317050"/>
          </a:xfrm>
        </p:grpSpPr>
        <p:sp>
          <p:nvSpPr>
            <p:cNvPr id="6654" name="Google Shape;6654;p3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3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3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57" name="Google Shape;6657;p34"/>
          <p:cNvGrpSpPr/>
          <p:nvPr/>
        </p:nvGrpSpPr>
        <p:grpSpPr>
          <a:xfrm>
            <a:off x="3474265" y="2664728"/>
            <a:ext cx="375495" cy="370879"/>
            <a:chOff x="-37808850" y="3221575"/>
            <a:chExt cx="321375" cy="317425"/>
          </a:xfrm>
        </p:grpSpPr>
        <p:sp>
          <p:nvSpPr>
            <p:cNvPr id="6658" name="Google Shape;6658;p3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3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60" name="Google Shape;6660;p34"/>
          <p:cNvGrpSpPr/>
          <p:nvPr/>
        </p:nvGrpSpPr>
        <p:grpSpPr>
          <a:xfrm>
            <a:off x="3483038" y="3186759"/>
            <a:ext cx="372749" cy="241158"/>
            <a:chOff x="-37806500" y="3643030"/>
            <a:chExt cx="319025" cy="206400"/>
          </a:xfrm>
        </p:grpSpPr>
        <p:sp>
          <p:nvSpPr>
            <p:cNvPr id="6661" name="Google Shape;6661;p3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3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63" name="Google Shape;6663;p34"/>
          <p:cNvGrpSpPr/>
          <p:nvPr/>
        </p:nvGrpSpPr>
        <p:grpSpPr>
          <a:xfrm>
            <a:off x="3485346" y="3579056"/>
            <a:ext cx="368134" cy="371814"/>
            <a:chOff x="-37804925" y="3953450"/>
            <a:chExt cx="315075" cy="318225"/>
          </a:xfrm>
        </p:grpSpPr>
        <p:sp>
          <p:nvSpPr>
            <p:cNvPr id="6664" name="Google Shape;6664;p3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3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3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67" name="Google Shape;6667;p34"/>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68" name="Google Shape;6668;p34"/>
          <p:cNvGrpSpPr/>
          <p:nvPr/>
        </p:nvGrpSpPr>
        <p:grpSpPr>
          <a:xfrm>
            <a:off x="4840364" y="1328538"/>
            <a:ext cx="355663" cy="308725"/>
            <a:chOff x="-28462125" y="3199700"/>
            <a:chExt cx="298550" cy="259150"/>
          </a:xfrm>
        </p:grpSpPr>
        <p:sp>
          <p:nvSpPr>
            <p:cNvPr id="6669" name="Google Shape;6669;p3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3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3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72" name="Google Shape;6672;p34"/>
          <p:cNvGrpSpPr/>
          <p:nvPr/>
        </p:nvGrpSpPr>
        <p:grpSpPr>
          <a:xfrm>
            <a:off x="4841317" y="1763228"/>
            <a:ext cx="353757" cy="352833"/>
            <a:chOff x="-28461325" y="3545475"/>
            <a:chExt cx="296950" cy="296175"/>
          </a:xfrm>
        </p:grpSpPr>
        <p:sp>
          <p:nvSpPr>
            <p:cNvPr id="6673" name="Google Shape;6673;p3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3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3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3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3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3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79" name="Google Shape;6679;p34"/>
          <p:cNvGrpSpPr/>
          <p:nvPr/>
        </p:nvGrpSpPr>
        <p:grpSpPr>
          <a:xfrm>
            <a:off x="4837550" y="2213272"/>
            <a:ext cx="361292" cy="352803"/>
            <a:chOff x="-28463700" y="3914875"/>
            <a:chExt cx="303275" cy="296150"/>
          </a:xfrm>
        </p:grpSpPr>
        <p:sp>
          <p:nvSpPr>
            <p:cNvPr id="6680" name="Google Shape;6680;p3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3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82" name="Google Shape;6682;p34"/>
          <p:cNvGrpSpPr/>
          <p:nvPr/>
        </p:nvGrpSpPr>
        <p:grpSpPr>
          <a:xfrm>
            <a:off x="7072335" y="1369355"/>
            <a:ext cx="351880" cy="227092"/>
            <a:chOff x="-26573400" y="3224125"/>
            <a:chExt cx="295375" cy="190625"/>
          </a:xfrm>
        </p:grpSpPr>
        <p:sp>
          <p:nvSpPr>
            <p:cNvPr id="6683" name="Google Shape;6683;p3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3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85" name="Google Shape;6685;p34"/>
          <p:cNvGrpSpPr/>
          <p:nvPr/>
        </p:nvGrpSpPr>
        <p:grpSpPr>
          <a:xfrm>
            <a:off x="7072335" y="1763690"/>
            <a:ext cx="351880" cy="351910"/>
            <a:chOff x="-26573400" y="3546250"/>
            <a:chExt cx="295375" cy="295400"/>
          </a:xfrm>
        </p:grpSpPr>
        <p:sp>
          <p:nvSpPr>
            <p:cNvPr id="6686" name="Google Shape;6686;p3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3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3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3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3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91" name="Google Shape;6691;p34"/>
          <p:cNvGrpSpPr/>
          <p:nvPr/>
        </p:nvGrpSpPr>
        <p:grpSpPr>
          <a:xfrm>
            <a:off x="7060615" y="2213599"/>
            <a:ext cx="375319" cy="352148"/>
            <a:chOff x="-26583625" y="3917025"/>
            <a:chExt cx="315050" cy="295600"/>
          </a:xfrm>
        </p:grpSpPr>
        <p:sp>
          <p:nvSpPr>
            <p:cNvPr id="6692" name="Google Shape;6692;p3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3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3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3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96" name="Google Shape;6696;p34"/>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97" name="Google Shape;6697;p34"/>
          <p:cNvGrpSpPr/>
          <p:nvPr/>
        </p:nvGrpSpPr>
        <p:grpSpPr>
          <a:xfrm>
            <a:off x="5759130" y="3172629"/>
            <a:ext cx="289039" cy="352833"/>
            <a:chOff x="-24694925" y="3518700"/>
            <a:chExt cx="242625" cy="296175"/>
          </a:xfrm>
        </p:grpSpPr>
        <p:sp>
          <p:nvSpPr>
            <p:cNvPr id="6698" name="Google Shape;6698;p3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3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3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3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02" name="Google Shape;6702;p34"/>
          <p:cNvGrpSpPr/>
          <p:nvPr/>
        </p:nvGrpSpPr>
        <p:grpSpPr>
          <a:xfrm>
            <a:off x="5758668" y="3622657"/>
            <a:ext cx="289962" cy="352833"/>
            <a:chOff x="-24709100" y="3888875"/>
            <a:chExt cx="243400" cy="296175"/>
          </a:xfrm>
        </p:grpSpPr>
        <p:sp>
          <p:nvSpPr>
            <p:cNvPr id="6703" name="Google Shape;6703;p3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3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3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06" name="Google Shape;6706;p34"/>
          <p:cNvGrpSpPr/>
          <p:nvPr/>
        </p:nvGrpSpPr>
        <p:grpSpPr>
          <a:xfrm>
            <a:off x="7958668" y="2695320"/>
            <a:ext cx="356556" cy="349557"/>
            <a:chOff x="-22863675" y="3131775"/>
            <a:chExt cx="299300" cy="293425"/>
          </a:xfrm>
        </p:grpSpPr>
        <p:sp>
          <p:nvSpPr>
            <p:cNvPr id="6707" name="Google Shape;6707;p3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3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3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10" name="Google Shape;6710;p34"/>
          <p:cNvGrpSpPr/>
          <p:nvPr/>
        </p:nvGrpSpPr>
        <p:grpSpPr>
          <a:xfrm>
            <a:off x="5301532" y="1306499"/>
            <a:ext cx="310602" cy="352803"/>
            <a:chOff x="-28069875" y="3175300"/>
            <a:chExt cx="260725" cy="296150"/>
          </a:xfrm>
        </p:grpSpPr>
        <p:sp>
          <p:nvSpPr>
            <p:cNvPr id="6711" name="Google Shape;6711;p3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3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3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3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3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3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3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3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3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20" name="Google Shape;6720;p34"/>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21" name="Google Shape;6721;p34"/>
          <p:cNvGrpSpPr/>
          <p:nvPr/>
        </p:nvGrpSpPr>
        <p:grpSpPr>
          <a:xfrm>
            <a:off x="5342810" y="2213733"/>
            <a:ext cx="228045" cy="351880"/>
            <a:chOff x="-28032075" y="3916450"/>
            <a:chExt cx="191425" cy="295375"/>
          </a:xfrm>
        </p:grpSpPr>
        <p:sp>
          <p:nvSpPr>
            <p:cNvPr id="6722" name="Google Shape;6722;p3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3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3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25" name="Google Shape;6725;p34"/>
          <p:cNvGrpSpPr/>
          <p:nvPr/>
        </p:nvGrpSpPr>
        <p:grpSpPr>
          <a:xfrm>
            <a:off x="7508157" y="1306484"/>
            <a:ext cx="352833" cy="352833"/>
            <a:chOff x="-26201650" y="3176075"/>
            <a:chExt cx="296175" cy="296175"/>
          </a:xfrm>
        </p:grpSpPr>
        <p:sp>
          <p:nvSpPr>
            <p:cNvPr id="6726" name="Google Shape;6726;p3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3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28" name="Google Shape;6728;p34"/>
          <p:cNvGrpSpPr/>
          <p:nvPr/>
        </p:nvGrpSpPr>
        <p:grpSpPr>
          <a:xfrm>
            <a:off x="7507680" y="1763705"/>
            <a:ext cx="353786" cy="351880"/>
            <a:chOff x="-26204800" y="3547050"/>
            <a:chExt cx="296975" cy="295375"/>
          </a:xfrm>
        </p:grpSpPr>
        <p:sp>
          <p:nvSpPr>
            <p:cNvPr id="6729" name="Google Shape;6729;p3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3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31" name="Google Shape;6731;p34"/>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32" name="Google Shape;6732;p34"/>
          <p:cNvGrpSpPr/>
          <p:nvPr/>
        </p:nvGrpSpPr>
        <p:grpSpPr>
          <a:xfrm>
            <a:off x="6178935" y="2693683"/>
            <a:ext cx="345328" cy="352833"/>
            <a:chOff x="-24353875" y="3147725"/>
            <a:chExt cx="289875" cy="296175"/>
          </a:xfrm>
        </p:grpSpPr>
        <p:sp>
          <p:nvSpPr>
            <p:cNvPr id="6733" name="Google Shape;6733;p3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3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35" name="Google Shape;6735;p34"/>
          <p:cNvGrpSpPr/>
          <p:nvPr/>
        </p:nvGrpSpPr>
        <p:grpSpPr>
          <a:xfrm>
            <a:off x="6186917" y="3173090"/>
            <a:ext cx="329365" cy="351910"/>
            <a:chOff x="-24344425" y="3519475"/>
            <a:chExt cx="276475" cy="295400"/>
          </a:xfrm>
        </p:grpSpPr>
        <p:sp>
          <p:nvSpPr>
            <p:cNvPr id="6736" name="Google Shape;6736;p3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3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38" name="Google Shape;6738;p34"/>
          <p:cNvGrpSpPr/>
          <p:nvPr/>
        </p:nvGrpSpPr>
        <p:grpSpPr>
          <a:xfrm>
            <a:off x="6176597" y="3625010"/>
            <a:ext cx="350004" cy="348128"/>
            <a:chOff x="-24353075" y="3891250"/>
            <a:chExt cx="293800" cy="292225"/>
          </a:xfrm>
        </p:grpSpPr>
        <p:sp>
          <p:nvSpPr>
            <p:cNvPr id="6739" name="Google Shape;6739;p3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3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1" name="Google Shape;6741;p34"/>
          <p:cNvGrpSpPr/>
          <p:nvPr/>
        </p:nvGrpSpPr>
        <p:grpSpPr>
          <a:xfrm>
            <a:off x="7960068" y="3173313"/>
            <a:ext cx="353757" cy="351463"/>
            <a:chOff x="-22845575" y="3504075"/>
            <a:chExt cx="296950" cy="295025"/>
          </a:xfrm>
        </p:grpSpPr>
        <p:sp>
          <p:nvSpPr>
            <p:cNvPr id="6742" name="Google Shape;6742;p3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3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4" name="Google Shape;6744;p34"/>
          <p:cNvGrpSpPr/>
          <p:nvPr/>
        </p:nvGrpSpPr>
        <p:grpSpPr>
          <a:xfrm>
            <a:off x="5753249" y="1306961"/>
            <a:ext cx="299344" cy="351880"/>
            <a:chOff x="-27691025" y="3175300"/>
            <a:chExt cx="251275" cy="295375"/>
          </a:xfrm>
        </p:grpSpPr>
        <p:sp>
          <p:nvSpPr>
            <p:cNvPr id="6745" name="Google Shape;6745;p3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3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3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3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9" name="Google Shape;6749;p34"/>
          <p:cNvGrpSpPr/>
          <p:nvPr/>
        </p:nvGrpSpPr>
        <p:grpSpPr>
          <a:xfrm>
            <a:off x="5725566" y="1825637"/>
            <a:ext cx="354710" cy="228015"/>
            <a:chOff x="-27721750" y="3598250"/>
            <a:chExt cx="297750" cy="191400"/>
          </a:xfrm>
        </p:grpSpPr>
        <p:sp>
          <p:nvSpPr>
            <p:cNvPr id="6750" name="Google Shape;6750;p3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3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52" name="Google Shape;6752;p34"/>
          <p:cNvGrpSpPr/>
          <p:nvPr/>
        </p:nvGrpSpPr>
        <p:grpSpPr>
          <a:xfrm>
            <a:off x="5726966" y="2219183"/>
            <a:ext cx="351910" cy="340980"/>
            <a:chOff x="-27719400" y="3925600"/>
            <a:chExt cx="295400" cy="286225"/>
          </a:xfrm>
        </p:grpSpPr>
        <p:sp>
          <p:nvSpPr>
            <p:cNvPr id="6753" name="Google Shape;6753;p3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3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55" name="Google Shape;6755;p34"/>
          <p:cNvGrpSpPr/>
          <p:nvPr/>
        </p:nvGrpSpPr>
        <p:grpSpPr>
          <a:xfrm>
            <a:off x="7948238" y="1306023"/>
            <a:ext cx="353757" cy="353757"/>
            <a:chOff x="-25834600" y="3176875"/>
            <a:chExt cx="296950" cy="296950"/>
          </a:xfrm>
        </p:grpSpPr>
        <p:sp>
          <p:nvSpPr>
            <p:cNvPr id="6756" name="Google Shape;6756;p3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3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3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3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3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61" name="Google Shape;6761;p34"/>
          <p:cNvGrpSpPr/>
          <p:nvPr/>
        </p:nvGrpSpPr>
        <p:grpSpPr>
          <a:xfrm>
            <a:off x="7948238" y="1774024"/>
            <a:ext cx="353757" cy="331241"/>
            <a:chOff x="-25834600" y="3564375"/>
            <a:chExt cx="296950" cy="278050"/>
          </a:xfrm>
        </p:grpSpPr>
        <p:sp>
          <p:nvSpPr>
            <p:cNvPr id="6762" name="Google Shape;6762;p3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3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3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3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3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3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3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3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70" name="Google Shape;6770;p34"/>
          <p:cNvGrpSpPr/>
          <p:nvPr/>
        </p:nvGrpSpPr>
        <p:grpSpPr>
          <a:xfrm>
            <a:off x="7946362" y="2213376"/>
            <a:ext cx="357509" cy="352595"/>
            <a:chOff x="-25834600" y="3915850"/>
            <a:chExt cx="300100" cy="295975"/>
          </a:xfrm>
        </p:grpSpPr>
        <p:sp>
          <p:nvSpPr>
            <p:cNvPr id="6771" name="Google Shape;6771;p3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3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3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74" name="Google Shape;6774;p34"/>
          <p:cNvGrpSpPr/>
          <p:nvPr/>
        </p:nvGrpSpPr>
        <p:grpSpPr>
          <a:xfrm>
            <a:off x="6681790" y="2694606"/>
            <a:ext cx="228968" cy="350987"/>
            <a:chOff x="-23930925" y="3149300"/>
            <a:chExt cx="192200" cy="294625"/>
          </a:xfrm>
        </p:grpSpPr>
        <p:sp>
          <p:nvSpPr>
            <p:cNvPr id="6775" name="Google Shape;6775;p3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3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3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3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79" name="Google Shape;6779;p34"/>
          <p:cNvGrpSpPr/>
          <p:nvPr/>
        </p:nvGrpSpPr>
        <p:grpSpPr>
          <a:xfrm>
            <a:off x="6638620" y="3173090"/>
            <a:ext cx="315307" cy="351910"/>
            <a:chOff x="-23962425" y="3519475"/>
            <a:chExt cx="264675" cy="295400"/>
          </a:xfrm>
        </p:grpSpPr>
        <p:sp>
          <p:nvSpPr>
            <p:cNvPr id="6780" name="Google Shape;6780;p3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3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82" name="Google Shape;6782;p34"/>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83" name="Google Shape;6783;p34"/>
          <p:cNvGrpSpPr/>
          <p:nvPr/>
        </p:nvGrpSpPr>
        <p:grpSpPr>
          <a:xfrm>
            <a:off x="8017295" y="3623134"/>
            <a:ext cx="239302" cy="351880"/>
            <a:chOff x="-22788075" y="3904625"/>
            <a:chExt cx="200875" cy="295375"/>
          </a:xfrm>
        </p:grpSpPr>
        <p:sp>
          <p:nvSpPr>
            <p:cNvPr id="6784" name="Google Shape;6784;p3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3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3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3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8" name="Google Shape;6788;p34"/>
          <p:cNvGrpSpPr/>
          <p:nvPr/>
        </p:nvGrpSpPr>
        <p:grpSpPr>
          <a:xfrm>
            <a:off x="6172593" y="1306499"/>
            <a:ext cx="354710" cy="352803"/>
            <a:chOff x="-27351575" y="3175300"/>
            <a:chExt cx="297750" cy="296150"/>
          </a:xfrm>
        </p:grpSpPr>
        <p:sp>
          <p:nvSpPr>
            <p:cNvPr id="6789" name="Google Shape;6789;p3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3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3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3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93" name="Google Shape;6793;p34"/>
          <p:cNvGrpSpPr/>
          <p:nvPr/>
        </p:nvGrpSpPr>
        <p:grpSpPr>
          <a:xfrm>
            <a:off x="6218402" y="1758809"/>
            <a:ext cx="269293" cy="353072"/>
            <a:chOff x="-27313750" y="3545275"/>
            <a:chExt cx="226050" cy="296375"/>
          </a:xfrm>
        </p:grpSpPr>
        <p:sp>
          <p:nvSpPr>
            <p:cNvPr id="6794" name="Google Shape;6794;p3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3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3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97" name="Google Shape;6797;p34"/>
          <p:cNvGrpSpPr/>
          <p:nvPr/>
        </p:nvGrpSpPr>
        <p:grpSpPr>
          <a:xfrm>
            <a:off x="6172593" y="2211380"/>
            <a:ext cx="354710" cy="356586"/>
            <a:chOff x="-27351575" y="3915650"/>
            <a:chExt cx="297750" cy="299325"/>
          </a:xfrm>
        </p:grpSpPr>
        <p:sp>
          <p:nvSpPr>
            <p:cNvPr id="6798" name="Google Shape;6798;p3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3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00" name="Google Shape;6800;p34"/>
          <p:cNvGrpSpPr/>
          <p:nvPr/>
        </p:nvGrpSpPr>
        <p:grpSpPr>
          <a:xfrm>
            <a:off x="4860084" y="2693579"/>
            <a:ext cx="319060" cy="353042"/>
            <a:chOff x="-25445525" y="3175900"/>
            <a:chExt cx="267825" cy="296350"/>
          </a:xfrm>
        </p:grpSpPr>
        <p:sp>
          <p:nvSpPr>
            <p:cNvPr id="6801" name="Google Shape;6801;p3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3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3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04" name="Google Shape;6804;p34"/>
          <p:cNvGrpSpPr/>
          <p:nvPr/>
        </p:nvGrpSpPr>
        <p:grpSpPr>
          <a:xfrm>
            <a:off x="4841797" y="3183902"/>
            <a:ext cx="355633" cy="330288"/>
            <a:chOff x="-25465200" y="3565175"/>
            <a:chExt cx="298525" cy="277250"/>
          </a:xfrm>
        </p:grpSpPr>
        <p:sp>
          <p:nvSpPr>
            <p:cNvPr id="6805" name="Google Shape;6805;p3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3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07" name="Google Shape;6807;p34"/>
          <p:cNvGrpSpPr/>
          <p:nvPr/>
        </p:nvGrpSpPr>
        <p:grpSpPr>
          <a:xfrm>
            <a:off x="4841336" y="3623432"/>
            <a:ext cx="356556" cy="351285"/>
            <a:chOff x="-25465200" y="3916150"/>
            <a:chExt cx="299300" cy="294875"/>
          </a:xfrm>
        </p:grpSpPr>
        <p:sp>
          <p:nvSpPr>
            <p:cNvPr id="6808" name="Google Shape;6808;p3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3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10" name="Google Shape;6810;p34"/>
          <p:cNvGrpSpPr/>
          <p:nvPr/>
        </p:nvGrpSpPr>
        <p:grpSpPr>
          <a:xfrm>
            <a:off x="7068775" y="2693698"/>
            <a:ext cx="351880" cy="352803"/>
            <a:chOff x="-23615075" y="3148525"/>
            <a:chExt cx="295375" cy="296150"/>
          </a:xfrm>
        </p:grpSpPr>
        <p:sp>
          <p:nvSpPr>
            <p:cNvPr id="6811" name="Google Shape;6811;p3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3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3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3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15" name="Google Shape;6815;p34"/>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16" name="Google Shape;6816;p34"/>
          <p:cNvGrpSpPr/>
          <p:nvPr/>
        </p:nvGrpSpPr>
        <p:grpSpPr>
          <a:xfrm>
            <a:off x="7068299" y="3632977"/>
            <a:ext cx="352833" cy="332194"/>
            <a:chOff x="-23615075" y="3906200"/>
            <a:chExt cx="296175" cy="278850"/>
          </a:xfrm>
        </p:grpSpPr>
        <p:sp>
          <p:nvSpPr>
            <p:cNvPr id="6817" name="Google Shape;6817;p3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3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3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20" name="Google Shape;6820;p34"/>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21" name="Google Shape;6821;p34"/>
          <p:cNvGrpSpPr/>
          <p:nvPr/>
        </p:nvGrpSpPr>
        <p:grpSpPr>
          <a:xfrm>
            <a:off x="6617268" y="1306618"/>
            <a:ext cx="353757" cy="352565"/>
            <a:chOff x="-26980600" y="3175500"/>
            <a:chExt cx="296950" cy="295950"/>
          </a:xfrm>
        </p:grpSpPr>
        <p:sp>
          <p:nvSpPr>
            <p:cNvPr id="6822" name="Google Shape;6822;p3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3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3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25" name="Google Shape;6825;p34"/>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26" name="Google Shape;6826;p34"/>
          <p:cNvGrpSpPr/>
          <p:nvPr/>
        </p:nvGrpSpPr>
        <p:grpSpPr>
          <a:xfrm>
            <a:off x="6617744" y="2245154"/>
            <a:ext cx="352803" cy="289039"/>
            <a:chOff x="-26981375" y="3951875"/>
            <a:chExt cx="296150" cy="242625"/>
          </a:xfrm>
        </p:grpSpPr>
        <p:sp>
          <p:nvSpPr>
            <p:cNvPr id="6827" name="Google Shape;6827;p3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3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3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30" name="Google Shape;6830;p34"/>
          <p:cNvGrpSpPr/>
          <p:nvPr/>
        </p:nvGrpSpPr>
        <p:grpSpPr>
          <a:xfrm>
            <a:off x="5282787" y="2692745"/>
            <a:ext cx="351910" cy="354710"/>
            <a:chOff x="-25094250" y="3176075"/>
            <a:chExt cx="295400" cy="297750"/>
          </a:xfrm>
        </p:grpSpPr>
        <p:sp>
          <p:nvSpPr>
            <p:cNvPr id="6831" name="Google Shape;6831;p3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3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3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34" name="Google Shape;6834;p34"/>
          <p:cNvGrpSpPr/>
          <p:nvPr/>
        </p:nvGrpSpPr>
        <p:grpSpPr>
          <a:xfrm>
            <a:off x="5282787" y="3173106"/>
            <a:ext cx="351910" cy="351880"/>
            <a:chOff x="-25094250" y="3547050"/>
            <a:chExt cx="295400" cy="295375"/>
          </a:xfrm>
        </p:grpSpPr>
        <p:sp>
          <p:nvSpPr>
            <p:cNvPr id="6835" name="Google Shape;6835;p3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3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3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3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3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40" name="Google Shape;6840;p34"/>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41" name="Google Shape;6841;p34"/>
          <p:cNvGrpSpPr/>
          <p:nvPr/>
        </p:nvGrpSpPr>
        <p:grpSpPr>
          <a:xfrm>
            <a:off x="7514864" y="2693698"/>
            <a:ext cx="352803" cy="352803"/>
            <a:chOff x="-23245675" y="3148525"/>
            <a:chExt cx="296150" cy="296150"/>
          </a:xfrm>
        </p:grpSpPr>
        <p:sp>
          <p:nvSpPr>
            <p:cNvPr id="6842" name="Google Shape;6842;p3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3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3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45" name="Google Shape;6845;p34"/>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46" name="Google Shape;6846;p34"/>
          <p:cNvGrpSpPr/>
          <p:nvPr/>
        </p:nvGrpSpPr>
        <p:grpSpPr>
          <a:xfrm>
            <a:off x="7515325" y="3622672"/>
            <a:ext cx="351880" cy="352803"/>
            <a:chOff x="-23244900" y="3888100"/>
            <a:chExt cx="295375" cy="296150"/>
          </a:xfrm>
        </p:grpSpPr>
        <p:sp>
          <p:nvSpPr>
            <p:cNvPr id="6847" name="Google Shape;6847;p3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3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3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3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3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3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3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3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3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3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3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58" name="Google Shape;6858;p34"/>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34"/>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1"/>
                </a:solidFill>
                <a:latin typeface="Arial"/>
                <a:ea typeface="Arial"/>
                <a:cs typeface="Arial"/>
                <a:sym typeface="Arial"/>
              </a:rPr>
              <a:t>Educational Icons</a:t>
            </a:r>
            <a:endParaRPr b="0" i="0" sz="2400" u="none" cap="none" strike="noStrike">
              <a:solidFill>
                <a:schemeClr val="lt1"/>
              </a:solidFill>
              <a:latin typeface="Arial"/>
              <a:ea typeface="Arial"/>
              <a:cs typeface="Arial"/>
              <a:sym typeface="Arial"/>
            </a:endParaRPr>
          </a:p>
        </p:txBody>
      </p:sp>
      <p:sp>
        <p:nvSpPr>
          <p:cNvPr id="6860" name="Google Shape;6860;p34"/>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1"/>
                </a:solidFill>
                <a:latin typeface="Arial"/>
                <a:ea typeface="Arial"/>
                <a:cs typeface="Arial"/>
                <a:sym typeface="Arial"/>
              </a:rPr>
              <a:t>Medical Icons</a:t>
            </a:r>
            <a:endParaRPr b="0" i="0" sz="2400" u="none" cap="none" strike="noStrike">
              <a:solidFill>
                <a:schemeClr val="lt1"/>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4" name="Shape 6864"/>
        <p:cNvGrpSpPr/>
        <p:nvPr/>
      </p:nvGrpSpPr>
      <p:grpSpPr>
        <a:xfrm>
          <a:off x="0" y="0"/>
          <a:ext cx="0" cy="0"/>
          <a:chOff x="0" y="0"/>
          <a:chExt cx="0" cy="0"/>
        </a:xfrm>
      </p:grpSpPr>
      <p:sp>
        <p:nvSpPr>
          <p:cNvPr id="6865" name="Google Shape;6865;p35"/>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66" name="Google Shape;6866;p35"/>
          <p:cNvGrpSpPr/>
          <p:nvPr/>
        </p:nvGrpSpPr>
        <p:grpSpPr>
          <a:xfrm>
            <a:off x="832654" y="1819647"/>
            <a:ext cx="367261" cy="367261"/>
            <a:chOff x="-65145700" y="3727425"/>
            <a:chExt cx="317425" cy="317425"/>
          </a:xfrm>
        </p:grpSpPr>
        <p:sp>
          <p:nvSpPr>
            <p:cNvPr id="6867" name="Google Shape;6867;p3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3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69" name="Google Shape;6869;p35"/>
          <p:cNvGrpSpPr/>
          <p:nvPr/>
        </p:nvGrpSpPr>
        <p:grpSpPr>
          <a:xfrm>
            <a:off x="835851" y="2248561"/>
            <a:ext cx="360868" cy="367261"/>
            <a:chOff x="-65144125" y="4094450"/>
            <a:chExt cx="311900" cy="317425"/>
          </a:xfrm>
        </p:grpSpPr>
        <p:sp>
          <p:nvSpPr>
            <p:cNvPr id="6870" name="Google Shape;6870;p3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3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3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73" name="Google Shape;6873;p35"/>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74" name="Google Shape;6874;p35"/>
          <p:cNvGrpSpPr/>
          <p:nvPr/>
        </p:nvGrpSpPr>
        <p:grpSpPr>
          <a:xfrm>
            <a:off x="3039420" y="1819256"/>
            <a:ext cx="370645" cy="368042"/>
            <a:chOff x="-63250675" y="3744075"/>
            <a:chExt cx="320350" cy="318100"/>
          </a:xfrm>
        </p:grpSpPr>
        <p:sp>
          <p:nvSpPr>
            <p:cNvPr id="6875" name="Google Shape;6875;p3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3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3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78" name="Google Shape;6878;p35"/>
          <p:cNvGrpSpPr/>
          <p:nvPr/>
        </p:nvGrpSpPr>
        <p:grpSpPr>
          <a:xfrm>
            <a:off x="3041112" y="2248561"/>
            <a:ext cx="367261" cy="367261"/>
            <a:chOff x="-63250675" y="4110200"/>
            <a:chExt cx="317425" cy="317425"/>
          </a:xfrm>
        </p:grpSpPr>
        <p:sp>
          <p:nvSpPr>
            <p:cNvPr id="6879" name="Google Shape;6879;p3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3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3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3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3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3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3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3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3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88" name="Google Shape;6888;p35"/>
          <p:cNvGrpSpPr/>
          <p:nvPr/>
        </p:nvGrpSpPr>
        <p:grpSpPr>
          <a:xfrm>
            <a:off x="1720159" y="2745656"/>
            <a:ext cx="359075" cy="358844"/>
            <a:chOff x="-61351725" y="3372400"/>
            <a:chExt cx="310350" cy="310150"/>
          </a:xfrm>
        </p:grpSpPr>
        <p:sp>
          <p:nvSpPr>
            <p:cNvPr id="6889" name="Google Shape;6889;p3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3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3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92" name="Google Shape;6892;p35"/>
          <p:cNvGrpSpPr/>
          <p:nvPr/>
        </p:nvGrpSpPr>
        <p:grpSpPr>
          <a:xfrm>
            <a:off x="1716514" y="3208713"/>
            <a:ext cx="366364" cy="333534"/>
            <a:chOff x="-61354875" y="3751050"/>
            <a:chExt cx="316650" cy="288275"/>
          </a:xfrm>
        </p:grpSpPr>
        <p:sp>
          <p:nvSpPr>
            <p:cNvPr id="6893" name="Google Shape;6893;p3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3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3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96" name="Google Shape;6896;p35"/>
          <p:cNvGrpSpPr/>
          <p:nvPr/>
        </p:nvGrpSpPr>
        <p:grpSpPr>
          <a:xfrm>
            <a:off x="1716514" y="3650352"/>
            <a:ext cx="366364" cy="367290"/>
            <a:chOff x="-61354875" y="4101525"/>
            <a:chExt cx="316650" cy="317450"/>
          </a:xfrm>
        </p:grpSpPr>
        <p:sp>
          <p:nvSpPr>
            <p:cNvPr id="6897" name="Google Shape;6897;p3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3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99" name="Google Shape;6899;p35"/>
          <p:cNvGrpSpPr/>
          <p:nvPr/>
        </p:nvGrpSpPr>
        <p:grpSpPr>
          <a:xfrm>
            <a:off x="3932949" y="2742228"/>
            <a:ext cx="368157" cy="365699"/>
            <a:chOff x="-59470075" y="3308975"/>
            <a:chExt cx="318200" cy="316075"/>
          </a:xfrm>
        </p:grpSpPr>
        <p:sp>
          <p:nvSpPr>
            <p:cNvPr id="6900" name="Google Shape;6900;p3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3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3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3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3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3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3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3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3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09" name="Google Shape;6909;p35"/>
          <p:cNvGrpSpPr/>
          <p:nvPr/>
        </p:nvGrpSpPr>
        <p:grpSpPr>
          <a:xfrm>
            <a:off x="1278379" y="1377933"/>
            <a:ext cx="367261" cy="364686"/>
            <a:chOff x="-64781025" y="3361050"/>
            <a:chExt cx="317425" cy="315200"/>
          </a:xfrm>
        </p:grpSpPr>
        <p:sp>
          <p:nvSpPr>
            <p:cNvPr id="6910" name="Google Shape;6910;p3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3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3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3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14" name="Google Shape;6914;p35"/>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35"/>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35"/>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17" name="Google Shape;6917;p35"/>
          <p:cNvGrpSpPr/>
          <p:nvPr/>
        </p:nvGrpSpPr>
        <p:grpSpPr>
          <a:xfrm>
            <a:off x="3482779" y="1819372"/>
            <a:ext cx="382765" cy="367810"/>
            <a:chOff x="-62890750" y="3747425"/>
            <a:chExt cx="330825" cy="317900"/>
          </a:xfrm>
        </p:grpSpPr>
        <p:sp>
          <p:nvSpPr>
            <p:cNvPr id="6918" name="Google Shape;6918;p3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3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3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3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3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3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3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3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3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3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3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3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3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3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2" name="Google Shape;6932;p35"/>
          <p:cNvGrpSpPr/>
          <p:nvPr/>
        </p:nvGrpSpPr>
        <p:grpSpPr>
          <a:xfrm>
            <a:off x="3490531" y="2249009"/>
            <a:ext cx="367261" cy="366364"/>
            <a:chOff x="-62884425" y="4111775"/>
            <a:chExt cx="317425" cy="316650"/>
          </a:xfrm>
        </p:grpSpPr>
        <p:sp>
          <p:nvSpPr>
            <p:cNvPr id="6933" name="Google Shape;6933;p3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3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5" name="Google Shape;6935;p35"/>
          <p:cNvGrpSpPr/>
          <p:nvPr/>
        </p:nvGrpSpPr>
        <p:grpSpPr>
          <a:xfrm>
            <a:off x="2163165" y="2745078"/>
            <a:ext cx="365438" cy="360001"/>
            <a:chOff x="-60991775" y="3376900"/>
            <a:chExt cx="315850" cy="311150"/>
          </a:xfrm>
        </p:grpSpPr>
        <p:sp>
          <p:nvSpPr>
            <p:cNvPr id="6936" name="Google Shape;6936;p3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3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3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9" name="Google Shape;6939;p35"/>
          <p:cNvGrpSpPr/>
          <p:nvPr/>
        </p:nvGrpSpPr>
        <p:grpSpPr>
          <a:xfrm>
            <a:off x="2162702" y="3195942"/>
            <a:ext cx="366364" cy="359075"/>
            <a:chOff x="-60988625" y="3740800"/>
            <a:chExt cx="316650" cy="310350"/>
          </a:xfrm>
        </p:grpSpPr>
        <p:sp>
          <p:nvSpPr>
            <p:cNvPr id="6940" name="Google Shape;6940;p3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3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3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43" name="Google Shape;6943;p35"/>
          <p:cNvGrpSpPr/>
          <p:nvPr/>
        </p:nvGrpSpPr>
        <p:grpSpPr>
          <a:xfrm>
            <a:off x="2162702" y="3651393"/>
            <a:ext cx="366364" cy="365207"/>
            <a:chOff x="-60987850" y="4100950"/>
            <a:chExt cx="316650" cy="315650"/>
          </a:xfrm>
        </p:grpSpPr>
        <p:sp>
          <p:nvSpPr>
            <p:cNvPr id="6944" name="Google Shape;6944;p3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3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3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3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3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49" name="Google Shape;6949;p35"/>
          <p:cNvGrpSpPr/>
          <p:nvPr/>
        </p:nvGrpSpPr>
        <p:grpSpPr>
          <a:xfrm>
            <a:off x="3932486" y="3196853"/>
            <a:ext cx="369083" cy="357253"/>
            <a:chOff x="-59447250" y="3706150"/>
            <a:chExt cx="319000" cy="308775"/>
          </a:xfrm>
        </p:grpSpPr>
        <p:sp>
          <p:nvSpPr>
            <p:cNvPr id="6950" name="Google Shape;6950;p3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3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3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3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54" name="Google Shape;6954;p35"/>
          <p:cNvGrpSpPr/>
          <p:nvPr/>
        </p:nvGrpSpPr>
        <p:grpSpPr>
          <a:xfrm>
            <a:off x="1721214" y="1378164"/>
            <a:ext cx="368186" cy="364224"/>
            <a:chOff x="-64406125" y="3362225"/>
            <a:chExt cx="318225" cy="314800"/>
          </a:xfrm>
        </p:grpSpPr>
        <p:sp>
          <p:nvSpPr>
            <p:cNvPr id="6955" name="Google Shape;6955;p3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3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57" name="Google Shape;6957;p35"/>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58" name="Google Shape;6958;p35"/>
          <p:cNvGrpSpPr/>
          <p:nvPr/>
        </p:nvGrpSpPr>
        <p:grpSpPr>
          <a:xfrm>
            <a:off x="1721677" y="2249009"/>
            <a:ext cx="367261" cy="366364"/>
            <a:chOff x="-64410850" y="4094450"/>
            <a:chExt cx="317425" cy="316650"/>
          </a:xfrm>
        </p:grpSpPr>
        <p:sp>
          <p:nvSpPr>
            <p:cNvPr id="6959" name="Google Shape;6959;p3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3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3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62" name="Google Shape;6962;p35"/>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63" name="Google Shape;6963;p35"/>
          <p:cNvGrpSpPr/>
          <p:nvPr/>
        </p:nvGrpSpPr>
        <p:grpSpPr>
          <a:xfrm>
            <a:off x="3943225" y="1819083"/>
            <a:ext cx="365467" cy="368389"/>
            <a:chOff x="-62516625" y="3743175"/>
            <a:chExt cx="315875" cy="318400"/>
          </a:xfrm>
        </p:grpSpPr>
        <p:sp>
          <p:nvSpPr>
            <p:cNvPr id="6964" name="Google Shape;6964;p3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3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66" name="Google Shape;6966;p35"/>
          <p:cNvGrpSpPr/>
          <p:nvPr/>
        </p:nvGrpSpPr>
        <p:grpSpPr>
          <a:xfrm>
            <a:off x="3950065" y="2269054"/>
            <a:ext cx="351786" cy="326274"/>
            <a:chOff x="-62511900" y="4129100"/>
            <a:chExt cx="304050" cy="282000"/>
          </a:xfrm>
        </p:grpSpPr>
        <p:sp>
          <p:nvSpPr>
            <p:cNvPr id="6967" name="Google Shape;6967;p3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3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3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3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3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72" name="Google Shape;6972;p35"/>
          <p:cNvGrpSpPr/>
          <p:nvPr/>
        </p:nvGrpSpPr>
        <p:grpSpPr>
          <a:xfrm>
            <a:off x="2628187" y="2741448"/>
            <a:ext cx="310770" cy="367261"/>
            <a:chOff x="-60597975" y="3367475"/>
            <a:chExt cx="268600" cy="317425"/>
          </a:xfrm>
        </p:grpSpPr>
        <p:sp>
          <p:nvSpPr>
            <p:cNvPr id="6973" name="Google Shape;6973;p3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3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3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3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3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78" name="Google Shape;6978;p35"/>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79" name="Google Shape;6979;p35"/>
          <p:cNvGrpSpPr/>
          <p:nvPr/>
        </p:nvGrpSpPr>
        <p:grpSpPr>
          <a:xfrm>
            <a:off x="2600390" y="3702764"/>
            <a:ext cx="366364" cy="262465"/>
            <a:chOff x="-60621600" y="4145650"/>
            <a:chExt cx="316650" cy="226850"/>
          </a:xfrm>
        </p:grpSpPr>
        <p:sp>
          <p:nvSpPr>
            <p:cNvPr id="6980" name="Google Shape;6980;p3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3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3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83" name="Google Shape;6983;p35"/>
          <p:cNvGrpSpPr/>
          <p:nvPr/>
        </p:nvGrpSpPr>
        <p:grpSpPr>
          <a:xfrm>
            <a:off x="3937042" y="3651263"/>
            <a:ext cx="359972" cy="365467"/>
            <a:chOff x="-59400775" y="4084200"/>
            <a:chExt cx="311125" cy="315875"/>
          </a:xfrm>
        </p:grpSpPr>
        <p:sp>
          <p:nvSpPr>
            <p:cNvPr id="6984" name="Google Shape;6984;p3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3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3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3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3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3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0" name="Google Shape;6990;p35"/>
          <p:cNvGrpSpPr/>
          <p:nvPr/>
        </p:nvGrpSpPr>
        <p:grpSpPr>
          <a:xfrm>
            <a:off x="2161136" y="1377094"/>
            <a:ext cx="365438" cy="366364"/>
            <a:chOff x="-64044600" y="3360375"/>
            <a:chExt cx="315850" cy="316650"/>
          </a:xfrm>
        </p:grpSpPr>
        <p:sp>
          <p:nvSpPr>
            <p:cNvPr id="6991" name="Google Shape;6991;p3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3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3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4" name="Google Shape;6994;p35"/>
          <p:cNvGrpSpPr/>
          <p:nvPr/>
        </p:nvGrpSpPr>
        <p:grpSpPr>
          <a:xfrm>
            <a:off x="2187559" y="1819647"/>
            <a:ext cx="312592" cy="367261"/>
            <a:chOff x="-64022550" y="3727425"/>
            <a:chExt cx="270175" cy="317425"/>
          </a:xfrm>
        </p:grpSpPr>
        <p:sp>
          <p:nvSpPr>
            <p:cNvPr id="6995" name="Google Shape;6995;p3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3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3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8" name="Google Shape;6998;p35"/>
          <p:cNvGrpSpPr/>
          <p:nvPr/>
        </p:nvGrpSpPr>
        <p:grpSpPr>
          <a:xfrm>
            <a:off x="2211697" y="2248547"/>
            <a:ext cx="264317" cy="367290"/>
            <a:chOff x="-64001300" y="4093650"/>
            <a:chExt cx="228450" cy="317450"/>
          </a:xfrm>
        </p:grpSpPr>
        <p:sp>
          <p:nvSpPr>
            <p:cNvPr id="6999" name="Google Shape;6999;p3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3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3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3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03" name="Google Shape;7003;p35"/>
          <p:cNvGrpSpPr/>
          <p:nvPr/>
        </p:nvGrpSpPr>
        <p:grpSpPr>
          <a:xfrm>
            <a:off x="830701" y="2741838"/>
            <a:ext cx="359972" cy="366480"/>
            <a:chOff x="-62148800" y="3377700"/>
            <a:chExt cx="311125" cy="316750"/>
          </a:xfrm>
        </p:grpSpPr>
        <p:sp>
          <p:nvSpPr>
            <p:cNvPr id="7004" name="Google Shape;7004;p3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3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06" name="Google Shape;7006;p35"/>
          <p:cNvGrpSpPr/>
          <p:nvPr/>
        </p:nvGrpSpPr>
        <p:grpSpPr>
          <a:xfrm>
            <a:off x="826608" y="3191835"/>
            <a:ext cx="368157" cy="367290"/>
            <a:chOff x="-62154300" y="3743950"/>
            <a:chExt cx="318200" cy="317450"/>
          </a:xfrm>
        </p:grpSpPr>
        <p:sp>
          <p:nvSpPr>
            <p:cNvPr id="7007" name="Google Shape;7007;p3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3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09" name="Google Shape;7009;p35"/>
          <p:cNvGrpSpPr/>
          <p:nvPr/>
        </p:nvGrpSpPr>
        <p:grpSpPr>
          <a:xfrm>
            <a:off x="826594" y="3650815"/>
            <a:ext cx="368186" cy="366364"/>
            <a:chOff x="-62151950" y="4111775"/>
            <a:chExt cx="318225" cy="316650"/>
          </a:xfrm>
        </p:grpSpPr>
        <p:sp>
          <p:nvSpPr>
            <p:cNvPr id="7010" name="Google Shape;7010;p3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3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3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3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14" name="Google Shape;7014;p35"/>
          <p:cNvGrpSpPr/>
          <p:nvPr/>
        </p:nvGrpSpPr>
        <p:grpSpPr>
          <a:xfrm>
            <a:off x="3045218" y="2741361"/>
            <a:ext cx="368157" cy="367434"/>
            <a:chOff x="-60254550" y="3367325"/>
            <a:chExt cx="318200" cy="317575"/>
          </a:xfrm>
        </p:grpSpPr>
        <p:sp>
          <p:nvSpPr>
            <p:cNvPr id="7015" name="Google Shape;7015;p3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3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3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3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19" name="Google Shape;7019;p35"/>
          <p:cNvGrpSpPr/>
          <p:nvPr/>
        </p:nvGrpSpPr>
        <p:grpSpPr>
          <a:xfrm>
            <a:off x="3046115" y="3192355"/>
            <a:ext cx="366364" cy="366248"/>
            <a:chOff x="-60255350" y="3733825"/>
            <a:chExt cx="316650" cy="316550"/>
          </a:xfrm>
        </p:grpSpPr>
        <p:sp>
          <p:nvSpPr>
            <p:cNvPr id="7020" name="Google Shape;7020;p3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3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3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3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3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3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3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27" name="Google Shape;7027;p35"/>
          <p:cNvGrpSpPr/>
          <p:nvPr/>
        </p:nvGrpSpPr>
        <p:grpSpPr>
          <a:xfrm>
            <a:off x="3073912" y="3651263"/>
            <a:ext cx="310770" cy="365467"/>
            <a:chOff x="-60232500" y="4101525"/>
            <a:chExt cx="268600" cy="315875"/>
          </a:xfrm>
        </p:grpSpPr>
        <p:sp>
          <p:nvSpPr>
            <p:cNvPr id="7028" name="Google Shape;7028;p3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3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30" name="Google Shape;7030;p35"/>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031" name="Google Shape;7031;p35"/>
          <p:cNvGrpSpPr/>
          <p:nvPr/>
        </p:nvGrpSpPr>
        <p:grpSpPr>
          <a:xfrm>
            <a:off x="2606912" y="1377094"/>
            <a:ext cx="368186" cy="366364"/>
            <a:chOff x="-63679950" y="3360375"/>
            <a:chExt cx="318225" cy="316650"/>
          </a:xfrm>
        </p:grpSpPr>
        <p:sp>
          <p:nvSpPr>
            <p:cNvPr id="7032" name="Google Shape;7032;p3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3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3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3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36" name="Google Shape;7036;p35"/>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037" name="Google Shape;7037;p35"/>
          <p:cNvGrpSpPr/>
          <p:nvPr/>
        </p:nvGrpSpPr>
        <p:grpSpPr>
          <a:xfrm>
            <a:off x="2605539" y="2248431"/>
            <a:ext cx="370934" cy="367521"/>
            <a:chOff x="-63679950" y="4093450"/>
            <a:chExt cx="320600" cy="317650"/>
          </a:xfrm>
        </p:grpSpPr>
        <p:sp>
          <p:nvSpPr>
            <p:cNvPr id="7038" name="Google Shape;7038;p3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3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3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41" name="Google Shape;7041;p35"/>
          <p:cNvGrpSpPr/>
          <p:nvPr/>
        </p:nvGrpSpPr>
        <p:grpSpPr>
          <a:xfrm>
            <a:off x="1265656" y="2741433"/>
            <a:ext cx="366364" cy="367290"/>
            <a:chOff x="-61784125" y="3377700"/>
            <a:chExt cx="316650" cy="317450"/>
          </a:xfrm>
        </p:grpSpPr>
        <p:sp>
          <p:nvSpPr>
            <p:cNvPr id="7042" name="Google Shape;7042;p3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3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3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3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3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3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3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49" name="Google Shape;7049;p35"/>
          <p:cNvGrpSpPr/>
          <p:nvPr/>
        </p:nvGrpSpPr>
        <p:grpSpPr>
          <a:xfrm>
            <a:off x="1265656" y="3191835"/>
            <a:ext cx="366364" cy="367290"/>
            <a:chOff x="-61783350" y="3743950"/>
            <a:chExt cx="316650" cy="317450"/>
          </a:xfrm>
        </p:grpSpPr>
        <p:sp>
          <p:nvSpPr>
            <p:cNvPr id="7050" name="Google Shape;7050;p3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3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52" name="Google Shape;7052;p35"/>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35"/>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35"/>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055" name="Google Shape;7055;p35"/>
          <p:cNvGrpSpPr/>
          <p:nvPr/>
        </p:nvGrpSpPr>
        <p:grpSpPr>
          <a:xfrm>
            <a:off x="3487080" y="3651668"/>
            <a:ext cx="369112" cy="364657"/>
            <a:chOff x="-59869425" y="4102225"/>
            <a:chExt cx="319025" cy="315175"/>
          </a:xfrm>
        </p:grpSpPr>
        <p:sp>
          <p:nvSpPr>
            <p:cNvPr id="7056" name="Google Shape;7056;p3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3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3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3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60" name="Google Shape;7060;p35"/>
          <p:cNvGrpSpPr/>
          <p:nvPr/>
        </p:nvGrpSpPr>
        <p:grpSpPr>
          <a:xfrm>
            <a:off x="2605883" y="4120490"/>
            <a:ext cx="366364" cy="365467"/>
            <a:chOff x="-59029025" y="3711650"/>
            <a:chExt cx="316650" cy="315875"/>
          </a:xfrm>
        </p:grpSpPr>
        <p:sp>
          <p:nvSpPr>
            <p:cNvPr id="7061" name="Google Shape;7061;p3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3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3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3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3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3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3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68" name="Google Shape;7068;p35"/>
          <p:cNvGrpSpPr/>
          <p:nvPr/>
        </p:nvGrpSpPr>
        <p:grpSpPr>
          <a:xfrm>
            <a:off x="4841373" y="1398014"/>
            <a:ext cx="351940" cy="348188"/>
            <a:chOff x="581525" y="3254850"/>
            <a:chExt cx="297750" cy="294575"/>
          </a:xfrm>
        </p:grpSpPr>
        <p:sp>
          <p:nvSpPr>
            <p:cNvPr id="7069" name="Google Shape;7069;p3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3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3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72" name="Google Shape;7072;p35"/>
          <p:cNvGrpSpPr/>
          <p:nvPr/>
        </p:nvGrpSpPr>
        <p:grpSpPr>
          <a:xfrm>
            <a:off x="4840442" y="1836950"/>
            <a:ext cx="353802" cy="351497"/>
            <a:chOff x="580725" y="3617925"/>
            <a:chExt cx="299325" cy="297375"/>
          </a:xfrm>
        </p:grpSpPr>
        <p:sp>
          <p:nvSpPr>
            <p:cNvPr id="7073" name="Google Shape;7073;p3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3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3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3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3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78" name="Google Shape;7078;p35"/>
          <p:cNvGrpSpPr/>
          <p:nvPr/>
        </p:nvGrpSpPr>
        <p:grpSpPr>
          <a:xfrm>
            <a:off x="4842304" y="2284140"/>
            <a:ext cx="350079" cy="350079"/>
            <a:chOff x="583100" y="3982600"/>
            <a:chExt cx="296175" cy="296175"/>
          </a:xfrm>
        </p:grpSpPr>
        <p:sp>
          <p:nvSpPr>
            <p:cNvPr id="7079" name="Google Shape;7079;p3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3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3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3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3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3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3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86" name="Google Shape;7086;p35"/>
          <p:cNvGrpSpPr/>
          <p:nvPr/>
        </p:nvGrpSpPr>
        <p:grpSpPr>
          <a:xfrm>
            <a:off x="7074918" y="1397764"/>
            <a:ext cx="307231" cy="348690"/>
            <a:chOff x="2423775" y="3226875"/>
            <a:chExt cx="259925" cy="295000"/>
          </a:xfrm>
        </p:grpSpPr>
        <p:sp>
          <p:nvSpPr>
            <p:cNvPr id="7087" name="Google Shape;7087;p3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3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3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90" name="Google Shape;7090;p35"/>
          <p:cNvGrpSpPr/>
          <p:nvPr/>
        </p:nvGrpSpPr>
        <p:grpSpPr>
          <a:xfrm>
            <a:off x="7052106" y="1839049"/>
            <a:ext cx="352857" cy="347301"/>
            <a:chOff x="2404875" y="3592725"/>
            <a:chExt cx="298525" cy="293825"/>
          </a:xfrm>
        </p:grpSpPr>
        <p:sp>
          <p:nvSpPr>
            <p:cNvPr id="7091" name="Google Shape;7091;p3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3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3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94" name="Google Shape;7094;p35"/>
          <p:cNvGrpSpPr/>
          <p:nvPr/>
        </p:nvGrpSpPr>
        <p:grpSpPr>
          <a:xfrm>
            <a:off x="7053036" y="2284614"/>
            <a:ext cx="350995" cy="349133"/>
            <a:chOff x="2404875" y="3955825"/>
            <a:chExt cx="296950" cy="295375"/>
          </a:xfrm>
        </p:grpSpPr>
        <p:sp>
          <p:nvSpPr>
            <p:cNvPr id="7095" name="Google Shape;7095;p3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3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3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3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99" name="Google Shape;7099;p35"/>
          <p:cNvGrpSpPr/>
          <p:nvPr/>
        </p:nvGrpSpPr>
        <p:grpSpPr>
          <a:xfrm>
            <a:off x="5747016" y="2748808"/>
            <a:ext cx="349163" cy="350079"/>
            <a:chOff x="4263650" y="3235150"/>
            <a:chExt cx="295400" cy="296175"/>
          </a:xfrm>
        </p:grpSpPr>
        <p:sp>
          <p:nvSpPr>
            <p:cNvPr id="7100" name="Google Shape;7100;p3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3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3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3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3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05" name="Google Shape;7105;p35"/>
          <p:cNvGrpSpPr/>
          <p:nvPr/>
        </p:nvGrpSpPr>
        <p:grpSpPr>
          <a:xfrm>
            <a:off x="5744696" y="3207969"/>
            <a:ext cx="353802" cy="327739"/>
            <a:chOff x="4266025" y="3609275"/>
            <a:chExt cx="299325" cy="277275"/>
          </a:xfrm>
        </p:grpSpPr>
        <p:sp>
          <p:nvSpPr>
            <p:cNvPr id="7106" name="Google Shape;7106;p3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3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08" name="Google Shape;7108;p35"/>
          <p:cNvGrpSpPr/>
          <p:nvPr/>
        </p:nvGrpSpPr>
        <p:grpSpPr>
          <a:xfrm>
            <a:off x="5745154" y="3673356"/>
            <a:ext cx="352886" cy="349133"/>
            <a:chOff x="4263650" y="3963700"/>
            <a:chExt cx="298550" cy="295375"/>
          </a:xfrm>
        </p:grpSpPr>
        <p:sp>
          <p:nvSpPr>
            <p:cNvPr id="7109" name="Google Shape;7109;p3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3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3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3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3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3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3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16" name="Google Shape;7116;p35"/>
          <p:cNvGrpSpPr/>
          <p:nvPr/>
        </p:nvGrpSpPr>
        <p:grpSpPr>
          <a:xfrm>
            <a:off x="8023491" y="2748809"/>
            <a:ext cx="226264" cy="350079"/>
            <a:chOff x="6164975" y="3211525"/>
            <a:chExt cx="191425" cy="296175"/>
          </a:xfrm>
        </p:grpSpPr>
        <p:sp>
          <p:nvSpPr>
            <p:cNvPr id="7117" name="Google Shape;7117;p3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3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3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3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3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3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3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24" name="Google Shape;7124;p35"/>
          <p:cNvGrpSpPr/>
          <p:nvPr/>
        </p:nvGrpSpPr>
        <p:grpSpPr>
          <a:xfrm>
            <a:off x="5285528" y="1397084"/>
            <a:ext cx="352886" cy="350049"/>
            <a:chOff x="946175" y="3253275"/>
            <a:chExt cx="298550" cy="296150"/>
          </a:xfrm>
        </p:grpSpPr>
        <p:sp>
          <p:nvSpPr>
            <p:cNvPr id="7125" name="Google Shape;7125;p3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3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3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3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3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30" name="Google Shape;7130;p35"/>
          <p:cNvGrpSpPr/>
          <p:nvPr/>
        </p:nvGrpSpPr>
        <p:grpSpPr>
          <a:xfrm>
            <a:off x="5286459" y="1839048"/>
            <a:ext cx="351024" cy="347301"/>
            <a:chOff x="946175" y="3619500"/>
            <a:chExt cx="296975" cy="293825"/>
          </a:xfrm>
        </p:grpSpPr>
        <p:sp>
          <p:nvSpPr>
            <p:cNvPr id="7131" name="Google Shape;7131;p3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3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3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3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3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3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37" name="Google Shape;7137;p35"/>
          <p:cNvGrpSpPr/>
          <p:nvPr/>
        </p:nvGrpSpPr>
        <p:grpSpPr>
          <a:xfrm>
            <a:off x="5286001" y="2283682"/>
            <a:ext cx="351940" cy="350995"/>
            <a:chOff x="944600" y="3981825"/>
            <a:chExt cx="297750" cy="296950"/>
          </a:xfrm>
        </p:grpSpPr>
        <p:sp>
          <p:nvSpPr>
            <p:cNvPr id="7138" name="Google Shape;7138;p3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3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3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3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42" name="Google Shape;7142;p35"/>
          <p:cNvGrpSpPr/>
          <p:nvPr/>
        </p:nvGrpSpPr>
        <p:grpSpPr>
          <a:xfrm>
            <a:off x="7502937" y="1397542"/>
            <a:ext cx="350079" cy="349133"/>
            <a:chOff x="2768750" y="3227275"/>
            <a:chExt cx="296175" cy="295375"/>
          </a:xfrm>
        </p:grpSpPr>
        <p:sp>
          <p:nvSpPr>
            <p:cNvPr id="7143" name="Google Shape;7143;p3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3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3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3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3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3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3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3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51" name="Google Shape;7151;p35"/>
          <p:cNvGrpSpPr/>
          <p:nvPr/>
        </p:nvGrpSpPr>
        <p:grpSpPr>
          <a:xfrm>
            <a:off x="7523888" y="1838414"/>
            <a:ext cx="308177" cy="348572"/>
            <a:chOff x="2786075" y="3591800"/>
            <a:chExt cx="260725" cy="294900"/>
          </a:xfrm>
        </p:grpSpPr>
        <p:sp>
          <p:nvSpPr>
            <p:cNvPr id="7152" name="Google Shape;7152;p3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3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3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3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3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57" name="Google Shape;7157;p35"/>
          <p:cNvGrpSpPr/>
          <p:nvPr/>
        </p:nvGrpSpPr>
        <p:grpSpPr>
          <a:xfrm>
            <a:off x="7564387" y="2284141"/>
            <a:ext cx="227180" cy="350079"/>
            <a:chOff x="2819150" y="3955025"/>
            <a:chExt cx="192200" cy="296175"/>
          </a:xfrm>
        </p:grpSpPr>
        <p:sp>
          <p:nvSpPr>
            <p:cNvPr id="7158" name="Google Shape;7158;p3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3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3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3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2" name="Google Shape;7162;p35"/>
          <p:cNvGrpSpPr/>
          <p:nvPr/>
        </p:nvGrpSpPr>
        <p:grpSpPr>
          <a:xfrm>
            <a:off x="6188160" y="2749739"/>
            <a:ext cx="349133" cy="348217"/>
            <a:chOff x="4629125" y="3235150"/>
            <a:chExt cx="295375" cy="294600"/>
          </a:xfrm>
        </p:grpSpPr>
        <p:sp>
          <p:nvSpPr>
            <p:cNvPr id="7163" name="Google Shape;7163;p3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3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3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3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3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8" name="Google Shape;7168;p35"/>
          <p:cNvGrpSpPr/>
          <p:nvPr/>
        </p:nvGrpSpPr>
        <p:grpSpPr>
          <a:xfrm>
            <a:off x="6188145" y="3197272"/>
            <a:ext cx="349163" cy="349133"/>
            <a:chOff x="4628325" y="3599825"/>
            <a:chExt cx="295400" cy="295375"/>
          </a:xfrm>
        </p:grpSpPr>
        <p:sp>
          <p:nvSpPr>
            <p:cNvPr id="7169" name="Google Shape;7169;p3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3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3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3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3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3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3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3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3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3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3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3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81" name="Google Shape;7181;p35"/>
          <p:cNvGrpSpPr/>
          <p:nvPr/>
        </p:nvGrpSpPr>
        <p:grpSpPr>
          <a:xfrm>
            <a:off x="6209096" y="3672883"/>
            <a:ext cx="307261" cy="350079"/>
            <a:chOff x="4645650" y="3962900"/>
            <a:chExt cx="259950" cy="296175"/>
          </a:xfrm>
        </p:grpSpPr>
        <p:sp>
          <p:nvSpPr>
            <p:cNvPr id="7182" name="Google Shape;7182;p3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3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3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3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3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3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88" name="Google Shape;7188;p35"/>
          <p:cNvGrpSpPr/>
          <p:nvPr/>
        </p:nvGrpSpPr>
        <p:grpSpPr>
          <a:xfrm>
            <a:off x="7962056" y="3197745"/>
            <a:ext cx="349133" cy="348188"/>
            <a:chOff x="6143725" y="3582500"/>
            <a:chExt cx="295375" cy="294575"/>
          </a:xfrm>
        </p:grpSpPr>
        <p:sp>
          <p:nvSpPr>
            <p:cNvPr id="7189" name="Google Shape;7189;p3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3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3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3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3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3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3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96" name="Google Shape;7196;p35"/>
          <p:cNvGrpSpPr/>
          <p:nvPr/>
        </p:nvGrpSpPr>
        <p:grpSpPr>
          <a:xfrm>
            <a:off x="5730883" y="1397084"/>
            <a:ext cx="350995" cy="350049"/>
            <a:chOff x="1310075" y="3253275"/>
            <a:chExt cx="296950" cy="296150"/>
          </a:xfrm>
        </p:grpSpPr>
        <p:sp>
          <p:nvSpPr>
            <p:cNvPr id="7197" name="Google Shape;7197;p3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3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3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00" name="Google Shape;7200;p35"/>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01" name="Google Shape;7201;p35"/>
          <p:cNvGrpSpPr/>
          <p:nvPr/>
        </p:nvGrpSpPr>
        <p:grpSpPr>
          <a:xfrm>
            <a:off x="5730410" y="2283343"/>
            <a:ext cx="351941" cy="351675"/>
            <a:chOff x="1310075" y="3980250"/>
            <a:chExt cx="297750" cy="297525"/>
          </a:xfrm>
        </p:grpSpPr>
        <p:sp>
          <p:nvSpPr>
            <p:cNvPr id="7202" name="Google Shape;7202;p3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3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3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3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06" name="Google Shape;7206;p35"/>
          <p:cNvGrpSpPr/>
          <p:nvPr/>
        </p:nvGrpSpPr>
        <p:grpSpPr>
          <a:xfrm>
            <a:off x="7995198" y="1397542"/>
            <a:ext cx="266305" cy="349133"/>
            <a:chOff x="3167275" y="3227275"/>
            <a:chExt cx="225300" cy="295375"/>
          </a:xfrm>
        </p:grpSpPr>
        <p:sp>
          <p:nvSpPr>
            <p:cNvPr id="7207" name="Google Shape;7207;p3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3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3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3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3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12" name="Google Shape;7212;p35"/>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13" name="Google Shape;7213;p35"/>
          <p:cNvGrpSpPr/>
          <p:nvPr/>
        </p:nvGrpSpPr>
        <p:grpSpPr>
          <a:xfrm>
            <a:off x="7952380" y="2284599"/>
            <a:ext cx="351940" cy="349163"/>
            <a:chOff x="3133425" y="3955025"/>
            <a:chExt cx="297750" cy="295400"/>
          </a:xfrm>
        </p:grpSpPr>
        <p:sp>
          <p:nvSpPr>
            <p:cNvPr id="7214" name="Google Shape;7214;p3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3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3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17" name="Google Shape;7217;p35"/>
          <p:cNvGrpSpPr/>
          <p:nvPr/>
        </p:nvGrpSpPr>
        <p:grpSpPr>
          <a:xfrm>
            <a:off x="6632554" y="2748187"/>
            <a:ext cx="350079" cy="351320"/>
            <a:chOff x="4991425" y="3234750"/>
            <a:chExt cx="296175" cy="297225"/>
          </a:xfrm>
        </p:grpSpPr>
        <p:sp>
          <p:nvSpPr>
            <p:cNvPr id="7218" name="Google Shape;7218;p3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3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3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3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3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3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24" name="Google Shape;7224;p35"/>
          <p:cNvGrpSpPr/>
          <p:nvPr/>
        </p:nvGrpSpPr>
        <p:grpSpPr>
          <a:xfrm>
            <a:off x="6632554" y="3217750"/>
            <a:ext cx="350079" cy="308177"/>
            <a:chOff x="4991425" y="3617150"/>
            <a:chExt cx="296175" cy="260725"/>
          </a:xfrm>
        </p:grpSpPr>
        <p:sp>
          <p:nvSpPr>
            <p:cNvPr id="7225" name="Google Shape;7225;p3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3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3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3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3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3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3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32" name="Google Shape;7232;p35"/>
          <p:cNvGrpSpPr/>
          <p:nvPr/>
        </p:nvGrpSpPr>
        <p:grpSpPr>
          <a:xfrm>
            <a:off x="6709827" y="3673341"/>
            <a:ext cx="195532" cy="349163"/>
            <a:chOff x="5056800" y="3962900"/>
            <a:chExt cx="165425" cy="295400"/>
          </a:xfrm>
        </p:grpSpPr>
        <p:sp>
          <p:nvSpPr>
            <p:cNvPr id="7233" name="Google Shape;7233;p3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3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3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36" name="Google Shape;7236;p35"/>
          <p:cNvGrpSpPr/>
          <p:nvPr/>
        </p:nvGrpSpPr>
        <p:grpSpPr>
          <a:xfrm>
            <a:off x="7961125" y="3673357"/>
            <a:ext cx="350995" cy="349133"/>
            <a:chOff x="6168925" y="3936925"/>
            <a:chExt cx="296950" cy="295375"/>
          </a:xfrm>
        </p:grpSpPr>
        <p:sp>
          <p:nvSpPr>
            <p:cNvPr id="7237" name="Google Shape;7237;p3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3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3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3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3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3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43" name="Google Shape;7243;p35"/>
          <p:cNvGrpSpPr/>
          <p:nvPr/>
        </p:nvGrpSpPr>
        <p:grpSpPr>
          <a:xfrm>
            <a:off x="6174844" y="1390429"/>
            <a:ext cx="348188" cy="349133"/>
            <a:chOff x="1674750" y="3254050"/>
            <a:chExt cx="294575" cy="295375"/>
          </a:xfrm>
        </p:grpSpPr>
        <p:sp>
          <p:nvSpPr>
            <p:cNvPr id="7244" name="Google Shape;7244;p3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3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3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47" name="Google Shape;7247;p35"/>
          <p:cNvGrpSpPr/>
          <p:nvPr/>
        </p:nvGrpSpPr>
        <p:grpSpPr>
          <a:xfrm>
            <a:off x="6189239" y="1838132"/>
            <a:ext cx="319347" cy="349133"/>
            <a:chOff x="1687350" y="3618725"/>
            <a:chExt cx="270175" cy="295375"/>
          </a:xfrm>
        </p:grpSpPr>
        <p:sp>
          <p:nvSpPr>
            <p:cNvPr id="7248" name="Google Shape;7248;p3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3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3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51" name="Google Shape;7251;p35"/>
          <p:cNvGrpSpPr/>
          <p:nvPr/>
        </p:nvGrpSpPr>
        <p:grpSpPr>
          <a:xfrm>
            <a:off x="6172942" y="2284613"/>
            <a:ext cx="351940" cy="349133"/>
            <a:chOff x="1672375" y="3982600"/>
            <a:chExt cx="297750" cy="295375"/>
          </a:xfrm>
        </p:grpSpPr>
        <p:sp>
          <p:nvSpPr>
            <p:cNvPr id="7252" name="Google Shape;7252;p3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3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3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55" name="Google Shape;7255;p35"/>
          <p:cNvGrpSpPr/>
          <p:nvPr/>
        </p:nvGrpSpPr>
        <p:grpSpPr>
          <a:xfrm>
            <a:off x="4864934" y="2748808"/>
            <a:ext cx="350079" cy="350079"/>
            <a:chOff x="3497300" y="3227275"/>
            <a:chExt cx="296175" cy="296175"/>
          </a:xfrm>
        </p:grpSpPr>
        <p:sp>
          <p:nvSpPr>
            <p:cNvPr id="7256" name="Google Shape;7256;p3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3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3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3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3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3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3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3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64" name="Google Shape;7264;p35"/>
          <p:cNvGrpSpPr/>
          <p:nvPr/>
        </p:nvGrpSpPr>
        <p:grpSpPr>
          <a:xfrm>
            <a:off x="4865407" y="3198203"/>
            <a:ext cx="349133" cy="347272"/>
            <a:chOff x="3497300" y="3591950"/>
            <a:chExt cx="295375" cy="293800"/>
          </a:xfrm>
        </p:grpSpPr>
        <p:sp>
          <p:nvSpPr>
            <p:cNvPr id="7265" name="Google Shape;7265;p3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3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3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3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3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3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3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3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73" name="Google Shape;7273;p35"/>
          <p:cNvGrpSpPr/>
          <p:nvPr/>
        </p:nvGrpSpPr>
        <p:grpSpPr>
          <a:xfrm>
            <a:off x="4865407" y="3673341"/>
            <a:ext cx="349133" cy="349163"/>
            <a:chOff x="3497300" y="3955025"/>
            <a:chExt cx="295375" cy="295400"/>
          </a:xfrm>
        </p:grpSpPr>
        <p:sp>
          <p:nvSpPr>
            <p:cNvPr id="7274" name="Google Shape;7274;p3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3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3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77" name="Google Shape;7277;p35"/>
          <p:cNvGrpSpPr/>
          <p:nvPr/>
        </p:nvGrpSpPr>
        <p:grpSpPr>
          <a:xfrm>
            <a:off x="7089979" y="2749532"/>
            <a:ext cx="327739" cy="348631"/>
            <a:chOff x="5364750" y="3235150"/>
            <a:chExt cx="277275" cy="294950"/>
          </a:xfrm>
        </p:grpSpPr>
        <p:sp>
          <p:nvSpPr>
            <p:cNvPr id="7278" name="Google Shape;7278;p3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3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3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3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3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3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3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3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86" name="Google Shape;7286;p35"/>
          <p:cNvGrpSpPr/>
          <p:nvPr/>
        </p:nvGrpSpPr>
        <p:grpSpPr>
          <a:xfrm>
            <a:off x="7078337" y="3195868"/>
            <a:ext cx="351024" cy="351941"/>
            <a:chOff x="5355300" y="3598250"/>
            <a:chExt cx="296975" cy="297750"/>
          </a:xfrm>
        </p:grpSpPr>
        <p:sp>
          <p:nvSpPr>
            <p:cNvPr id="7287" name="Google Shape;7287;p3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3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3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3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3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3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3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3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95" name="Google Shape;7295;p35"/>
          <p:cNvGrpSpPr/>
          <p:nvPr/>
        </p:nvGrpSpPr>
        <p:grpSpPr>
          <a:xfrm>
            <a:off x="7082533" y="3734790"/>
            <a:ext cx="342632" cy="226264"/>
            <a:chOff x="5358450" y="4015675"/>
            <a:chExt cx="289875" cy="191425"/>
          </a:xfrm>
        </p:grpSpPr>
        <p:sp>
          <p:nvSpPr>
            <p:cNvPr id="7296" name="Google Shape;7296;p3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3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3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3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00" name="Google Shape;7300;p35"/>
          <p:cNvGrpSpPr/>
          <p:nvPr/>
        </p:nvGrpSpPr>
        <p:grpSpPr>
          <a:xfrm>
            <a:off x="6209015" y="4117322"/>
            <a:ext cx="351024" cy="325464"/>
            <a:chOff x="6543825" y="3202075"/>
            <a:chExt cx="296975" cy="275350"/>
          </a:xfrm>
        </p:grpSpPr>
        <p:sp>
          <p:nvSpPr>
            <p:cNvPr id="7301" name="Google Shape;7301;p3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3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3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3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3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3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3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08" name="Google Shape;7308;p35"/>
          <p:cNvGrpSpPr/>
          <p:nvPr/>
        </p:nvGrpSpPr>
        <p:grpSpPr>
          <a:xfrm>
            <a:off x="6615996" y="1397069"/>
            <a:ext cx="350079" cy="350079"/>
            <a:chOff x="2037825" y="3254050"/>
            <a:chExt cx="296175" cy="296175"/>
          </a:xfrm>
        </p:grpSpPr>
        <p:sp>
          <p:nvSpPr>
            <p:cNvPr id="7309" name="Google Shape;7309;p3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3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3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3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3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3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15" name="Google Shape;7315;p35"/>
          <p:cNvGrpSpPr/>
          <p:nvPr/>
        </p:nvGrpSpPr>
        <p:grpSpPr>
          <a:xfrm>
            <a:off x="6614135" y="1838236"/>
            <a:ext cx="353802" cy="348926"/>
            <a:chOff x="2034675" y="3617925"/>
            <a:chExt cx="299325" cy="295200"/>
          </a:xfrm>
        </p:grpSpPr>
        <p:sp>
          <p:nvSpPr>
            <p:cNvPr id="7316" name="Google Shape;7316;p3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3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3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3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3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21" name="Google Shape;7321;p35"/>
          <p:cNvGrpSpPr/>
          <p:nvPr/>
        </p:nvGrpSpPr>
        <p:grpSpPr>
          <a:xfrm>
            <a:off x="6615996" y="2284613"/>
            <a:ext cx="350079" cy="349133"/>
            <a:chOff x="2037825" y="3981825"/>
            <a:chExt cx="296175" cy="295375"/>
          </a:xfrm>
        </p:grpSpPr>
        <p:sp>
          <p:nvSpPr>
            <p:cNvPr id="7322" name="Google Shape;7322;p3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3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3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25" name="Google Shape;7325;p35"/>
          <p:cNvGrpSpPr/>
          <p:nvPr/>
        </p:nvGrpSpPr>
        <p:grpSpPr>
          <a:xfrm>
            <a:off x="5301014" y="2780929"/>
            <a:ext cx="350079" cy="285837"/>
            <a:chOff x="3860400" y="3254050"/>
            <a:chExt cx="296175" cy="241825"/>
          </a:xfrm>
        </p:grpSpPr>
        <p:sp>
          <p:nvSpPr>
            <p:cNvPr id="7326" name="Google Shape;7326;p3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3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3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3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3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3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3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33" name="Google Shape;7333;p35"/>
          <p:cNvGrpSpPr/>
          <p:nvPr/>
        </p:nvGrpSpPr>
        <p:grpSpPr>
          <a:xfrm>
            <a:off x="5300541" y="3196800"/>
            <a:ext cx="351024" cy="350079"/>
            <a:chOff x="3859600" y="3591950"/>
            <a:chExt cx="296975" cy="296175"/>
          </a:xfrm>
        </p:grpSpPr>
        <p:sp>
          <p:nvSpPr>
            <p:cNvPr id="7334" name="Google Shape;7334;p3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3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3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37" name="Google Shape;7337;p35"/>
          <p:cNvGrpSpPr/>
          <p:nvPr/>
        </p:nvGrpSpPr>
        <p:grpSpPr>
          <a:xfrm>
            <a:off x="5301014" y="3672883"/>
            <a:ext cx="350079" cy="350079"/>
            <a:chOff x="3860400" y="3955025"/>
            <a:chExt cx="296175" cy="296175"/>
          </a:xfrm>
        </p:grpSpPr>
        <p:sp>
          <p:nvSpPr>
            <p:cNvPr id="7338" name="Google Shape;7338;p3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3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3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3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3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43" name="Google Shape;7343;p35"/>
          <p:cNvGrpSpPr/>
          <p:nvPr/>
        </p:nvGrpSpPr>
        <p:grpSpPr>
          <a:xfrm>
            <a:off x="7516230" y="2749281"/>
            <a:ext cx="355664" cy="349133"/>
            <a:chOff x="5716825" y="3235950"/>
            <a:chExt cx="300900" cy="295375"/>
          </a:xfrm>
        </p:grpSpPr>
        <p:sp>
          <p:nvSpPr>
            <p:cNvPr id="7344" name="Google Shape;7344;p3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3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3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3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48" name="Google Shape;7348;p35"/>
          <p:cNvGrpSpPr/>
          <p:nvPr/>
        </p:nvGrpSpPr>
        <p:grpSpPr>
          <a:xfrm>
            <a:off x="7529261" y="3207969"/>
            <a:ext cx="329601" cy="327739"/>
            <a:chOff x="5727850" y="3609275"/>
            <a:chExt cx="278850" cy="277275"/>
          </a:xfrm>
        </p:grpSpPr>
        <p:sp>
          <p:nvSpPr>
            <p:cNvPr id="7349" name="Google Shape;7349;p3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3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3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3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3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54" name="Google Shape;7354;p35"/>
          <p:cNvGrpSpPr/>
          <p:nvPr/>
        </p:nvGrpSpPr>
        <p:grpSpPr>
          <a:xfrm>
            <a:off x="7540446" y="3673356"/>
            <a:ext cx="307231" cy="349133"/>
            <a:chOff x="5736525" y="3963700"/>
            <a:chExt cx="259925" cy="295375"/>
          </a:xfrm>
        </p:grpSpPr>
        <p:sp>
          <p:nvSpPr>
            <p:cNvPr id="7355" name="Google Shape;7355;p3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3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3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3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3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3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3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62" name="Google Shape;7362;p35"/>
          <p:cNvGrpSpPr/>
          <p:nvPr/>
        </p:nvGrpSpPr>
        <p:grpSpPr>
          <a:xfrm>
            <a:off x="6632026" y="4122683"/>
            <a:ext cx="351024" cy="350079"/>
            <a:chOff x="6553275" y="3604550"/>
            <a:chExt cx="296975" cy="296175"/>
          </a:xfrm>
        </p:grpSpPr>
        <p:sp>
          <p:nvSpPr>
            <p:cNvPr id="7363" name="Google Shape;7363;p3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3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3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3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3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3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369" name="Google Shape;7369;p3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1"/>
                </a:solidFill>
                <a:latin typeface="Arial"/>
                <a:ea typeface="Arial"/>
                <a:cs typeface="Arial"/>
                <a:sym typeface="Arial"/>
              </a:rPr>
              <a:t>Business Icons</a:t>
            </a:r>
            <a:endParaRPr b="0" i="0" sz="2400" u="none" cap="none" strike="noStrike">
              <a:solidFill>
                <a:schemeClr val="lt1"/>
              </a:solidFill>
              <a:latin typeface="Arial"/>
              <a:ea typeface="Arial"/>
              <a:cs typeface="Arial"/>
              <a:sym typeface="Arial"/>
            </a:endParaRPr>
          </a:p>
        </p:txBody>
      </p:sp>
      <p:sp>
        <p:nvSpPr>
          <p:cNvPr id="7370" name="Google Shape;7370;p3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1"/>
                </a:solidFill>
                <a:latin typeface="Arial"/>
                <a:ea typeface="Arial"/>
                <a:cs typeface="Arial"/>
                <a:sym typeface="Arial"/>
              </a:rPr>
              <a:t>Teamwork Icons</a:t>
            </a:r>
            <a:endParaRPr b="0" i="0" sz="2400" u="none" cap="none" strike="noStrike">
              <a:solidFill>
                <a:schemeClr val="lt1"/>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74" name="Shape 7374"/>
        <p:cNvGrpSpPr/>
        <p:nvPr/>
      </p:nvGrpSpPr>
      <p:grpSpPr>
        <a:xfrm>
          <a:off x="0" y="0"/>
          <a:ext cx="0" cy="0"/>
          <a:chOff x="0" y="0"/>
          <a:chExt cx="0" cy="0"/>
        </a:xfrm>
      </p:grpSpPr>
      <p:grpSp>
        <p:nvGrpSpPr>
          <p:cNvPr id="7375" name="Google Shape;7375;p36"/>
          <p:cNvGrpSpPr/>
          <p:nvPr/>
        </p:nvGrpSpPr>
        <p:grpSpPr>
          <a:xfrm>
            <a:off x="859032" y="1380546"/>
            <a:ext cx="294401" cy="353645"/>
            <a:chOff x="-35814600" y="3202075"/>
            <a:chExt cx="242625" cy="291450"/>
          </a:xfrm>
        </p:grpSpPr>
        <p:sp>
          <p:nvSpPr>
            <p:cNvPr id="7376" name="Google Shape;7376;p3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3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3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3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3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3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3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83" name="Google Shape;7383;p36"/>
          <p:cNvGrpSpPr/>
          <p:nvPr/>
        </p:nvGrpSpPr>
        <p:grpSpPr>
          <a:xfrm>
            <a:off x="829410" y="1821466"/>
            <a:ext cx="353645" cy="353888"/>
            <a:chOff x="-35839800" y="3561025"/>
            <a:chExt cx="291450" cy="291650"/>
          </a:xfrm>
        </p:grpSpPr>
        <p:sp>
          <p:nvSpPr>
            <p:cNvPr id="7384" name="Google Shape;7384;p3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3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3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3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3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3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3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391" name="Google Shape;7391;p36"/>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392" name="Google Shape;7392;p36"/>
          <p:cNvGrpSpPr/>
          <p:nvPr/>
        </p:nvGrpSpPr>
        <p:grpSpPr>
          <a:xfrm>
            <a:off x="3066955" y="1380546"/>
            <a:ext cx="353645" cy="353645"/>
            <a:chOff x="-34003850" y="3227275"/>
            <a:chExt cx="291450" cy="291450"/>
          </a:xfrm>
        </p:grpSpPr>
        <p:sp>
          <p:nvSpPr>
            <p:cNvPr id="7393" name="Google Shape;7393;p3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3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3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3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3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98" name="Google Shape;7398;p36"/>
          <p:cNvGrpSpPr/>
          <p:nvPr/>
        </p:nvGrpSpPr>
        <p:grpSpPr>
          <a:xfrm>
            <a:off x="3066485" y="1821238"/>
            <a:ext cx="354586" cy="354343"/>
            <a:chOff x="-34004625" y="3585850"/>
            <a:chExt cx="292225" cy="292025"/>
          </a:xfrm>
        </p:grpSpPr>
        <p:sp>
          <p:nvSpPr>
            <p:cNvPr id="7399" name="Google Shape;7399;p3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3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3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3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3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04" name="Google Shape;7404;p36"/>
          <p:cNvGrpSpPr/>
          <p:nvPr/>
        </p:nvGrpSpPr>
        <p:grpSpPr>
          <a:xfrm>
            <a:off x="3066000" y="2256439"/>
            <a:ext cx="355557" cy="354616"/>
            <a:chOff x="-34005425" y="3945575"/>
            <a:chExt cx="293025" cy="292250"/>
          </a:xfrm>
        </p:grpSpPr>
        <p:sp>
          <p:nvSpPr>
            <p:cNvPr id="7405" name="Google Shape;7405;p3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3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3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08" name="Google Shape;7408;p36"/>
          <p:cNvGrpSpPr/>
          <p:nvPr/>
        </p:nvGrpSpPr>
        <p:grpSpPr>
          <a:xfrm>
            <a:off x="1713099" y="2729615"/>
            <a:ext cx="358408" cy="355557"/>
            <a:chOff x="-32174975" y="3192625"/>
            <a:chExt cx="295375" cy="293025"/>
          </a:xfrm>
        </p:grpSpPr>
        <p:sp>
          <p:nvSpPr>
            <p:cNvPr id="7409" name="Google Shape;7409;p3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3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3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3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13" name="Google Shape;7413;p36"/>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36"/>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415" name="Google Shape;7415;p36"/>
          <p:cNvGrpSpPr/>
          <p:nvPr/>
        </p:nvGrpSpPr>
        <p:grpSpPr>
          <a:xfrm>
            <a:off x="3952249" y="2730570"/>
            <a:ext cx="354586" cy="353645"/>
            <a:chOff x="-30345325" y="3184750"/>
            <a:chExt cx="292225" cy="291450"/>
          </a:xfrm>
        </p:grpSpPr>
        <p:sp>
          <p:nvSpPr>
            <p:cNvPr id="7416" name="Google Shape;7416;p3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3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3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3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3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21" name="Google Shape;7421;p36"/>
          <p:cNvGrpSpPr/>
          <p:nvPr/>
        </p:nvGrpSpPr>
        <p:grpSpPr>
          <a:xfrm>
            <a:off x="1277001" y="1380546"/>
            <a:ext cx="353645" cy="353645"/>
            <a:chOff x="-35481425" y="3202075"/>
            <a:chExt cx="291450" cy="291450"/>
          </a:xfrm>
        </p:grpSpPr>
        <p:sp>
          <p:nvSpPr>
            <p:cNvPr id="7422" name="Google Shape;7422;p3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3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3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3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3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3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3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29" name="Google Shape;7429;p36"/>
          <p:cNvGrpSpPr/>
          <p:nvPr/>
        </p:nvGrpSpPr>
        <p:grpSpPr>
          <a:xfrm>
            <a:off x="1276531" y="1822072"/>
            <a:ext cx="354586" cy="352675"/>
            <a:chOff x="-35482200" y="3561225"/>
            <a:chExt cx="292225" cy="290650"/>
          </a:xfrm>
        </p:grpSpPr>
        <p:sp>
          <p:nvSpPr>
            <p:cNvPr id="7430" name="Google Shape;7430;p3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3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3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33" name="Google Shape;7433;p36"/>
          <p:cNvGrpSpPr/>
          <p:nvPr/>
        </p:nvGrpSpPr>
        <p:grpSpPr>
          <a:xfrm>
            <a:off x="1277001" y="2256940"/>
            <a:ext cx="353645" cy="353615"/>
            <a:chOff x="-35481425" y="3919600"/>
            <a:chExt cx="291450" cy="291425"/>
          </a:xfrm>
        </p:grpSpPr>
        <p:sp>
          <p:nvSpPr>
            <p:cNvPr id="7434" name="Google Shape;7434;p3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3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3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3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3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3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3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3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42" name="Google Shape;7442;p36"/>
          <p:cNvGrpSpPr/>
          <p:nvPr/>
        </p:nvGrpSpPr>
        <p:grpSpPr>
          <a:xfrm>
            <a:off x="3512636" y="1381031"/>
            <a:ext cx="357468" cy="352675"/>
            <a:chOff x="-33645475" y="3228075"/>
            <a:chExt cx="294600" cy="290650"/>
          </a:xfrm>
        </p:grpSpPr>
        <p:sp>
          <p:nvSpPr>
            <p:cNvPr id="7443" name="Google Shape;7443;p3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3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3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3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3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3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3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50" name="Google Shape;7450;p36"/>
          <p:cNvGrpSpPr/>
          <p:nvPr/>
        </p:nvGrpSpPr>
        <p:grpSpPr>
          <a:xfrm>
            <a:off x="3513606" y="1821116"/>
            <a:ext cx="355526" cy="354586"/>
            <a:chOff x="-33646250" y="3586425"/>
            <a:chExt cx="293000" cy="292225"/>
          </a:xfrm>
        </p:grpSpPr>
        <p:sp>
          <p:nvSpPr>
            <p:cNvPr id="7451" name="Google Shape;7451;p3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3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53" name="Google Shape;7453;p36"/>
          <p:cNvGrpSpPr/>
          <p:nvPr/>
        </p:nvGrpSpPr>
        <p:grpSpPr>
          <a:xfrm>
            <a:off x="3514076" y="2255969"/>
            <a:ext cx="354586" cy="355557"/>
            <a:chOff x="-33645475" y="3944800"/>
            <a:chExt cx="292225" cy="293025"/>
          </a:xfrm>
        </p:grpSpPr>
        <p:sp>
          <p:nvSpPr>
            <p:cNvPr id="7454" name="Google Shape;7454;p3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3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3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3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3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3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3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3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3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3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64" name="Google Shape;7464;p36"/>
          <p:cNvGrpSpPr/>
          <p:nvPr/>
        </p:nvGrpSpPr>
        <p:grpSpPr>
          <a:xfrm>
            <a:off x="2167295" y="2729706"/>
            <a:ext cx="352675" cy="355375"/>
            <a:chOff x="-31809525" y="3192625"/>
            <a:chExt cx="290650" cy="292875"/>
          </a:xfrm>
        </p:grpSpPr>
        <p:sp>
          <p:nvSpPr>
            <p:cNvPr id="7465" name="Google Shape;7465;p3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3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3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3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69" name="Google Shape;7469;p36"/>
          <p:cNvGrpSpPr/>
          <p:nvPr/>
        </p:nvGrpSpPr>
        <p:grpSpPr>
          <a:xfrm>
            <a:off x="2166810" y="3200258"/>
            <a:ext cx="353645" cy="355557"/>
            <a:chOff x="-31811100" y="3550975"/>
            <a:chExt cx="291450" cy="293025"/>
          </a:xfrm>
        </p:grpSpPr>
        <p:sp>
          <p:nvSpPr>
            <p:cNvPr id="7470" name="Google Shape;7470;p3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3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3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3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3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3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3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77" name="Google Shape;7477;p36"/>
          <p:cNvGrpSpPr/>
          <p:nvPr/>
        </p:nvGrpSpPr>
        <p:grpSpPr>
          <a:xfrm>
            <a:off x="2160606" y="3664562"/>
            <a:ext cx="366052" cy="356831"/>
            <a:chOff x="-31817400" y="3910025"/>
            <a:chExt cx="301675" cy="294075"/>
          </a:xfrm>
        </p:grpSpPr>
        <p:sp>
          <p:nvSpPr>
            <p:cNvPr id="7478" name="Google Shape;7478;p3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3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3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81" name="Google Shape;7481;p36"/>
          <p:cNvGrpSpPr/>
          <p:nvPr/>
        </p:nvGrpSpPr>
        <p:grpSpPr>
          <a:xfrm>
            <a:off x="3952234" y="3200743"/>
            <a:ext cx="354616" cy="354586"/>
            <a:chOff x="-30354000" y="3569100"/>
            <a:chExt cx="292250" cy="292225"/>
          </a:xfrm>
        </p:grpSpPr>
        <p:sp>
          <p:nvSpPr>
            <p:cNvPr id="7482" name="Google Shape;7482;p3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3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3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3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3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3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88" name="Google Shape;7488;p36"/>
          <p:cNvGrpSpPr/>
          <p:nvPr/>
        </p:nvGrpSpPr>
        <p:grpSpPr>
          <a:xfrm>
            <a:off x="1730812" y="1380546"/>
            <a:ext cx="342148" cy="353645"/>
            <a:chOff x="-35118325" y="3202075"/>
            <a:chExt cx="281975" cy="291450"/>
          </a:xfrm>
        </p:grpSpPr>
        <p:sp>
          <p:nvSpPr>
            <p:cNvPr id="7489" name="Google Shape;7489;p3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3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3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3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3" name="Google Shape;7493;p36"/>
          <p:cNvGrpSpPr/>
          <p:nvPr/>
        </p:nvGrpSpPr>
        <p:grpSpPr>
          <a:xfrm>
            <a:off x="1724593" y="1821799"/>
            <a:ext cx="354586" cy="353221"/>
            <a:chOff x="-35123050" y="3561225"/>
            <a:chExt cx="292225" cy="291100"/>
          </a:xfrm>
        </p:grpSpPr>
        <p:sp>
          <p:nvSpPr>
            <p:cNvPr id="7494" name="Google Shape;7494;p3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3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6" name="Google Shape;7496;p36"/>
          <p:cNvGrpSpPr/>
          <p:nvPr/>
        </p:nvGrpSpPr>
        <p:grpSpPr>
          <a:xfrm>
            <a:off x="1766652" y="2256940"/>
            <a:ext cx="270467" cy="353615"/>
            <a:chOff x="-35089175" y="3919600"/>
            <a:chExt cx="222900" cy="291425"/>
          </a:xfrm>
        </p:grpSpPr>
        <p:sp>
          <p:nvSpPr>
            <p:cNvPr id="7497" name="Google Shape;7497;p3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3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9" name="Google Shape;7499;p36"/>
          <p:cNvGrpSpPr/>
          <p:nvPr/>
        </p:nvGrpSpPr>
        <p:grpSpPr>
          <a:xfrm>
            <a:off x="3963648" y="1380303"/>
            <a:ext cx="336445" cy="354131"/>
            <a:chOff x="-33277650" y="3226875"/>
            <a:chExt cx="277275" cy="291850"/>
          </a:xfrm>
        </p:grpSpPr>
        <p:sp>
          <p:nvSpPr>
            <p:cNvPr id="7500" name="Google Shape;7500;p3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3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3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3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3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3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3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07" name="Google Shape;7507;p36"/>
          <p:cNvGrpSpPr/>
          <p:nvPr/>
        </p:nvGrpSpPr>
        <p:grpSpPr>
          <a:xfrm>
            <a:off x="3955048" y="1821587"/>
            <a:ext cx="353645" cy="353645"/>
            <a:chOff x="-33286325" y="3586425"/>
            <a:chExt cx="291450" cy="291450"/>
          </a:xfrm>
        </p:grpSpPr>
        <p:sp>
          <p:nvSpPr>
            <p:cNvPr id="7508" name="Google Shape;7508;p3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3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3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3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3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13" name="Google Shape;7513;p36"/>
          <p:cNvGrpSpPr/>
          <p:nvPr/>
        </p:nvGrpSpPr>
        <p:grpSpPr>
          <a:xfrm>
            <a:off x="3955048" y="2255969"/>
            <a:ext cx="353645" cy="355557"/>
            <a:chOff x="-33286325" y="3944800"/>
            <a:chExt cx="291450" cy="293025"/>
          </a:xfrm>
        </p:grpSpPr>
        <p:sp>
          <p:nvSpPr>
            <p:cNvPr id="7514" name="Google Shape;7514;p3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3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3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3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18" name="Google Shape;7518;p36"/>
          <p:cNvGrpSpPr/>
          <p:nvPr/>
        </p:nvGrpSpPr>
        <p:grpSpPr>
          <a:xfrm>
            <a:off x="2613445" y="2729129"/>
            <a:ext cx="353645" cy="356527"/>
            <a:chOff x="-31452725" y="3191825"/>
            <a:chExt cx="291450" cy="293825"/>
          </a:xfrm>
        </p:grpSpPr>
        <p:sp>
          <p:nvSpPr>
            <p:cNvPr id="7519" name="Google Shape;7519;p3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3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3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3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23" name="Google Shape;7523;p36"/>
          <p:cNvGrpSpPr/>
          <p:nvPr/>
        </p:nvGrpSpPr>
        <p:grpSpPr>
          <a:xfrm>
            <a:off x="2612975" y="3200744"/>
            <a:ext cx="354586" cy="354586"/>
            <a:chOff x="-31452725" y="3551775"/>
            <a:chExt cx="292225" cy="292225"/>
          </a:xfrm>
        </p:grpSpPr>
        <p:sp>
          <p:nvSpPr>
            <p:cNvPr id="7524" name="Google Shape;7524;p3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3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3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3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28" name="Google Shape;7528;p36"/>
          <p:cNvGrpSpPr/>
          <p:nvPr/>
        </p:nvGrpSpPr>
        <p:grpSpPr>
          <a:xfrm>
            <a:off x="2611534" y="3664729"/>
            <a:ext cx="357468" cy="356497"/>
            <a:chOff x="-31455100" y="3909350"/>
            <a:chExt cx="294600" cy="293800"/>
          </a:xfrm>
        </p:grpSpPr>
        <p:sp>
          <p:nvSpPr>
            <p:cNvPr id="7529" name="Google Shape;7529;p3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3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1" name="Google Shape;7531;p36"/>
          <p:cNvGrpSpPr/>
          <p:nvPr/>
        </p:nvGrpSpPr>
        <p:grpSpPr>
          <a:xfrm>
            <a:off x="3952719" y="3665684"/>
            <a:ext cx="353645" cy="354586"/>
            <a:chOff x="-30345325" y="3918800"/>
            <a:chExt cx="291450" cy="292225"/>
          </a:xfrm>
        </p:grpSpPr>
        <p:sp>
          <p:nvSpPr>
            <p:cNvPr id="7532" name="Google Shape;7532;p3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3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3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3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3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7" name="Google Shape;7537;p36"/>
          <p:cNvGrpSpPr/>
          <p:nvPr/>
        </p:nvGrpSpPr>
        <p:grpSpPr>
          <a:xfrm>
            <a:off x="2172184" y="1821587"/>
            <a:ext cx="353645" cy="353645"/>
            <a:chOff x="-34763900" y="3561225"/>
            <a:chExt cx="291450" cy="291450"/>
          </a:xfrm>
        </p:grpSpPr>
        <p:sp>
          <p:nvSpPr>
            <p:cNvPr id="7538" name="Google Shape;7538;p3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3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3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541" name="Google Shape;7541;p36"/>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42" name="Google Shape;7542;p36"/>
          <p:cNvGrpSpPr/>
          <p:nvPr/>
        </p:nvGrpSpPr>
        <p:grpSpPr>
          <a:xfrm>
            <a:off x="827081" y="2730099"/>
            <a:ext cx="354586" cy="354586"/>
            <a:chOff x="-32927950" y="3227275"/>
            <a:chExt cx="292225" cy="292225"/>
          </a:xfrm>
        </p:grpSpPr>
        <p:sp>
          <p:nvSpPr>
            <p:cNvPr id="7543" name="Google Shape;7543;p3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3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3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3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3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48" name="Google Shape;7548;p36"/>
          <p:cNvGrpSpPr/>
          <p:nvPr/>
        </p:nvGrpSpPr>
        <p:grpSpPr>
          <a:xfrm>
            <a:off x="826596" y="3201213"/>
            <a:ext cx="355557" cy="353645"/>
            <a:chOff x="-32927950" y="3586425"/>
            <a:chExt cx="293025" cy="291450"/>
          </a:xfrm>
        </p:grpSpPr>
        <p:sp>
          <p:nvSpPr>
            <p:cNvPr id="7549" name="Google Shape;7549;p3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3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3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3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3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54" name="Google Shape;7554;p36"/>
          <p:cNvGrpSpPr/>
          <p:nvPr/>
        </p:nvGrpSpPr>
        <p:grpSpPr>
          <a:xfrm>
            <a:off x="827081" y="3665198"/>
            <a:ext cx="354586" cy="355557"/>
            <a:chOff x="-32927950" y="3944800"/>
            <a:chExt cx="292225" cy="293025"/>
          </a:xfrm>
        </p:grpSpPr>
        <p:sp>
          <p:nvSpPr>
            <p:cNvPr id="7555" name="Google Shape;7555;p3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3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3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3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3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3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3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3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3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64" name="Google Shape;7564;p36"/>
          <p:cNvGrpSpPr/>
          <p:nvPr/>
        </p:nvGrpSpPr>
        <p:grpSpPr>
          <a:xfrm>
            <a:off x="3055873" y="2730449"/>
            <a:ext cx="354586" cy="353888"/>
            <a:chOff x="-31094350" y="3194000"/>
            <a:chExt cx="292225" cy="291650"/>
          </a:xfrm>
        </p:grpSpPr>
        <p:sp>
          <p:nvSpPr>
            <p:cNvPr id="7565" name="Google Shape;7565;p3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3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3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3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3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3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3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3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73" name="Google Shape;7573;p36"/>
          <p:cNvGrpSpPr/>
          <p:nvPr/>
        </p:nvGrpSpPr>
        <p:grpSpPr>
          <a:xfrm>
            <a:off x="3056343" y="3200941"/>
            <a:ext cx="353645" cy="354191"/>
            <a:chOff x="-31093575" y="3552550"/>
            <a:chExt cx="291450" cy="291900"/>
          </a:xfrm>
        </p:grpSpPr>
        <p:sp>
          <p:nvSpPr>
            <p:cNvPr id="7574" name="Google Shape;7574;p3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3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3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3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78" name="Google Shape;7578;p36"/>
          <p:cNvGrpSpPr/>
          <p:nvPr/>
        </p:nvGrpSpPr>
        <p:grpSpPr>
          <a:xfrm>
            <a:off x="2182711" y="1380546"/>
            <a:ext cx="332593" cy="353645"/>
            <a:chOff x="-34755225" y="3202075"/>
            <a:chExt cx="274100" cy="291450"/>
          </a:xfrm>
        </p:grpSpPr>
        <p:sp>
          <p:nvSpPr>
            <p:cNvPr id="7579" name="Google Shape;7579;p3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3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3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3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3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3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3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86" name="Google Shape;7586;p36"/>
          <p:cNvGrpSpPr/>
          <p:nvPr/>
        </p:nvGrpSpPr>
        <p:grpSpPr>
          <a:xfrm>
            <a:off x="3056343" y="3666169"/>
            <a:ext cx="353645" cy="353615"/>
            <a:chOff x="-31093575" y="3911725"/>
            <a:chExt cx="291450" cy="291425"/>
          </a:xfrm>
        </p:grpSpPr>
        <p:sp>
          <p:nvSpPr>
            <p:cNvPr id="7587" name="Google Shape;7587;p3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3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89" name="Google Shape;7589;p36"/>
          <p:cNvGrpSpPr/>
          <p:nvPr/>
        </p:nvGrpSpPr>
        <p:grpSpPr>
          <a:xfrm>
            <a:off x="2165773" y="4123136"/>
            <a:ext cx="356497" cy="354586"/>
            <a:chOff x="-29946000" y="3183175"/>
            <a:chExt cx="293800" cy="292225"/>
          </a:xfrm>
        </p:grpSpPr>
        <p:sp>
          <p:nvSpPr>
            <p:cNvPr id="7590" name="Google Shape;7590;p3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3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3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3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3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3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96" name="Google Shape;7596;p36"/>
          <p:cNvGrpSpPr/>
          <p:nvPr/>
        </p:nvGrpSpPr>
        <p:grpSpPr>
          <a:xfrm>
            <a:off x="2610305" y="1380289"/>
            <a:ext cx="358408" cy="354161"/>
            <a:chOff x="-34408675" y="3202075"/>
            <a:chExt cx="295375" cy="291875"/>
          </a:xfrm>
        </p:grpSpPr>
        <p:sp>
          <p:nvSpPr>
            <p:cNvPr id="7597" name="Google Shape;7597;p3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3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3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3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1" name="Google Shape;7601;p36"/>
          <p:cNvGrpSpPr/>
          <p:nvPr/>
        </p:nvGrpSpPr>
        <p:grpSpPr>
          <a:xfrm>
            <a:off x="2612216" y="1820283"/>
            <a:ext cx="354586" cy="356254"/>
            <a:chOff x="-34405525" y="3558075"/>
            <a:chExt cx="292225" cy="293600"/>
          </a:xfrm>
        </p:grpSpPr>
        <p:sp>
          <p:nvSpPr>
            <p:cNvPr id="7602" name="Google Shape;7602;p3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3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3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5" name="Google Shape;7605;p36"/>
          <p:cNvGrpSpPr/>
          <p:nvPr/>
        </p:nvGrpSpPr>
        <p:grpSpPr>
          <a:xfrm>
            <a:off x="2611730" y="2256940"/>
            <a:ext cx="355557" cy="353615"/>
            <a:chOff x="-34406325" y="3919600"/>
            <a:chExt cx="293025" cy="291425"/>
          </a:xfrm>
        </p:grpSpPr>
        <p:sp>
          <p:nvSpPr>
            <p:cNvPr id="7606" name="Google Shape;7606;p3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3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3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3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3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3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3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3" name="Google Shape;7613;p36"/>
          <p:cNvGrpSpPr/>
          <p:nvPr/>
        </p:nvGrpSpPr>
        <p:grpSpPr>
          <a:xfrm>
            <a:off x="1275628" y="2736303"/>
            <a:ext cx="353645" cy="342179"/>
            <a:chOff x="-32568800" y="3232000"/>
            <a:chExt cx="291450" cy="282000"/>
          </a:xfrm>
        </p:grpSpPr>
        <p:sp>
          <p:nvSpPr>
            <p:cNvPr id="7614" name="Google Shape;7614;p3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3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6" name="Google Shape;7616;p36"/>
          <p:cNvGrpSpPr/>
          <p:nvPr/>
        </p:nvGrpSpPr>
        <p:grpSpPr>
          <a:xfrm>
            <a:off x="1275158" y="3201213"/>
            <a:ext cx="354586" cy="353645"/>
            <a:chOff x="-32569575" y="3586425"/>
            <a:chExt cx="292225" cy="291450"/>
          </a:xfrm>
        </p:grpSpPr>
        <p:sp>
          <p:nvSpPr>
            <p:cNvPr id="7617" name="Google Shape;7617;p3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3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9" name="Google Shape;7619;p36"/>
          <p:cNvGrpSpPr/>
          <p:nvPr/>
        </p:nvGrpSpPr>
        <p:grpSpPr>
          <a:xfrm>
            <a:off x="1266073" y="3665805"/>
            <a:ext cx="372756" cy="354343"/>
            <a:chOff x="-32576675" y="3944600"/>
            <a:chExt cx="307200" cy="292025"/>
          </a:xfrm>
        </p:grpSpPr>
        <p:sp>
          <p:nvSpPr>
            <p:cNvPr id="7620" name="Google Shape;7620;p3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3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2" name="Google Shape;7622;p36"/>
          <p:cNvGrpSpPr/>
          <p:nvPr/>
        </p:nvGrpSpPr>
        <p:grpSpPr>
          <a:xfrm>
            <a:off x="3511040" y="2730100"/>
            <a:ext cx="354586" cy="354586"/>
            <a:chOff x="-30735200" y="3192625"/>
            <a:chExt cx="292225" cy="292225"/>
          </a:xfrm>
        </p:grpSpPr>
        <p:sp>
          <p:nvSpPr>
            <p:cNvPr id="7623" name="Google Shape;7623;p3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3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3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3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3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3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3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30" name="Google Shape;7630;p36"/>
          <p:cNvGrpSpPr/>
          <p:nvPr/>
        </p:nvGrpSpPr>
        <p:grpSpPr>
          <a:xfrm>
            <a:off x="3511040" y="3201532"/>
            <a:ext cx="354586" cy="353008"/>
            <a:chOff x="-30735200" y="3552550"/>
            <a:chExt cx="292225" cy="290925"/>
          </a:xfrm>
        </p:grpSpPr>
        <p:sp>
          <p:nvSpPr>
            <p:cNvPr id="7631" name="Google Shape;7631;p3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3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33" name="Google Shape;7633;p36"/>
          <p:cNvGrpSpPr/>
          <p:nvPr/>
        </p:nvGrpSpPr>
        <p:grpSpPr>
          <a:xfrm>
            <a:off x="3511040" y="3666154"/>
            <a:ext cx="354586" cy="353645"/>
            <a:chOff x="-30735200" y="3910925"/>
            <a:chExt cx="292225" cy="291450"/>
          </a:xfrm>
        </p:grpSpPr>
        <p:sp>
          <p:nvSpPr>
            <p:cNvPr id="7634" name="Google Shape;7634;p3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3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36" name="Google Shape;7636;p36"/>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37" name="Google Shape;7637;p36"/>
          <p:cNvGrpSpPr/>
          <p:nvPr/>
        </p:nvGrpSpPr>
        <p:grpSpPr>
          <a:xfrm>
            <a:off x="4864547" y="1375808"/>
            <a:ext cx="358971" cy="359224"/>
            <a:chOff x="-57956275" y="3197925"/>
            <a:chExt cx="319000" cy="319225"/>
          </a:xfrm>
        </p:grpSpPr>
        <p:sp>
          <p:nvSpPr>
            <p:cNvPr id="7638" name="Google Shape;7638;p3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3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3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3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3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3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3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45" name="Google Shape;7645;p36"/>
          <p:cNvGrpSpPr/>
          <p:nvPr/>
        </p:nvGrpSpPr>
        <p:grpSpPr>
          <a:xfrm>
            <a:off x="4886701" y="1832234"/>
            <a:ext cx="314662" cy="358971"/>
            <a:chOff x="-57940525" y="3590375"/>
            <a:chExt cx="279625" cy="319000"/>
          </a:xfrm>
        </p:grpSpPr>
        <p:sp>
          <p:nvSpPr>
            <p:cNvPr id="7646" name="Google Shape;7646;p3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3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3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3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3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51" name="Google Shape;7651;p36"/>
          <p:cNvGrpSpPr/>
          <p:nvPr/>
        </p:nvGrpSpPr>
        <p:grpSpPr>
          <a:xfrm>
            <a:off x="4857582" y="2273605"/>
            <a:ext cx="358099" cy="358999"/>
            <a:chOff x="-57959425" y="3982600"/>
            <a:chExt cx="318225" cy="319025"/>
          </a:xfrm>
        </p:grpSpPr>
        <p:sp>
          <p:nvSpPr>
            <p:cNvPr id="7652" name="Google Shape;7652;p3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3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3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3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56" name="Google Shape;7656;p36"/>
          <p:cNvGrpSpPr/>
          <p:nvPr/>
        </p:nvGrpSpPr>
        <p:grpSpPr>
          <a:xfrm>
            <a:off x="7057749" y="1376934"/>
            <a:ext cx="357226" cy="357226"/>
            <a:chOff x="-55987225" y="3198925"/>
            <a:chExt cx="317450" cy="317450"/>
          </a:xfrm>
        </p:grpSpPr>
        <p:sp>
          <p:nvSpPr>
            <p:cNvPr id="7657" name="Google Shape;7657;p3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3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3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3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61" name="Google Shape;7661;p36"/>
          <p:cNvGrpSpPr/>
          <p:nvPr/>
        </p:nvGrpSpPr>
        <p:grpSpPr>
          <a:xfrm>
            <a:off x="7057749" y="1832965"/>
            <a:ext cx="357226" cy="357367"/>
            <a:chOff x="-55987225" y="3591025"/>
            <a:chExt cx="317450" cy="317575"/>
          </a:xfrm>
        </p:grpSpPr>
        <p:sp>
          <p:nvSpPr>
            <p:cNvPr id="7662" name="Google Shape;7662;p3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3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3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3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3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67" name="Google Shape;7667;p36"/>
          <p:cNvGrpSpPr/>
          <p:nvPr/>
        </p:nvGrpSpPr>
        <p:grpSpPr>
          <a:xfrm>
            <a:off x="7071665" y="2273605"/>
            <a:ext cx="358999" cy="358999"/>
            <a:chOff x="-55988800" y="3982600"/>
            <a:chExt cx="319025" cy="319025"/>
          </a:xfrm>
        </p:grpSpPr>
        <p:sp>
          <p:nvSpPr>
            <p:cNvPr id="7668" name="Google Shape;7668;p3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3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3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3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3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73" name="Google Shape;7673;p36"/>
          <p:cNvGrpSpPr/>
          <p:nvPr/>
        </p:nvGrpSpPr>
        <p:grpSpPr>
          <a:xfrm>
            <a:off x="5730184" y="2731562"/>
            <a:ext cx="356326" cy="358971"/>
            <a:chOff x="-54026025" y="3192625"/>
            <a:chExt cx="316650" cy="319000"/>
          </a:xfrm>
        </p:grpSpPr>
        <p:sp>
          <p:nvSpPr>
            <p:cNvPr id="7674" name="Google Shape;7674;p3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3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3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3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3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3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3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3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2" name="Google Shape;7682;p36"/>
          <p:cNvGrpSpPr/>
          <p:nvPr/>
        </p:nvGrpSpPr>
        <p:grpSpPr>
          <a:xfrm>
            <a:off x="5750130" y="3202536"/>
            <a:ext cx="316434" cy="358099"/>
            <a:chOff x="-54007925" y="3584850"/>
            <a:chExt cx="281200" cy="318225"/>
          </a:xfrm>
        </p:grpSpPr>
        <p:sp>
          <p:nvSpPr>
            <p:cNvPr id="7683" name="Google Shape;7683;p3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3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3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3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3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3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9" name="Google Shape;7689;p36"/>
          <p:cNvGrpSpPr/>
          <p:nvPr/>
        </p:nvGrpSpPr>
        <p:grpSpPr>
          <a:xfrm>
            <a:off x="5750130" y="3664421"/>
            <a:ext cx="316434" cy="358914"/>
            <a:chOff x="-54007925" y="3975575"/>
            <a:chExt cx="281200" cy="318950"/>
          </a:xfrm>
        </p:grpSpPr>
        <p:sp>
          <p:nvSpPr>
            <p:cNvPr id="7690" name="Google Shape;7690;p3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3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3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3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94" name="Google Shape;7694;p36"/>
          <p:cNvGrpSpPr/>
          <p:nvPr/>
        </p:nvGrpSpPr>
        <p:grpSpPr>
          <a:xfrm>
            <a:off x="7984996" y="2748891"/>
            <a:ext cx="274770" cy="358492"/>
            <a:chOff x="-52005775" y="3208025"/>
            <a:chExt cx="244175" cy="318575"/>
          </a:xfrm>
        </p:grpSpPr>
        <p:sp>
          <p:nvSpPr>
            <p:cNvPr id="7695" name="Google Shape;7695;p3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3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3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3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3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3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3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3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3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3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3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6" name="Google Shape;7706;p36"/>
          <p:cNvGrpSpPr/>
          <p:nvPr/>
        </p:nvGrpSpPr>
        <p:grpSpPr>
          <a:xfrm>
            <a:off x="5291462" y="1376934"/>
            <a:ext cx="358099" cy="358099"/>
            <a:chOff x="-57568775" y="3198925"/>
            <a:chExt cx="318225" cy="318225"/>
          </a:xfrm>
        </p:grpSpPr>
        <p:sp>
          <p:nvSpPr>
            <p:cNvPr id="7707" name="Google Shape;7707;p3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3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3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3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3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3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13" name="Google Shape;7713;p36"/>
          <p:cNvGrpSpPr/>
          <p:nvPr/>
        </p:nvGrpSpPr>
        <p:grpSpPr>
          <a:xfrm>
            <a:off x="5313181" y="1832234"/>
            <a:ext cx="314662" cy="358099"/>
            <a:chOff x="-57549075" y="3590375"/>
            <a:chExt cx="279625" cy="318225"/>
          </a:xfrm>
        </p:grpSpPr>
        <p:sp>
          <p:nvSpPr>
            <p:cNvPr id="7714" name="Google Shape;7714;p3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3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3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3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18" name="Google Shape;7718;p36"/>
          <p:cNvGrpSpPr/>
          <p:nvPr/>
        </p:nvGrpSpPr>
        <p:grpSpPr>
          <a:xfrm>
            <a:off x="5305378" y="2273605"/>
            <a:ext cx="359871" cy="359871"/>
            <a:chOff x="-57570350" y="3982600"/>
            <a:chExt cx="319800" cy="319800"/>
          </a:xfrm>
        </p:grpSpPr>
        <p:sp>
          <p:nvSpPr>
            <p:cNvPr id="7719" name="Google Shape;7719;p3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3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3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3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3" name="Google Shape;7723;p36"/>
          <p:cNvGrpSpPr/>
          <p:nvPr/>
        </p:nvGrpSpPr>
        <p:grpSpPr>
          <a:xfrm>
            <a:off x="7520416" y="1376033"/>
            <a:ext cx="314662" cy="358999"/>
            <a:chOff x="-55576850" y="3198125"/>
            <a:chExt cx="279625" cy="319025"/>
          </a:xfrm>
        </p:grpSpPr>
        <p:sp>
          <p:nvSpPr>
            <p:cNvPr id="7724" name="Google Shape;7724;p3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3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3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3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8" name="Google Shape;7728;p36"/>
          <p:cNvGrpSpPr/>
          <p:nvPr/>
        </p:nvGrpSpPr>
        <p:grpSpPr>
          <a:xfrm>
            <a:off x="7497812" y="1832009"/>
            <a:ext cx="359871" cy="358324"/>
            <a:chOff x="-55596550" y="3590175"/>
            <a:chExt cx="319800" cy="318425"/>
          </a:xfrm>
        </p:grpSpPr>
        <p:sp>
          <p:nvSpPr>
            <p:cNvPr id="7729" name="Google Shape;7729;p3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3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3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3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3" name="Google Shape;7733;p36"/>
          <p:cNvGrpSpPr/>
          <p:nvPr/>
        </p:nvGrpSpPr>
        <p:grpSpPr>
          <a:xfrm>
            <a:off x="7513049" y="2273351"/>
            <a:ext cx="358999" cy="359252"/>
            <a:chOff x="-55595775" y="3982375"/>
            <a:chExt cx="319025" cy="319250"/>
          </a:xfrm>
        </p:grpSpPr>
        <p:sp>
          <p:nvSpPr>
            <p:cNvPr id="7734" name="Google Shape;7734;p3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3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3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3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3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3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0" name="Google Shape;7740;p36"/>
          <p:cNvGrpSpPr/>
          <p:nvPr/>
        </p:nvGrpSpPr>
        <p:grpSpPr>
          <a:xfrm>
            <a:off x="6170232" y="2731562"/>
            <a:ext cx="358999" cy="358099"/>
            <a:chOff x="-53635375" y="3192625"/>
            <a:chExt cx="319025" cy="318225"/>
          </a:xfrm>
        </p:grpSpPr>
        <p:sp>
          <p:nvSpPr>
            <p:cNvPr id="7741" name="Google Shape;7741;p3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3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3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4" name="Google Shape;7744;p36"/>
          <p:cNvGrpSpPr/>
          <p:nvPr/>
        </p:nvGrpSpPr>
        <p:grpSpPr>
          <a:xfrm>
            <a:off x="6192401" y="3202536"/>
            <a:ext cx="314662" cy="358999"/>
            <a:chOff x="-53615675" y="3584850"/>
            <a:chExt cx="279625" cy="319025"/>
          </a:xfrm>
        </p:grpSpPr>
        <p:sp>
          <p:nvSpPr>
            <p:cNvPr id="7745" name="Google Shape;7745;p3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3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3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8" name="Google Shape;7748;p36"/>
          <p:cNvGrpSpPr/>
          <p:nvPr/>
        </p:nvGrpSpPr>
        <p:grpSpPr>
          <a:xfrm>
            <a:off x="6170246" y="3665461"/>
            <a:ext cx="358971" cy="357874"/>
            <a:chOff x="-53634575" y="3976500"/>
            <a:chExt cx="319000" cy="318025"/>
          </a:xfrm>
        </p:grpSpPr>
        <p:sp>
          <p:nvSpPr>
            <p:cNvPr id="7749" name="Google Shape;7749;p3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3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3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3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3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3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3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3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7" name="Google Shape;7757;p36"/>
          <p:cNvGrpSpPr/>
          <p:nvPr/>
        </p:nvGrpSpPr>
        <p:grpSpPr>
          <a:xfrm>
            <a:off x="7965050" y="3208415"/>
            <a:ext cx="314662" cy="358436"/>
            <a:chOff x="-52023900" y="3590075"/>
            <a:chExt cx="279625" cy="318525"/>
          </a:xfrm>
        </p:grpSpPr>
        <p:sp>
          <p:nvSpPr>
            <p:cNvPr id="7758" name="Google Shape;7758;p3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3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3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3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3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3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3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5" name="Google Shape;7765;p36"/>
          <p:cNvGrpSpPr/>
          <p:nvPr/>
        </p:nvGrpSpPr>
        <p:grpSpPr>
          <a:xfrm>
            <a:off x="5728292" y="1376934"/>
            <a:ext cx="358971" cy="358971"/>
            <a:chOff x="-57173375" y="3198925"/>
            <a:chExt cx="319000" cy="319000"/>
          </a:xfrm>
        </p:grpSpPr>
        <p:sp>
          <p:nvSpPr>
            <p:cNvPr id="7766" name="Google Shape;7766;p3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3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3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3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0" name="Google Shape;7770;p36"/>
          <p:cNvGrpSpPr/>
          <p:nvPr/>
        </p:nvGrpSpPr>
        <p:grpSpPr>
          <a:xfrm>
            <a:off x="5729178" y="1854374"/>
            <a:ext cx="357198" cy="314690"/>
            <a:chOff x="-57176525" y="3610050"/>
            <a:chExt cx="317425" cy="279650"/>
          </a:xfrm>
        </p:grpSpPr>
        <p:sp>
          <p:nvSpPr>
            <p:cNvPr id="7771" name="Google Shape;7771;p3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3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3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3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3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6" name="Google Shape;7776;p36"/>
          <p:cNvGrpSpPr/>
          <p:nvPr/>
        </p:nvGrpSpPr>
        <p:grpSpPr>
          <a:xfrm>
            <a:off x="7939633" y="1376934"/>
            <a:ext cx="358099" cy="356326"/>
            <a:chOff x="-55202750" y="3198925"/>
            <a:chExt cx="318225" cy="316650"/>
          </a:xfrm>
        </p:grpSpPr>
        <p:sp>
          <p:nvSpPr>
            <p:cNvPr id="7777" name="Google Shape;7777;p3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3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9" name="Google Shape;7779;p36"/>
          <p:cNvGrpSpPr/>
          <p:nvPr/>
        </p:nvGrpSpPr>
        <p:grpSpPr>
          <a:xfrm>
            <a:off x="7950267" y="1832234"/>
            <a:ext cx="336830" cy="358099"/>
            <a:chOff x="-55194875" y="3590375"/>
            <a:chExt cx="299325" cy="318225"/>
          </a:xfrm>
        </p:grpSpPr>
        <p:sp>
          <p:nvSpPr>
            <p:cNvPr id="7780" name="Google Shape;7780;p3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3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3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3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3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5" name="Google Shape;7785;p36"/>
          <p:cNvGrpSpPr/>
          <p:nvPr/>
        </p:nvGrpSpPr>
        <p:grpSpPr>
          <a:xfrm>
            <a:off x="7954884" y="2274505"/>
            <a:ext cx="357198" cy="357198"/>
            <a:chOff x="-55203525" y="3983400"/>
            <a:chExt cx="317425" cy="317425"/>
          </a:xfrm>
        </p:grpSpPr>
        <p:sp>
          <p:nvSpPr>
            <p:cNvPr id="7786" name="Google Shape;7786;p3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3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3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9" name="Google Shape;7789;p36"/>
          <p:cNvGrpSpPr/>
          <p:nvPr/>
        </p:nvGrpSpPr>
        <p:grpSpPr>
          <a:xfrm>
            <a:off x="6621365" y="2731562"/>
            <a:ext cx="335930" cy="358971"/>
            <a:chOff x="-53232900" y="3192625"/>
            <a:chExt cx="298525" cy="319000"/>
          </a:xfrm>
        </p:grpSpPr>
        <p:sp>
          <p:nvSpPr>
            <p:cNvPr id="7790" name="Google Shape;7790;p3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3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3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3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3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3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3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3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98" name="Google Shape;7798;p36"/>
          <p:cNvGrpSpPr/>
          <p:nvPr/>
        </p:nvGrpSpPr>
        <p:grpSpPr>
          <a:xfrm>
            <a:off x="6610731" y="3202536"/>
            <a:ext cx="357198" cy="356326"/>
            <a:chOff x="-53242350" y="3584850"/>
            <a:chExt cx="317425" cy="316650"/>
          </a:xfrm>
        </p:grpSpPr>
        <p:sp>
          <p:nvSpPr>
            <p:cNvPr id="7799" name="Google Shape;7799;p3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3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3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3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3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4" name="Google Shape;7804;p36"/>
          <p:cNvGrpSpPr/>
          <p:nvPr/>
        </p:nvGrpSpPr>
        <p:grpSpPr>
          <a:xfrm>
            <a:off x="6631999" y="3665236"/>
            <a:ext cx="314662" cy="358999"/>
            <a:chOff x="-53224225" y="3976300"/>
            <a:chExt cx="279625" cy="319025"/>
          </a:xfrm>
        </p:grpSpPr>
        <p:sp>
          <p:nvSpPr>
            <p:cNvPr id="7805" name="Google Shape;7805;p3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3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3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3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3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3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3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12" name="Google Shape;7812;p36"/>
          <p:cNvGrpSpPr/>
          <p:nvPr/>
        </p:nvGrpSpPr>
        <p:grpSpPr>
          <a:xfrm>
            <a:off x="7942896" y="3672917"/>
            <a:ext cx="358971" cy="358408"/>
            <a:chOff x="-52043575" y="3983125"/>
            <a:chExt cx="319000" cy="318500"/>
          </a:xfrm>
        </p:grpSpPr>
        <p:sp>
          <p:nvSpPr>
            <p:cNvPr id="7813" name="Google Shape;7813;p3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3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3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3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3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3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3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3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3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2" name="Google Shape;7822;p36"/>
          <p:cNvGrpSpPr/>
          <p:nvPr/>
        </p:nvGrpSpPr>
        <p:grpSpPr>
          <a:xfrm>
            <a:off x="6196836" y="1376934"/>
            <a:ext cx="314662" cy="358971"/>
            <a:chOff x="-56766175" y="3198925"/>
            <a:chExt cx="279625" cy="319000"/>
          </a:xfrm>
        </p:grpSpPr>
        <p:sp>
          <p:nvSpPr>
            <p:cNvPr id="7823" name="Google Shape;7823;p3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3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3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3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3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3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3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30" name="Google Shape;7830;p36"/>
          <p:cNvGrpSpPr/>
          <p:nvPr/>
        </p:nvGrpSpPr>
        <p:grpSpPr>
          <a:xfrm>
            <a:off x="6195950" y="1832234"/>
            <a:ext cx="316434" cy="358099"/>
            <a:chOff x="-56766175" y="3590375"/>
            <a:chExt cx="281200" cy="318225"/>
          </a:xfrm>
        </p:grpSpPr>
        <p:sp>
          <p:nvSpPr>
            <p:cNvPr id="7831" name="Google Shape;7831;p3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3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3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3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35" name="Google Shape;7835;p36"/>
          <p:cNvGrpSpPr/>
          <p:nvPr/>
        </p:nvGrpSpPr>
        <p:grpSpPr>
          <a:xfrm>
            <a:off x="6232906" y="2273605"/>
            <a:ext cx="272126" cy="358099"/>
            <a:chOff x="-56747275" y="3982600"/>
            <a:chExt cx="241825" cy="318225"/>
          </a:xfrm>
        </p:grpSpPr>
        <p:sp>
          <p:nvSpPr>
            <p:cNvPr id="7836" name="Google Shape;7836;p3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3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3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3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3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3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3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43" name="Google Shape;7843;p36"/>
          <p:cNvGrpSpPr/>
          <p:nvPr/>
        </p:nvGrpSpPr>
        <p:grpSpPr>
          <a:xfrm>
            <a:off x="4840657" y="3215842"/>
            <a:ext cx="358999" cy="342991"/>
            <a:chOff x="-54812875" y="3596675"/>
            <a:chExt cx="319025" cy="304800"/>
          </a:xfrm>
        </p:grpSpPr>
        <p:sp>
          <p:nvSpPr>
            <p:cNvPr id="7844" name="Google Shape;7844;p3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3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3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3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3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3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3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51" name="Google Shape;7851;p36"/>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36"/>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53" name="Google Shape;7853;p36"/>
          <p:cNvGrpSpPr/>
          <p:nvPr/>
        </p:nvGrpSpPr>
        <p:grpSpPr>
          <a:xfrm>
            <a:off x="4862826" y="3672326"/>
            <a:ext cx="314662" cy="358099"/>
            <a:chOff x="-54793175" y="3982600"/>
            <a:chExt cx="279625" cy="318225"/>
          </a:xfrm>
        </p:grpSpPr>
        <p:sp>
          <p:nvSpPr>
            <p:cNvPr id="7854" name="Google Shape;7854;p3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3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3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3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3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3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3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61" name="Google Shape;7861;p36"/>
          <p:cNvGrpSpPr/>
          <p:nvPr/>
        </p:nvGrpSpPr>
        <p:grpSpPr>
          <a:xfrm>
            <a:off x="7074284" y="2731562"/>
            <a:ext cx="314662" cy="358099"/>
            <a:chOff x="-52832000" y="3192625"/>
            <a:chExt cx="279625" cy="318225"/>
          </a:xfrm>
        </p:grpSpPr>
        <p:sp>
          <p:nvSpPr>
            <p:cNvPr id="7862" name="Google Shape;7862;p3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3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3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3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3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3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3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3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0" name="Google Shape;7870;p36"/>
          <p:cNvGrpSpPr/>
          <p:nvPr/>
        </p:nvGrpSpPr>
        <p:grpSpPr>
          <a:xfrm>
            <a:off x="5760817" y="2272929"/>
            <a:ext cx="323524" cy="358774"/>
            <a:chOff x="-57162350" y="3982000"/>
            <a:chExt cx="287500" cy="318825"/>
          </a:xfrm>
        </p:grpSpPr>
        <p:sp>
          <p:nvSpPr>
            <p:cNvPr id="7871" name="Google Shape;7871;p3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3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3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3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3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3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3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3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9" name="Google Shape;7879;p36"/>
          <p:cNvGrpSpPr/>
          <p:nvPr/>
        </p:nvGrpSpPr>
        <p:grpSpPr>
          <a:xfrm>
            <a:off x="7052130" y="3203436"/>
            <a:ext cx="358971" cy="357198"/>
            <a:chOff x="-52851675" y="3585650"/>
            <a:chExt cx="319000" cy="317425"/>
          </a:xfrm>
        </p:grpSpPr>
        <p:sp>
          <p:nvSpPr>
            <p:cNvPr id="7880" name="Google Shape;7880;p3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3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3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3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3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3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86" name="Google Shape;7886;p36"/>
          <p:cNvGrpSpPr/>
          <p:nvPr/>
        </p:nvGrpSpPr>
        <p:grpSpPr>
          <a:xfrm>
            <a:off x="7074284" y="3665236"/>
            <a:ext cx="314662" cy="358999"/>
            <a:chOff x="-52832000" y="3976300"/>
            <a:chExt cx="279625" cy="319025"/>
          </a:xfrm>
        </p:grpSpPr>
        <p:sp>
          <p:nvSpPr>
            <p:cNvPr id="7887" name="Google Shape;7887;p3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3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3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3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3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92" name="Google Shape;7892;p36"/>
          <p:cNvGrpSpPr/>
          <p:nvPr/>
        </p:nvGrpSpPr>
        <p:grpSpPr>
          <a:xfrm>
            <a:off x="6191490" y="4119884"/>
            <a:ext cx="316434" cy="358099"/>
            <a:chOff x="-51633225" y="3198925"/>
            <a:chExt cx="281200" cy="318225"/>
          </a:xfrm>
        </p:grpSpPr>
        <p:sp>
          <p:nvSpPr>
            <p:cNvPr id="7893" name="Google Shape;7893;p3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3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3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3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3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3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3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0" name="Google Shape;7900;p36"/>
          <p:cNvGrpSpPr/>
          <p:nvPr/>
        </p:nvGrpSpPr>
        <p:grpSpPr>
          <a:xfrm>
            <a:off x="6610314" y="1377806"/>
            <a:ext cx="365188" cy="357226"/>
            <a:chOff x="-56396775" y="3199700"/>
            <a:chExt cx="324525" cy="317450"/>
          </a:xfrm>
        </p:grpSpPr>
        <p:sp>
          <p:nvSpPr>
            <p:cNvPr id="7901" name="Google Shape;7901;p3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3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3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3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3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3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7" name="Google Shape;7907;p36"/>
          <p:cNvGrpSpPr/>
          <p:nvPr/>
        </p:nvGrpSpPr>
        <p:grpSpPr>
          <a:xfrm>
            <a:off x="6613408" y="1843740"/>
            <a:ext cx="358999" cy="335958"/>
            <a:chOff x="-56394425" y="3600600"/>
            <a:chExt cx="319025" cy="298550"/>
          </a:xfrm>
        </p:grpSpPr>
        <p:sp>
          <p:nvSpPr>
            <p:cNvPr id="7908" name="Google Shape;7908;p3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3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3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1" name="Google Shape;7911;p36"/>
          <p:cNvGrpSpPr/>
          <p:nvPr/>
        </p:nvGrpSpPr>
        <p:grpSpPr>
          <a:xfrm>
            <a:off x="6644175" y="2274505"/>
            <a:ext cx="327068" cy="357198"/>
            <a:chOff x="-56379450" y="3983400"/>
            <a:chExt cx="290650" cy="317425"/>
          </a:xfrm>
        </p:grpSpPr>
        <p:sp>
          <p:nvSpPr>
            <p:cNvPr id="7912" name="Google Shape;7912;p3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3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3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3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3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3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36"/>
            <p:cNvSpPr/>
            <p:nvPr/>
          </p:nvSpPr>
          <p:spPr>
            <a:xfrm>
              <a:off x="-56181750" y="4039300"/>
              <a:ext cx="0" cy="25"/>
            </a:xfrm>
            <a:custGeom>
              <a:rect b="b" l="l" r="r" t="t"/>
              <a:pathLst>
                <a:path extrusionOk="0" h="1" w="12000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36"/>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20" name="Google Shape;7920;p36"/>
          <p:cNvGrpSpPr/>
          <p:nvPr/>
        </p:nvGrpSpPr>
        <p:grpSpPr>
          <a:xfrm>
            <a:off x="5307879" y="2738651"/>
            <a:ext cx="316434" cy="358971"/>
            <a:chOff x="-54401725" y="3198925"/>
            <a:chExt cx="281200" cy="319000"/>
          </a:xfrm>
        </p:grpSpPr>
        <p:sp>
          <p:nvSpPr>
            <p:cNvPr id="7921" name="Google Shape;7921;p3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3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3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3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3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3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3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3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3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3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3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2" name="Google Shape;7932;p36"/>
          <p:cNvGrpSpPr/>
          <p:nvPr/>
        </p:nvGrpSpPr>
        <p:grpSpPr>
          <a:xfrm>
            <a:off x="5308766" y="3208753"/>
            <a:ext cx="314662" cy="358099"/>
            <a:chOff x="-54401725" y="3590375"/>
            <a:chExt cx="279625" cy="318225"/>
          </a:xfrm>
        </p:grpSpPr>
        <p:sp>
          <p:nvSpPr>
            <p:cNvPr id="7933" name="Google Shape;7933;p3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3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3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3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3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3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9" name="Google Shape;7939;p36"/>
          <p:cNvGrpSpPr/>
          <p:nvPr/>
        </p:nvGrpSpPr>
        <p:grpSpPr>
          <a:xfrm>
            <a:off x="5306557" y="3672326"/>
            <a:ext cx="319079" cy="358099"/>
            <a:chOff x="-54403300" y="3982600"/>
            <a:chExt cx="283550" cy="318225"/>
          </a:xfrm>
        </p:grpSpPr>
        <p:sp>
          <p:nvSpPr>
            <p:cNvPr id="7940" name="Google Shape;7940;p3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3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3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3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3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5" name="Google Shape;7945;p36"/>
          <p:cNvGrpSpPr/>
          <p:nvPr/>
        </p:nvGrpSpPr>
        <p:grpSpPr>
          <a:xfrm>
            <a:off x="7493951" y="2733559"/>
            <a:ext cx="356298" cy="356973"/>
            <a:chOff x="-52458650" y="3194400"/>
            <a:chExt cx="316625" cy="317225"/>
          </a:xfrm>
        </p:grpSpPr>
        <p:sp>
          <p:nvSpPr>
            <p:cNvPr id="7946" name="Google Shape;7946;p3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3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3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3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3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3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3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3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4" name="Google Shape;7954;p36"/>
          <p:cNvGrpSpPr/>
          <p:nvPr/>
        </p:nvGrpSpPr>
        <p:grpSpPr>
          <a:xfrm>
            <a:off x="4862826" y="2738651"/>
            <a:ext cx="314662" cy="358971"/>
            <a:chOff x="-54793175" y="3198925"/>
            <a:chExt cx="279625" cy="319000"/>
          </a:xfrm>
        </p:grpSpPr>
        <p:sp>
          <p:nvSpPr>
            <p:cNvPr id="7955" name="Google Shape;7955;p3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3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3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3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3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3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3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62" name="Google Shape;7962;p36"/>
          <p:cNvGrpSpPr/>
          <p:nvPr/>
        </p:nvGrpSpPr>
        <p:grpSpPr>
          <a:xfrm>
            <a:off x="7503249" y="3202536"/>
            <a:ext cx="337703" cy="357845"/>
            <a:chOff x="-52450000" y="3584850"/>
            <a:chExt cx="300100" cy="318000"/>
          </a:xfrm>
        </p:grpSpPr>
        <p:sp>
          <p:nvSpPr>
            <p:cNvPr id="7963" name="Google Shape;7963;p3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3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3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3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3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3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3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0" name="Google Shape;7970;p36"/>
          <p:cNvGrpSpPr/>
          <p:nvPr/>
        </p:nvGrpSpPr>
        <p:grpSpPr>
          <a:xfrm>
            <a:off x="7514769" y="3667009"/>
            <a:ext cx="314662" cy="357226"/>
            <a:chOff x="-52440550" y="3977875"/>
            <a:chExt cx="279625" cy="317450"/>
          </a:xfrm>
        </p:grpSpPr>
        <p:sp>
          <p:nvSpPr>
            <p:cNvPr id="7971" name="Google Shape;7971;p3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3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3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3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3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3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3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3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9" name="Google Shape;7979;p36"/>
          <p:cNvGrpSpPr/>
          <p:nvPr/>
        </p:nvGrpSpPr>
        <p:grpSpPr>
          <a:xfrm>
            <a:off x="6626703" y="4123215"/>
            <a:ext cx="314662" cy="358999"/>
            <a:chOff x="-51623775" y="3584850"/>
            <a:chExt cx="279625" cy="319025"/>
          </a:xfrm>
        </p:grpSpPr>
        <p:sp>
          <p:nvSpPr>
            <p:cNvPr id="7980" name="Google Shape;7980;p3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3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3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3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3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3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3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3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3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89" name="Google Shape;7989;p36"/>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7990" name="Google Shape;7990;p36"/>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4" name="Shape 7994"/>
        <p:cNvGrpSpPr/>
        <p:nvPr/>
      </p:nvGrpSpPr>
      <p:grpSpPr>
        <a:xfrm>
          <a:off x="0" y="0"/>
          <a:ext cx="0" cy="0"/>
          <a:chOff x="0" y="0"/>
          <a:chExt cx="0" cy="0"/>
        </a:xfrm>
      </p:grpSpPr>
      <p:grpSp>
        <p:nvGrpSpPr>
          <p:cNvPr id="7995" name="Google Shape;7995;p37"/>
          <p:cNvGrpSpPr/>
          <p:nvPr/>
        </p:nvGrpSpPr>
        <p:grpSpPr>
          <a:xfrm>
            <a:off x="866775" y="1386849"/>
            <a:ext cx="276003" cy="357300"/>
            <a:chOff x="-50469125" y="3183175"/>
            <a:chExt cx="233150" cy="301825"/>
          </a:xfrm>
        </p:grpSpPr>
        <p:sp>
          <p:nvSpPr>
            <p:cNvPr id="7996" name="Google Shape;7996;p3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3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3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9" name="Google Shape;7999;p37"/>
          <p:cNvGrpSpPr/>
          <p:nvPr/>
        </p:nvGrpSpPr>
        <p:grpSpPr>
          <a:xfrm>
            <a:off x="826674" y="1822251"/>
            <a:ext cx="356205" cy="355288"/>
            <a:chOff x="-50504575" y="3550975"/>
            <a:chExt cx="300900" cy="300125"/>
          </a:xfrm>
        </p:grpSpPr>
        <p:sp>
          <p:nvSpPr>
            <p:cNvPr id="8000" name="Google Shape;8000;p3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3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3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3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4" name="Google Shape;8004;p37"/>
          <p:cNvGrpSpPr/>
          <p:nvPr/>
        </p:nvGrpSpPr>
        <p:grpSpPr>
          <a:xfrm>
            <a:off x="826674" y="2260493"/>
            <a:ext cx="356205" cy="354341"/>
            <a:chOff x="-50503000" y="3921175"/>
            <a:chExt cx="300900" cy="299325"/>
          </a:xfrm>
        </p:grpSpPr>
        <p:sp>
          <p:nvSpPr>
            <p:cNvPr id="8005" name="Google Shape;8005;p3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3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3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3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3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0" name="Google Shape;8010;p37"/>
          <p:cNvGrpSpPr/>
          <p:nvPr/>
        </p:nvGrpSpPr>
        <p:grpSpPr>
          <a:xfrm>
            <a:off x="3030727" y="1406411"/>
            <a:ext cx="355258" cy="356205"/>
            <a:chOff x="-48630025" y="3199700"/>
            <a:chExt cx="300100" cy="300900"/>
          </a:xfrm>
        </p:grpSpPr>
        <p:sp>
          <p:nvSpPr>
            <p:cNvPr id="8011" name="Google Shape;8011;p3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3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3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4" name="Google Shape;8014;p37"/>
          <p:cNvGrpSpPr/>
          <p:nvPr/>
        </p:nvGrpSpPr>
        <p:grpSpPr>
          <a:xfrm>
            <a:off x="3030727" y="1843707"/>
            <a:ext cx="355258" cy="355258"/>
            <a:chOff x="-48630025" y="3569100"/>
            <a:chExt cx="300100" cy="300100"/>
          </a:xfrm>
        </p:grpSpPr>
        <p:sp>
          <p:nvSpPr>
            <p:cNvPr id="8015" name="Google Shape;8015;p3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3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3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3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3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3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3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3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3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3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5" name="Google Shape;8025;p37"/>
          <p:cNvGrpSpPr/>
          <p:nvPr/>
        </p:nvGrpSpPr>
        <p:grpSpPr>
          <a:xfrm>
            <a:off x="3031201" y="2281003"/>
            <a:ext cx="354311" cy="353394"/>
            <a:chOff x="-48629225" y="3938500"/>
            <a:chExt cx="299300" cy="298525"/>
          </a:xfrm>
        </p:grpSpPr>
        <p:sp>
          <p:nvSpPr>
            <p:cNvPr id="8026" name="Google Shape;8026;p3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3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3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3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0" name="Google Shape;8030;p37"/>
          <p:cNvGrpSpPr/>
          <p:nvPr/>
        </p:nvGrpSpPr>
        <p:grpSpPr>
          <a:xfrm>
            <a:off x="1766604" y="2752344"/>
            <a:ext cx="311458" cy="354341"/>
            <a:chOff x="-46762575" y="3200500"/>
            <a:chExt cx="263100" cy="299325"/>
          </a:xfrm>
        </p:grpSpPr>
        <p:sp>
          <p:nvSpPr>
            <p:cNvPr id="8031" name="Google Shape;8031;p3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3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3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3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3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6" name="Google Shape;8036;p37"/>
          <p:cNvGrpSpPr/>
          <p:nvPr/>
        </p:nvGrpSpPr>
        <p:grpSpPr>
          <a:xfrm>
            <a:off x="1744689" y="3211066"/>
            <a:ext cx="355288" cy="312375"/>
            <a:chOff x="-46779900" y="3588000"/>
            <a:chExt cx="300125" cy="263875"/>
          </a:xfrm>
        </p:grpSpPr>
        <p:sp>
          <p:nvSpPr>
            <p:cNvPr id="8037" name="Google Shape;8037;p3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3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3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3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1" name="Google Shape;8041;p37"/>
          <p:cNvGrpSpPr/>
          <p:nvPr/>
        </p:nvGrpSpPr>
        <p:grpSpPr>
          <a:xfrm>
            <a:off x="1745162" y="3625988"/>
            <a:ext cx="354341" cy="353394"/>
            <a:chOff x="-46779100" y="3938500"/>
            <a:chExt cx="299325" cy="298525"/>
          </a:xfrm>
        </p:grpSpPr>
        <p:sp>
          <p:nvSpPr>
            <p:cNvPr id="8042" name="Google Shape;8042;p3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3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4" name="Google Shape;8044;p37"/>
          <p:cNvGrpSpPr/>
          <p:nvPr/>
        </p:nvGrpSpPr>
        <p:grpSpPr>
          <a:xfrm>
            <a:off x="3952900" y="2758855"/>
            <a:ext cx="355258" cy="355288"/>
            <a:chOff x="-44924250" y="3206000"/>
            <a:chExt cx="300100" cy="300125"/>
          </a:xfrm>
        </p:grpSpPr>
        <p:sp>
          <p:nvSpPr>
            <p:cNvPr id="8045" name="Google Shape;8045;p3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3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3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3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3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0" name="Google Shape;8050;p37"/>
          <p:cNvGrpSpPr/>
          <p:nvPr/>
        </p:nvGrpSpPr>
        <p:grpSpPr>
          <a:xfrm>
            <a:off x="1267386" y="1386849"/>
            <a:ext cx="355258" cy="355258"/>
            <a:chOff x="-50134375" y="3183175"/>
            <a:chExt cx="300100" cy="300100"/>
          </a:xfrm>
        </p:grpSpPr>
        <p:sp>
          <p:nvSpPr>
            <p:cNvPr id="8051" name="Google Shape;8051;p3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3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3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3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3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3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3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3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3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3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1" name="Google Shape;8061;p37"/>
          <p:cNvGrpSpPr/>
          <p:nvPr/>
        </p:nvGrpSpPr>
        <p:grpSpPr>
          <a:xfrm>
            <a:off x="1267386" y="1822251"/>
            <a:ext cx="355258" cy="355288"/>
            <a:chOff x="-50134375" y="3550975"/>
            <a:chExt cx="300100" cy="300125"/>
          </a:xfrm>
        </p:grpSpPr>
        <p:sp>
          <p:nvSpPr>
            <p:cNvPr id="8062" name="Google Shape;8062;p3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3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4" name="Google Shape;8064;p37"/>
          <p:cNvGrpSpPr/>
          <p:nvPr/>
        </p:nvGrpSpPr>
        <p:grpSpPr>
          <a:xfrm>
            <a:off x="1267386" y="2259783"/>
            <a:ext cx="355258" cy="355051"/>
            <a:chOff x="-50134375" y="3920575"/>
            <a:chExt cx="300100" cy="299925"/>
          </a:xfrm>
        </p:grpSpPr>
        <p:sp>
          <p:nvSpPr>
            <p:cNvPr id="8065" name="Google Shape;8065;p3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3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3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8" name="Google Shape;8068;p37"/>
          <p:cNvGrpSpPr/>
          <p:nvPr/>
        </p:nvGrpSpPr>
        <p:grpSpPr>
          <a:xfrm>
            <a:off x="3478110" y="1407358"/>
            <a:ext cx="357123" cy="355258"/>
            <a:chOff x="-48262200" y="3200500"/>
            <a:chExt cx="301675" cy="300100"/>
          </a:xfrm>
        </p:grpSpPr>
        <p:sp>
          <p:nvSpPr>
            <p:cNvPr id="8069" name="Google Shape;8069;p3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3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3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3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3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3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3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3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3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8" name="Google Shape;8078;p37"/>
          <p:cNvGrpSpPr/>
          <p:nvPr/>
        </p:nvGrpSpPr>
        <p:grpSpPr>
          <a:xfrm>
            <a:off x="3507483" y="1844447"/>
            <a:ext cx="298377" cy="354519"/>
            <a:chOff x="-48233050" y="3569725"/>
            <a:chExt cx="252050" cy="299475"/>
          </a:xfrm>
        </p:grpSpPr>
        <p:sp>
          <p:nvSpPr>
            <p:cNvPr id="8079" name="Google Shape;8079;p3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3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3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2" name="Google Shape;8082;p37"/>
          <p:cNvGrpSpPr/>
          <p:nvPr/>
        </p:nvGrpSpPr>
        <p:grpSpPr>
          <a:xfrm>
            <a:off x="3531248" y="2278191"/>
            <a:ext cx="250847" cy="358070"/>
            <a:chOff x="-48216525" y="3936125"/>
            <a:chExt cx="211900" cy="302475"/>
          </a:xfrm>
        </p:grpSpPr>
        <p:sp>
          <p:nvSpPr>
            <p:cNvPr id="8083" name="Google Shape;8083;p3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3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3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3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7" name="Google Shape;8087;p37"/>
          <p:cNvGrpSpPr/>
          <p:nvPr/>
        </p:nvGrpSpPr>
        <p:grpSpPr>
          <a:xfrm>
            <a:off x="2186966" y="2753261"/>
            <a:ext cx="355258" cy="355288"/>
            <a:chOff x="-46410500" y="3201275"/>
            <a:chExt cx="300100" cy="300125"/>
          </a:xfrm>
        </p:grpSpPr>
        <p:sp>
          <p:nvSpPr>
            <p:cNvPr id="8088" name="Google Shape;8088;p3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3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3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3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3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3" name="Google Shape;8093;p37"/>
          <p:cNvGrpSpPr/>
          <p:nvPr/>
        </p:nvGrpSpPr>
        <p:grpSpPr>
          <a:xfrm>
            <a:off x="2186966" y="3188692"/>
            <a:ext cx="355258" cy="356205"/>
            <a:chOff x="-46409700" y="3569100"/>
            <a:chExt cx="300100" cy="300900"/>
          </a:xfrm>
        </p:grpSpPr>
        <p:sp>
          <p:nvSpPr>
            <p:cNvPr id="8094" name="Google Shape;8094;p3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3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3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3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3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9" name="Google Shape;8099;p37"/>
          <p:cNvGrpSpPr/>
          <p:nvPr/>
        </p:nvGrpSpPr>
        <p:grpSpPr>
          <a:xfrm>
            <a:off x="2174847" y="3624124"/>
            <a:ext cx="379497" cy="358070"/>
            <a:chOff x="-46422300" y="3936925"/>
            <a:chExt cx="320575" cy="302475"/>
          </a:xfrm>
        </p:grpSpPr>
        <p:sp>
          <p:nvSpPr>
            <p:cNvPr id="8100" name="Google Shape;8100;p3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3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2" name="Google Shape;8102;p37"/>
          <p:cNvGrpSpPr/>
          <p:nvPr/>
        </p:nvGrpSpPr>
        <p:grpSpPr>
          <a:xfrm>
            <a:off x="3952426" y="3178452"/>
            <a:ext cx="356205" cy="355258"/>
            <a:chOff x="-44914800" y="3560450"/>
            <a:chExt cx="300900" cy="300100"/>
          </a:xfrm>
        </p:grpSpPr>
        <p:sp>
          <p:nvSpPr>
            <p:cNvPr id="8103" name="Google Shape;8103;p3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3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3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3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3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8" name="Google Shape;8108;p37"/>
          <p:cNvGrpSpPr/>
          <p:nvPr/>
        </p:nvGrpSpPr>
        <p:grpSpPr>
          <a:xfrm>
            <a:off x="1707478" y="1387086"/>
            <a:ext cx="354311" cy="354104"/>
            <a:chOff x="-49764975" y="3183375"/>
            <a:chExt cx="299300" cy="299125"/>
          </a:xfrm>
        </p:grpSpPr>
        <p:sp>
          <p:nvSpPr>
            <p:cNvPr id="8109" name="Google Shape;8109;p3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3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3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3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3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3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3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3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3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8" name="Google Shape;8118;p37"/>
          <p:cNvGrpSpPr/>
          <p:nvPr/>
        </p:nvGrpSpPr>
        <p:grpSpPr>
          <a:xfrm>
            <a:off x="1707478" y="1822547"/>
            <a:ext cx="354311" cy="355909"/>
            <a:chOff x="-49764975" y="3551225"/>
            <a:chExt cx="299300" cy="300650"/>
          </a:xfrm>
        </p:grpSpPr>
        <p:sp>
          <p:nvSpPr>
            <p:cNvPr id="8119" name="Google Shape;8119;p3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3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3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3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3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3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3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3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3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3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3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0" name="Google Shape;8130;p37"/>
          <p:cNvGrpSpPr/>
          <p:nvPr/>
        </p:nvGrpSpPr>
        <p:grpSpPr>
          <a:xfrm>
            <a:off x="1705140" y="2259310"/>
            <a:ext cx="358987" cy="355525"/>
            <a:chOff x="-49766550" y="3920175"/>
            <a:chExt cx="303250" cy="300325"/>
          </a:xfrm>
        </p:grpSpPr>
        <p:sp>
          <p:nvSpPr>
            <p:cNvPr id="8131" name="Google Shape;8131;p3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3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3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3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5" name="Google Shape;8135;p37"/>
          <p:cNvGrpSpPr/>
          <p:nvPr/>
        </p:nvGrpSpPr>
        <p:grpSpPr>
          <a:xfrm>
            <a:off x="3920671" y="1407358"/>
            <a:ext cx="357123" cy="354341"/>
            <a:chOff x="-47892800" y="3200500"/>
            <a:chExt cx="301675" cy="299325"/>
          </a:xfrm>
        </p:grpSpPr>
        <p:sp>
          <p:nvSpPr>
            <p:cNvPr id="8136" name="Google Shape;8136;p3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3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3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3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3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3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2" name="Google Shape;8142;p37"/>
          <p:cNvGrpSpPr/>
          <p:nvPr/>
        </p:nvGrpSpPr>
        <p:grpSpPr>
          <a:xfrm>
            <a:off x="3984537" y="1843707"/>
            <a:ext cx="229391" cy="355258"/>
            <a:chOff x="-47839250" y="3569100"/>
            <a:chExt cx="193775" cy="300100"/>
          </a:xfrm>
        </p:grpSpPr>
        <p:sp>
          <p:nvSpPr>
            <p:cNvPr id="8143" name="Google Shape;8143;p3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3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3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3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3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3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9" name="Google Shape;8149;p37"/>
          <p:cNvGrpSpPr/>
          <p:nvPr/>
        </p:nvGrpSpPr>
        <p:grpSpPr>
          <a:xfrm>
            <a:off x="3921603" y="2280056"/>
            <a:ext cx="355258" cy="356205"/>
            <a:chOff x="-47892800" y="3937700"/>
            <a:chExt cx="300100" cy="300900"/>
          </a:xfrm>
        </p:grpSpPr>
        <p:sp>
          <p:nvSpPr>
            <p:cNvPr id="8150" name="Google Shape;8150;p3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3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3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3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3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3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3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3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8" name="Google Shape;8158;p37"/>
          <p:cNvGrpSpPr/>
          <p:nvPr/>
        </p:nvGrpSpPr>
        <p:grpSpPr>
          <a:xfrm>
            <a:off x="2626898" y="2773770"/>
            <a:ext cx="355258" cy="311458"/>
            <a:chOff x="-46042675" y="3218600"/>
            <a:chExt cx="300100" cy="263100"/>
          </a:xfrm>
        </p:grpSpPr>
        <p:sp>
          <p:nvSpPr>
            <p:cNvPr id="8159" name="Google Shape;8159;p3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3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3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3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3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3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5" name="Google Shape;8165;p37"/>
          <p:cNvGrpSpPr/>
          <p:nvPr/>
        </p:nvGrpSpPr>
        <p:grpSpPr>
          <a:xfrm>
            <a:off x="2626898" y="3188219"/>
            <a:ext cx="355258" cy="323118"/>
            <a:chOff x="-46042675" y="3568700"/>
            <a:chExt cx="300100" cy="272950"/>
          </a:xfrm>
        </p:grpSpPr>
        <p:sp>
          <p:nvSpPr>
            <p:cNvPr id="8166" name="Google Shape;8166;p3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3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3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3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0" name="Google Shape;8170;p37"/>
          <p:cNvGrpSpPr/>
          <p:nvPr/>
        </p:nvGrpSpPr>
        <p:grpSpPr>
          <a:xfrm>
            <a:off x="2668849" y="3625189"/>
            <a:ext cx="271357" cy="356057"/>
            <a:chOff x="-46007225" y="3937825"/>
            <a:chExt cx="229225" cy="300775"/>
          </a:xfrm>
        </p:grpSpPr>
        <p:sp>
          <p:nvSpPr>
            <p:cNvPr id="8171" name="Google Shape;8171;p3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3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3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3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3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3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3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3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3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3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1" name="Google Shape;8181;p37"/>
          <p:cNvGrpSpPr/>
          <p:nvPr/>
        </p:nvGrpSpPr>
        <p:grpSpPr>
          <a:xfrm>
            <a:off x="3974341" y="3615275"/>
            <a:ext cx="312375" cy="357596"/>
            <a:chOff x="-44895900" y="3929450"/>
            <a:chExt cx="263875" cy="302075"/>
          </a:xfrm>
        </p:grpSpPr>
        <p:sp>
          <p:nvSpPr>
            <p:cNvPr id="8182" name="Google Shape;8182;p3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3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3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3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3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3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8" name="Google Shape;8188;p37"/>
          <p:cNvGrpSpPr/>
          <p:nvPr/>
        </p:nvGrpSpPr>
        <p:grpSpPr>
          <a:xfrm>
            <a:off x="2148160" y="1398036"/>
            <a:ext cx="356205" cy="332885"/>
            <a:chOff x="-49397175" y="3192625"/>
            <a:chExt cx="300900" cy="281200"/>
          </a:xfrm>
        </p:grpSpPr>
        <p:sp>
          <p:nvSpPr>
            <p:cNvPr id="8189" name="Google Shape;8189;p3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3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3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3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3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3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3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6" name="Google Shape;8196;p37"/>
          <p:cNvGrpSpPr/>
          <p:nvPr/>
        </p:nvGrpSpPr>
        <p:grpSpPr>
          <a:xfrm>
            <a:off x="2174263" y="1822251"/>
            <a:ext cx="304000" cy="356205"/>
            <a:chOff x="-49375900" y="3550975"/>
            <a:chExt cx="256800" cy="300900"/>
          </a:xfrm>
        </p:grpSpPr>
        <p:sp>
          <p:nvSpPr>
            <p:cNvPr id="8197" name="Google Shape;8197;p3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3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3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3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3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3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37"/>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3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3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3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3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8" name="Google Shape;8208;p37"/>
          <p:cNvGrpSpPr/>
          <p:nvPr/>
        </p:nvGrpSpPr>
        <p:grpSpPr>
          <a:xfrm>
            <a:off x="2169616" y="2259546"/>
            <a:ext cx="313293" cy="356205"/>
            <a:chOff x="-49378250" y="3920375"/>
            <a:chExt cx="264650" cy="300900"/>
          </a:xfrm>
        </p:grpSpPr>
        <p:sp>
          <p:nvSpPr>
            <p:cNvPr id="8209" name="Google Shape;8209;p3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3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3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3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3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3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3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6" name="Google Shape;8216;p37"/>
          <p:cNvGrpSpPr/>
          <p:nvPr/>
        </p:nvGrpSpPr>
        <p:grpSpPr>
          <a:xfrm>
            <a:off x="888604" y="2752344"/>
            <a:ext cx="312375" cy="357123"/>
            <a:chOff x="-47505300" y="3200500"/>
            <a:chExt cx="263875" cy="301675"/>
          </a:xfrm>
        </p:grpSpPr>
        <p:sp>
          <p:nvSpPr>
            <p:cNvPr id="8217" name="Google Shape;8217;p3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3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3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3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3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3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3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3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3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3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3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3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3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0" name="Google Shape;8230;p37"/>
          <p:cNvGrpSpPr/>
          <p:nvPr/>
        </p:nvGrpSpPr>
        <p:grpSpPr>
          <a:xfrm>
            <a:off x="866704" y="3188692"/>
            <a:ext cx="356176" cy="355051"/>
            <a:chOff x="-47524975" y="3569100"/>
            <a:chExt cx="300875" cy="299925"/>
          </a:xfrm>
        </p:grpSpPr>
        <p:sp>
          <p:nvSpPr>
            <p:cNvPr id="8231" name="Google Shape;8231;p3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3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3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3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3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6" name="Google Shape;8236;p37"/>
          <p:cNvGrpSpPr/>
          <p:nvPr/>
        </p:nvGrpSpPr>
        <p:grpSpPr>
          <a:xfrm>
            <a:off x="867162" y="3667954"/>
            <a:ext cx="355258" cy="270410"/>
            <a:chOff x="-47523400" y="3973950"/>
            <a:chExt cx="300100" cy="228425"/>
          </a:xfrm>
        </p:grpSpPr>
        <p:sp>
          <p:nvSpPr>
            <p:cNvPr id="8237" name="Google Shape;8237;p3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3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3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3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3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2" name="Google Shape;8242;p37"/>
          <p:cNvGrpSpPr/>
          <p:nvPr/>
        </p:nvGrpSpPr>
        <p:grpSpPr>
          <a:xfrm>
            <a:off x="3072283" y="2750953"/>
            <a:ext cx="354341" cy="357596"/>
            <a:chOff x="-45673275" y="3199325"/>
            <a:chExt cx="299325" cy="302075"/>
          </a:xfrm>
        </p:grpSpPr>
        <p:sp>
          <p:nvSpPr>
            <p:cNvPr id="8243" name="Google Shape;8243;p3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3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3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6" name="Google Shape;8246;p37"/>
          <p:cNvGrpSpPr/>
          <p:nvPr/>
        </p:nvGrpSpPr>
        <p:grpSpPr>
          <a:xfrm>
            <a:off x="3071351" y="3209202"/>
            <a:ext cx="356205" cy="314240"/>
            <a:chOff x="-45674075" y="3586425"/>
            <a:chExt cx="300900" cy="265450"/>
          </a:xfrm>
        </p:grpSpPr>
        <p:sp>
          <p:nvSpPr>
            <p:cNvPr id="8247" name="Google Shape;8247;p3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3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9" name="Google Shape;8249;p37"/>
          <p:cNvGrpSpPr/>
          <p:nvPr/>
        </p:nvGrpSpPr>
        <p:grpSpPr>
          <a:xfrm>
            <a:off x="3072283" y="3625041"/>
            <a:ext cx="354341" cy="356205"/>
            <a:chOff x="-45673275" y="3937700"/>
            <a:chExt cx="299325" cy="300900"/>
          </a:xfrm>
        </p:grpSpPr>
        <p:sp>
          <p:nvSpPr>
            <p:cNvPr id="8250" name="Google Shape;8250;p3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3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3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3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3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3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6" name="Google Shape;8256;p37"/>
          <p:cNvGrpSpPr/>
          <p:nvPr/>
        </p:nvGrpSpPr>
        <p:grpSpPr>
          <a:xfrm>
            <a:off x="2186449" y="4117825"/>
            <a:ext cx="356205" cy="356205"/>
            <a:chOff x="-44512325" y="3176075"/>
            <a:chExt cx="300900" cy="300900"/>
          </a:xfrm>
        </p:grpSpPr>
        <p:sp>
          <p:nvSpPr>
            <p:cNvPr id="8257" name="Google Shape;8257;p3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3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3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0" name="Google Shape;8260;p37"/>
          <p:cNvGrpSpPr/>
          <p:nvPr/>
        </p:nvGrpSpPr>
        <p:grpSpPr>
          <a:xfrm>
            <a:off x="2589789" y="1386849"/>
            <a:ext cx="354341" cy="354341"/>
            <a:chOff x="-49027775" y="3183175"/>
            <a:chExt cx="299325" cy="299325"/>
          </a:xfrm>
        </p:grpSpPr>
        <p:sp>
          <p:nvSpPr>
            <p:cNvPr id="8261" name="Google Shape;8261;p3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3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3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3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5" name="Google Shape;8265;p37"/>
          <p:cNvGrpSpPr/>
          <p:nvPr/>
        </p:nvGrpSpPr>
        <p:grpSpPr>
          <a:xfrm>
            <a:off x="2589330" y="1822251"/>
            <a:ext cx="355258" cy="357152"/>
            <a:chOff x="-49027775" y="3550975"/>
            <a:chExt cx="300100" cy="301700"/>
          </a:xfrm>
        </p:grpSpPr>
        <p:sp>
          <p:nvSpPr>
            <p:cNvPr id="8266" name="Google Shape;8266;p3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3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3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3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3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3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3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3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3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3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6" name="Google Shape;8276;p37"/>
          <p:cNvGrpSpPr/>
          <p:nvPr/>
        </p:nvGrpSpPr>
        <p:grpSpPr>
          <a:xfrm>
            <a:off x="2587406" y="2259310"/>
            <a:ext cx="359106" cy="355525"/>
            <a:chOff x="-49031025" y="3920175"/>
            <a:chExt cx="303350" cy="300325"/>
          </a:xfrm>
        </p:grpSpPr>
        <p:sp>
          <p:nvSpPr>
            <p:cNvPr id="8277" name="Google Shape;8277;p3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p3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3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3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3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3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3" name="Google Shape;8283;p37"/>
          <p:cNvGrpSpPr/>
          <p:nvPr/>
        </p:nvGrpSpPr>
        <p:grpSpPr>
          <a:xfrm>
            <a:off x="1303511" y="2752344"/>
            <a:ext cx="356176" cy="354341"/>
            <a:chOff x="-47155575" y="3200500"/>
            <a:chExt cx="300875" cy="299325"/>
          </a:xfrm>
        </p:grpSpPr>
        <p:sp>
          <p:nvSpPr>
            <p:cNvPr id="8284" name="Google Shape;8284;p3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3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3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3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3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3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0" name="Google Shape;8290;p37"/>
          <p:cNvGrpSpPr/>
          <p:nvPr/>
        </p:nvGrpSpPr>
        <p:grpSpPr>
          <a:xfrm>
            <a:off x="1303970" y="3188692"/>
            <a:ext cx="355258" cy="355258"/>
            <a:chOff x="-47154800" y="3569100"/>
            <a:chExt cx="300100" cy="300100"/>
          </a:xfrm>
        </p:grpSpPr>
        <p:sp>
          <p:nvSpPr>
            <p:cNvPr id="8291" name="Google Shape;8291;p3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3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3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3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3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3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7" name="Google Shape;8297;p37"/>
          <p:cNvGrpSpPr/>
          <p:nvPr/>
        </p:nvGrpSpPr>
        <p:grpSpPr>
          <a:xfrm>
            <a:off x="1304443" y="3626905"/>
            <a:ext cx="354311" cy="353423"/>
            <a:chOff x="-47154000" y="3939275"/>
            <a:chExt cx="299300" cy="298550"/>
          </a:xfrm>
        </p:grpSpPr>
        <p:sp>
          <p:nvSpPr>
            <p:cNvPr id="8298" name="Google Shape;8298;p3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3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3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3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2" name="Google Shape;8302;p37"/>
          <p:cNvGrpSpPr/>
          <p:nvPr/>
        </p:nvGrpSpPr>
        <p:grpSpPr>
          <a:xfrm>
            <a:off x="3529733" y="2752344"/>
            <a:ext cx="312375" cy="354341"/>
            <a:chOff x="-45286550" y="3200500"/>
            <a:chExt cx="263875" cy="299325"/>
          </a:xfrm>
        </p:grpSpPr>
        <p:sp>
          <p:nvSpPr>
            <p:cNvPr id="8303" name="Google Shape;8303;p3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3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3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6" name="Google Shape;8306;p37"/>
          <p:cNvGrpSpPr/>
          <p:nvPr/>
        </p:nvGrpSpPr>
        <p:grpSpPr>
          <a:xfrm>
            <a:off x="3529733" y="3189639"/>
            <a:ext cx="312375" cy="354311"/>
            <a:chOff x="-45286550" y="3569900"/>
            <a:chExt cx="263875" cy="299300"/>
          </a:xfrm>
        </p:grpSpPr>
        <p:sp>
          <p:nvSpPr>
            <p:cNvPr id="8307" name="Google Shape;8307;p3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3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3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3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3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3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3" name="Google Shape;8313;p37"/>
          <p:cNvGrpSpPr/>
          <p:nvPr/>
        </p:nvGrpSpPr>
        <p:grpSpPr>
          <a:xfrm>
            <a:off x="3540920" y="3625988"/>
            <a:ext cx="290001" cy="355258"/>
            <a:chOff x="-45277900" y="3938500"/>
            <a:chExt cx="244975" cy="300100"/>
          </a:xfrm>
        </p:grpSpPr>
        <p:sp>
          <p:nvSpPr>
            <p:cNvPr id="8314" name="Google Shape;8314;p3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3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3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3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8" name="Google Shape;8318;p37"/>
          <p:cNvGrpSpPr/>
          <p:nvPr/>
        </p:nvGrpSpPr>
        <p:grpSpPr>
          <a:xfrm>
            <a:off x="2626869" y="4095090"/>
            <a:ext cx="355258" cy="355258"/>
            <a:chOff x="-44502875" y="3576975"/>
            <a:chExt cx="300100" cy="300100"/>
          </a:xfrm>
        </p:grpSpPr>
        <p:sp>
          <p:nvSpPr>
            <p:cNvPr id="8319" name="Google Shape;8319;p3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3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3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2" name="Google Shape;8322;p37"/>
          <p:cNvGrpSpPr/>
          <p:nvPr/>
        </p:nvGrpSpPr>
        <p:grpSpPr>
          <a:xfrm>
            <a:off x="4835456" y="1828361"/>
            <a:ext cx="356196" cy="354670"/>
            <a:chOff x="-13946200" y="3647075"/>
            <a:chExt cx="353650" cy="352100"/>
          </a:xfrm>
        </p:grpSpPr>
        <p:sp>
          <p:nvSpPr>
            <p:cNvPr id="8323" name="Google Shape;8323;p3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3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3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3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3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3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9" name="Google Shape;8329;p37"/>
          <p:cNvGrpSpPr/>
          <p:nvPr/>
        </p:nvGrpSpPr>
        <p:grpSpPr>
          <a:xfrm>
            <a:off x="6618849" y="1387844"/>
            <a:ext cx="357002" cy="354267"/>
            <a:chOff x="-12163025" y="3214275"/>
            <a:chExt cx="354450" cy="351700"/>
          </a:xfrm>
        </p:grpSpPr>
        <p:sp>
          <p:nvSpPr>
            <p:cNvPr id="8330" name="Google Shape;8330;p3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3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3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3" name="Google Shape;8333;p37"/>
          <p:cNvGrpSpPr/>
          <p:nvPr/>
        </p:nvGrpSpPr>
        <p:grpSpPr>
          <a:xfrm>
            <a:off x="6619629" y="1827581"/>
            <a:ext cx="355441" cy="356232"/>
            <a:chOff x="-12160675" y="3647875"/>
            <a:chExt cx="352900" cy="353650"/>
          </a:xfrm>
        </p:grpSpPr>
        <p:sp>
          <p:nvSpPr>
            <p:cNvPr id="8334" name="Google Shape;8334;p3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3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3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3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3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3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3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1" name="Google Shape;8341;p37"/>
          <p:cNvGrpSpPr/>
          <p:nvPr/>
        </p:nvGrpSpPr>
        <p:grpSpPr>
          <a:xfrm>
            <a:off x="6630345" y="2272036"/>
            <a:ext cx="354635" cy="356232"/>
            <a:chOff x="-12160675" y="4081850"/>
            <a:chExt cx="352100" cy="353650"/>
          </a:xfrm>
        </p:grpSpPr>
        <p:sp>
          <p:nvSpPr>
            <p:cNvPr id="8342" name="Google Shape;8342;p3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3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3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3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3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3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8" name="Google Shape;8348;p37"/>
          <p:cNvGrpSpPr/>
          <p:nvPr/>
        </p:nvGrpSpPr>
        <p:grpSpPr>
          <a:xfrm>
            <a:off x="4835311" y="2746480"/>
            <a:ext cx="355416" cy="355652"/>
            <a:chOff x="-10391650" y="3180600"/>
            <a:chExt cx="352875" cy="353075"/>
          </a:xfrm>
        </p:grpSpPr>
        <p:sp>
          <p:nvSpPr>
            <p:cNvPr id="8349" name="Google Shape;8349;p3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3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3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3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3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3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5" name="Google Shape;8355;p37"/>
          <p:cNvGrpSpPr/>
          <p:nvPr/>
        </p:nvGrpSpPr>
        <p:grpSpPr>
          <a:xfrm>
            <a:off x="4835310" y="3223278"/>
            <a:ext cx="354635" cy="353890"/>
            <a:chOff x="-10390875" y="3616350"/>
            <a:chExt cx="352100" cy="351325"/>
          </a:xfrm>
        </p:grpSpPr>
        <p:sp>
          <p:nvSpPr>
            <p:cNvPr id="8356" name="Google Shape;8356;p3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3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3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9" name="Google Shape;8359;p37"/>
          <p:cNvGrpSpPr/>
          <p:nvPr/>
        </p:nvGrpSpPr>
        <p:grpSpPr>
          <a:xfrm>
            <a:off x="7502285" y="2747943"/>
            <a:ext cx="312585" cy="354670"/>
            <a:chOff x="-10370400" y="4049550"/>
            <a:chExt cx="310350" cy="352100"/>
          </a:xfrm>
        </p:grpSpPr>
        <p:sp>
          <p:nvSpPr>
            <p:cNvPr id="8360" name="Google Shape;8360;p3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3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3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3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3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5" name="Google Shape;8365;p37"/>
          <p:cNvGrpSpPr/>
          <p:nvPr/>
        </p:nvGrpSpPr>
        <p:grpSpPr>
          <a:xfrm>
            <a:off x="6606541" y="2746884"/>
            <a:ext cx="379236" cy="354847"/>
            <a:chOff x="-8674650" y="3210975"/>
            <a:chExt cx="376525" cy="352275"/>
          </a:xfrm>
        </p:grpSpPr>
        <p:sp>
          <p:nvSpPr>
            <p:cNvPr id="8366" name="Google Shape;8366;p3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3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3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3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3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3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2" name="Google Shape;8372;p37"/>
          <p:cNvGrpSpPr/>
          <p:nvPr/>
        </p:nvGrpSpPr>
        <p:grpSpPr>
          <a:xfrm>
            <a:off x="5278038" y="1828361"/>
            <a:ext cx="356221" cy="354670"/>
            <a:chOff x="-13512225" y="3647075"/>
            <a:chExt cx="353675" cy="352100"/>
          </a:xfrm>
        </p:grpSpPr>
        <p:sp>
          <p:nvSpPr>
            <p:cNvPr id="8373" name="Google Shape;8373;p3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3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3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3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3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3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3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3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3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3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3" name="Google Shape;8383;p37"/>
          <p:cNvGrpSpPr/>
          <p:nvPr/>
        </p:nvGrpSpPr>
        <p:grpSpPr>
          <a:xfrm>
            <a:off x="5288351" y="2272427"/>
            <a:ext cx="356221" cy="355451"/>
            <a:chOff x="-13512225" y="4080275"/>
            <a:chExt cx="353675" cy="352875"/>
          </a:xfrm>
        </p:grpSpPr>
        <p:sp>
          <p:nvSpPr>
            <p:cNvPr id="8384" name="Google Shape;8384;p3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3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3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3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3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3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3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3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3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3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3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5" name="Google Shape;8395;p37"/>
          <p:cNvGrpSpPr/>
          <p:nvPr/>
        </p:nvGrpSpPr>
        <p:grpSpPr>
          <a:xfrm>
            <a:off x="7061431" y="1419788"/>
            <a:ext cx="356196" cy="290379"/>
            <a:chOff x="-11728250" y="3245400"/>
            <a:chExt cx="353650" cy="288275"/>
          </a:xfrm>
        </p:grpSpPr>
        <p:sp>
          <p:nvSpPr>
            <p:cNvPr id="8396" name="Google Shape;8396;p3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3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3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3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3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1" name="Google Shape;8401;p37"/>
          <p:cNvGrpSpPr/>
          <p:nvPr/>
        </p:nvGrpSpPr>
        <p:grpSpPr>
          <a:xfrm>
            <a:off x="7093939" y="2272427"/>
            <a:ext cx="311804" cy="355451"/>
            <a:chOff x="-11703850" y="4081850"/>
            <a:chExt cx="309575" cy="352875"/>
          </a:xfrm>
        </p:grpSpPr>
        <p:sp>
          <p:nvSpPr>
            <p:cNvPr id="8402" name="Google Shape;8402;p3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3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3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3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3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3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3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3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0" name="Google Shape;8410;p37"/>
          <p:cNvGrpSpPr/>
          <p:nvPr/>
        </p:nvGrpSpPr>
        <p:grpSpPr>
          <a:xfrm>
            <a:off x="5282595" y="2746580"/>
            <a:ext cx="357002" cy="355451"/>
            <a:chOff x="-9958475" y="3180025"/>
            <a:chExt cx="354450" cy="352875"/>
          </a:xfrm>
        </p:grpSpPr>
        <p:sp>
          <p:nvSpPr>
            <p:cNvPr id="8411" name="Google Shape;8411;p3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3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3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4" name="Google Shape;8414;p37"/>
          <p:cNvGrpSpPr/>
          <p:nvPr/>
        </p:nvGrpSpPr>
        <p:grpSpPr>
          <a:xfrm>
            <a:off x="5291722" y="3222561"/>
            <a:ext cx="337966" cy="355325"/>
            <a:chOff x="-9949025" y="3615575"/>
            <a:chExt cx="335550" cy="352750"/>
          </a:xfrm>
        </p:grpSpPr>
        <p:sp>
          <p:nvSpPr>
            <p:cNvPr id="8415" name="Google Shape;8415;p3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3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3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8" name="Google Shape;8418;p37"/>
          <p:cNvGrpSpPr/>
          <p:nvPr/>
        </p:nvGrpSpPr>
        <p:grpSpPr>
          <a:xfrm>
            <a:off x="7926568" y="2746067"/>
            <a:ext cx="360175" cy="358423"/>
            <a:chOff x="-9961625" y="4048175"/>
            <a:chExt cx="357600" cy="355825"/>
          </a:xfrm>
        </p:grpSpPr>
        <p:sp>
          <p:nvSpPr>
            <p:cNvPr id="8419" name="Google Shape;8419;p3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3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3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3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3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3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5" name="Google Shape;8425;p37"/>
          <p:cNvGrpSpPr/>
          <p:nvPr/>
        </p:nvGrpSpPr>
        <p:grpSpPr>
          <a:xfrm>
            <a:off x="6613289" y="3221579"/>
            <a:ext cx="364959" cy="357289"/>
            <a:chOff x="-8680950" y="3624225"/>
            <a:chExt cx="362350" cy="354700"/>
          </a:xfrm>
        </p:grpSpPr>
        <p:sp>
          <p:nvSpPr>
            <p:cNvPr id="8426" name="Google Shape;8426;p3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3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3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3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3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3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2" name="Google Shape;8432;p37"/>
          <p:cNvGrpSpPr/>
          <p:nvPr/>
        </p:nvGrpSpPr>
        <p:grpSpPr>
          <a:xfrm>
            <a:off x="5749533" y="1387239"/>
            <a:ext cx="313365" cy="355476"/>
            <a:chOff x="-13056975" y="3212300"/>
            <a:chExt cx="311125" cy="352900"/>
          </a:xfrm>
        </p:grpSpPr>
        <p:sp>
          <p:nvSpPr>
            <p:cNvPr id="8433" name="Google Shape;8433;p3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3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3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3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7" name="Google Shape;8437;p37"/>
          <p:cNvGrpSpPr/>
          <p:nvPr/>
        </p:nvGrpSpPr>
        <p:grpSpPr>
          <a:xfrm>
            <a:off x="5726921" y="1828034"/>
            <a:ext cx="358588" cy="355325"/>
            <a:chOff x="-13077450" y="3647075"/>
            <a:chExt cx="356025" cy="352750"/>
          </a:xfrm>
        </p:grpSpPr>
        <p:sp>
          <p:nvSpPr>
            <p:cNvPr id="8438" name="Google Shape;8438;p3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3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3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1" name="Google Shape;8441;p37"/>
          <p:cNvGrpSpPr/>
          <p:nvPr/>
        </p:nvGrpSpPr>
        <p:grpSpPr>
          <a:xfrm>
            <a:off x="5738027" y="2271633"/>
            <a:ext cx="357002" cy="357037"/>
            <a:chOff x="-13079025" y="4079475"/>
            <a:chExt cx="354450" cy="354450"/>
          </a:xfrm>
        </p:grpSpPr>
        <p:sp>
          <p:nvSpPr>
            <p:cNvPr id="8442" name="Google Shape;8442;p3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3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3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3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6" name="Google Shape;8446;p37"/>
          <p:cNvGrpSpPr/>
          <p:nvPr/>
        </p:nvGrpSpPr>
        <p:grpSpPr>
          <a:xfrm>
            <a:off x="7511094" y="1387642"/>
            <a:ext cx="356221" cy="354670"/>
            <a:chOff x="-11292700" y="3213875"/>
            <a:chExt cx="353675" cy="352100"/>
          </a:xfrm>
        </p:grpSpPr>
        <p:sp>
          <p:nvSpPr>
            <p:cNvPr id="8447" name="Google Shape;8447;p3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3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3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3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3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3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3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4" name="Google Shape;8454;p37"/>
          <p:cNvGrpSpPr/>
          <p:nvPr/>
        </p:nvGrpSpPr>
        <p:grpSpPr>
          <a:xfrm>
            <a:off x="7505152" y="1827581"/>
            <a:ext cx="368106" cy="356232"/>
            <a:chOff x="-11299000" y="3647875"/>
            <a:chExt cx="365475" cy="353650"/>
          </a:xfrm>
        </p:grpSpPr>
        <p:sp>
          <p:nvSpPr>
            <p:cNvPr id="8455" name="Google Shape;8455;p3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3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3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3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3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3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1" name="Google Shape;8461;p37"/>
          <p:cNvGrpSpPr/>
          <p:nvPr/>
        </p:nvGrpSpPr>
        <p:grpSpPr>
          <a:xfrm>
            <a:off x="7520614" y="2283532"/>
            <a:ext cx="357808" cy="333240"/>
            <a:chOff x="-11295075" y="4092875"/>
            <a:chExt cx="355250" cy="330825"/>
          </a:xfrm>
        </p:grpSpPr>
        <p:sp>
          <p:nvSpPr>
            <p:cNvPr id="8462" name="Google Shape;8462;p3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3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3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3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3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7" name="Google Shape;8467;p37"/>
          <p:cNvGrpSpPr/>
          <p:nvPr/>
        </p:nvGrpSpPr>
        <p:grpSpPr>
          <a:xfrm>
            <a:off x="5746214" y="2746580"/>
            <a:ext cx="312585" cy="355451"/>
            <a:chOff x="-9500075" y="3180800"/>
            <a:chExt cx="310350" cy="352875"/>
          </a:xfrm>
        </p:grpSpPr>
        <p:sp>
          <p:nvSpPr>
            <p:cNvPr id="8468" name="Google Shape;8468;p3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3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3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3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3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3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3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3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3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7" name="Google Shape;8477;p37"/>
          <p:cNvGrpSpPr/>
          <p:nvPr/>
        </p:nvGrpSpPr>
        <p:grpSpPr>
          <a:xfrm>
            <a:off x="5724005" y="3222095"/>
            <a:ext cx="356221" cy="356257"/>
            <a:chOff x="-9523700" y="3614000"/>
            <a:chExt cx="353675" cy="353675"/>
          </a:xfrm>
        </p:grpSpPr>
        <p:sp>
          <p:nvSpPr>
            <p:cNvPr id="8478" name="Google Shape;8478;p3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3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3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3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3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3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3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3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3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7" name="Google Shape;8487;p37"/>
          <p:cNvGrpSpPr/>
          <p:nvPr/>
        </p:nvGrpSpPr>
        <p:grpSpPr>
          <a:xfrm>
            <a:off x="7508956" y="3244737"/>
            <a:ext cx="356221" cy="354670"/>
            <a:chOff x="-9523700" y="4049550"/>
            <a:chExt cx="353675" cy="352100"/>
          </a:xfrm>
        </p:grpSpPr>
        <p:sp>
          <p:nvSpPr>
            <p:cNvPr id="8488" name="Google Shape;8488;p3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3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3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3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3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3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3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5" name="Google Shape;8495;p37"/>
          <p:cNvGrpSpPr/>
          <p:nvPr/>
        </p:nvGrpSpPr>
        <p:grpSpPr>
          <a:xfrm>
            <a:off x="7065071" y="3244710"/>
            <a:ext cx="357002" cy="311029"/>
            <a:chOff x="-8209150" y="3659675"/>
            <a:chExt cx="354450" cy="308775"/>
          </a:xfrm>
        </p:grpSpPr>
        <p:sp>
          <p:nvSpPr>
            <p:cNvPr id="8496" name="Google Shape;8496;p3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3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3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3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3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3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2" name="Google Shape;8502;p37"/>
          <p:cNvGrpSpPr/>
          <p:nvPr/>
        </p:nvGrpSpPr>
        <p:grpSpPr>
          <a:xfrm>
            <a:off x="6178632" y="2273623"/>
            <a:ext cx="356221" cy="353059"/>
            <a:chOff x="-12643475" y="4081850"/>
            <a:chExt cx="353675" cy="350500"/>
          </a:xfrm>
        </p:grpSpPr>
        <p:sp>
          <p:nvSpPr>
            <p:cNvPr id="8503" name="Google Shape;8503;p3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3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3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3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07" name="Google Shape;8507;p37"/>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08" name="Google Shape;8508;p37"/>
          <p:cNvGrpSpPr/>
          <p:nvPr/>
        </p:nvGrpSpPr>
        <p:grpSpPr>
          <a:xfrm>
            <a:off x="7961232" y="2283532"/>
            <a:ext cx="356221" cy="333240"/>
            <a:chOff x="-10858725" y="4092875"/>
            <a:chExt cx="353675" cy="330825"/>
          </a:xfrm>
        </p:grpSpPr>
        <p:sp>
          <p:nvSpPr>
            <p:cNvPr id="8509" name="Google Shape;8509;p3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3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3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3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3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3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5" name="Google Shape;8515;p37"/>
          <p:cNvGrpSpPr/>
          <p:nvPr/>
        </p:nvGrpSpPr>
        <p:grpSpPr>
          <a:xfrm>
            <a:off x="6219755" y="3222498"/>
            <a:ext cx="252278" cy="355451"/>
            <a:chOff x="-9039300" y="3614000"/>
            <a:chExt cx="250475" cy="352875"/>
          </a:xfrm>
        </p:grpSpPr>
        <p:sp>
          <p:nvSpPr>
            <p:cNvPr id="8516" name="Google Shape;8516;p3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3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8" name="Google Shape;8518;p37"/>
          <p:cNvGrpSpPr/>
          <p:nvPr/>
        </p:nvGrpSpPr>
        <p:grpSpPr>
          <a:xfrm>
            <a:off x="7951721" y="3244737"/>
            <a:ext cx="354635" cy="354670"/>
            <a:chOff x="-9088150" y="4049550"/>
            <a:chExt cx="352100" cy="352100"/>
          </a:xfrm>
        </p:grpSpPr>
        <p:sp>
          <p:nvSpPr>
            <p:cNvPr id="8519" name="Google Shape;8519;p3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3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3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3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3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3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5" name="Google Shape;8525;p37"/>
          <p:cNvGrpSpPr/>
          <p:nvPr/>
        </p:nvGrpSpPr>
        <p:grpSpPr>
          <a:xfrm>
            <a:off x="7086085" y="2746970"/>
            <a:ext cx="315757" cy="354670"/>
            <a:chOff x="-8191825" y="3174500"/>
            <a:chExt cx="313500" cy="352100"/>
          </a:xfrm>
        </p:grpSpPr>
        <p:sp>
          <p:nvSpPr>
            <p:cNvPr id="8526" name="Google Shape;8526;p3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3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3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9" name="Google Shape;8529;p37"/>
          <p:cNvGrpSpPr/>
          <p:nvPr/>
        </p:nvGrpSpPr>
        <p:grpSpPr>
          <a:xfrm>
            <a:off x="4835443" y="1387491"/>
            <a:ext cx="356221" cy="354973"/>
            <a:chOff x="-13947000" y="3212800"/>
            <a:chExt cx="353675" cy="352400"/>
          </a:xfrm>
        </p:grpSpPr>
        <p:sp>
          <p:nvSpPr>
            <p:cNvPr id="8530" name="Google Shape;8530;p3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3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32" name="Google Shape;8532;p37"/>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33" name="Google Shape;8533;p37"/>
          <p:cNvGrpSpPr/>
          <p:nvPr/>
        </p:nvGrpSpPr>
        <p:grpSpPr>
          <a:xfrm>
            <a:off x="5278038" y="1386849"/>
            <a:ext cx="356221" cy="356257"/>
            <a:chOff x="-13512225" y="3211525"/>
            <a:chExt cx="353675" cy="353675"/>
          </a:xfrm>
        </p:grpSpPr>
        <p:sp>
          <p:nvSpPr>
            <p:cNvPr id="8534" name="Google Shape;8534;p3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3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3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3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3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9" name="Google Shape;8539;p37"/>
          <p:cNvGrpSpPr/>
          <p:nvPr/>
        </p:nvGrpSpPr>
        <p:grpSpPr>
          <a:xfrm>
            <a:off x="6168320" y="1387239"/>
            <a:ext cx="356221" cy="355476"/>
            <a:chOff x="-12643475" y="3212300"/>
            <a:chExt cx="353675" cy="352900"/>
          </a:xfrm>
        </p:grpSpPr>
        <p:sp>
          <p:nvSpPr>
            <p:cNvPr id="8540" name="Google Shape;8540;p3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3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3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3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3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3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3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3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3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9" name="Google Shape;8549;p37"/>
          <p:cNvGrpSpPr/>
          <p:nvPr/>
        </p:nvGrpSpPr>
        <p:grpSpPr>
          <a:xfrm>
            <a:off x="6168320" y="1839013"/>
            <a:ext cx="356221" cy="333366"/>
            <a:chOff x="-12643475" y="3657325"/>
            <a:chExt cx="353675" cy="330950"/>
          </a:xfrm>
        </p:grpSpPr>
        <p:sp>
          <p:nvSpPr>
            <p:cNvPr id="8550" name="Google Shape;8550;p3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3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3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3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3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3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6" name="Google Shape;8556;p37"/>
          <p:cNvGrpSpPr/>
          <p:nvPr/>
        </p:nvGrpSpPr>
        <p:grpSpPr>
          <a:xfrm>
            <a:off x="7951322" y="1387642"/>
            <a:ext cx="355416" cy="354670"/>
            <a:chOff x="-10857925" y="3213875"/>
            <a:chExt cx="352875" cy="352100"/>
          </a:xfrm>
        </p:grpSpPr>
        <p:sp>
          <p:nvSpPr>
            <p:cNvPr id="8557" name="Google Shape;8557;p3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3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3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3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3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3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3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3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3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3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7" name="Google Shape;8567;p37"/>
          <p:cNvGrpSpPr/>
          <p:nvPr/>
        </p:nvGrpSpPr>
        <p:grpSpPr>
          <a:xfrm>
            <a:off x="6168237" y="2747071"/>
            <a:ext cx="356096" cy="354469"/>
            <a:chOff x="-9089725" y="3180200"/>
            <a:chExt cx="353550" cy="351900"/>
          </a:xfrm>
        </p:grpSpPr>
        <p:sp>
          <p:nvSpPr>
            <p:cNvPr id="8568" name="Google Shape;8568;p3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3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0" name="Google Shape;8570;p37"/>
          <p:cNvGrpSpPr/>
          <p:nvPr/>
        </p:nvGrpSpPr>
        <p:grpSpPr>
          <a:xfrm>
            <a:off x="7060235" y="1826875"/>
            <a:ext cx="358588" cy="357641"/>
            <a:chOff x="7083760" y="1971660"/>
            <a:chExt cx="358588" cy="357641"/>
          </a:xfrm>
        </p:grpSpPr>
        <p:sp>
          <p:nvSpPr>
            <p:cNvPr id="8571" name="Google Shape;8571;p3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3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3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3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3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3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3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3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3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3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3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3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83" name="Google Shape;8583;p37"/>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8584" name="Google Shape;8584;p37"/>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88" name="Shape 8588"/>
        <p:cNvGrpSpPr/>
        <p:nvPr/>
      </p:nvGrpSpPr>
      <p:grpSpPr>
        <a:xfrm>
          <a:off x="0" y="0"/>
          <a:ext cx="0" cy="0"/>
          <a:chOff x="0" y="0"/>
          <a:chExt cx="0" cy="0"/>
        </a:xfrm>
      </p:grpSpPr>
      <p:sp>
        <p:nvSpPr>
          <p:cNvPr id="8589" name="Google Shape;8589;p38"/>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90" name="Google Shape;8590;p38"/>
          <p:cNvGrpSpPr/>
          <p:nvPr/>
        </p:nvGrpSpPr>
        <p:grpSpPr>
          <a:xfrm>
            <a:off x="719610" y="2243507"/>
            <a:ext cx="452798" cy="449473"/>
            <a:chOff x="-21322300" y="3693325"/>
            <a:chExt cx="306400" cy="304150"/>
          </a:xfrm>
        </p:grpSpPr>
        <p:sp>
          <p:nvSpPr>
            <p:cNvPr id="8591" name="Google Shape;8591;p3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3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3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3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5" name="Google Shape;8595;p38"/>
          <p:cNvGrpSpPr/>
          <p:nvPr/>
        </p:nvGrpSpPr>
        <p:grpSpPr>
          <a:xfrm>
            <a:off x="719019" y="2810244"/>
            <a:ext cx="453980" cy="422540"/>
            <a:chOff x="-21322300" y="4077125"/>
            <a:chExt cx="307200" cy="285925"/>
          </a:xfrm>
        </p:grpSpPr>
        <p:sp>
          <p:nvSpPr>
            <p:cNvPr id="8596" name="Google Shape;8596;p3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3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3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3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3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3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3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3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3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3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3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3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8" name="Google Shape;8608;p38"/>
          <p:cNvGrpSpPr/>
          <p:nvPr/>
        </p:nvGrpSpPr>
        <p:grpSpPr>
          <a:xfrm>
            <a:off x="3496195" y="1689128"/>
            <a:ext cx="451653" cy="450212"/>
            <a:chOff x="-19394200" y="3333800"/>
            <a:chExt cx="305625" cy="304650"/>
          </a:xfrm>
        </p:grpSpPr>
        <p:sp>
          <p:nvSpPr>
            <p:cNvPr id="8609" name="Google Shape;8609;p3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3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3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3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3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3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3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3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3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8" name="Google Shape;8618;p38"/>
          <p:cNvGrpSpPr/>
          <p:nvPr/>
        </p:nvGrpSpPr>
        <p:grpSpPr>
          <a:xfrm>
            <a:off x="3495032" y="2243580"/>
            <a:ext cx="453980" cy="449325"/>
            <a:chOff x="-19396575" y="3708500"/>
            <a:chExt cx="307200" cy="304050"/>
          </a:xfrm>
        </p:grpSpPr>
        <p:sp>
          <p:nvSpPr>
            <p:cNvPr id="8619" name="Google Shape;8619;p3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3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3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2" name="Google Shape;8622;p38"/>
          <p:cNvGrpSpPr/>
          <p:nvPr/>
        </p:nvGrpSpPr>
        <p:grpSpPr>
          <a:xfrm>
            <a:off x="3489212" y="2796461"/>
            <a:ext cx="465618" cy="450101"/>
            <a:chOff x="-19394200" y="4084200"/>
            <a:chExt cx="315075" cy="304575"/>
          </a:xfrm>
        </p:grpSpPr>
        <p:sp>
          <p:nvSpPr>
            <p:cNvPr id="8623" name="Google Shape;8623;p3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3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3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3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3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3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9" name="Google Shape;8629;p38"/>
          <p:cNvGrpSpPr/>
          <p:nvPr/>
        </p:nvGrpSpPr>
        <p:grpSpPr>
          <a:xfrm>
            <a:off x="6294923" y="1689001"/>
            <a:ext cx="400447" cy="450470"/>
            <a:chOff x="-17526750" y="3309200"/>
            <a:chExt cx="270975" cy="304825"/>
          </a:xfrm>
        </p:grpSpPr>
        <p:sp>
          <p:nvSpPr>
            <p:cNvPr id="8630" name="Google Shape;8630;p3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3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3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3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3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5" name="Google Shape;8635;p38"/>
          <p:cNvGrpSpPr/>
          <p:nvPr/>
        </p:nvGrpSpPr>
        <p:grpSpPr>
          <a:xfrm>
            <a:off x="6271075" y="2244173"/>
            <a:ext cx="448143" cy="448143"/>
            <a:chOff x="-17542500" y="3684100"/>
            <a:chExt cx="303250" cy="303250"/>
          </a:xfrm>
        </p:grpSpPr>
        <p:sp>
          <p:nvSpPr>
            <p:cNvPr id="8636" name="Google Shape;8636;p3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3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3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3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3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3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3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3" name="Google Shape;8643;p38"/>
          <p:cNvGrpSpPr/>
          <p:nvPr/>
        </p:nvGrpSpPr>
        <p:grpSpPr>
          <a:xfrm>
            <a:off x="6270484" y="2810817"/>
            <a:ext cx="449325" cy="421395"/>
            <a:chOff x="-17542500" y="4068450"/>
            <a:chExt cx="304050" cy="285150"/>
          </a:xfrm>
        </p:grpSpPr>
        <p:sp>
          <p:nvSpPr>
            <p:cNvPr id="8644" name="Google Shape;8644;p3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3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3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3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3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3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0" name="Google Shape;8650;p38"/>
          <p:cNvGrpSpPr/>
          <p:nvPr/>
        </p:nvGrpSpPr>
        <p:grpSpPr>
          <a:xfrm>
            <a:off x="3500906" y="3342211"/>
            <a:ext cx="343404" cy="449325"/>
            <a:chOff x="-15652200" y="3335975"/>
            <a:chExt cx="232375" cy="304050"/>
          </a:xfrm>
        </p:grpSpPr>
        <p:sp>
          <p:nvSpPr>
            <p:cNvPr id="8651" name="Google Shape;8651;p3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3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3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3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3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3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3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3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3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0" name="Google Shape;8660;p38"/>
          <p:cNvGrpSpPr/>
          <p:nvPr/>
        </p:nvGrpSpPr>
        <p:grpSpPr>
          <a:xfrm>
            <a:off x="1274819" y="2243729"/>
            <a:ext cx="449325" cy="449030"/>
            <a:chOff x="-20945825" y="3692175"/>
            <a:chExt cx="304050" cy="303850"/>
          </a:xfrm>
        </p:grpSpPr>
        <p:sp>
          <p:nvSpPr>
            <p:cNvPr id="8661" name="Google Shape;8661;p3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3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3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3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5" name="Google Shape;8665;p38"/>
          <p:cNvGrpSpPr/>
          <p:nvPr/>
        </p:nvGrpSpPr>
        <p:grpSpPr>
          <a:xfrm>
            <a:off x="4081644" y="1689848"/>
            <a:ext cx="372516" cy="448771"/>
            <a:chOff x="-18994100" y="3334775"/>
            <a:chExt cx="252075" cy="303675"/>
          </a:xfrm>
        </p:grpSpPr>
        <p:sp>
          <p:nvSpPr>
            <p:cNvPr id="8666" name="Google Shape;8666;p3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3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3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3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0" name="Google Shape;8670;p38"/>
          <p:cNvGrpSpPr/>
          <p:nvPr/>
        </p:nvGrpSpPr>
        <p:grpSpPr>
          <a:xfrm>
            <a:off x="4096200" y="2244743"/>
            <a:ext cx="343404" cy="446998"/>
            <a:chOff x="-18983850" y="3710075"/>
            <a:chExt cx="232375" cy="302475"/>
          </a:xfrm>
        </p:grpSpPr>
        <p:sp>
          <p:nvSpPr>
            <p:cNvPr id="8671" name="Google Shape;8671;p3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3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3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3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5" name="Google Shape;8675;p38"/>
          <p:cNvGrpSpPr/>
          <p:nvPr/>
        </p:nvGrpSpPr>
        <p:grpSpPr>
          <a:xfrm>
            <a:off x="1274247" y="1689573"/>
            <a:ext cx="450470" cy="449325"/>
            <a:chOff x="-20946600" y="3317850"/>
            <a:chExt cx="304825" cy="304050"/>
          </a:xfrm>
        </p:grpSpPr>
        <p:sp>
          <p:nvSpPr>
            <p:cNvPr id="8676" name="Google Shape;8676;p3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3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3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9" name="Google Shape;8679;p38"/>
          <p:cNvGrpSpPr/>
          <p:nvPr/>
        </p:nvGrpSpPr>
        <p:grpSpPr>
          <a:xfrm>
            <a:off x="1300422" y="2797442"/>
            <a:ext cx="398119" cy="448143"/>
            <a:chOff x="-20930075" y="4066100"/>
            <a:chExt cx="269400" cy="303250"/>
          </a:xfrm>
        </p:grpSpPr>
        <p:sp>
          <p:nvSpPr>
            <p:cNvPr id="8680" name="Google Shape;8680;p3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3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2" name="Google Shape;8682;p38"/>
          <p:cNvGrpSpPr/>
          <p:nvPr/>
        </p:nvGrpSpPr>
        <p:grpSpPr>
          <a:xfrm>
            <a:off x="4042667" y="2797422"/>
            <a:ext cx="450470" cy="448180"/>
            <a:chOff x="-19020075" y="4084200"/>
            <a:chExt cx="304825" cy="303275"/>
          </a:xfrm>
        </p:grpSpPr>
        <p:sp>
          <p:nvSpPr>
            <p:cNvPr id="8683" name="Google Shape;8683;p3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3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3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3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3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3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3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3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3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2" name="Google Shape;8692;p38"/>
          <p:cNvGrpSpPr/>
          <p:nvPr/>
        </p:nvGrpSpPr>
        <p:grpSpPr>
          <a:xfrm>
            <a:off x="6859931" y="1689001"/>
            <a:ext cx="396937" cy="450470"/>
            <a:chOff x="-17149475" y="3309200"/>
            <a:chExt cx="268600" cy="304825"/>
          </a:xfrm>
        </p:grpSpPr>
        <p:sp>
          <p:nvSpPr>
            <p:cNvPr id="8693" name="Google Shape;8693;p3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3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5" name="Google Shape;8695;p38"/>
          <p:cNvGrpSpPr/>
          <p:nvPr/>
        </p:nvGrpSpPr>
        <p:grpSpPr>
          <a:xfrm>
            <a:off x="6833737" y="2258120"/>
            <a:ext cx="449325" cy="420249"/>
            <a:chOff x="-17168375" y="3692750"/>
            <a:chExt cx="304050" cy="284375"/>
          </a:xfrm>
        </p:grpSpPr>
        <p:sp>
          <p:nvSpPr>
            <p:cNvPr id="8696" name="Google Shape;8696;p3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3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3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3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3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3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3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3" name="Google Shape;8703;p38"/>
          <p:cNvGrpSpPr/>
          <p:nvPr/>
        </p:nvGrpSpPr>
        <p:grpSpPr>
          <a:xfrm>
            <a:off x="6830246" y="2796852"/>
            <a:ext cx="456308" cy="449325"/>
            <a:chOff x="-17170750" y="4058800"/>
            <a:chExt cx="308775" cy="304050"/>
          </a:xfrm>
        </p:grpSpPr>
        <p:sp>
          <p:nvSpPr>
            <p:cNvPr id="8704" name="Google Shape;8704;p3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3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3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3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3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3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3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3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3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3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3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3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3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3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3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3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3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1" name="Google Shape;8721;p38"/>
          <p:cNvGrpSpPr/>
          <p:nvPr/>
        </p:nvGrpSpPr>
        <p:grpSpPr>
          <a:xfrm>
            <a:off x="5692143" y="3343358"/>
            <a:ext cx="450470" cy="446998"/>
            <a:chOff x="-15688425" y="3707725"/>
            <a:chExt cx="304825" cy="302475"/>
          </a:xfrm>
        </p:grpSpPr>
        <p:sp>
          <p:nvSpPr>
            <p:cNvPr id="8722" name="Google Shape;8722;p3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3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3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3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3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3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8" name="Google Shape;8728;p38"/>
          <p:cNvGrpSpPr/>
          <p:nvPr/>
        </p:nvGrpSpPr>
        <p:grpSpPr>
          <a:xfrm>
            <a:off x="1836300" y="1690441"/>
            <a:ext cx="451653" cy="447589"/>
            <a:chOff x="-20572500" y="3319025"/>
            <a:chExt cx="305625" cy="302875"/>
          </a:xfrm>
        </p:grpSpPr>
        <p:sp>
          <p:nvSpPr>
            <p:cNvPr id="8729" name="Google Shape;8729;p3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3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1" name="Google Shape;8731;p38"/>
          <p:cNvGrpSpPr/>
          <p:nvPr/>
        </p:nvGrpSpPr>
        <p:grpSpPr>
          <a:xfrm>
            <a:off x="1837463" y="2305410"/>
            <a:ext cx="449325" cy="325670"/>
            <a:chOff x="-20571700" y="3722875"/>
            <a:chExt cx="304050" cy="220375"/>
          </a:xfrm>
        </p:grpSpPr>
        <p:sp>
          <p:nvSpPr>
            <p:cNvPr id="8732" name="Google Shape;8732;p3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3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3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3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3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38"/>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3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9" name="Google Shape;8739;p38"/>
          <p:cNvGrpSpPr/>
          <p:nvPr/>
        </p:nvGrpSpPr>
        <p:grpSpPr>
          <a:xfrm>
            <a:off x="1836891" y="2796278"/>
            <a:ext cx="450470" cy="450470"/>
            <a:chOff x="-20571700" y="4066875"/>
            <a:chExt cx="304825" cy="304825"/>
          </a:xfrm>
        </p:grpSpPr>
        <p:sp>
          <p:nvSpPr>
            <p:cNvPr id="8740" name="Google Shape;8740;p3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3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3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3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3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3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6" name="Google Shape;8746;p38"/>
          <p:cNvGrpSpPr/>
          <p:nvPr/>
        </p:nvGrpSpPr>
        <p:grpSpPr>
          <a:xfrm>
            <a:off x="4603593" y="1688259"/>
            <a:ext cx="453980" cy="451948"/>
            <a:chOff x="-18645175" y="3334200"/>
            <a:chExt cx="307200" cy="305825"/>
          </a:xfrm>
        </p:grpSpPr>
        <p:sp>
          <p:nvSpPr>
            <p:cNvPr id="8747" name="Google Shape;8747;p3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3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3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3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3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2" name="Google Shape;8752;p38"/>
          <p:cNvGrpSpPr/>
          <p:nvPr/>
        </p:nvGrpSpPr>
        <p:grpSpPr>
          <a:xfrm>
            <a:off x="4604184" y="2242989"/>
            <a:ext cx="452798" cy="450507"/>
            <a:chOff x="-18645175" y="3708500"/>
            <a:chExt cx="306400" cy="304850"/>
          </a:xfrm>
        </p:grpSpPr>
        <p:sp>
          <p:nvSpPr>
            <p:cNvPr id="8753" name="Google Shape;8753;p3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3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3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3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3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3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3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0" name="Google Shape;8760;p38"/>
          <p:cNvGrpSpPr/>
          <p:nvPr/>
        </p:nvGrpSpPr>
        <p:grpSpPr>
          <a:xfrm>
            <a:off x="4601857" y="2795630"/>
            <a:ext cx="457453" cy="451763"/>
            <a:chOff x="-18647525" y="4082625"/>
            <a:chExt cx="309550" cy="305700"/>
          </a:xfrm>
        </p:grpSpPr>
        <p:sp>
          <p:nvSpPr>
            <p:cNvPr id="8761" name="Google Shape;8761;p3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3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3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3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5" name="Google Shape;8765;p38"/>
          <p:cNvGrpSpPr/>
          <p:nvPr/>
        </p:nvGrpSpPr>
        <p:grpSpPr>
          <a:xfrm>
            <a:off x="7412241" y="1689592"/>
            <a:ext cx="395755" cy="449288"/>
            <a:chOff x="-16775350" y="3309200"/>
            <a:chExt cx="267800" cy="304025"/>
          </a:xfrm>
        </p:grpSpPr>
        <p:sp>
          <p:nvSpPr>
            <p:cNvPr id="8766" name="Google Shape;8766;p3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3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3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9" name="Google Shape;8769;p38"/>
          <p:cNvGrpSpPr/>
          <p:nvPr/>
        </p:nvGrpSpPr>
        <p:grpSpPr>
          <a:xfrm>
            <a:off x="7412241" y="2241827"/>
            <a:ext cx="395755" cy="452835"/>
            <a:chOff x="-16775350" y="3683300"/>
            <a:chExt cx="267800" cy="306425"/>
          </a:xfrm>
        </p:grpSpPr>
        <p:sp>
          <p:nvSpPr>
            <p:cNvPr id="8770" name="Google Shape;8770;p3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3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3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3" name="Google Shape;8773;p38"/>
          <p:cNvGrpSpPr/>
          <p:nvPr/>
        </p:nvGrpSpPr>
        <p:grpSpPr>
          <a:xfrm>
            <a:off x="7384292" y="2796870"/>
            <a:ext cx="451653" cy="449288"/>
            <a:chOff x="-16794250" y="4058225"/>
            <a:chExt cx="305625" cy="304025"/>
          </a:xfrm>
        </p:grpSpPr>
        <p:sp>
          <p:nvSpPr>
            <p:cNvPr id="8774" name="Google Shape;8774;p3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3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3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3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3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3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3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3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3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83" name="Google Shape;8783;p38"/>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84" name="Google Shape;8784;p38"/>
          <p:cNvGrpSpPr/>
          <p:nvPr/>
        </p:nvGrpSpPr>
        <p:grpSpPr>
          <a:xfrm>
            <a:off x="2385709" y="1689573"/>
            <a:ext cx="457453" cy="449325"/>
            <a:chOff x="-20199150" y="3317850"/>
            <a:chExt cx="309550" cy="304050"/>
          </a:xfrm>
        </p:grpSpPr>
        <p:sp>
          <p:nvSpPr>
            <p:cNvPr id="8785" name="Google Shape;8785;p3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3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3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3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3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3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3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2" name="Google Shape;8792;p38"/>
          <p:cNvGrpSpPr/>
          <p:nvPr/>
        </p:nvGrpSpPr>
        <p:grpSpPr>
          <a:xfrm>
            <a:off x="2388036" y="2242861"/>
            <a:ext cx="452798" cy="450766"/>
            <a:chOff x="-20199150" y="3693150"/>
            <a:chExt cx="306400" cy="305025"/>
          </a:xfrm>
        </p:grpSpPr>
        <p:sp>
          <p:nvSpPr>
            <p:cNvPr id="8793" name="Google Shape;8793;p3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3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3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3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3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3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9" name="Google Shape;8799;p38"/>
          <p:cNvGrpSpPr/>
          <p:nvPr/>
        </p:nvGrpSpPr>
        <p:grpSpPr>
          <a:xfrm>
            <a:off x="2388609" y="2795687"/>
            <a:ext cx="451653" cy="451653"/>
            <a:chOff x="-20197575" y="4066875"/>
            <a:chExt cx="305625" cy="305625"/>
          </a:xfrm>
        </p:grpSpPr>
        <p:sp>
          <p:nvSpPr>
            <p:cNvPr id="8800" name="Google Shape;8800;p3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3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3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3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3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3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3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3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8" name="Google Shape;8808;p38"/>
          <p:cNvGrpSpPr/>
          <p:nvPr/>
        </p:nvGrpSpPr>
        <p:grpSpPr>
          <a:xfrm>
            <a:off x="5170827" y="1687520"/>
            <a:ext cx="449325" cy="453426"/>
            <a:chOff x="-18271050" y="3333200"/>
            <a:chExt cx="304050" cy="306825"/>
          </a:xfrm>
        </p:grpSpPr>
        <p:sp>
          <p:nvSpPr>
            <p:cNvPr id="8809" name="Google Shape;8809;p3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3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3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3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3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4" name="Google Shape;8814;p38"/>
          <p:cNvGrpSpPr/>
          <p:nvPr/>
        </p:nvGrpSpPr>
        <p:grpSpPr>
          <a:xfrm>
            <a:off x="5171399" y="2244171"/>
            <a:ext cx="448180" cy="448143"/>
            <a:chOff x="-18270275" y="3710875"/>
            <a:chExt cx="303275" cy="303250"/>
          </a:xfrm>
        </p:grpSpPr>
        <p:sp>
          <p:nvSpPr>
            <p:cNvPr id="8815" name="Google Shape;8815;p3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3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3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3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3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3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1" name="Google Shape;8821;p38"/>
          <p:cNvGrpSpPr/>
          <p:nvPr/>
        </p:nvGrpSpPr>
        <p:grpSpPr>
          <a:xfrm>
            <a:off x="5224951" y="2797422"/>
            <a:ext cx="341076" cy="448180"/>
            <a:chOff x="-18234025" y="4084200"/>
            <a:chExt cx="230800" cy="303275"/>
          </a:xfrm>
        </p:grpSpPr>
        <p:sp>
          <p:nvSpPr>
            <p:cNvPr id="8822" name="Google Shape;8822;p3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3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3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5" name="Google Shape;8825;p38"/>
          <p:cNvGrpSpPr/>
          <p:nvPr/>
        </p:nvGrpSpPr>
        <p:grpSpPr>
          <a:xfrm>
            <a:off x="2337506" y="3341641"/>
            <a:ext cx="449325" cy="450470"/>
            <a:chOff x="-16419350" y="3308400"/>
            <a:chExt cx="304050" cy="304825"/>
          </a:xfrm>
        </p:grpSpPr>
        <p:sp>
          <p:nvSpPr>
            <p:cNvPr id="8826" name="Google Shape;8826;p3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3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3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3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3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3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3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3" name="Google Shape;8833;p38"/>
          <p:cNvGrpSpPr/>
          <p:nvPr/>
        </p:nvGrpSpPr>
        <p:grpSpPr>
          <a:xfrm>
            <a:off x="4609062" y="3340423"/>
            <a:ext cx="395755" cy="452872"/>
            <a:chOff x="-16401225" y="3683275"/>
            <a:chExt cx="267800" cy="306450"/>
          </a:xfrm>
        </p:grpSpPr>
        <p:sp>
          <p:nvSpPr>
            <p:cNvPr id="8834" name="Google Shape;8834;p3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3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3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3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3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3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3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1" name="Google Shape;8841;p38"/>
          <p:cNvGrpSpPr/>
          <p:nvPr/>
        </p:nvGrpSpPr>
        <p:grpSpPr>
          <a:xfrm>
            <a:off x="7974511" y="2797062"/>
            <a:ext cx="450470" cy="448180"/>
            <a:chOff x="-16419350" y="4058200"/>
            <a:chExt cx="304825" cy="303275"/>
          </a:xfrm>
        </p:grpSpPr>
        <p:sp>
          <p:nvSpPr>
            <p:cNvPr id="8842" name="Google Shape;8842;p3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3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3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3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p3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3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3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9" name="Google Shape;8849;p38"/>
          <p:cNvGrpSpPr/>
          <p:nvPr/>
        </p:nvGrpSpPr>
        <p:grpSpPr>
          <a:xfrm>
            <a:off x="4001398" y="3343080"/>
            <a:ext cx="450507" cy="447589"/>
            <a:chOff x="-15296200" y="3326900"/>
            <a:chExt cx="304850" cy="302875"/>
          </a:xfrm>
        </p:grpSpPr>
        <p:sp>
          <p:nvSpPr>
            <p:cNvPr id="8850" name="Google Shape;8850;p3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3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3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3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3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5" name="Google Shape;8855;p38"/>
          <p:cNvGrpSpPr/>
          <p:nvPr/>
        </p:nvGrpSpPr>
        <p:grpSpPr>
          <a:xfrm>
            <a:off x="2917051" y="1706881"/>
            <a:ext cx="486566" cy="414708"/>
            <a:chOff x="-19835275" y="3330250"/>
            <a:chExt cx="329250" cy="280625"/>
          </a:xfrm>
        </p:grpSpPr>
        <p:sp>
          <p:nvSpPr>
            <p:cNvPr id="8856" name="Google Shape;8856;p3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3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3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9" name="Google Shape;8859;p38"/>
          <p:cNvGrpSpPr/>
          <p:nvPr/>
        </p:nvGrpSpPr>
        <p:grpSpPr>
          <a:xfrm>
            <a:off x="2935080" y="2243470"/>
            <a:ext cx="450507" cy="449547"/>
            <a:chOff x="-19822675" y="3692750"/>
            <a:chExt cx="304850" cy="304200"/>
          </a:xfrm>
        </p:grpSpPr>
        <p:sp>
          <p:nvSpPr>
            <p:cNvPr id="8860" name="Google Shape;8860;p3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3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3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3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3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5" name="Google Shape;8865;p38"/>
          <p:cNvGrpSpPr/>
          <p:nvPr/>
        </p:nvGrpSpPr>
        <p:grpSpPr>
          <a:xfrm>
            <a:off x="2935672" y="2796278"/>
            <a:ext cx="449325" cy="450470"/>
            <a:chOff x="-19822675" y="4066875"/>
            <a:chExt cx="304050" cy="304825"/>
          </a:xfrm>
        </p:grpSpPr>
        <p:sp>
          <p:nvSpPr>
            <p:cNvPr id="8866" name="Google Shape;8866;p3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3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3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p3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3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3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2" name="Google Shape;8872;p38"/>
          <p:cNvGrpSpPr/>
          <p:nvPr/>
        </p:nvGrpSpPr>
        <p:grpSpPr>
          <a:xfrm>
            <a:off x="5744740" y="1689571"/>
            <a:ext cx="399302" cy="449325"/>
            <a:chOff x="-17878825" y="3334400"/>
            <a:chExt cx="270200" cy="304050"/>
          </a:xfrm>
        </p:grpSpPr>
        <p:sp>
          <p:nvSpPr>
            <p:cNvPr id="8873" name="Google Shape;8873;p3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3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3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3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3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3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3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0" name="Google Shape;8880;p38"/>
          <p:cNvGrpSpPr/>
          <p:nvPr/>
        </p:nvGrpSpPr>
        <p:grpSpPr>
          <a:xfrm>
            <a:off x="5718565" y="2242416"/>
            <a:ext cx="451653" cy="451653"/>
            <a:chOff x="-17896150" y="3709300"/>
            <a:chExt cx="305625" cy="305625"/>
          </a:xfrm>
        </p:grpSpPr>
        <p:sp>
          <p:nvSpPr>
            <p:cNvPr id="8881" name="Google Shape;8881;p3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3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3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3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5" name="Google Shape;8885;p38"/>
          <p:cNvGrpSpPr/>
          <p:nvPr/>
        </p:nvGrpSpPr>
        <p:grpSpPr>
          <a:xfrm>
            <a:off x="5746495" y="2795686"/>
            <a:ext cx="395792" cy="451653"/>
            <a:chOff x="-17878025" y="4082625"/>
            <a:chExt cx="267825" cy="305625"/>
          </a:xfrm>
        </p:grpSpPr>
        <p:sp>
          <p:nvSpPr>
            <p:cNvPr id="8886" name="Google Shape;8886;p3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3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3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3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3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3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3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3" name="Google Shape;8893;p38"/>
          <p:cNvGrpSpPr/>
          <p:nvPr/>
        </p:nvGrpSpPr>
        <p:grpSpPr>
          <a:xfrm>
            <a:off x="2890388" y="3355015"/>
            <a:ext cx="450507" cy="423722"/>
            <a:chOff x="-16044450" y="3317850"/>
            <a:chExt cx="304850" cy="286725"/>
          </a:xfrm>
        </p:grpSpPr>
        <p:sp>
          <p:nvSpPr>
            <p:cNvPr id="8894" name="Google Shape;8894;p3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3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3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3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98" name="Google Shape;8898;p38"/>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99" name="Google Shape;8899;p38"/>
          <p:cNvGrpSpPr/>
          <p:nvPr/>
        </p:nvGrpSpPr>
        <p:grpSpPr>
          <a:xfrm>
            <a:off x="8012905" y="2243724"/>
            <a:ext cx="373662" cy="449030"/>
            <a:chOff x="-16018450" y="4058400"/>
            <a:chExt cx="252850" cy="303850"/>
          </a:xfrm>
        </p:grpSpPr>
        <p:sp>
          <p:nvSpPr>
            <p:cNvPr id="8900" name="Google Shape;8900;p3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3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3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3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04" name="Google Shape;8904;p38"/>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38"/>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09" name="Shape 8909"/>
        <p:cNvGrpSpPr/>
        <p:nvPr/>
      </p:nvGrpSpPr>
      <p:grpSpPr>
        <a:xfrm>
          <a:off x="0" y="0"/>
          <a:ext cx="0" cy="0"/>
          <a:chOff x="0" y="0"/>
          <a:chExt cx="0" cy="0"/>
        </a:xfrm>
      </p:grpSpPr>
      <p:grpSp>
        <p:nvGrpSpPr>
          <p:cNvPr id="8910" name="Google Shape;8910;p39"/>
          <p:cNvGrpSpPr/>
          <p:nvPr/>
        </p:nvGrpSpPr>
        <p:grpSpPr>
          <a:xfrm>
            <a:off x="829817" y="1689241"/>
            <a:ext cx="442337" cy="419623"/>
            <a:chOff x="-6696925" y="3272575"/>
            <a:chExt cx="307200" cy="291425"/>
          </a:xfrm>
        </p:grpSpPr>
        <p:sp>
          <p:nvSpPr>
            <p:cNvPr id="8911" name="Google Shape;8911;p3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3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3" name="Google Shape;8913;p39"/>
          <p:cNvGrpSpPr/>
          <p:nvPr/>
        </p:nvGrpSpPr>
        <p:grpSpPr>
          <a:xfrm>
            <a:off x="829799" y="2204636"/>
            <a:ext cx="442373" cy="420775"/>
            <a:chOff x="-6690625" y="3631325"/>
            <a:chExt cx="307225" cy="292225"/>
          </a:xfrm>
        </p:grpSpPr>
        <p:sp>
          <p:nvSpPr>
            <p:cNvPr id="8914" name="Google Shape;8914;p3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3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3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3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3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9" name="Google Shape;8919;p39"/>
          <p:cNvGrpSpPr/>
          <p:nvPr/>
        </p:nvGrpSpPr>
        <p:grpSpPr>
          <a:xfrm>
            <a:off x="851921" y="2756972"/>
            <a:ext cx="421927" cy="419371"/>
            <a:chOff x="-6689825" y="3992050"/>
            <a:chExt cx="293025" cy="291250"/>
          </a:xfrm>
        </p:grpSpPr>
        <p:sp>
          <p:nvSpPr>
            <p:cNvPr id="8920" name="Google Shape;8920;p3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3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3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3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3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3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3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3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3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3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3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3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32" name="Google Shape;8932;p39"/>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33" name="Google Shape;8933;p39"/>
          <p:cNvGrpSpPr/>
          <p:nvPr/>
        </p:nvGrpSpPr>
        <p:grpSpPr>
          <a:xfrm>
            <a:off x="3535232" y="2205192"/>
            <a:ext cx="423043" cy="419659"/>
            <a:chOff x="-4837325" y="3612425"/>
            <a:chExt cx="293800" cy="291450"/>
          </a:xfrm>
        </p:grpSpPr>
        <p:sp>
          <p:nvSpPr>
            <p:cNvPr id="8934" name="Google Shape;8934;p3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3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3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7" name="Google Shape;8937;p39"/>
          <p:cNvGrpSpPr/>
          <p:nvPr/>
        </p:nvGrpSpPr>
        <p:grpSpPr>
          <a:xfrm>
            <a:off x="3548265" y="2756826"/>
            <a:ext cx="420775" cy="419659"/>
            <a:chOff x="-4837325" y="3971575"/>
            <a:chExt cx="292225" cy="291450"/>
          </a:xfrm>
        </p:grpSpPr>
        <p:sp>
          <p:nvSpPr>
            <p:cNvPr id="8938" name="Google Shape;8938;p3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3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3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3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3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3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44" name="Google Shape;8944;p39"/>
          <p:cNvGrpSpPr/>
          <p:nvPr/>
        </p:nvGrpSpPr>
        <p:grpSpPr>
          <a:xfrm>
            <a:off x="6240279" y="1714185"/>
            <a:ext cx="430998" cy="369730"/>
            <a:chOff x="-3037625" y="3254850"/>
            <a:chExt cx="299325" cy="256775"/>
          </a:xfrm>
        </p:grpSpPr>
        <p:sp>
          <p:nvSpPr>
            <p:cNvPr id="8945" name="Google Shape;8945;p3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3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3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3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49" name="Google Shape;8949;p39"/>
          <p:cNvGrpSpPr/>
          <p:nvPr/>
        </p:nvGrpSpPr>
        <p:grpSpPr>
          <a:xfrm>
            <a:off x="6244239" y="2204615"/>
            <a:ext cx="423079" cy="420811"/>
            <a:chOff x="-3031325" y="3597450"/>
            <a:chExt cx="293825" cy="292250"/>
          </a:xfrm>
        </p:grpSpPr>
        <p:sp>
          <p:nvSpPr>
            <p:cNvPr id="8950" name="Google Shape;8950;p3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3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3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3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54" name="Google Shape;8954;p39"/>
          <p:cNvGrpSpPr/>
          <p:nvPr/>
        </p:nvGrpSpPr>
        <p:grpSpPr>
          <a:xfrm>
            <a:off x="6256714" y="2781214"/>
            <a:ext cx="421927" cy="370882"/>
            <a:chOff x="-3030525" y="3973150"/>
            <a:chExt cx="293025" cy="257575"/>
          </a:xfrm>
        </p:grpSpPr>
        <p:sp>
          <p:nvSpPr>
            <p:cNvPr id="8955" name="Google Shape;8955;p3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3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57" name="Google Shape;8957;p39"/>
          <p:cNvGrpSpPr/>
          <p:nvPr/>
        </p:nvGrpSpPr>
        <p:grpSpPr>
          <a:xfrm>
            <a:off x="1358307" y="3369426"/>
            <a:ext cx="421927" cy="297195"/>
            <a:chOff x="-1199300" y="3279250"/>
            <a:chExt cx="293025" cy="206400"/>
          </a:xfrm>
        </p:grpSpPr>
        <p:sp>
          <p:nvSpPr>
            <p:cNvPr id="8958" name="Google Shape;8958;p3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3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3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3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2" name="Google Shape;8962;p39"/>
          <p:cNvGrpSpPr/>
          <p:nvPr/>
        </p:nvGrpSpPr>
        <p:grpSpPr>
          <a:xfrm>
            <a:off x="1365393" y="1688773"/>
            <a:ext cx="444605" cy="420559"/>
            <a:chOff x="-6338550" y="3272950"/>
            <a:chExt cx="308775" cy="292075"/>
          </a:xfrm>
        </p:grpSpPr>
        <p:sp>
          <p:nvSpPr>
            <p:cNvPr id="8963" name="Google Shape;8963;p3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3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3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6" name="Google Shape;8966;p39"/>
          <p:cNvGrpSpPr/>
          <p:nvPr/>
        </p:nvGrpSpPr>
        <p:grpSpPr>
          <a:xfrm>
            <a:off x="1376732" y="2205194"/>
            <a:ext cx="421927" cy="419659"/>
            <a:chOff x="-6329100" y="3632100"/>
            <a:chExt cx="293025" cy="291450"/>
          </a:xfrm>
        </p:grpSpPr>
        <p:sp>
          <p:nvSpPr>
            <p:cNvPr id="8967" name="Google Shape;8967;p3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3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3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0" name="Google Shape;8970;p39"/>
          <p:cNvGrpSpPr/>
          <p:nvPr/>
        </p:nvGrpSpPr>
        <p:grpSpPr>
          <a:xfrm>
            <a:off x="1389783" y="2756828"/>
            <a:ext cx="419623" cy="419659"/>
            <a:chOff x="-6329875" y="3992050"/>
            <a:chExt cx="291425" cy="291450"/>
          </a:xfrm>
        </p:grpSpPr>
        <p:sp>
          <p:nvSpPr>
            <p:cNvPr id="8971" name="Google Shape;8971;p3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3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3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3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5" name="Google Shape;8975;p39"/>
          <p:cNvGrpSpPr/>
          <p:nvPr/>
        </p:nvGrpSpPr>
        <p:grpSpPr>
          <a:xfrm>
            <a:off x="4075920" y="1687530"/>
            <a:ext cx="423079" cy="423043"/>
            <a:chOff x="-4478975" y="3251700"/>
            <a:chExt cx="293825" cy="293800"/>
          </a:xfrm>
        </p:grpSpPr>
        <p:sp>
          <p:nvSpPr>
            <p:cNvPr id="8976" name="Google Shape;8976;p3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3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3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9" name="Google Shape;8979;p39"/>
          <p:cNvGrpSpPr/>
          <p:nvPr/>
        </p:nvGrpSpPr>
        <p:grpSpPr>
          <a:xfrm>
            <a:off x="4075920" y="2205192"/>
            <a:ext cx="423079" cy="419659"/>
            <a:chOff x="-4475825" y="3612425"/>
            <a:chExt cx="293825" cy="291450"/>
          </a:xfrm>
        </p:grpSpPr>
        <p:sp>
          <p:nvSpPr>
            <p:cNvPr id="8980" name="Google Shape;8980;p3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3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3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3" name="Google Shape;8983;p39"/>
          <p:cNvGrpSpPr/>
          <p:nvPr/>
        </p:nvGrpSpPr>
        <p:grpSpPr>
          <a:xfrm>
            <a:off x="4084992" y="2756844"/>
            <a:ext cx="428730" cy="419623"/>
            <a:chOff x="-4480550" y="3970800"/>
            <a:chExt cx="297750" cy="291425"/>
          </a:xfrm>
        </p:grpSpPr>
        <p:sp>
          <p:nvSpPr>
            <p:cNvPr id="8984" name="Google Shape;8984;p3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3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6" name="Google Shape;8986;p39"/>
          <p:cNvGrpSpPr/>
          <p:nvPr/>
        </p:nvGrpSpPr>
        <p:grpSpPr>
          <a:xfrm>
            <a:off x="6788826" y="1689221"/>
            <a:ext cx="415123" cy="419659"/>
            <a:chOff x="-2668225" y="3239075"/>
            <a:chExt cx="288300" cy="291450"/>
          </a:xfrm>
        </p:grpSpPr>
        <p:sp>
          <p:nvSpPr>
            <p:cNvPr id="8987" name="Google Shape;8987;p3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3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3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3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3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92" name="Google Shape;8992;p39"/>
          <p:cNvGrpSpPr/>
          <p:nvPr/>
        </p:nvGrpSpPr>
        <p:grpSpPr>
          <a:xfrm>
            <a:off x="6785982" y="2205191"/>
            <a:ext cx="420811" cy="419659"/>
            <a:chOff x="-2671375" y="3597450"/>
            <a:chExt cx="292250" cy="291450"/>
          </a:xfrm>
        </p:grpSpPr>
        <p:sp>
          <p:nvSpPr>
            <p:cNvPr id="8993" name="Google Shape;8993;p3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3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95" name="Google Shape;8995;p39"/>
          <p:cNvGrpSpPr/>
          <p:nvPr/>
        </p:nvGrpSpPr>
        <p:grpSpPr>
          <a:xfrm>
            <a:off x="6796765" y="2755691"/>
            <a:ext cx="423043" cy="421927"/>
            <a:chOff x="-2670575" y="3956600"/>
            <a:chExt cx="293800" cy="293025"/>
          </a:xfrm>
        </p:grpSpPr>
        <p:sp>
          <p:nvSpPr>
            <p:cNvPr id="8996" name="Google Shape;8996;p3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3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3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3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0" name="Google Shape;9000;p39"/>
          <p:cNvGrpSpPr/>
          <p:nvPr/>
        </p:nvGrpSpPr>
        <p:grpSpPr>
          <a:xfrm>
            <a:off x="3054285" y="3311947"/>
            <a:ext cx="426462" cy="418363"/>
            <a:chOff x="-1183550" y="3586525"/>
            <a:chExt cx="296175" cy="290550"/>
          </a:xfrm>
        </p:grpSpPr>
        <p:sp>
          <p:nvSpPr>
            <p:cNvPr id="9001" name="Google Shape;9001;p3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3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3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3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3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3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3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3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3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0" name="Google Shape;9010;p39"/>
          <p:cNvGrpSpPr/>
          <p:nvPr/>
        </p:nvGrpSpPr>
        <p:grpSpPr>
          <a:xfrm>
            <a:off x="1917896" y="1689799"/>
            <a:ext cx="420811" cy="418507"/>
            <a:chOff x="-5971525" y="3273750"/>
            <a:chExt cx="292250" cy="290650"/>
          </a:xfrm>
        </p:grpSpPr>
        <p:sp>
          <p:nvSpPr>
            <p:cNvPr id="9011" name="Google Shape;9011;p3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3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3" name="Google Shape;9013;p39"/>
          <p:cNvGrpSpPr/>
          <p:nvPr/>
        </p:nvGrpSpPr>
        <p:grpSpPr>
          <a:xfrm>
            <a:off x="1912226" y="2203826"/>
            <a:ext cx="432150" cy="422395"/>
            <a:chOff x="-5974675" y="3632100"/>
            <a:chExt cx="300125" cy="293350"/>
          </a:xfrm>
        </p:grpSpPr>
        <p:sp>
          <p:nvSpPr>
            <p:cNvPr id="9014" name="Google Shape;9014;p3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3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3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7" name="Google Shape;9017;p39"/>
          <p:cNvGrpSpPr/>
          <p:nvPr/>
        </p:nvGrpSpPr>
        <p:grpSpPr>
          <a:xfrm>
            <a:off x="1942267" y="2755694"/>
            <a:ext cx="395865" cy="421927"/>
            <a:chOff x="-5971525" y="3990475"/>
            <a:chExt cx="274925" cy="293025"/>
          </a:xfrm>
        </p:grpSpPr>
        <p:sp>
          <p:nvSpPr>
            <p:cNvPr id="9018" name="Google Shape;9018;p3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3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3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3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2" name="Google Shape;9022;p39"/>
          <p:cNvGrpSpPr/>
          <p:nvPr/>
        </p:nvGrpSpPr>
        <p:grpSpPr>
          <a:xfrm>
            <a:off x="4615473" y="1689798"/>
            <a:ext cx="420775" cy="418507"/>
            <a:chOff x="-4118225" y="3253275"/>
            <a:chExt cx="292225" cy="290650"/>
          </a:xfrm>
        </p:grpSpPr>
        <p:sp>
          <p:nvSpPr>
            <p:cNvPr id="9023" name="Google Shape;9023;p3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3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5" name="Google Shape;9025;p39"/>
          <p:cNvGrpSpPr/>
          <p:nvPr/>
        </p:nvGrpSpPr>
        <p:grpSpPr>
          <a:xfrm>
            <a:off x="4665924" y="2204922"/>
            <a:ext cx="319874" cy="420199"/>
            <a:chOff x="-4082800" y="3612425"/>
            <a:chExt cx="222150" cy="291825"/>
          </a:xfrm>
        </p:grpSpPr>
        <p:sp>
          <p:nvSpPr>
            <p:cNvPr id="9026" name="Google Shape;9026;p3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3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3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9" name="Google Shape;9029;p39"/>
          <p:cNvGrpSpPr/>
          <p:nvPr/>
        </p:nvGrpSpPr>
        <p:grpSpPr>
          <a:xfrm>
            <a:off x="4627372" y="2769876"/>
            <a:ext cx="420775" cy="393561"/>
            <a:chOff x="-4118225" y="3990475"/>
            <a:chExt cx="292225" cy="273325"/>
          </a:xfrm>
        </p:grpSpPr>
        <p:sp>
          <p:nvSpPr>
            <p:cNvPr id="9030" name="Google Shape;9030;p3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3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3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3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4" name="Google Shape;9034;p39"/>
          <p:cNvGrpSpPr/>
          <p:nvPr/>
        </p:nvGrpSpPr>
        <p:grpSpPr>
          <a:xfrm>
            <a:off x="7338026" y="1688087"/>
            <a:ext cx="394713" cy="421927"/>
            <a:chOff x="-2312225" y="3238300"/>
            <a:chExt cx="274125" cy="293025"/>
          </a:xfrm>
        </p:grpSpPr>
        <p:sp>
          <p:nvSpPr>
            <p:cNvPr id="9035" name="Google Shape;9035;p3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3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7" name="Google Shape;9037;p39"/>
          <p:cNvGrpSpPr/>
          <p:nvPr/>
        </p:nvGrpSpPr>
        <p:grpSpPr>
          <a:xfrm>
            <a:off x="7335742" y="2756825"/>
            <a:ext cx="423079" cy="419659"/>
            <a:chOff x="-2310650" y="3958175"/>
            <a:chExt cx="293825" cy="291450"/>
          </a:xfrm>
        </p:grpSpPr>
        <p:sp>
          <p:nvSpPr>
            <p:cNvPr id="9038" name="Google Shape;9038;p3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3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0" name="Google Shape;9040;p39"/>
          <p:cNvGrpSpPr/>
          <p:nvPr/>
        </p:nvGrpSpPr>
        <p:grpSpPr>
          <a:xfrm>
            <a:off x="4702603" y="3308459"/>
            <a:ext cx="424159" cy="419659"/>
            <a:chOff x="-1182750" y="3962900"/>
            <a:chExt cx="294575" cy="291450"/>
          </a:xfrm>
        </p:grpSpPr>
        <p:sp>
          <p:nvSpPr>
            <p:cNvPr id="9041" name="Google Shape;9041;p3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3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3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3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3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3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3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8" name="Google Shape;9048;p39"/>
          <p:cNvGrpSpPr/>
          <p:nvPr/>
        </p:nvGrpSpPr>
        <p:grpSpPr>
          <a:xfrm>
            <a:off x="2455739" y="1689223"/>
            <a:ext cx="424195" cy="419659"/>
            <a:chOff x="-5611575" y="3272950"/>
            <a:chExt cx="294600" cy="291450"/>
          </a:xfrm>
        </p:grpSpPr>
        <p:sp>
          <p:nvSpPr>
            <p:cNvPr id="9049" name="Google Shape;9049;p3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3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p3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3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3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4" name="Google Shape;9054;p39"/>
          <p:cNvGrpSpPr/>
          <p:nvPr/>
        </p:nvGrpSpPr>
        <p:grpSpPr>
          <a:xfrm>
            <a:off x="2455739" y="2205770"/>
            <a:ext cx="424195" cy="418507"/>
            <a:chOff x="-5613150" y="3632900"/>
            <a:chExt cx="294600" cy="290650"/>
          </a:xfrm>
        </p:grpSpPr>
        <p:sp>
          <p:nvSpPr>
            <p:cNvPr id="9055" name="Google Shape;9055;p3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3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7" name="Google Shape;9057;p39"/>
          <p:cNvGrpSpPr/>
          <p:nvPr/>
        </p:nvGrpSpPr>
        <p:grpSpPr>
          <a:xfrm>
            <a:off x="7324977" y="2153586"/>
            <a:ext cx="420811" cy="522864"/>
            <a:chOff x="-2310650" y="3525775"/>
            <a:chExt cx="292250" cy="363125"/>
          </a:xfrm>
        </p:grpSpPr>
        <p:sp>
          <p:nvSpPr>
            <p:cNvPr id="9058" name="Google Shape;9058;p3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3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3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3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2" name="Google Shape;9062;p39"/>
          <p:cNvGrpSpPr/>
          <p:nvPr/>
        </p:nvGrpSpPr>
        <p:grpSpPr>
          <a:xfrm>
            <a:off x="2467638" y="2756270"/>
            <a:ext cx="424195" cy="420775"/>
            <a:chOff x="-5613150" y="3991275"/>
            <a:chExt cx="294600" cy="292225"/>
          </a:xfrm>
        </p:grpSpPr>
        <p:sp>
          <p:nvSpPr>
            <p:cNvPr id="9063" name="Google Shape;9063;p3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3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3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39"/>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3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39"/>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3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3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3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2" name="Google Shape;9072;p39"/>
          <p:cNvGrpSpPr/>
          <p:nvPr/>
        </p:nvGrpSpPr>
        <p:grpSpPr>
          <a:xfrm>
            <a:off x="5139126" y="1689438"/>
            <a:ext cx="434634" cy="419227"/>
            <a:chOff x="-3768700" y="3253275"/>
            <a:chExt cx="301850" cy="291150"/>
          </a:xfrm>
        </p:grpSpPr>
        <p:sp>
          <p:nvSpPr>
            <p:cNvPr id="9073" name="Google Shape;9073;p3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3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3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6" name="Google Shape;9076;p39"/>
          <p:cNvGrpSpPr/>
          <p:nvPr/>
        </p:nvGrpSpPr>
        <p:grpSpPr>
          <a:xfrm>
            <a:off x="5143209" y="2217090"/>
            <a:ext cx="426462" cy="395865"/>
            <a:chOff x="-3808700" y="3628950"/>
            <a:chExt cx="296175" cy="274925"/>
          </a:xfrm>
        </p:grpSpPr>
        <p:sp>
          <p:nvSpPr>
            <p:cNvPr id="9077" name="Google Shape;9077;p3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3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3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0" name="Google Shape;9080;p39"/>
          <p:cNvGrpSpPr/>
          <p:nvPr/>
        </p:nvGrpSpPr>
        <p:grpSpPr>
          <a:xfrm>
            <a:off x="5208420" y="2756412"/>
            <a:ext cx="419443" cy="420487"/>
            <a:chOff x="-3771675" y="3971775"/>
            <a:chExt cx="291300" cy="292025"/>
          </a:xfrm>
        </p:grpSpPr>
        <p:sp>
          <p:nvSpPr>
            <p:cNvPr id="9081" name="Google Shape;9081;p3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3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3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3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3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6" name="Google Shape;9086;p39"/>
          <p:cNvGrpSpPr/>
          <p:nvPr/>
        </p:nvGrpSpPr>
        <p:grpSpPr>
          <a:xfrm>
            <a:off x="7869864" y="1716461"/>
            <a:ext cx="420271" cy="320774"/>
            <a:chOff x="-1951475" y="3273100"/>
            <a:chExt cx="291875" cy="222775"/>
          </a:xfrm>
        </p:grpSpPr>
        <p:sp>
          <p:nvSpPr>
            <p:cNvPr id="9087" name="Google Shape;9087;p3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3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3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0" name="Google Shape;9090;p39"/>
          <p:cNvGrpSpPr/>
          <p:nvPr/>
        </p:nvGrpSpPr>
        <p:grpSpPr>
          <a:xfrm>
            <a:off x="7867344" y="2205191"/>
            <a:ext cx="425310" cy="419659"/>
            <a:chOff x="-1951475" y="3597450"/>
            <a:chExt cx="295375" cy="291450"/>
          </a:xfrm>
        </p:grpSpPr>
        <p:sp>
          <p:nvSpPr>
            <p:cNvPr id="9091" name="Google Shape;9091;p3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3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3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3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5" name="Google Shape;9095;p39"/>
          <p:cNvGrpSpPr/>
          <p:nvPr/>
        </p:nvGrpSpPr>
        <p:grpSpPr>
          <a:xfrm>
            <a:off x="7869595" y="2756825"/>
            <a:ext cx="444605" cy="419659"/>
            <a:chOff x="-1960150" y="3956600"/>
            <a:chExt cx="308775" cy="291450"/>
          </a:xfrm>
        </p:grpSpPr>
        <p:sp>
          <p:nvSpPr>
            <p:cNvPr id="9096" name="Google Shape;9096;p3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3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8" name="Google Shape;9098;p39"/>
          <p:cNvGrpSpPr/>
          <p:nvPr/>
        </p:nvGrpSpPr>
        <p:grpSpPr>
          <a:xfrm>
            <a:off x="1923633" y="3307636"/>
            <a:ext cx="420775" cy="420775"/>
            <a:chOff x="-804700" y="3226500"/>
            <a:chExt cx="292225" cy="292225"/>
          </a:xfrm>
        </p:grpSpPr>
        <p:sp>
          <p:nvSpPr>
            <p:cNvPr id="9099" name="Google Shape;9099;p3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3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3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3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3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3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3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6" name="Google Shape;9106;p39"/>
          <p:cNvGrpSpPr/>
          <p:nvPr/>
        </p:nvGrpSpPr>
        <p:grpSpPr>
          <a:xfrm>
            <a:off x="3003724" y="1688647"/>
            <a:ext cx="420775" cy="420811"/>
            <a:chOff x="-5251625" y="3272950"/>
            <a:chExt cx="292225" cy="292250"/>
          </a:xfrm>
        </p:grpSpPr>
        <p:sp>
          <p:nvSpPr>
            <p:cNvPr id="9107" name="Google Shape;9107;p3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3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3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0" name="Google Shape;9110;p39"/>
          <p:cNvGrpSpPr/>
          <p:nvPr/>
        </p:nvGrpSpPr>
        <p:grpSpPr>
          <a:xfrm>
            <a:off x="3000322" y="2204348"/>
            <a:ext cx="427578" cy="421351"/>
            <a:chOff x="-5254775" y="3631325"/>
            <a:chExt cx="296950" cy="292625"/>
          </a:xfrm>
        </p:grpSpPr>
        <p:sp>
          <p:nvSpPr>
            <p:cNvPr id="9111" name="Google Shape;9111;p3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3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3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3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3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3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3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8" name="Google Shape;9118;p39"/>
          <p:cNvGrpSpPr/>
          <p:nvPr/>
        </p:nvGrpSpPr>
        <p:grpSpPr>
          <a:xfrm>
            <a:off x="3016181" y="2756270"/>
            <a:ext cx="419659" cy="420775"/>
            <a:chOff x="-5251625" y="3991275"/>
            <a:chExt cx="291450" cy="292225"/>
          </a:xfrm>
        </p:grpSpPr>
        <p:sp>
          <p:nvSpPr>
            <p:cNvPr id="9119" name="Google Shape;9119;p3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3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3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3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3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4" name="Google Shape;9124;p39"/>
          <p:cNvGrpSpPr/>
          <p:nvPr/>
        </p:nvGrpSpPr>
        <p:grpSpPr>
          <a:xfrm>
            <a:off x="5756763" y="1689240"/>
            <a:ext cx="319874" cy="419623"/>
            <a:chOff x="-3365275" y="3253275"/>
            <a:chExt cx="222150" cy="291425"/>
          </a:xfrm>
        </p:grpSpPr>
        <p:sp>
          <p:nvSpPr>
            <p:cNvPr id="9125" name="Google Shape;9125;p3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3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7" name="Google Shape;9127;p39"/>
          <p:cNvGrpSpPr/>
          <p:nvPr/>
        </p:nvGrpSpPr>
        <p:grpSpPr>
          <a:xfrm>
            <a:off x="5730701" y="2204058"/>
            <a:ext cx="371998" cy="421927"/>
            <a:chOff x="-3383375" y="3611625"/>
            <a:chExt cx="258350" cy="293025"/>
          </a:xfrm>
        </p:grpSpPr>
        <p:sp>
          <p:nvSpPr>
            <p:cNvPr id="9128" name="Google Shape;9128;p3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3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30" name="Google Shape;9130;p39"/>
          <p:cNvGrpSpPr/>
          <p:nvPr/>
        </p:nvGrpSpPr>
        <p:grpSpPr>
          <a:xfrm>
            <a:off x="5793050" y="2756826"/>
            <a:ext cx="271097" cy="419659"/>
            <a:chOff x="-3347950" y="3971575"/>
            <a:chExt cx="188275" cy="291450"/>
          </a:xfrm>
        </p:grpSpPr>
        <p:sp>
          <p:nvSpPr>
            <p:cNvPr id="9131" name="Google Shape;9131;p3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3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3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34" name="Google Shape;9134;p39"/>
          <p:cNvGrpSpPr/>
          <p:nvPr/>
        </p:nvGrpSpPr>
        <p:grpSpPr>
          <a:xfrm>
            <a:off x="842909" y="3307061"/>
            <a:ext cx="371998" cy="421927"/>
            <a:chOff x="-1575775" y="3238300"/>
            <a:chExt cx="258350" cy="293025"/>
          </a:xfrm>
        </p:grpSpPr>
        <p:sp>
          <p:nvSpPr>
            <p:cNvPr id="9135" name="Google Shape;9135;p39"/>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3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3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3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3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0" name="Google Shape;9140;p39"/>
          <p:cNvGrpSpPr/>
          <p:nvPr/>
        </p:nvGrpSpPr>
        <p:grpSpPr>
          <a:xfrm>
            <a:off x="2487807" y="3309051"/>
            <a:ext cx="423079" cy="424159"/>
            <a:chOff x="-1591550" y="3597475"/>
            <a:chExt cx="293825" cy="294575"/>
          </a:xfrm>
        </p:grpSpPr>
        <p:sp>
          <p:nvSpPr>
            <p:cNvPr id="9141" name="Google Shape;9141;p3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3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3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4" name="Google Shape;9144;p39"/>
          <p:cNvGrpSpPr/>
          <p:nvPr/>
        </p:nvGrpSpPr>
        <p:grpSpPr>
          <a:xfrm>
            <a:off x="4137277" y="3318663"/>
            <a:ext cx="421927" cy="399248"/>
            <a:chOff x="-1592325" y="3957400"/>
            <a:chExt cx="293025" cy="277275"/>
          </a:xfrm>
        </p:grpSpPr>
        <p:sp>
          <p:nvSpPr>
            <p:cNvPr id="9145" name="Google Shape;9145;p3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3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3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3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9" name="Google Shape;9149;p39"/>
          <p:cNvGrpSpPr/>
          <p:nvPr/>
        </p:nvGrpSpPr>
        <p:grpSpPr>
          <a:xfrm>
            <a:off x="3624147" y="3310744"/>
            <a:ext cx="369730" cy="420775"/>
            <a:chOff x="-778700" y="3612425"/>
            <a:chExt cx="256775" cy="292225"/>
          </a:xfrm>
        </p:grpSpPr>
        <p:sp>
          <p:nvSpPr>
            <p:cNvPr id="9150" name="Google Shape;9150;p3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3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3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3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3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3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6" name="Google Shape;9156;p39"/>
          <p:cNvGrpSpPr/>
          <p:nvPr/>
        </p:nvGrpSpPr>
        <p:grpSpPr>
          <a:xfrm>
            <a:off x="6095649" y="3828305"/>
            <a:ext cx="340731" cy="387641"/>
            <a:chOff x="7728464" y="1561258"/>
            <a:chExt cx="349719" cy="397866"/>
          </a:xfrm>
        </p:grpSpPr>
        <p:sp>
          <p:nvSpPr>
            <p:cNvPr id="9157" name="Google Shape;9157;p3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3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9" name="Google Shape;9159;p39"/>
          <p:cNvGrpSpPr/>
          <p:nvPr/>
        </p:nvGrpSpPr>
        <p:grpSpPr>
          <a:xfrm>
            <a:off x="4018617" y="3828305"/>
            <a:ext cx="387681" cy="387641"/>
            <a:chOff x="5611350" y="1561258"/>
            <a:chExt cx="397907" cy="397866"/>
          </a:xfrm>
        </p:grpSpPr>
        <p:sp>
          <p:nvSpPr>
            <p:cNvPr id="9160" name="Google Shape;9160;p3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3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3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3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4" name="Google Shape;9164;p39"/>
          <p:cNvGrpSpPr/>
          <p:nvPr/>
        </p:nvGrpSpPr>
        <p:grpSpPr>
          <a:xfrm>
            <a:off x="4537903" y="3925571"/>
            <a:ext cx="387609" cy="193109"/>
            <a:chOff x="6140660" y="1661097"/>
            <a:chExt cx="397834" cy="198202"/>
          </a:xfrm>
        </p:grpSpPr>
        <p:sp>
          <p:nvSpPr>
            <p:cNvPr id="9165" name="Google Shape;9165;p3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3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3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3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9" name="Google Shape;9169;p39"/>
          <p:cNvGrpSpPr/>
          <p:nvPr/>
        </p:nvGrpSpPr>
        <p:grpSpPr>
          <a:xfrm>
            <a:off x="5057118" y="3828305"/>
            <a:ext cx="387681" cy="387641"/>
            <a:chOff x="6669907" y="1561258"/>
            <a:chExt cx="397907" cy="397866"/>
          </a:xfrm>
        </p:grpSpPr>
        <p:sp>
          <p:nvSpPr>
            <p:cNvPr id="9170" name="Google Shape;9170;p3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3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3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3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3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5" name="Google Shape;9175;p39"/>
          <p:cNvGrpSpPr/>
          <p:nvPr/>
        </p:nvGrpSpPr>
        <p:grpSpPr>
          <a:xfrm>
            <a:off x="1942348" y="3885842"/>
            <a:ext cx="387681" cy="272572"/>
            <a:chOff x="3386036" y="1746339"/>
            <a:chExt cx="397907" cy="279762"/>
          </a:xfrm>
        </p:grpSpPr>
        <p:sp>
          <p:nvSpPr>
            <p:cNvPr id="9176" name="Google Shape;9176;p3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3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8" name="Google Shape;9178;p39"/>
          <p:cNvGrpSpPr/>
          <p:nvPr/>
        </p:nvGrpSpPr>
        <p:grpSpPr>
          <a:xfrm>
            <a:off x="2980045" y="3828288"/>
            <a:ext cx="387681" cy="387681"/>
            <a:chOff x="4417380" y="1687279"/>
            <a:chExt cx="397907" cy="397907"/>
          </a:xfrm>
        </p:grpSpPr>
        <p:sp>
          <p:nvSpPr>
            <p:cNvPr id="9179" name="Google Shape;9179;p3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3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1" name="Google Shape;9181;p39"/>
          <p:cNvGrpSpPr/>
          <p:nvPr/>
        </p:nvGrpSpPr>
        <p:grpSpPr>
          <a:xfrm>
            <a:off x="7926526" y="3308537"/>
            <a:ext cx="387661" cy="387661"/>
            <a:chOff x="2869999" y="1687279"/>
            <a:chExt cx="397887" cy="397887"/>
          </a:xfrm>
        </p:grpSpPr>
        <p:sp>
          <p:nvSpPr>
            <p:cNvPr id="9182" name="Google Shape;9182;p3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3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4" name="Google Shape;9184;p39"/>
          <p:cNvGrpSpPr/>
          <p:nvPr/>
        </p:nvGrpSpPr>
        <p:grpSpPr>
          <a:xfrm>
            <a:off x="2461634" y="3828664"/>
            <a:ext cx="386807" cy="386929"/>
            <a:chOff x="3902887" y="1687655"/>
            <a:chExt cx="397010" cy="397135"/>
          </a:xfrm>
        </p:grpSpPr>
        <p:sp>
          <p:nvSpPr>
            <p:cNvPr id="9185" name="Google Shape;9185;p3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3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7" name="Google Shape;9187;p39"/>
          <p:cNvGrpSpPr/>
          <p:nvPr/>
        </p:nvGrpSpPr>
        <p:grpSpPr>
          <a:xfrm>
            <a:off x="3499331" y="3828344"/>
            <a:ext cx="387681" cy="387681"/>
            <a:chOff x="4933458" y="1687279"/>
            <a:chExt cx="397907" cy="397907"/>
          </a:xfrm>
        </p:grpSpPr>
        <p:sp>
          <p:nvSpPr>
            <p:cNvPr id="9188" name="Google Shape;9188;p3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3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0" name="Google Shape;9190;p39"/>
          <p:cNvGrpSpPr/>
          <p:nvPr/>
        </p:nvGrpSpPr>
        <p:grpSpPr>
          <a:xfrm>
            <a:off x="5273586" y="3308775"/>
            <a:ext cx="387681" cy="387661"/>
            <a:chOff x="266768" y="1721375"/>
            <a:chExt cx="397907" cy="397887"/>
          </a:xfrm>
        </p:grpSpPr>
        <p:sp>
          <p:nvSpPr>
            <p:cNvPr id="9191" name="Google Shape;9191;p3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3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3" name="Google Shape;9193;p39"/>
          <p:cNvGrpSpPr/>
          <p:nvPr/>
        </p:nvGrpSpPr>
        <p:grpSpPr>
          <a:xfrm>
            <a:off x="7395588" y="3308924"/>
            <a:ext cx="387539" cy="386888"/>
            <a:chOff x="2408992" y="1722875"/>
            <a:chExt cx="397761" cy="397093"/>
          </a:xfrm>
        </p:grpSpPr>
        <p:sp>
          <p:nvSpPr>
            <p:cNvPr id="9194" name="Google Shape;9194;p3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3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6" name="Google Shape;9196;p39"/>
          <p:cNvGrpSpPr/>
          <p:nvPr/>
        </p:nvGrpSpPr>
        <p:grpSpPr>
          <a:xfrm>
            <a:off x="5576404" y="3828305"/>
            <a:ext cx="387641" cy="387641"/>
            <a:chOff x="7199196" y="1561258"/>
            <a:chExt cx="397866" cy="397866"/>
          </a:xfrm>
        </p:grpSpPr>
        <p:sp>
          <p:nvSpPr>
            <p:cNvPr id="9197" name="Google Shape;9197;p3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3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3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0" name="Google Shape;9200;p39"/>
          <p:cNvGrpSpPr/>
          <p:nvPr/>
        </p:nvGrpSpPr>
        <p:grpSpPr>
          <a:xfrm>
            <a:off x="6332282" y="3308537"/>
            <a:ext cx="387661" cy="387661"/>
            <a:chOff x="1379798" y="1723250"/>
            <a:chExt cx="397887" cy="397887"/>
          </a:xfrm>
        </p:grpSpPr>
        <p:sp>
          <p:nvSpPr>
            <p:cNvPr id="9201" name="Google Shape;9201;p3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3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3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3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5" name="Google Shape;9205;p39"/>
          <p:cNvGrpSpPr/>
          <p:nvPr/>
        </p:nvGrpSpPr>
        <p:grpSpPr>
          <a:xfrm>
            <a:off x="5801242" y="3308537"/>
            <a:ext cx="387641" cy="387661"/>
            <a:chOff x="864491" y="1723250"/>
            <a:chExt cx="397866" cy="397887"/>
          </a:xfrm>
        </p:grpSpPr>
        <p:sp>
          <p:nvSpPr>
            <p:cNvPr id="9206" name="Google Shape;9206;p3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3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3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09" name="Google Shape;9209;p39"/>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10" name="Google Shape;9210;p39"/>
          <p:cNvGrpSpPr/>
          <p:nvPr/>
        </p:nvGrpSpPr>
        <p:grpSpPr>
          <a:xfrm>
            <a:off x="6568070" y="3827060"/>
            <a:ext cx="388966" cy="388966"/>
            <a:chOff x="1190625" y="238125"/>
            <a:chExt cx="5235075" cy="5235075"/>
          </a:xfrm>
        </p:grpSpPr>
        <p:sp>
          <p:nvSpPr>
            <p:cNvPr id="9211" name="Google Shape;9211;p3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3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13" name="Google Shape;9213;p39"/>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7" name="Shape 9217"/>
        <p:cNvGrpSpPr/>
        <p:nvPr/>
      </p:nvGrpSpPr>
      <p:grpSpPr>
        <a:xfrm>
          <a:off x="0" y="0"/>
          <a:ext cx="0" cy="0"/>
          <a:chOff x="0" y="0"/>
          <a:chExt cx="0" cy="0"/>
        </a:xfrm>
      </p:grpSpPr>
      <p:pic>
        <p:nvPicPr>
          <p:cNvPr id="9218" name="Google Shape;9218;p40">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Work Program Project Proposal by Slidesgo">
  <a:themeElements>
    <a:clrScheme name="Simple Light">
      <a:dk1>
        <a:srgbClr val="494983"/>
      </a:dk1>
      <a:lt1>
        <a:srgbClr val="0A0A0A"/>
      </a:lt1>
      <a:dk2>
        <a:srgbClr val="D1EEEE"/>
      </a:dk2>
      <a:lt2>
        <a:srgbClr val="B4DDDD"/>
      </a:lt2>
      <a:accent1>
        <a:srgbClr val="E9EEC6"/>
      </a:accent1>
      <a:accent2>
        <a:srgbClr val="4D585C"/>
      </a:accent2>
      <a:accent3>
        <a:srgbClr val="FFFFFF"/>
      </a:accent3>
      <a:accent4>
        <a:srgbClr val="73C7C7"/>
      </a:accent4>
      <a:accent5>
        <a:srgbClr val="6767AC"/>
      </a:accent5>
      <a:accent6>
        <a:srgbClr val="C5E7E7"/>
      </a:accent6>
      <a:hlink>
        <a:srgbClr val="0A0A0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